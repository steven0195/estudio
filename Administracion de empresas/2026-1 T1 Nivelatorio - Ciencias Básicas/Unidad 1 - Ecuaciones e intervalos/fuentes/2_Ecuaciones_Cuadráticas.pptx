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86" r:id="rId4"/>
    <p:sldId id="275" r:id="rId5"/>
    <p:sldId id="283" r:id="rId6"/>
    <p:sldId id="276" r:id="rId7"/>
    <p:sldId id="277" r:id="rId8"/>
    <p:sldId id="278" r:id="rId9"/>
    <p:sldId id="284" r:id="rId10"/>
    <p:sldId id="279" r:id="rId11"/>
    <p:sldId id="285" r:id="rId12"/>
    <p:sldId id="287" r:id="rId13"/>
    <p:sldId id="280" r:id="rId14"/>
    <p:sldId id="281" r:id="rId15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96" d="100"/>
          <a:sy n="96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5:52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24 2905,'0'0'7527,"-15"-2"1052,10 0-13011,5-5-250,0-5-1342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5:55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8 1424,'0'0'6914,"0"-8"-6996,-1 20 222,-1 1-1,-1-2 0,0 1 0,-7 19 0,-1 3 114,1 0-190,2 0 1,1 0-1,2 0 1,-2 41-1,27-75 281,166 0 287,365 3 122,-164 12-601,615-3 407,-581 10-503,-187-6-30,922 2 111,-888-18-122,190-36 38,-167 6-26,-220 25 33,103-5-74,-155 11 17,-14 0 0,1-1-1,-1 0 1,0 0 0,0 0 0,0-1 0,0 1 0,10-4 0,3-28 989,-11 14-665,-7 17-338,0 1 0,0 0 0,-1-1 0,1 1 0,0-1 0,0 1 0,0 0 0,0-1 0,0 1 0,0 0 0,-1-1 0,1 1-1,0 0 1,0-1 0,-1 1 0,1 0 0,0-1 0,0 1 0,-1 0 0,1 0 0,0 0 0,-1-1 0,1 1 0,0 0 0,-1 0 0,1 0 0,-1-1 0,-3 1-611,-1-1 1,1 1-1,0-1 1,-1 1-1,1 1 1,-7 0-1,5-1-584,-27 5-6034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6:50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576 108 1696,'1'0'4503,"-52"-2"-4062,1-3 0,-52-11 1,-3-1-394,91 15-41,-1 1 0,1 0 0,-1 1 0,1 0 0,-1 2 0,1-1 0,-1 2 0,1 0 0,-22 7 0,30-7-18,0 0 0,0 0 1,0 0-1,0 1 0,0 0 1,1 0-1,0 0 0,0 1 0,0 0 1,0 0-1,1 0 0,0 0 1,0 1-1,0-1 0,1 1 1,0 0-1,0 0 0,0 1 1,1-1-1,0 1 0,0-1 1,-1 12-1,1 1 45,0 1 0,2-1-1,0 1 1,1 0 0,2-1 0,-1 0 0,2 1-1,1-1 1,0-1 0,2 1 0,0-1 0,0 0-1,15 23 1,2-1-97,2-1 0,1-2 0,2-1 1,50 49-1,-66-72 0,1 0 1,0-1-1,1 0 1,31 18-1,-35-25 69,-1-1-1,1 0 0,-1 0 0,1-1 1,0 0-1,1-1 0,-1 0 0,0-1 0,16 0 1,-17 0 7,0-1 0,1 0 1,-1-1-1,0 0 1,0-1-1,0 0 0,0 0 1,0-1-1,0-1 1,-1 1-1,1-2 1,-1 1-1,0-1 0,0-1 1,12-9-1,1-3 86,-1-1 1,-1-1-1,0-1 0,-2-1 0,0-1 1,-2 0-1,0-1 0,-2-1 0,-1 0 0,0-1 1,-2 0-1,-1-1 0,-2 0 0,0-1 0,-2 1 1,-1-2-1,3-46 0,-8 59 11,2-9 65,-2 0 0,-1 0 0,-6-37 0,5 54-149,0 1 0,0-1 0,-1 1 1,0 0-1,0 0 0,0 0 0,-1 0 1,0 1-1,-1-1 0,0 1 0,1 0 1,-2 0-1,1 1 0,-1-1 0,-10-6 1,8 6-31,0 1-1,-1 1 1,0 0 0,0 0 0,0 0 0,0 1 0,0 1 0,-1-1 0,-10 0 0,-10 0-836,-47 2-1,44 1-462,-16 0-2307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7:4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0 208,'0'0'2647,"-23"4"-2455,-113 15 470,47-11 2681,283-1-1821,290-8-812,535 3-377,-744 22-287,-145-10-139,-111-12-264,-32-3-1752,-6 1-322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7:55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28 24,'0'0'4506,"-14"-10"-1570,12-8-547,-2 43-1452,1-2-1079,-7 13 62,7-27 36,1 0 0,-1 0 0,2 0-1,-2 15 1,3-24-51,114 1-615,226 31 124,-304-25 363,-19-3 146,0-1-1,1 0 0,17 0 0,-35-3 72,6-28 915,-6 11-696,1 1-1,1-1 0,0 0 0,1 1 1,1-1-1,11-30 0,-15 47-240,0 0 1,0 0-1,0 1 1,0-1-1,0 0 1,0 0-1,0 0 1,0 0-1,0 0 1,0 0-1,0 0 1,0 0-1,0 0 1,0 1-1,0-1 1,0 0-1,0 0 1,1 0-1,-1 0 1,0 0-1,0 0 1,0 0-1,0 0 1,0 0-1,0 0 1,0 0-1,0 0 1,0 0-1,0 0 1,0 0-1,1 0 1,-1 0-1,0 0 1,0 1-1,0-1 1,0 0-1,0 0 1,0 0-1,0 0 1,0-1-1,0 1 1,1 0-1,-1 0 1,0 0-1,0 0 1,0 0-1,0 0 1,0 0-1,0 0 1,0 0-1,0 0 1,0 0-1,0 0 1,1 0-1,-1 0 1,0 0-1,0 0 1,0 0-1,0 0 1,0-1-1,0 1 0,0 0 1,0 0-1,0 0 1,4 12-1724,-3-6 846,5 14-1983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07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22 410 2689,'0'0'1356,"0"9"-1267,-2 24-71,-2-24 126,4-9 52,-1 0 0,1 1 0,0-1 0,0 0 0,-1 1 0,1-1 0,0 0-1,-1 0 1,1 0 0,0 0 0,-1 1 0,1-1 0,-1 0 0,1 0 0,0 0 0,-1 0 0,1 0 0,-1 0 0,1 0 0,0 0-1,-1 0 1,1 0 0,-1 0 0,1 0 0,0 0 0,-1 0 0,1 0 0,0 0 0,-1-1 0,1 1 0,0 0 0,-1 0-1,1 0 1,0-1 0,-1 1 0,1 0 0,0 0 0,-1-1 0,1 1 0,0 0 0,0-1 0,-1 1 0,1 0 0,0-1-1,0 1 1,0 0 0,-1-1 0,4-11 430,9-6-480,0 1 0,1 0 0,18-17-1,21-26-39,-10 2 185,-2-3 1,50-102-1,-80 146 247,-10 17-537,0 0-1,1 0 1,-1 0 0,0 0-1,0 0 1,0 0 0,0 0 0,0 0-1,0 0 1,1 0 0,-1 0 0,0 0-1,0 0 1,0 0 0,0 0-1,0 0 1,0 0 0,1 0 0,-1 0-1,0 0 1,0 0 0,0 0-1,0 0 1,0 0 0,0 0 0,1 0-1,-1 0 1,0 0 0,0 0 0,0 0-1,0 1 1,0-1 0,0 0-1,0 0 1,0 0 0,0 0 0,0 0-1,0 0 1,1 0 0,-1 1-1,0-1 1,0 0 0,0 0 0,0 0-1,0 0 1,0 0 0,0 0 0,0 1-1,0-1 1,0 0 0,0 0-1,0 0 1,0 0 0,0 0 0,0 0-1,0 1 1,-1 34-333,1-31 331,-19 135-27,2-21 162,-57 450 1091,73-566-1057,1-7-7128,0-6-121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07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89 1088,'0'0'6067,"1"6"-3431,0-10-2411,0 0 0,-1 0 0,0 0-1,1 0 1,-1 0 0,-1 0 0,1-1 0,0 1-1,-1 0 1,0 0 0,0 0 0,0 0-1,-1 0 1,-2-5 0,2 6-396,0 1 0,1 0 0,-1 0 0,0 0 0,0 0 1,0 1-1,0-1 0,-1 0 0,1 1 0,0-1 0,-1 1 0,1 0 0,-1 0 1,1 0-1,-1 0 0,0 0 0,1 1 0,-1-1 0,0 1 0,0 0 0,1 0 1,-5 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08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201 133 968,'0'0'5556,"-23"24"-4644,-76 79-4,94-98-807,0 1 0,0 0 0,0 0-1,0 1 1,1-1 0,0 1 0,0 0-1,1 0 1,0 0 0,0 0 0,-2 15-1,1-7 73,-4 18 67,2 1-1,1 0 1,2 0-1,1 0 0,2 0 1,5 42-1,-4-68-183,0 0 0,0 1-1,1-1 1,0 0 0,1 0-1,-1 0 1,2-1 0,-1 1-1,1-1 1,0 0-1,1 0 1,-1 0 0,1 0-1,1-1 1,-1 0 0,1 0-1,0 0 1,1-1 0,-1 0-1,1 0 1,0 0-1,0-1 1,1 0 0,-1-1-1,1 1 1,0-2 0,0 1-1,0-1 1,0 0 0,0-1-1,15 2 1,-3-3-4,1-1-1,0 0 1,-1-1 0,1-2 0,-1 0-1,0-1 1,0-1 0,0 0 0,-1-2-1,0 0 1,-1-2 0,1 0 0,-2 0-1,0-2 1,20-17 0,-17 13-15,-1-2 1,-1 0-1,0-1 1,-2-1-1,0-1 1,-1 0-1,-1-1 1,-1 0-1,-2-2 1,0 1-1,-1-1 1,-1 0-1,-1-1 1,-2 0-1,0-1 1,-2 1-1,0-1 1,-1-33-1,-2 28 119,1 12-63,-2 0-1,0 0 0,-1 0 0,-4-21 1,4 35-108,-1 0 0,1 0 1,-1 0-1,0 1 1,0-1-1,0 0 1,0 1-1,-1 0 1,0-1-1,0 1 1,0 0-1,-1 1 1,1-1-1,-1 0 0,0 1 1,0 0-1,0 0 1,0 0-1,0 1 1,-7-4-1,1 2-199,-1 1 0,0 0 1,0 0-1,0 1 0,0 1 0,0-1 0,0 2 0,0 0 0,0 0 0,-13 2 0,2 2-323,1 0-1,-1 1 0,1 1 1,-21 9-1,-41 24-2086,16 1-1177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08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1 968,'0'0'10923,"108"17"-9579,-52-12-512,-3 0-472,0-2-184,-5-1-160,-4 1-16,1-1-488,-6-2-536,17 3-761,-14-3-911,-9 0-1609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08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0 408,'0'0'10094,"33"4"-8747,106 12-401,-63-11 60,85-4 0,-24-1-7459,-108 2 2676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0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96 137 1072,'0'0'4960,"-6"20"-4273,4-15-619,-9 34 801,-12 71 1,22-101-721,-4 21 344,1 0 0,2 1 0,1-1 0,4 52 0,-1-74-395,1 0 1,-1 0 0,1-1-1,1 1 1,-1 0 0,1-1-1,0 0 1,1 0 0,0 0 0,0-1-1,1 0 1,-1 0 0,1 0-1,0 0 1,9 5 0,-5-4 11,1 0 1,0-1-1,0 0 1,0 0-1,0-1 1,1-1 0,0 0-1,0 0 1,17 2-1,-5-3-7,-1-1-1,1-1 0,0-1 1,-1-1-1,26-5 1,-35 4-44,-1-1 1,0-1-1,0 0 1,0-1-1,-1-1 1,1 0 0,-1 0-1,-1-1 1,1 0-1,13-12 1,-11 6 49,0-1 1,0 0-1,-1 0 1,-1-1-1,-1-1 1,0 0-1,-1-1 1,-1 0-1,0 0 1,11-33-1,-13 22 57,0 0 0,-2 0-1,0 0 1,-3-1 0,0 1 0,-4-49-1,2 70-168,0-1 0,-1 1 0,0 0 0,0-1 0,-1 1 0,0 0 0,-1 0 0,1 0 0,-1 0 0,0 1 0,-1-1 0,0 1 0,0 0 0,0 0 0,-1 0 0,0 1 0,0-1 0,0 1 0,-1 0 0,1 1 0,-1-1 0,0 1 0,-1 0 0,1 1 0,-1-1 0,1 1 0,-1 1 0,0-1 0,-13-2 0,-2 2-147,1 1 1,-1 0-1,0 2 1,0 0-1,0 2 1,1 0-1,-1 2 1,1 0 0,0 1-1,0 1 1,0 1-1,1 1 1,-34 18-1,-132 100-3961,109-67-260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3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93 912,'0'0'10596,"5"-6"-9673,1 0-801,1 0 1,0 0-1,0 1 1,0 0-1,1 1 1,0 0-1,-1 0 1,1 0-1,1 1 0,-1 0 1,0 1-1,12-2 1,25-5 176,48-3-1,-75 11-240,35-5 34,1 4 1,76 5-1,-127-3-116,0 0 0,0 1-1,-1-1 1,1 1 0,0 0 0,-1 0-1,1 0 1,0 0 0,-1 0-1,1 0 1,-1 1 0,0-1 0,1 1-1,-1 0 1,0 0 0,0 0 0,0 0-1,0 0 1,-1 0 0,1 0-1,0 1 1,-1-1 0,0 0 0,1 1-1,-1-1 1,0 1 0,0 0 0,0 2-1,0-1-14,-1 0 0,1 0 0,-1 0 0,0 0 0,0 0 0,0 0 0,-1 0 0,0-1 0,1 1 0,-1 0 0,-1 0 0,1 0 0,-1-1 0,1 1 0,-1-1 0,0 1 0,0-1 0,0 0 0,-5 6 0,-8 6 22,-1-1 0,-1-1 0,0 0-1,-1-1 1,0-1 0,-1 0 0,-24 9 0,-9 1-179,-85 23 1,122-40 133,0 0-23,-1 0 0,1-1 0,-32 3 0,45-6 448,4-4 7,7-3-353,0 1 0,1 0 0,0 0 0,-1 1 0,2 1 0,-1-1 0,0 2 0,21-6 0,-1 3 51,63-5 0,27 11-237,-118 0 153,1 1 1,0-1 0,0 1-1,0 0 1,-1 0 0,1 0 0,0 0-1,-1 1 1,1-1 0,-1 1-1,1-1 1,-1 1 0,0 0-1,0 0 1,1 0 0,-2 0 0,1 1-1,0-1 1,0 0 0,-1 1-1,1-1 1,-1 1 0,0 0 0,0-1-1,0 1 1,0 0 0,1 6-1,1 5-46,0 0 0,-2 0-1,1 1 1,-2 15-1,-1-25 65,0-1 1,0 0-1,0 1 0,0-1 0,-1 0 0,0 0 0,1 0 0,-2 0 0,1-1 0,0 1 0,-1 0 0,0-1 0,1 0 0,-1 1 0,-1-1 0,1-1 1,0 1-1,-1 0 0,-4 2 0,-2 2 142,0-1 0,-1 0 0,0-1 1,0 0-1,0-1 0,-12 4 0,2-4 179,-1 0 0,0-2 0,0 0 0,0-1 0,-45-4 0,66 3-364,-1-1-1,0 1 1,0 0-1,0-1 1,0 1-1,0-1 1,0 1 0,1-1-1,-1 0 1,0 0-1,0 1 1,1-1 0,-1-1-1,1 1 1,-1 0-1,-2-3 1,0-11-4475,4 10-1505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3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13 4697,'0'0'2319,"-7"4"-2271,-19 15 26,26-15 1905,8-3-1295,11-3-92,-18 2-511,1-1-1,-1 0 1,0 1 0,0-1-1,1 0 1,-1 0 0,0 0-1,0 0 1,0 0 0,0 0-1,0 0 1,0 0 0,-1-1-1,1 1 1,0 0-1,0 0 1,-1-1 0,1 1-1,-1-1 1,1 1 0,-1 0-1,0-1 1,0 1 0,1-1-1,-1 1 1,0-1 0,0 1-1,0-1 1,-1 1 0,1-2-1,-10 2-3134,3 1-1072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4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3393,'0'0'5721,"26"5"-4802,83 22-220,-102-25-651,0 1 1,0-1-1,0 2 0,0-1 1,0 1-1,-1 0 1,1 0-1,-1 1 1,0 0-1,0 0 1,8 10-1,-2-2 31,73 79 378,14 15-129,-83-92-273,2 0 1,-1-1-1,2 0 0,26 13 0,-38-23-62,0-1 0,0-1 0,0 0-1,1 0 1,-1 0 0,1-1 0,0 0 0,-1 0-1,16-1 1,-18 0-360,0-1 0,0 1-1,-1-1 1,1 0 0,0-1-1,-1 1 1,1-1-1,-1 0 1,1 0 0,4-3-1,8-7-3587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4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1280,'0'0'7485,"-5"4"-7072,-16 19 375,1 2 1,1 0-1,-28 50 0,4-7-282,-11 12-81,7-9 324,-70 82 0,117-153-743,0 0-1,0 0 0,0 1 0,0-1 0,0 0 0,0 0 0,0 0 0,0 0 0,0 1 0,0-1 1,0 0-1,0 0 0,0 0 0,0 0 0,0 1 0,0-1 0,0 0 0,0 0 0,0 0 0,0 0 0,0 1 1,1-1-1,-1 0 0,0 0 0,0 0 0,0 0 0,0 0 0,0 0 0,0 1 0,0-1 0,1 0 0,-1 0 1,0 0-1,0 0 0,0 0 0,0 0 0,0 0 0,1 0 0,-1 0 0,0 0 0,0 1 0,0-1 0,0 0 1,1 0-1,-1 0 0,0 0 0,0 0 0,0 0 0,0 0 0,1 0 0,-1 0 0,0-1 0,0 1 0,0 0 1,0 0-1,1 0 0,-1 0 0,0 0 0,17 0-403,-14 0 311,36 0-1542,7 0-2164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5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3529,'0'0'4977,"148"0"-4305,-78 0 248,-1-2-224,-5-1-144,-11 3-320,-11-2-168,-11-1-64,-14 3-144,-6 0-560,-17 8-9602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5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24,'0'0'10826,"20"0"-9492,36 1-642,163-3 787,-199-2-1514,1 0 0,38-14 0,14-3-3689,-50 16-473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6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192 116 616,'0'0'5724,"-26"23"-5221,-79 74-60,101-93-406,-1 0 0,1 0 1,0 1-1,0 0 1,0-1-1,1 1 0,-1 1 1,1-1-1,1 0 1,-1 1-1,1 0 1,0-1-1,0 1 0,-1 9 1,0-2 45,0-1 23,1 1 0,0 0 0,1-1 0,0 1 0,2 20 0,0-28-58,-1 0 0,1 1-1,0-1 1,1 0 0,-1 0 0,1 0 0,0 0 0,0 0-1,1 0 1,-1-1 0,1 1 0,0-1 0,0 0 0,1 1-1,5 4 1,3 1 93,1-2-1,-1 1 0,1-2 1,1 0-1,-1 0 0,1-1 1,0-1-1,1 0 0,-1-1 1,16 2-1,1-1-63,1-2 0,-1-1 0,58-4-1,-76 1 65,1-1-1,-1 0 1,0-1-1,0-1 1,0 0-1,-1-1 1,1 0-1,-1-1 1,-1 0-1,1-1 1,-1 0-1,0-1 1,0 0-1,-1-1 1,0 0-1,-1-1 1,0 0-1,-1 0 1,0-1-1,0 0 1,-1 0-1,0-1 1,-1 0-1,-1 0 1,0-1-1,0 1 1,-1-1-1,-1 0 1,0 0-1,-1 0 1,1-18-1,-2 13 46,-1-1 0,0 1 0,-2 0 0,0 0 0,-1 0 0,-7-26 0,7 35-174,0 1 0,-1 0 1,0 0-1,-1 0 0,1 0 0,-1 1 0,-1-1 0,0 1 0,0 1 1,0-1-1,-1 1 0,1 0 0,-1 1 0,-1-1 0,-8-4 0,6 5-111,-1 0 0,1 1 1,-1 0-1,1 1 0,-1 0 0,0 1 0,-1 0 0,1 1 0,0 0 0,0 0 0,-1 1 0,-16 3 0,11-1-253,0 1-1,0 1 0,0 1 1,1 0-1,-1 1 0,2 1 0,-18 10 1,9-3-1849,-30 24 1,-5 14-4602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7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5 5041,'0'0'8075,"0"-5"-7518,0 8-582,-1 119 887,-17 139 1,8-200-515,-6 54 999,29-115-2900,7-3-1110,-3-4-2515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7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4449,'0'0'5341,"0"-1"-4248,1 7-887,6 9 0,-1 0-1,2-1 1,0 0-1,1 0 1,0-1-1,1 0 1,1 0-1,23 21 1,-30-31-159,0 0 0,0-1 1,0 0-1,0 0 0,0 0 1,0 0-1,0-1 0,1 0 1,-1 1-1,1-1 0,-1-1 1,1 1-1,-1-1 0,1 0 1,0 0-1,4-1 0,-4 1-26,-4 0-52,0 0-1,0-1 0,0 1 1,0-1-1,-1 1 1,1-1-1,0 0 0,0 1 1,0-1-1,-1 0 0,1 1 1,0-1-1,-1 0 1,1 0-1,0 0 0,-1 1 1,1-1-1,-1 0 0,1 0 1,-1 0-1,1-2 1,10-29-720,-6 16 749,10-16 711,0 1-1,35-49 1,-68 100-819,-1-1 1,-38 29 0,27-23 218,13-11-509,-19 18 1284,23-13-2761,8 1-3710,5-14-272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18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0 2417,'0'0'4192,"-19"22"-3534,-60 73-165,72-86-413,0 0 0,1 0 0,0 1 0,0 0 0,1 0 0,0 1-1,1-1 1,1 1 0,-1 0 0,1 0 0,1 0 0,0 0 0,1 1-1,0-1 1,1 1 0,1 14 0,-1-11 129,0-10-124,0-1 0,1 0 0,-1 1 1,1-1-1,0 0 0,0 0 0,1 0 0,-1 0 0,1 0 0,0 0 0,0 0 0,0 0 0,0-1 0,6 7 0,-3-5 45,0 0 1,0 0-1,1-1 0,0 1 1,0-1-1,0 0 0,0-1 0,9 4 1,4 0 75,0-1 1,1-1-1,0 0 1,0-2-1,29 2 1,-23-3-134,0-1 1,1-1-1,-1-1 1,0-2-1,51-11 0,-69 12 14,0-1-1,-1 0 0,1 0 0,0-1 0,-1 0 0,0 0 0,0-1 0,0 0 1,11-11-1,-14 11 27,0 0 1,0 0-1,-1 0 1,1 0-1,-1-1 1,-1 0-1,1 0 1,-1 1-1,0-2 1,0 1-1,0 0 1,-1 0-1,0 0 1,0-10-1,0 2 139,0 0 0,-2 0 1,-2-25-1,1 33-156,1 0 1,-1 0 0,0 1 0,-1-1 0,1 1 0,-1-1 0,0 1 0,0 0 0,-1 0 0,0 0 0,-4-5 0,-2 1-25,0 0 0,0 1 0,-1 0 0,0 1 1,0 0-1,0 1 0,-1 0 0,0 1 1,-1 0-1,1 1 0,-1 0 0,0 1 0,1 0 1,-2 1-1,1 1 0,0 0 0,0 1 1,-15 1-1,22-1-231,0 1 0,1 0-1,-1 0 1,1 1 0,0 0 0,-1-1 0,1 2 0,0-1 0,0 1-1,0-1 1,1 1 0,-1 1 0,1-1 0,0 1 0,-1 0 0,2 0-1,-5 4 1,2 0-743,1 0 0,-1 0 0,2 1-1,-1 0 1,1 0 0,0 0-1,1 0 1,-4 17 0,1 8-6132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8:44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30 1032,'0'0'810,"-6"-3"-346,-1-1-268,-1 1 0,0 0 0,0 0 0,0 0 0,0 1 0,0 1 0,0-1 0,-10 1 0,8 1-178,1 0-1,-1 1 0,1 1 1,-1 0-1,1 0 0,0 0 1,0 2-1,0-1 0,0 1 1,1 0-1,-1 0 0,1 1 1,0 1-1,-13 10 0,8-4-8,0-1-1,1 2 0,0 0 1,1 0-1,0 1 0,1 0 0,1 1 1,0 0-1,1 1 0,1 0 1,-9 27-1,7-12 7,1 1 1,2 1-1,1-1 1,2 1-1,0 40 0,3-57 6,0 0-29,0 0 0,1-1 0,4 22 0,-4-31 29,1 0 0,0 0 0,0 0 0,1-1 1,0 1-1,0-1 0,0 1 0,1-1 0,-1 0 1,1 0-1,9 7 0,-1-1 142,0-2 0,1 0 0,0 0 1,0-1-1,1-1 0,0 0 0,1-1 0,-1-1 0,1 0 0,22 4 1,-14-4-12,1-2 1,0-1 0,0 0 0,0-2 0,0-1 0,28-4 0,-40 2-129,1 0 1,-1-1 0,1-1-1,-1 0 1,-1 0-1,1-1 1,-1-1 0,0 0-1,17-15 1,-1-1 23,-1-1-1,31-38 1,-45 47 30,-1-1 1,0 0-1,-1 0 1,-1-1-1,-1 0 1,0-1-1,-1 0 1,9-36-1,-11 28 89,-1 0 1,-1-1-1,-1 1 0,-2-1 0,-5-49 1,4 68-153,0 0 0,0 1 1,-1-1-1,0 0 0,-1 1 1,1-1-1,-2 1 0,1 0 0,-1 0 1,0 0-1,0 0 0,-1 1 1,0 0-1,0 0 0,0 0 1,-1 0-1,0 1 0,0 0 0,-8-5 1,2 4-63,0 0 0,0 0 1,-1 1-1,0 1 0,0 0 0,0 0 1,-1 2-1,1 0 0,-1 0 0,-21 1 1,19 1-169,-1 0 0,0 2 0,1 0 0,-1 1-1,1 0 1,0 1 0,-27 12 0,-21 15-1848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9:25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807 124 40,'0'0'5615,"-9"-12"-5138,-25-38 92,30 45-423,-1 0 0,1 0 0,-1 1-1,1 0 1,-1 0 0,0 0 0,-1 1-1,1-1 1,0 1 0,-1 1-1,0-1 1,0 1 0,0 0 0,0 0-1,0 0 1,0 1 0,0 0 0,-13 0-1,8 0-102,-12-1-29,-1 0 0,1 2 0,-1 1 0,1 1 0,0 2 0,-1 0 0,1 1 0,1 1 0,-1 1 1,1 1-1,0 1 0,1 1 0,0 1 0,1 0 0,0 2 0,0 0 0,2 2 0,0 0 0,0 1 0,2 0 0,0 2 1,1 0-1,0 0 0,-20 36 0,30-44-11,-66 131 7,64-124 3,1-1 1,1 2-1,1-1 0,0 0 0,1 1 0,0 32 0,3-39-15,-1 0 18,1 0-1,1 0 1,2 14 0,-1-20 8,-1-1 1,1 1-1,-1-1 1,1 0-1,1 0 0,-1 0 1,0 0-1,1 0 1,0 0-1,6 6 1,0-2 26,0 0 0,1 0 0,0-1 0,0-1 0,1 1 0,0-2 0,0 1 0,0-2 0,1 1 0,-1-2 1,1 1-1,20 2 0,11-1 107,0-2 1,55-3-1,-50 0-140,-33-1-8,-1-1 0,1 0 0,-1-1 0,0-1 0,0 0 0,0 0 0,0-2 0,-1 0 0,24-15 0,-22 13 46,-1-2 0,-1 0 1,1 0-1,-2-1 0,0-1 1,0 0-1,-1-1 1,14-19-1,-14 10-20,0-1 0,-1 0 1,-1 0-1,-1-1 0,-1 0 0,-1-1 1,-2 0-1,0 1 0,-1-1 0,-2-1 0,-2-38 1,-1 52-59,1 1 0,-2-1 1,1 1-1,-1-1 1,-1 1-1,0 0 0,-1 1 1,0-1-1,-1 1 1,0 0-1,0 0 0,-1 0 1,0 1-1,-1 0 0,-15-13 1,13 12-461,-2 0-1,1 1 1,-1 1 0,-1 0 0,0 0 0,0 1 0,0 1-1,-1 0 1,0 1 0,0 0 0,-26-5 0,7 9-4021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9:26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56 392,'0'0'4694,"-21"17"-4137,-67 59 152,69-58-395,0 1-1,2 1 1,0 0-1,1 1 1,1 1-1,1 0 1,1 1-1,-17 42 1,22-46-168,0-1 0,2 1 0,0 0 1,1 0-1,1 1 0,1 0 0,0-1 0,2 1 0,0 0 0,1 0 1,4 23-1,-3-38-114,1 1-1,0-1 1,1 0 0,-1 0 0,1 1 0,0-2 0,0 1 0,0 0 0,1-1-1,0 1 1,-1-1 0,2 0 0,-1 0 0,0-1 0,1 1 0,0-1-1,0 0 1,0 0 0,5 2 0,6 2 19,0 0 0,0-1 0,1-1 1,0 0-1,19 2 0,24-1 103,0-2-1,64-6 1,-118 2-143,14-1 32,0-1 0,0 0 0,0-2-1,-1 0 1,1-1 0,-1-1 0,0-1 0,-1-1 0,0-1 0,0 0 0,22-16 0,-28 17 50,-2 0 1,1-1-1,-1 0 1,0-1-1,-1 0 1,0-1 0,-1 0-1,0 0 1,-1 0-1,0-1 1,-1 0 0,0-1-1,-1 0 1,0 1-1,-1-2 1,-1 1 0,3-19-1,-1-9 162,-1-1 0,-3 0 0,-4-47 0,2 75-240,-1 1 0,0 0 0,-1 0 0,0 0 0,-1 1 0,0-1 0,-1 1 0,-1 0 0,0 0 0,0 1 0,-1 0 0,-1 0-1,0 0 1,-10-9 0,12 14-58,-2 0-1,1 0 0,-1 1 1,1 0-1,-1 1 0,-1 0 1,1 0-1,-1 1 0,1 0 1,-1 0-1,-15-2 0,-5 1-624,0 2 0,-36 0-1,57 2 507,-82 2-2462,8 6-1727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9:2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40 304,'0'0'4797,"-16"2"-4175,3-1-433,2 0-42,0 0 0,0 1-1,0 0 1,0 0 0,0 1 0,1 1 0,-17 7 0,0 3 44,2 2 1,0 0-1,0 2 1,2 0-1,0 2 0,-32 36 1,42-41-174,1 0 1,0 1-1,1 1 1,1-1-1,1 2 1,0-1-1,1 1 1,1 1-1,0 0 1,2-1-1,-4 22 1,7-21-7,0 0 1,0 1-1,2 0 1,1-1-1,0 1 1,1-1-1,2 0 1,8 32-1,-8-40-38,0 0 0,1 0 0,1 0-1,-1-1 1,2 0 0,-1 0 0,2 0-1,-1-1 1,1 0 0,1 0 0,-1-1 0,1 0-1,1-1 1,-1 0 0,16 8 0,-11-8-18,1 0 0,0-1 0,0-1 0,0 0 0,1-1 0,24 3-1,-1-4 66,58-1 0,-73-3 4,-1-2-1,1 0 1,-1-2-1,0-1 1,-1 0-1,0-2 1,0 0-1,0-2 1,-1 0-1,23-16 1,-24 13 145,0-1 0,0 0 0,-2-2 0,0-1 0,0 0 0,-2-1 0,0-1 0,-1 0 0,21-37 0,-26 36 102,-2 0 1,-1-1-1,0-1 1,-2 1-1,0-1 1,-1 0-1,-1 0 1,-2 0-1,0 0 1,-1 0-1,-1 0 1,-1 0-1,-1 0 0,-1 0 1,-10-30-1,9 37-231,-2 0 0,0 0-1,0 1 1,-1 0-1,-1 1 1,-1 0-1,0 0 1,-16-16 0,21 23-242,-1 1 0,0 0 0,0 0 0,-1 1 1,0-1-1,1 1 0,-1 1 0,-1-1 0,1 1 1,0 1-1,-1-1 0,0 1 0,1 0 0,-1 1 1,0 0-1,0 0 0,0 1 0,-14 1 0,19-1-152,-1 1 0,1-1-1,0 1 1,-1 0-1,1 0 1,0 1-1,0-1 1,-3 2 0,-14 18-4396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09:28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252 212 312,'0'0'4178,"-20"11"-3226,-61 42-29,71-44-749,0-1 0,0 1 0,1 0 0,1 1 0,-1 0 0,2 1 0,-1-1 0,1 1 0,1 1 0,-6 12 0,3-5 5,0 0-59,2 1-1,0-1 1,1 1 0,1 1 0,1-1-1,0 1 1,2 0 0,0 0 0,2 27-1,1-39-87,-1 0-1,1 1 1,0-1-1,1 0 1,0 0-1,1-1 0,-1 1 1,2 0-1,-1-1 1,1 1-1,1-1 1,-1 0-1,1-1 0,1 1 1,-1-1-1,1 0 1,1 0-1,-1-1 1,1 0-1,0 0 1,1-1-1,-1 1 0,1-1 1,0-1-1,0 0 1,1 0-1,15 5 1,3-1 86,0-2 0,1 0 0,0-2 0,0-1 0,0-1 0,0-1 0,0-1 0,52-9 0,-64 6 36,1-2-1,-1 0 1,0-1-1,0 0 0,-1-2 1,0 0-1,0 0 1,0-1-1,-1-1 0,-1-1 1,0 1-1,0-2 1,-1 0-1,-1-1 0,19-25 1,-17 18 176,-1 0 1,0-1-1,-2 0 1,0-1 0,-2 0-1,0-1 1,-1 1-1,-2-1 1,0-1 0,3-42-1,-7 35 1,2-8 211,-5-68 1,1 96-530,0 1 0,-1-1 0,-1 1 0,1 0 0,-1 0 0,-1 0 0,0 0 0,-1 1 0,1-1 0,-2 1 0,-9-13 0,7 13-291,-1 1 0,-1 0-1,1 0 1,-1 1 0,0 1-1,-1-1 1,0 2 0,0-1-1,0 2 1,-24-8-1,4 1-1220,-36-14-3119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31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90 736 1192,'0'0'6896,"11"-21"-5241,48-86 204,-65 139-1621,-4-3-121,-2-1-1,-1 0 1,-1 0 0,-24 34 0,-24 48 128,60-107-222,0 3-22,11-5 187,9-7-144,0-1 0,0 0 0,-1-2 0,0 0 0,18-13 0,-18 12-20,347-222 217,94-56 66,29 34-176,-430 228-137,-29 12-74,0 1 0,1 2 1,48-13-1,-76 23-9,1 1-1,0-1 1,0 1-1,-1-1 1,1 1 0,0 0-1,0 0 1,-1 0-1,1 0 1,0 0 0,0 1-1,0-1 1,-1 0 0,1 1-1,0-1 1,0 1-1,-1 0 1,1-1 0,-1 1-1,1 0 1,-1 0-1,1 0 1,-1 0 0,1 1-1,-1-1 1,0 0-1,1 0 1,0 3 0,1 1-387,-1 1 1,0-1-1,-1 1 1,1-1-1,-1 1 0,0 0 1,0 7-1,0-5 74,3 35-2745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18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143 420 2961,'0'0'6402,"-3"5"-6442,-25 33 174,1 1 0,3 2-1,-35 77 1,59-118-124,0 0-1,0 0 1,0 1-1,0-1 0,0 0 1,-1 0-1,1 0 1,0 0-1,0 0 1,0 1-1,0-1 1,0 0-1,0 0 1,0 0-1,0 0 1,0 1-1,0-1 0,0 0 1,0 0-1,0 0 1,0 1-1,0-1 1,0 0-1,0 0 1,0 0-1,0 0 1,0 1-1,0-1 1,0 0-1,0 0 1,0 0-1,0 0 0,1 1 1,-1-1-1,0 0 1,0 0-1,0 0 1,0 0-1,0 0 1,0 0-1,1 1 1,-1-1-1,0 0 1,0 0-1,0 0 1,0 0-1,1 0 0,-1 0 1,0 0-1,0 0 1,0 0-1,0 0 1,1 0-1,-1 0 1,0 0-1,0 0 1,1 0-1,14-6 774,75-52 642,-26 14-1141,626-374 771,-637 387-1028,2 2 0,1 3 1,85-27-1,-140 52-125,0 1-1,1-1 1,-1 1 0,0 0 0,1-1-1,-1 1 1,0 0 0,1 0-1,-1 0 1,0 0 0,1 0 0,-1 0-1,0 1 1,1-1 0,-1 0 0,0 1-1,0-1 1,1 1 0,-1-1-1,0 1 1,0-1 0,0 1 0,1 0-1,-1 0 1,0 0 0,0-1-1,0 1 1,0 0 0,-1 0 0,1 0-1,0 1 1,1 0 0,0 4-394,0-1 1,0 1-1,-1-1 0,0 1 1,0 0-1,1 7 0,-1 1-313,5 35-2351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4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3697,'0'0'7875,"-3"6"-6628,-2 171 714,5-124-2534,0-52 382,0 0-1,1 0 1,-1-1-1,0 1 1,1-1-1,-1 1 1,0 0-1,1-1 1,-1 1-1,1-1 1,-1 1-1,1-1 1,-1 1-1,1-1 1,-1 1-1,1-1 1,0 0-1,-1 1 1,1-1-1,0 0 1,-1 1-1,1-1 1,0 0 0,-1 0-1,1 0 1,0 0-1,0 1 1,-1-1-1,1 0 1,0 0-1,-1 0 1,2-1-1,1 2-999,6-1-3530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5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3337,'0'0'6521,"5"1"-6340,2 0-121,-1 1-1,0 1 0,0-1 0,0 1 1,0 0-1,0 0 0,0 0 0,-1 1 0,11 8 1,-2-1-42,-10-8 11,0-1 0,1 1 0,-1-1 0,0 0 0,1-1 1,-1 1-1,1-1 0,0 0 0,-1 0 0,6 0 0,-7 0-38,-1-1 1,0 0-1,0 0 1,0 0 0,0 0-1,0-1 1,0 1-1,0 0 1,0-1 0,0 0-1,0 1 1,0-1-1,0 0 1,0 0 0,0 0-1,0 0 1,-1 0-1,1-1 1,0 1 0,-1-1-1,1 1 1,-1-1-1,1 1 1,1-4 0,1-2 38,0 0 1,0 0 0,-1 0 0,0-1 0,-1 1-1,0-1 1,0 1 0,0-1 0,0-12 0,-2 19 70,-2 1-288,0 1 207,-1 0-1,1-1 1,0 1 0,0 0 0,0 0-1,0 0 1,0 1 0,0-1-1,0 0 1,0 1 0,0-1 0,0 1-1,-2 3 1,-5 3 151,6-6-166,-31 27 465,32-27-535,1 0 0,-1 0 0,0 0-1,1 0 1,-1 0 0,1 0 0,0 0 0,0 1-1,0-1 1,0 0 0,0 1 0,0-1 0,1 1 0,-1 4-1,1-7-24,0 1 0,0-1 0,0 0-1,1 1 1,-1-1 0,0 1 0,0-1 0,0 0-1,1 1 1,-1-1 0,0 0 0,1 0-1,-1 1 1,0-1 0,1 0 0,-1 0-1,0 1 1,1-1 0,-1 0 0,1 0 0,-1 0-1,0 1 1,1-1 0,-1 0 0,1 0-1,-1 0 1,0 0 0,1 0 0,-1 0-1,1 0 1,-1 0 0,1 0 0,-1 0 0,0 0-1,1 0 1,-1-1 0,1 1 0,-1 0-1,4 0-624,15 0-2040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23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19 184,'0'0'7250,"20"-3"-6592,60-7-294,-202 10-493,36-2 178,66 1-52,15 0-9,0 0 0,-1 1 0,1-1-1,0 1 1,0 1 0,0-1 0,0 1 0,0 0 0,0 0-1,0 0 1,-5 2 0,9 0-308,7-3 181,-4 0 206,323 0 1705,-611 1-1840,282-1 43,-27 2 38,30-2-41,0 0 1,0 0 0,0 1 0,0-1-1,0 0 1,0 0 0,0 1-1,0-1 1,0 1 0,0-1-1,0 1 1,0-1 0,0 1-1,1-1 1,-1 1 0,0 0-1,0-1 1,0 1 0,1 0 0,-1 0-1,-1 1 1,3-1-10,-1 0 1,1-1 0,-1 1-1,1 0 1,-1-1-1,1 1 1,-1 0-1,1-1 1,0 1 0,-1-1-1,1 0 1,0 1-1,-1-1 1,1 1-1,0-1 1,0 0-1,-1 1 1,1-1 0,0 0-1,0 0 1,0 0-1,-1 0 1,1 0-1,0 0 1,0 0 0,0 0-1,1 0 1,1 0-35,48 5 350,82-4 0,-70-2 525,-60 1-726,14-1 467,-16 1-525,-1 0-1,0 0 1,0 0-1,1 0 1,-1 0-1,0 0 0,1 0 1,-1 0-1,0 0 1,0 0-1,1 0 1,-1-1-1,0 1 0,1 0 1,-1 0-1,0 0 1,0-1-1,0 1 1,1 0-1,-1 0 0,0-1 1,0 1-1,0 0 1,0 0-1,1-1 1,-1 1-1,0 0 0,0 0 1,0-1-1,0 1 1,0 0-1,0-1 1,0 1-1,0 0 0,0-1 1,0 1-1,0 0 1,0 0-1,0-1 1,0 0-1,-1 1-58,1-1 0,-1 1 0,1-1 0,-1 1 0,0-1 0,0 1 0,1-1-1,-1 1 1,0 0 0,0-1 0,1 1 0,-1 0 0,0-1 0,0 1 0,0 0 0,1 0 0,-1 0 0,0 0 0,0 0 0,0 0 0,0 0 0,1 0 0,-2 1 0,-5-1-614,-20-5-2909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48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80,'0'0'830,"1"6"1815,1 25-2830,-2-23 157,0-4-11,1 0 1,-1 0-1,0 0 1,0 0-1,-1 0 1,1 0-1,-1-1 0,0 1 1,0 0-1,0 0 1,-4 6 2404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39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2345,'0'0'4608,"-6"0"-3611,-11 1 1171,44 1 696,-4 0-2747,413 11 5149,-361-13-5619,-75 2-2245,0 20-745,-1-17-1017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1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22 304,'0'0'8853,"0"-1"-8698,0 1 0,-1 0 0,1-1 0,0 1 0,0 0 0,0-1 1,0 1-1,-1-1 0,1 1 0,0 0 0,0-1 0,0 1 1,0-1-1,0 1 0,0-1 0,0 1 0,0 0 0,0-1 0,0 1 1,0-1-1,0 1 0,1 0 0,-1-1 0,0 1 0,0-1 0,0 1 1,0 0-1,1-1 0,-1 1 0,11-3 94,0 1 1,1 0-1,-1 1 0,0 0 1,1 1-1,-1 0 1,1 1-1,-1 0 0,20 6 1,-12-2-215,-1 2 0,0 1 0,-1 0 0,1 1-1,-2 1 1,1 0 0,21 19 0,-8-4-42,-1 2 0,44 52-1,65 112-1766,-137-190 1485,1 1 0,0-1-1,0 0 1,0 1-1,0-1 1,0 0-1,0 0 1,1 0-1,-1 0 1,0 0 0,0-1-1,1 1 1,-1-1-1,0 0 1,1 1-1,-1-1 1,0 0-1,1 0 1,-1 0-1,0-1 1,1 1 0,-1-1-1,4 0 1,10-6-3480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2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 4721,'0'0'7116,"-7"1"-6792,5 0-269,-1-1 0,0 1 0,1 0-1,-1 0 1,1 0 0,0 0 0,-1 1 0,1-1-1,0 1 1,0-1 0,0 1 0,0 0-1,0 0 1,0 0 0,-2 3 0,-24 46 834,-41 130 658,9-20-920,47-132-435,-2 0 0,0-1 0,-25 34 0,36-57-211,25-31-3269,1 0-664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3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75 408,'0'0'9812,"-4"1"-8144,-9 2-630,13-3-1015,0 0 0,1 0 0,-1 0 0,0 0 0,0 0 0,0 0 0,0-1 0,1 1 0,-1 0 0,0 0 0,0 0 0,0 0 0,0-1 0,0 1 0,0 0 0,1 0 0,-1-1 0,0 1 0,0 0 0,0 0 0,0 0 0,0-1 0,0 1 0,0 0 0,0 0 0,0-1 0,0 1 0,0 0 1,0 0-1,0 0 0,0-1 0,0 1 0,0 0 0,-1 0 0,1 0 0,0-1 0,0 1 0,0 0 0,0 0 0,0 0 0,0-1 0,0 1 0,-1 0 0,1 0 0,0 0 0,0 0 0,0-1 0,-1 1 0,1 0 0,0 0 0,0 0 0,0 0 0,-1 0 0,1 0 0,0 0 0,0 0 0,0 0 0,-1 0 0,1 0 0,0 0 0,0 0 0,-1 0 0,1 0 0,6-5 46,1 0 0,-1 1 0,1 0 0,0 1 0,0-1 0,1 1 0,-1 1 1,1-1-1,12-1 0,-2-1-10,1-2-64,-1 2 1,1 0 0,0 1-1,0 1 1,1 1 0,-1 0-1,23 2 1,-40 1-11,-1 0-1,0-1 1,1 1 0,-1 0 0,1 0-1,-1 0 1,0 0 0,0 0 0,0 0 0,1 1-1,-1-1 1,0 0 0,-1 1 0,1-1-1,0 1 1,0-1 0,0 0 0,-1 1-1,1 0 1,-1-1 0,1 1 0,-1-1 0,0 1-1,0 1 1,5 42-168,-4-40 174,-1 0-1,0 0 1,0 0 0,-1 0-1,0 0 1,1-1 0,-2 1 0,1 0-1,-1 0 1,1 0 0,-1-1 0,0 1-1,-1-1 1,1 0 0,-1 1-1,0-1 1,0 0 0,0-1 0,-1 1-1,-3 3 1,-10 10-203,-1 0-1,0-1 1,-1-1-1,-1-1 1,0-1 0,-34 17-1,53-29 541,29-19-735,9 16 319,0 2-1,41 4 1,-36-1 1440,48-3 1,-88 0-1324,1-1 0,-1 1 1,0 0-1,1-1 1,-1 1-1,0-1 0,0 0 1,1 0-1,-1 1 1,0-2-1,0 1 1,0 0-1,0 0 0,0-1 1,0 1-1,-1-1 1,1 1-1,0-1 0,1-2 1,13-27-3548,-13 19-867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3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19 408,'0'0'13128,"-1"-5"-12690,-3-8-518,3 19 58,1 37 172,0-16 66,0 36 287,4 173 952,-1-179-1080,3 1-1,15 59 1,-20-109-575,5 14 1147,-6-22-978,0 0-1,0 0 0,0 1 0,0-1 0,0 0 0,1 0 0,-1 1 0,0-1 0,0 0 1,0 0-1,1 0 0,-1 1 0,0-1 0,0 0 0,1 0 0,-1 0 0,0 0 0,0 0 0,1 0 1,-1 1-1,0-1 0,1 0 0,-1 0 0,0 0 0,0 0 0,1 0 0,-1 0 0,0 0 1,1 0-1,-1 0 0,0 0 0,0 0 0,1 0 0,-1-1 0,0 1 0,0 0 0,1 0 0,-1 0 1,0 0-1,0 0 0,1 0 0,-1-1 0,0 1 0,0 0 0,1 0 0,-1 0 0,0-1 1,0 1-1,0 0 0,0 0 0,1-1 0,-1 1 0,0 0 0,0 0 0,0-1 0,0 1 1,0 0-1,0 0 0,0-1 0,0 1 0,0-1 0,8-16-2091,-2-4-2066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3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1424,'0'0'13475,"195"0"-13195,-139 0-280,0 0-376,19-3-992,-11-2-1529,-14-5-3128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4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1 120,'0'0'13363,"187"0"-12427,-131 0-112,-8 0-296,-9 0-344,-6 0-184,-8 0-80,-2 2-640,-4 3-728,-2 0-1121,-12-5-2848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4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0 232,'0'0'6069,"-7"24"-5290,-21 74-191,18-51-112,14-26-360,-2-19-65,0-1-1,0 0 1,0 0-1,0 0 1,0 0-1,0 0 0,0-1 1,1 1-1,-1-1 1,0 1-1,0-1 0,0 0 1,1 0-1,-1 0 1,0 0-1,1 0 1,-1 0-1,3-1 0,4 0 222,1 0 4,1 0-1,-1-1 0,1 0 1,-1-1-1,0-1 1,0 1-1,0-1 1,-1-1-1,17-10 1,-17 9-117,0 1 1,0 0-1,1 1 0,0 0 1,0 0-1,0 1 1,0 0-1,0 1 1,20-2-1,-25 4-170,0-1 0,0 2 0,0-1 0,0 0 0,0 1 0,0 0 0,0 0 0,0 1 1,0-1-1,-1 1 0,1 0 0,0 0 0,-1 1 0,0-1 0,1 1 0,-1 0 0,0 0 0,0 0 0,-1 1 0,1-1 0,-1 1 0,0 0 0,0 0 1,0 0-1,0 1 0,-1-1 0,1 1 0,-1-1 0,2 7 0,1 5-40,-1 1 1,-1-1-1,0 1 0,-2-1 1,0 1-1,-1 25 0,0-38 44,0 0-5,0 0 0,0 0 0,-1 0-1,1-1 1,-1 1 0,0 0 0,0 0-1,0 0 1,-1-1 0,1 1-1,-1-1 1,0 1 0,0-1 0,0 0-1,-1 0 1,-4 6 0,3-5 85,-1-1-1,0 1 1,0-1 0,0 0 0,0 0 0,-1 0-1,1-1 1,-1 0 0,-11 3 0,-4-1 301,0-1 0,-1 0 0,1-2 0,0-1 0,-23-2 0,42 2-359,0-1 0,0 1 1,1 0-1,-1 0 0,0-1 1,0 1-1,1-1 0,-1 1 1,0-1-1,1 0 0,-1 1 1,1-1-1,-1 0 0,-2-2 1,4 2-61,-1 0 0,1 1 0,-1-1 0,1 0 0,-1 1 0,1-1 0,0 0 0,-1 0-1,1 0 1,0 0 0,-1 1 0,1-1 0,0 0 0,0 0 0,0 0 0,0 0 0,0 0 0,0 1 0,0-1 0,0 0 0,1-1 0,0-1-337,0 0 1,0 1-1,0-1 0,1 0 1,-1 1-1,1-1 0,0 1 0,0 0 1,-1 0-1,1-1 0,1 1 0,-1 1 1,0-1-1,1 0 0,3-2 1,21-11-4919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5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24,'0'0'10190,"15"11"-9482,32 23-185,-2 2 0,59 61 0,-56-38-307,-33-38-144,1-2-1,1 0 1,24 21-1,-39-38-98,0-1-1,1 1 0,-1-1 0,0 0 0,1 1 0,-1-1 0,1 0 0,0-1 0,-1 1 0,1 0 0,4 0 0,-6-1-127,1 0 0,-1 0 1,0 0-1,0 0 0,0 0 0,0 0 0,0-1 0,0 1 0,0 0 1,0-1-1,0 1 0,0 0 0,0-1 0,0 1 0,0-1 0,0 0 0,0 1 1,0-1-1,0 0 0,0 0 0,-1 1 0,1-1 0,0 0 0,-1 0 1,1 0-1,0 0 0,-1 0 0,1-2 0,5-16-5291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5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2417,'0'0'4829,"-10"22"-3540,1-4-1027,-56 131 1461,25-49-961,-49 144-426,85-217 953,14-29-1159,7-9-1679,-2-1-2297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7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36 1888,'0'0'7485,"-3"1"-7099,-8 4 252,12-3 1588,23-2 2132,-6-1-5073,64 0 1951,116-17 1,-198 18-1367,1 0 0,-1 0 0,0 0 0,1 0 0,-1 0 0,0 0 0,1 0 0,-1 0 0,0 0 0,1 0 0,-1 0 0,0-1 0,1 1 0,-1 0 0,0 0 0,1 0 0,-1 0 0,0-1 0,1 1 0,-1 0 0,0 0 0,0 0 0,1-1 0,-1 1 0,0 0 0,0-1 0,0 1 0,1 0 0,-1 0 0,0-1 0,0 1 0,0 0 0,0-1 0,0 1 0,1 0 0,-1-1 0,3-8-4228,2 2-2348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8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61 4633,'0'0'9065,"10"-9"-8536,33-28-44,-39 35-445,-1 0 0,1 0 0,0 0 0,0 1 0,0-1 0,0 1 0,0 0 0,1 0 0,-1 1 0,0-1 0,0 1 0,0 0 0,1 0 0,-1 1 0,6 0 0,8 0 7,-10 0-50,0-1 0,0 1-1,-1 1 1,1-1 0,-1 1-1,1 1 1,-1-1 0,1 1-1,-1 0 1,0 1 0,-1 0-1,1 0 1,-1 0 0,1 1-1,-1 0 1,-1 0 0,1 1-1,-1 0 1,0 0 0,0 0-1,0 0 1,-1 1 0,0 0-1,0-1 1,-1 2 0,0-1-1,0 0 1,-1 1 0,0-1-1,0 1 1,1 9 0,-2-8-24,-1 0 0,1 0 1,-1 0-1,-1 0 0,0 0 1,0 0-1,0 0 0,-1-1 1,-1 1-1,1 0 0,-1-1 1,-1 0-1,0 0 0,-8 13 1,-9 5-221,-2-2 1,-1-1-1,-1 0 1,-1-2 0,0-1-1,-2-1 1,-48 25-1,73-43 142,0 2-94,-1-1-1,-1 0 1,1 0 0,0 0 0,0-1 0,-1 1-1,1-1 1,-1 0 0,-5 1 0,36-15-831,7 6 1050,0 1 0,0 2 0,0 1 0,1 2 0,46 3 0,-9-1 559,183-1 3355,-251-1-4093,0-1 0,0 1 0,-1-1 0,1 0-1,0 0 1,-1 0 0,0 0 0,0 0 0,1-1 0,-1 1 0,-1-1-1,1 0 1,0 1 0,-1-1 0,2-3 0,1-1-985,11-18-4152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9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1480,'0'0'8573,"-8"19"-7846,0-2-589,-6 15 318,-2 0 0,-36 54 1,-46 25 141,11-14-1642,96-100-470,15-6 809,0 1 0,27-4 0,4 8 990,65 3 0,-85 3-412,1-2 0,-1-1-1,1-1 1,-1-3 0,52-12 0,-67 9-1693,-5-2-906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19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15 1360,'0'0'12518,"-3"-4"-12025,-5-7-335,3 11-46,4 26 111,1-9-77,1 116 736,-2 154-548,-9-216-330,7-53-42,0-1 0,0 24-1,3-41-53,2-1-536,25-28-2534,-6 6-2070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20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1 184,'0'0'10634,"78"0"-9249,-30 0-433,2 2-288,-2-2-344,-9 3-312,-3-1-8,-3-2-792,4 0-816,-10 0-921,-10 0-1776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20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2833,'0'0'10658,"176"13"-9698,-140-13-488,-2 0-408,-7 0-64,-1 0-768,15-10-856,-7 0-1265,-6-3-2712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2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19 151 280,'0'0'3522,"-3"23"-2498,-10 78-214,12-94-691,0 0 0,0 0 0,1 0 0,0-1 0,0 1 0,1 0 0,0 0 0,0 0 0,0 0 0,1-1 0,0 1 0,1-1 1,-1 1-1,1-1 0,0 0 0,1 0 0,-1 0 0,1 0 0,1-1 0,-1 0 0,1 0 0,0 0 0,0 0 0,0-1 0,0 1 0,1-1 0,0-1 0,7 5 0,4-1 77,0-1 0,1 0 1,0-2-1,0 0 0,0 0 0,0-2 0,0 0 0,27-2 0,-41 0-156,1 0-1,-1-1 1,1 1 0,-1-1-1,0 0 1,0-1-1,0 1 1,1-1 0,-1 0-1,-1 0 1,1 0 0,0 0-1,4-4 1,-1 0 69,-1 1-1,0-1 1,0-1-1,-1 1 1,0-1-1,7-12 1,-5 6 158,0 0 0,-1-1 1,-1 1-1,0-1 0,-1-1 0,-1 1 1,4-28-1,-6 22 144,0 0 0,-1 0 0,-1 0 0,-1 0 0,-7-31 0,8 45-391,-1 0 0,0 1 0,0-1 0,0 0 0,-1 1 0,0 0 0,0-1 0,0 1 0,-1 1-1,0-1 1,0 0 0,0 1 0,0 0 0,-1 0 0,0 0 0,1 0 0,-1 1 0,-1 0 0,1 0 0,0 0 0,-1 1 0,0 0-1,-6-2 1,-4 0-454,0 1-1,0 1 1,0 0 0,0 1-1,-1 1 1,1 0-1,0 1 1,-1 1-1,1 1 1,0 0-1,0 1 1,-26 10-1,1 11-3533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37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1200,'0'0'10995,"4"0"-8867,29 2-5837,-1-2-1112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38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4937,'0'0'6369,"22"0"-6921,-11 0-1280,0 0-2489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47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56,'0'0'3161,"-3"3"2400,1 2-5330,1 16 240,-2-1 1,0 0-1,-6 22 0,-6 38-276,7 38 465,30-123 792,-8-3-1425,1 2 0,-1 0 0,1 1 0,0 1-1,0 0 1,1 1 0,23-2 0,113 2-376,-88 4 190,-52 0 48,0 1 0,0-1 0,0 2-1,0 0 1,22 9 0,-23-8 128,1 0 1,-1-1-1,1 0 1,0 0-1,24 1 0,-14-3-5,-1 1 0,36 9 0,-36-7-15,0 0-1,37 2 1,52-4 211,-108-2-201,0-1 1,-1 0 0,1 0-1,-1 1 1,1-1 0,0 0 0,-1 0-1,1 0 1,-1-1 0,0 1-1,1 0 1,-1 0 0,0-1 0,0 1-1,0-1 1,0 1 0,0-1-1,0 1 1,0-1 0,-1 0-1,1 1 1,0-1 0,0-3 0,10-45-181,-10 35 353,0 0 0,1 0 0,1 0 0,0 1 0,1-1 0,11-26 0,-16 53-14031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50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0 928,'0'0'6646,"-2"7"-3215,-7 35-3164,1 187 508,8-228-233,8-2-427,0-1 0,1 1 0,-1-1 0,0-1 0,0 1 0,10-6 0,26-8-141,18 6 0,-1 3-1,1 3 1,98 5-1,-53 1 25,5 7 17,-1 0-190,-111-9 311,0-21-37,6-139 2367,-6 160-2557,-6 0-6994,-10 0 692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0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16,'0'0'2152,"98"0"-2080,-67 0-56,-1 0 89,1 0 175,3 0-112,-4 0-96,1 3-72,-3-3-16,3 0-384,-6 0-561,-6 0-543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35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16 392,'0'0'2698,"-14"7"-1962,7-4-648,-5 2 95,1 0 0,1 1 0,-1 1 0,1-1 0,0 2 0,0-1 0,1 2 0,0-1 0,-11 14 0,13-11-25,1 1 0,0 0-1,0 0 1,2 0 0,-1 0 0,2 1 0,-1 0 0,2 0 0,0 0 0,0 0-1,1 0 1,1 0 0,0 0 0,1 0 0,2 14 0,-2-23-130,1 0 0,-1 0 0,1 0 0,-1-1 1,1 1-1,0 0 0,1-1 0,-1 0 0,1 1 0,-1-1 1,1 0-1,0 0 0,0 0 0,0-1 0,0 1 0,1-1 1,-1 0-1,1 0 0,0 0 0,-1 0 0,1 0 0,0-1 0,0 0 1,6 2-1,9 0 221,0 0 0,0-1 1,36 0-1,-52-2-222,8-1 109,0 0 0,0-1 0,0 0 0,0-1 0,0 0 0,0 0 0,-1-2 0,0 1 0,0-1 0,0 0 0,0-1 0,-1 0 0,0-1 0,0 0 0,-1 0 0,0-1 0,0 0 0,-1-1 0,0 0 0,0 0 0,-1 0 0,0 0 0,-1-1 0,0 0 0,0-1 0,-1 1 0,-1-1 0,1 1 0,-2-1 0,0 0 0,2-21 0,-3 23-117,-1-1 1,0 0-1,0 1 1,-1-1-1,-1 1 1,-2-14-1,2 19-33,0 0 0,1 1 0,-1-1 0,-1 1 0,1-1 0,0 1 0,-1 0 0,0 0 0,0 0 0,0 0 0,0 1 0,0-1 0,0 1 0,-1 0 0,1 0 0,-1 0 0,-6-2 0,-7-2-482,0 0 0,0 2 1,0 0-1,-1 1 0,0 1 0,1 1 1,-1 0-1,0 2 0,-31 3 1,45-3 166,-1 0 1,1 0-1,0 0 1,0 1-1,0-1 1,-5 4-1,-18 14-2583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36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9 1272,'0'0'4033,"-27"3"-3653,-85 10-116,106-12-230,0 0 0,1 0 0,-1 1-1,0 0 1,1 0 0,0 0 0,0 0-1,-1 1 1,2 0 0,-1 0 0,0 1-1,0-1 1,1 1 0,0 0-1,0 0 1,0 0 0,-5 8 0,0-1 44,0 0-25,1-1 1,0 2 0,1-1-1,0 1 1,1 0-1,0 1 1,1 0 0,-4 15-1,3-6 0,2-1-1,1 1 0,1 1 1,0 27-1,3-43-5,0 0 0,0-1 0,0 1 0,1-1 0,0 0 0,0 1 0,1-1 0,0 0 0,0 0 0,0 0 0,1-1 0,-1 1 0,2-1 1,-1 0-1,0 0 0,1 0 0,0-1 0,0 1 0,0-1 0,1 0 0,-1-1 0,13 6 0,-4-1 133,1-1 0,1-1-1,-1 0 1,1-2 0,0 1 0,0-2 0,1 0 0,21 1-1,-24-4-27,-1 1-1,1-2 1,-1 0-1,1-1 1,-1 0-1,0 0 1,0-2-1,0 0 1,0 0-1,-1-1 1,1-1-1,-1 0 0,-1 0 1,1-2-1,-1 1 1,0-1-1,-1-1 1,0 0-1,0 0 1,9-13-1,-9 10-7,-1 0-1,-1-1 1,0 0-1,-1 0 1,-1-1-1,0 0 1,-1 0-1,0-1 1,3-16-1,-2-4 85,-2 0 0,-1-63 0,-3 92-242,0 1-1,0 0 0,-1-1 1,0 1-1,0 0 0,0 0 1,0-1-1,-1 1 0,0 0 0,-3-5 1,4 7-69,-1 1 0,0 0-1,0-1 1,0 1 0,0 0 0,-1 0 0,1 0 0,0 0 0,-1 1 0,1-1-1,-1 1 1,0-1 0,1 1 0,-1 0 0,0 0 0,0 0 0,0 0 0,0 1-1,0-1 1,-4 1 0,2-1-236,0 1-1,0 0 1,0 0 0,0 1-1,0 0 1,0 0-1,0 0 1,0 0 0,1 1-1,-1-1 1,1 1-1,-1 1 1,1-1 0,-1 0-1,-5 6 1,-22 19-3706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40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2633,'0'0'6837,"0"2"-6764,4 6 23,0-1 0,0 0 0,1 0 0,0 0-1,0 0 1,1-1 0,0 0 0,0 0 0,0 0-1,8 4 1,9 11-52,-21-19-241,0 1 0,0-1-1,0 0 1,1 0 0,-1 0 0,1-1 0,-1 1-1,1-1 1,0 1 0,-1-1 0,1 0 0,0 0 0,0 0-1,0 0 1,0-1 0,0 1 0,0-1 0,0 1-1,0-1 1,3 0 0,6 0-2158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40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68 536,'113'-55'3549,"-96"45"-1632,-17 10-1896,0 0 0,0 0 0,-1 0 0,1 0 0,0 0 0,0 0 0,0 0 0,0 0 0,0 0 0,0 0 0,0 0 0,0 0 0,0 0 0,0 0 0,0 0 0,0 0 0,0 0 0,0-1 0,0 1 0,0 0 0,0 0 0,-1 0 0,1 0 0,0 0 0,0 0 0,0 0 0,0 0 0,0 0 0,0 0 0,0 0 0,0 0 0,0 0 0,0 0 1,0 0-1,0-1 0,0 1 0,0 0 0,0 0 0,0 0 0,0 0 0,0 0 0,0 0 0,0 0 0,0 0 0,0 0 0,0 0 0,0 0 0,0 0 0,1 0 0,-1 0 0,0 0 0,0-1 0,0 1 0,0 0 0,0 0 0,0 0 0,0 0 0,0 0 0,0 0 0,0 0 0,-16 3 657,16-3-768,-16 14 134,1 1 0,-17 23 0,-2 0 291,9-11-112,-64 64 585,89-91-1515,2 0-512,7 0-304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41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80 1536,'0'0'8210,"6"-9"-7438,-3 5-674,-2 0-36,2 1 0,-1-1 0,0 1 0,1 0 0,-1 0 0,1 0 0,0 0 0,0 0 1,0 0-1,0 1 0,1 0 0,-1-1 0,1 1 0,0 0 0,-1 1 0,1-1 0,6-1 0,28-4 161,1 2 0,1 1-1,-1 3 1,53 3 0,-86-2-241,-1 1 1,0-1-1,1 1 0,-1 0 1,0 1-1,0-1 1,0 1-1,0 0 1,0 0-1,0 1 1,-1-1-1,1 1 0,-1 0 1,0 0-1,0 1 1,0-1-1,0 1 1,0 0-1,-1 0 0,1 0 1,-1 0-1,0 1 1,-1-1-1,1 1 1,-1 0-1,0 0 0,0 0 1,0 0-1,-1 0 1,0 0-1,0 0 1,0 1-1,0-1 1,-1 11-1,1-7-53,-1 1 1,0 0-1,0 0 0,-1 0 1,0-1-1,-1 1 0,0 0 0,0-1 1,-1 0-1,0 1 0,-1-1 1,0 0-1,-10 16 0,-2-5-59,0 0 0,-1-1 0,-1-1-1,-1 0 1,-1-2 0,0 0 0,-1-1-1,-1-1 1,0-1 0,-1-1 0,0-1-1,-1-2 1,0 0 0,-39 9 0,68-29 1767,9-3-1543,-2 3 22,1 1 1,0 1 0,0 0-1,1 0 1,0 1 0,1 1-1,0 1 1,0 0 0,0 1-1,1 0 1,0 1 0,0 1-1,0 1 1,0 0-1,0 1 1,32 2 0,-42 0-122,-1 1-1,1 0 1,-1 0 0,0 0 0,0 1 0,0 0 0,0 0 0,-1 0-1,1 0 1,-1 1 0,0 0 0,0 0 0,0 0 0,0 0-1,-1 1 1,5 6 0,0 2-17,-1-1 1,0 1-1,0 0 1,-2 1-1,6 18 0,-8-23 7,-1 0 0,0 1-1,-1-1 1,0 0 0,0 1-1,-1-1 1,0 1 0,-1-1-1,-2 12 1,2-15 25,-1 0 0,0 0 0,0 0 0,-1-1 1,1 1-1,-1-1 0,-1 1 0,1-1 0,-1 0 0,0 0 0,0-1 1,0 1-1,0-1 0,-10 7 0,0-1 232,-1-2 1,0 1-1,-1-2 0,0 0 1,0-1-1,0 0 0,-1-2 0,-32 6 1,-3-4 46,-85-1 0,129-5-526,0 0-1,1-1 1,-1 0-1,-9-3 1,-13-6-3299,15 4-2347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3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38 184,'0'0'10449,"13"-7"-9190,40-20-358,-53 27-875,1 0-1,-1-1 1,1 1-1,-1 0 0,0-1 1,1 1-1,-1 0 1,1-1-1,-1 1 0,1 0 1,-1 0-1,1 0 1,-1 0-1,1-1 1,-1 1-1,1 0 0,-1 0 1,1 0-1,0 0 1,-1 0-1,1 0 0,-1 0 1,1 0-1,-1 0 1,1 1-1,-1-1 0,1 0 1,-1 0-1,1 0 1,-1 1-1,1-1 1,-1 0-1,1 1 0,-1-1 1,0 0-1,1 1 1,0-1-1,-2 16-34,1-12 133,-2 8-9,1-1 1,-1 0 0,-1 0 0,0 0-1,-1 0 1,0 0 0,0-1 0,-1 1 0,-1-1-1,0-1 1,0 1 0,0-1 0,-2 0-1,-14 15 1,-10 7-9,-1-1 0,-51 36 0,7-16-32,45-30-1243,-54 44 0,114-68 782,7-8 296,0 2 1,0 2-1,1 1 0,0 1 0,40 0 0,176 16 21,-235-8 50,44-1-1137,-38-2-1623,-20 0-155,-2-5-2422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3865,'0'0'5337,"-3"25"-4258,-19 162 764,17-131-1253,-18 321 1484,23-376-2140,0-1 0,1 1-1,-1 0 1,0-1-1,0 1 1,0 0-1,1-1 1,-1 1-1,0 0 1,1-1 0,-1 1-1,1-1 1,-1 1-1,1-1 1,-1 1-1,1-1 1,-1 1-1,1-1 1,-1 1 0,1-1-1,0 0 1,-1 1-1,1-1 1,-1 0-1,2 1 1,21 5-2091,-18-5 1390,22 4-3297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4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7178,'0'0'3984,"72"130"-3888,-64-117-8,-5-6-88,0-2-312,-3-2-944,0-1-800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4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81 1192,'97'-81'4561,"-100"81"-3753,-16 10 1,-6 15 287,-9 6-216,-5 1-256,-3 1-40,3-3-296,6-2-152,5-8-136,8-3-112,6-4-600,14-3-592,0-3-897,0-2-1039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5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0 864,'0'0'4465,"-28"1"-3561,-88 6-156,109-6-658,-1 1 0,1-1 0,0 1 0,-1 0 0,1 1 0,0 0 0,1 0 0,-1 0 0,0 1 0,1 0-1,0 0 1,0 1 0,0 0 0,1 0 0,-1 0 0,1 1 0,-5 6 0,-2 1 116,-1 2-56,1 0 0,1 0 1,0 1-1,0 1 0,2 0 0,-11 24 1,16-30-118,0 1 1,1-1 0,0 1 0,0 0 0,1 0 0,1 0 0,0-1 0,1 2 0,0-1 0,1 0 0,3 18 0,-2-24-18,0 1-1,1-1 1,0 1 0,0-1 0,0 0-1,1 0 1,0 0 0,0-1 0,0 1-1,1-1 1,0 0 0,0 0 0,0-1-1,1 1 1,-1-1 0,1 0-1,0-1 1,13 6 0,-6-3 49,1 0 1,0-1-1,1-1 1,-1 0-1,1-1 1,0-1-1,29 1 1,-32-2 12,0-1 1,0 0-1,0-1 1,1-1-1,-1 0 1,-1 0-1,1-1 1,0-1-1,-1 0 1,1 0-1,-1-1 1,0-1-1,-1 0 1,1 0-1,17-16 1,-23 19 50,0-1-1,-1-1 1,0 1 0,1-1-1,-1 1 1,-1-1 0,1 0 0,-1 0-1,0-1 1,0 1 0,-1-1-1,1 0 1,-1 1 0,0-1-1,-1 0 1,0 0 0,1 0-1,-2-1 1,1 1 0,-1 0 0,-1-9-1,1 12-119,-1 1 0,0 0 0,0 0 0,0 0 0,0 0 0,0 0 0,0 0 0,0 0 0,-1 0 0,1 0 0,-1 0 0,1 1 0,-1-1 0,0 1 0,0-1-1,0 1 1,0 0 0,0-1 0,0 1 0,0 0 0,0 0 0,0 1 0,0-1 0,-1 0 0,1 1 0,0-1 0,-5 1 0,-9-3-86,-1 1 0,-27 0 0,39 1 60,-12 1-72,-13-1-279,-39 4 0,57-1 159,1 0 1,-1 1-1,1 0 1,0 0-1,0 1 1,-20 11-1,-2 5-1131,1 1-1,1 3 1,-30 27-1,2 7-3093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7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0 293 4153,'0'0'8462,"9"-17"-7838,63-115 784,-59 105-857,-1-2-1,-2 1 0,8-32 1,-20 73-643,1 0 1,1 0-1,1 22 1,0 20 58,-7 63 40,-4 124 45,9-223-121,0 20 302,1-37-315,0 0 0,0 0-1,0 0 1,1-1 0,-1 1 0,1 0-1,-1 0 1,1 0 0,-1 0 0,1-1-1,0 1 1,0 0 0,0-1 0,2 3-1,11 7-3007,1 1-3426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6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57 936,'0'0'7859,"29"-9"-6655,93-26-279,-113 32-794,0 0 1,0 1-1,1 0 0,-1 1 1,1 0-1,-1 0 1,1 1-1,0 1 1,17 2-1,-19-2-65,-5 0-60,0-1 1,1 1-1,-1 0 0,0 0 0,0 1 1,0-1-1,0 1 0,0-1 0,0 1 1,0 0-1,0 0 0,-1 1 1,1-1-1,-1 0 0,0 1 0,1-1 1,-1 1-1,0 0 0,-1 0 1,1 0-1,0 0 0,-1 0 0,0 0 1,2 5-1,0 3 6,0 1 1,-1 0-1,0 0 0,-1 0 0,0 19 1,-1-25-3,-1-1 0,1 0 0,-1 1 1,0-1-1,-1 0 0,1 0 1,-1 0-1,0 0 0,0 0 0,-1 0 1,1-1-1,-7 10 0,2-7 18,0 1 1,0-1-1,0 0 0,-1 0 0,0-1 0,-13 8 1,5-5-35,-1 0 0,0-1 1,0-1-1,0-1 0,-1-1 0,0 0 1,-24 3-1,-50-5-1306,80-9 1175,12 6 130,0 0 0,0 0 0,0 0 1,0-1-1,0 1 0,-1 0 0,1 0 0,0 0 0,0-1 1,0 1-1,0 0 0,0 0 0,0 0 0,0-1 0,0 1 0,0 0 1,-1 0-1,1-1 0,0 1 0,0 0 0,0 0 0,0-1 1,1 1-1,-1 0 0,0 0 0,0 0 0,0-1 0,0 1 1,0 0-1,0 0 0,0-1 0,0 1 0,0 0 0,1 0 0,-1 0 1,0-1-1,0 1 0,0 0 0,0 0 0,0 0 0,1 0 1,-1 0-1,0-1 0,0 1 0,0 0 0,1 0 0,-1 0 0,0 0 1,0 0-1,1 0 0,-1 0 0,0 0 0,0 0 0,1 0 1,-1 0-1,19-5-75,0 1 1,1 1-1,0 0 1,-1 2-1,1 0 1,34 4-1,-1-2 375,110 3 811,-6 0-5256,-144-4-77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6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1168,'0'0'7482,"-8"15"-6747,7-14-719,-16 28 417,-1 0 1,-30 35-1,32-47-353,-2-1 1,0-1-1,-41 26 1,37-27-380,11-2-1243,11-11 1529,0-1-1,0 0 0,0 1 0,0-1 0,0 0 0,0 0 1,0 1-1,0-1 0,1 0 0,-1 0 0,0 1 0,0-1 1,0 0-1,0 0 0,1 1 0,-1-1 0,0 0 0,0 0 1,1 0-1,-1 1 0,0-1 0,0 0 0,1 0 0,-1 0 1,0 0-1,1 0 0,-1 0 0,0 0 0,0 0 0,1 0 1,-1 0-1,36 2 559,-29-2-451,69 0-17,114 0 1559,-63 0-6612,-118 0 2333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6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0 536,'0'0'9421,"2"23"-8533,3 12-546,7 96 754,-8 115 697,-5-186-1730,2-59-296,-1 0 1,0 0-1,1 1 0,-1-1 0,1 0 1,-1 0-1,1 0 0,-1 0 1,1 0-1,0 0 0,-1 0 0,1 0 1,0 0-1,0 0 0,0 0 1,0 0-1,0 0 0,0-1 0,0 1 1,0 0-1,0-1 0,0 1 1,1-1-1,-1 1 0,0-1 0,0 0 1,0 1-1,1-1 0,1 0 1,9 1-5646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7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3817,'0'0'5281,"-114"133"-6033,125-121-1273,17-4-2128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1800,'0'0'8406,"2"7"-7730,4 7-531,0-1-1,1 0 0,0 0 0,1-1 1,0 0-1,1 0 0,1-1 1,-1 0-1,16 12 0,42 34-991,2-6-4283,-63-47 4426,6 4-4940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3:59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1 166 2601,'0'0'12918,"9"-12"-12108,-8 11-801,18-24 310,2 2 0,32-31-1,-35 37-258,-13 12-47,-1 0-1,1 1 0,1-1 0,-1 1 1,11-6-1,-14 10-30,-2 0-72,0 13-264,0 423 129,-2-397 222,2-38-125,4-1-5850,5 0-1461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00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20 104 3809,'0'0'9130,"27"-18"-8670,87-50-139,-110 65-303,0 1-1,0 0 1,0 0-1,1 0 0,-1 0 1,1 1-1,-1 0 1,1 0-1,0 0 0,-1 1 1,1-1-1,0 1 1,0 0-1,-1 0 1,10 2-1,-11-1-15,0 1 0,-1-1 0,1 1 0,0-1 0,-1 1 0,1 0 0,-1 0 0,0 0 0,1 0 0,-1 0 0,0 0 0,0 1 0,-1-1 0,1 1 0,0-1 0,-1 1 0,3 5 0,0 6-8,0 1 0,-1-1-1,0 1 1,-1-1 0,-1 1-1,-1 25 1,0-39 9,-1 9-16,0 1 1,-1-1 0,0 0 0,-1 1 0,0-1-1,-1-1 1,0 1 0,0 0 0,-1-1 0,0 0-1,-1 0 1,0 0 0,-1-1 0,-14 15 0,2-4-169,-1-1 0,0 0 0,-2-2 1,-39 24-1,55-36 110,0-1 0,-1 0 1,1 0-1,-1 0 0,0 0 1,0-1-1,0-1 0,0 1 1,0-1-1,-10 1 0,27-15-205,2 6 323,1 2 0,0 0 0,0 0 0,0 2 0,0-1 0,1 2 0,21-3 0,104 3 265,-89 2-394,78 1-2563,-91 1-320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00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3817,'0'0'8162,"165"135"-8074,-143-112-24,-5-8-64,-3 0-457,-9-3-967,1-4-1296,-6-3-2706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00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3953,'0'0'3561,"-117"138"-2961,89-103 24,6-3 72,3-6-120,5-6-144,2-8-240,7 1-192,5 2-256,0-3-1352,8-2-1249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01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61 4849,'0'0'9797,"19"-10"-9321,58-30-155,-74 38-308,0 1-1,1-1 0,-1 1 1,1 0-1,-1 0 0,1 0 1,-1 0-1,1 1 1,-1-1-1,1 1 0,0 0 1,-1 0-1,1 0 0,0 1 1,-1-1-1,1 1 0,-1 0 1,5 2-1,-5-2-15,0 1 0,-1 0 0,1 0 0,-1 0 0,0 0 0,1 0-1,-1 1 1,0-1 0,0 0 0,-1 1 0,1 0 0,0-1 0,-1 1 0,0 0 0,0 0 0,2 5 0,-1 0-44,0 0 1,-1-1 0,0 1-1,-1-1 1,1 1 0,-1 0 0,-1 0-1,0-1 1,0 1 0,0 0-1,-1-1 1,0 0 0,0 1-1,-5 8 1,-5 2-99,-1-2-1,-1 0 1,0 0 0,-1-1-1,-27 20 1,-18 19-1107,58-52 1160,0 0 1,0 0-1,0 0 0,0 0 1,0 1-1,0-1 1,1 0-1,-1 1 0,1-1 1,0 1-1,0 0 1,0-1-1,0 1 0,0 0 1,1 0-1,-1 0 1,1 0-1,0 3 0,0-6 108,0 1-1,1 0 0,-1 0 1,0 0-1,1 0 0,-1-1 1,1 1-1,-1 0 0,1 0 1,0-1-1,-1 1 0,1-1 1,0 1-1,-1 0 0,1-1 1,0 1-1,0-1 0,0 0 1,-1 1-1,1-1 0,0 1 1,0-1-1,0 0 0,0 0 1,0 0-1,0 0 0,-1 1 1,3-1-1,33 2 850,-29-2-638,24 2 669,1-2 0,-1-1 0,48-8 0,-71 7-1058,0 0 0,0 0-1,0 0 1,0-1 0,0-1 0,-1 1-1,1-1 1,-1 0 0,0-1 0,0 0-1,-1 0 1,1 0 0,-1-1-1,0 0 1,-1 0 0,1-1 0,-1 1-1,5-11 1,5-13-4546,-3-1-3560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04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156 570 6433,'0'0'3509,"-8"26"-3258,-1 6-142,-44 126 517,43-133-483,-1 6 151,-1 0-1,-2-1 1,-24 40-1,54-91 857,2 2 0,21-20 0,281-221-872,17 17-307,-270 195 48,223-153-12,-243 168-16,-29 20-81,1 0 1,0 0 0,1 2-1,1 1 1,37-14 0,-30 17-719,0 1 0,1 1 1,-1 2-1,35 0 0,11 2-4505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6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15 104 24,'0'0'11777,"8"-20"-10622,23-60-132,-31 80-1016,0 0 1,0 0-1,1 0 1,-1 0-1,0 0 1,0 0-1,0 0 1,0 0-1,0 0 1,0 0-1,0 0 1,0 0-1,0 1 1,1-1-1,-1 0 1,0 0-1,0 0 1,0 0-1,0 0 1,0 0-1,0 0 1,0 0-1,1 0 1,-1 0-1,0 0 1,0 0-1,0 0 0,0 0 1,0-1-1,0 1 1,0 0-1,1 0 1,-1 0-1,0 0 1,0 0-1,0 0 1,0 0-1,0 0 1,0 0-1,0 0 1,0 0-1,0 0 1,1 0-1,-1-1 1,0 1-1,0 0 1,0 0-1,0 0 1,0 0-1,0 0 1,0 0-1,0 0 1,0-1-1,0 1 1,0 0-1,0 0 0,0 0 1,0 0-1,0 0 1,0 0-1,0 0 1,0-1-1,0 1 1,0 0-1,0 0 1,2 14 35,-1 22-68,-7 97 540,-32 179-1,30-255-487,2-10-1119,3 65 0,17-125-1343,0-10 290,0-4-1741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6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 3489,'0'0'10265,"18"-12"-9928,-2-1-274,-10 7-43,1 0 0,-1 1-1,1 0 1,1 0-1,-1 1 1,1 0-1,0 0 1,0 1 0,0 0-1,0 0 1,0 1-1,1 0 1,11-1-1,36-1 331,85 4 1,-135 0-363,1 1 0,-1-1 0,1 1 0,-1 1 0,1-1 0,-1 1 0,0 0 0,1 1 0,-1 0 0,0 0 0,-1 0 1,1 0-1,-1 1 0,1 0 0,-1 0 0,0 0 0,0 1 0,-1 0 0,0 0 0,1 0 0,-2 0 0,1 1 0,-1 0 0,1-1 1,-2 1-1,1 0 0,-1 1 0,0-1 0,0 0 0,0 1 0,-1-1 0,1 11 0,-1-3 8,-1 0 0,0 0 0,0 0-1,-2 0 1,0 0 0,0-1 0,-1 1 0,-1 0 0,-7 16 0,6-19 32,-1-1 1,0 0 0,-1 0 0,0-1 0,0 1 0,-1-2 0,0 1 0,0-1 0,-1 0 0,-1-1 0,-14 10 0,12-10 36,0 0 0,-1-1 0,0 0 0,0-1 1,0-1-1,-1 0 0,1-1 0,-16 2 1,-12-1-1794,-57-1 0,78-3 160,2 0-2499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7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1112,'0'0'9736,"26"-12"-9167,81-35-231,-101 45-296,-1-1 1,1 1 0,-1 1 0,1-1 0,0 1 0,0 0 0,0 0 0,0 1-1,-1-1 1,1 1 0,6 1 0,6 0 95,-1-1 18,1 1 1,-1 1 0,0 0 0,0 1 0,1 1 0,26 9 0,-39-11-139,1 0 0,-1 1 0,0-1 0,0 1 0,-1 0 0,1 0 0,0 1 0,-1-1 0,0 1 0,0 0 0,0 0 0,0 0 0,-1 1 1,0-1-1,0 1 0,0 0 0,0 0 0,-1 0 0,1 0 0,-1 0 0,-1 1 0,1-1 0,-1 1 0,1 6 0,-1-7 20,-1 1-1,1-1 1,-1 0-1,0 1 1,-1-1-1,1 1 1,-1-1-1,0 0 1,-1 0-1,1 1 1,-1-1-1,0 0 1,0 0-1,-1 0 1,1-1-1,-1 1 1,0-1-1,0 1 1,-1-1-1,1 0 0,-1 0 1,0-1-1,0 1 1,0-1-1,-1 1 1,1-2-1,-9 6 1,-1 0 77,-1-1 0,0 0 0,0-1 1,0 0-1,0-1 0,-1-1 0,0 0 0,0-2 0,0 1 1,-1-2-1,1 0 0,0-1 0,-22-3 0,29 1-155,0 0 1,0 0-1,1-1 0,-1-1 0,1 1 0,0-1 0,0-1 0,0 1 1,-14-12-1,17 12-664,-1-1 0,1 0 0,0 0 0,1 0 0,-1 0 0,1-1 0,0 0-1,-3-6 1,5 6-4362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8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35 4913,'0'0'10009,"3"-8"-9640,-2 2-321,7-14 20,-5 19-15,-1 16 54,-14 482 1947,12-339-2793,-22-158-4176,11 0 470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8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1 312 10130,'0'0'4433,"0"-158"-4425,0 118-8,2 5-48,4 4 48,-1 11-136,1 5-224,0 5-264,2 8-456,14 2-849,-2 0-2088,8 7-2064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9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51 392,'0'0'9047,"-13"-9"-8553,-44-24 10,53 31-451,0 1 0,0 0 0,0-1 1,0 1-1,0 1 0,0-1 0,0 1 0,0-1 1,0 1-1,0 0 0,0 1 0,0-1 0,0 1 1,0 0-1,0 0 0,0 0 0,-7 3 0,1 1 90,0 1 0,0 0 0,1 0 0,-13 11 0,15-11-115,1 0-1,-1 0 0,1 1 1,0 0-1,0 0 0,1 1 1,0-1-1,0 1 0,0 0 1,1 1-1,1-1 0,0 1 1,0-1-1,0 1 0,1 0 1,0 0-1,1 0 0,0 0 1,1 1-1,-1-1 0,3 10 1,-2-16-15,1 1 0,0-1 1,0 0-1,1 0 0,-1 1 0,1-1 1,0 0-1,0 0 0,0 0 0,0 0 1,0-1-1,0 1 0,1-1 1,0 1-1,-1-1 0,1 0 0,0 0 1,0 0-1,0 0 0,0-1 0,6 3 1,7 3 176,1-1 1,33 8-1,-45-13-169,15 3 7,1-1 1,-1 0 0,1-2-1,-1 0 1,1-2-1,35-4 1,-50 4 5,0-1 1,0 0-1,0 0 0,0 0 1,0-1-1,0 0 1,-1 0-1,1 0 0,-1-1 1,0 0-1,0 0 1,0 0-1,-1 0 0,1-1 1,-1 0-1,0 0 0,-1 0 1,1 0-1,-1-1 1,0 1-1,0-1 0,2-7 1,-1 1 45,0 0 1,-1 0 0,-1 0-1,0-1 1,0 1 0,-1-1-1,-1 1 1,0-1-1,-1 1 1,-2-17 0,2 26-104,0-1 1,-1 1 0,1-1 0,0 1 0,-1 0 0,0 0 0,0 0-1,0 0 1,0 0 0,0 0 0,0 0 0,-1 1 0,0-1-1,1 1 1,-1 0 0,0-1 0,0 1 0,0 1 0,0-1 0,0 0-1,-1 1 1,1 0 0,-1-1 0,1 1 0,-1 1 0,1-1-1,-1 0 1,1 1 0,-6 0 0,-1-1-479,0 1 1,0 0-1,0 0 1,0 1-1,0 1 0,0 0 1,0 0-1,0 1 1,-10 4-1,-16 12-1937,9 1-333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09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38 256,'0'0'8715,"-21"-8"-8179,-3-1-297,-42-10 0,62 18-198,1 1 0,-1 0 0,0-1 1,1 2-1,-1-1 0,1 0 0,-1 1 1,0 0-1,1 0 0,-1 0 0,1 0 1,0 0-1,-1 1 0,1-1 0,0 1 1,0 0-1,-6 4 0,2 1 69,1-1 1,-1 1-1,1 0 0,-8 11 1,14-17-106,-4 4 2,1 0 1,0 0-1,0 0 1,1 1 0,-1-1-1,1 1 1,0 0-1,0-1 1,1 1-1,0 0 1,0 0 0,0 0-1,1 0 1,0 0-1,0 0 1,0 0-1,3 12 1,-2-14 3,1 0 0,-1 0 0,1 0 1,0 0-1,0 0 0,0-1 0,1 1 0,-1-1 1,1 1-1,0-1 0,0 0 0,0 0 0,1 0 1,-1 0-1,1-1 0,-1 1 0,1-1 0,0 0 1,0 0-1,0 0 0,0-1 0,0 1 0,0-1 1,7 1-1,3 1 132,0-1 0,-1-1 0,1 0 0,0-1 0,0 0 1,0-1-1,0 0 0,0-2 0,17-4 0,-24 5-102,-1 0 1,0-1-1,1 0 1,-1 0-1,0 0 1,-1-1-1,1 1 1,0-1-1,-1-1 1,0 1-1,0-1 1,-1 0-1,1 0 0,-1-1 1,0 1-1,0-1 1,-1 0-1,0 0 1,0 0-1,4-12 1,-5 15-140,-1 0-1,0 0 1,0 0 0,0-1 0,-1 1 0,1 0 0,-1-1 0,0 1-1,0 0 1,0 0 0,0-1 0,0 1 0,-1 0 0,1-1 0,-1 1-1,0 0 1,0 0 0,0 0 0,-1 0 0,1 0 0,-1 0 0,0 0-1,1 0 1,-1 0 0,0 1 0,-1-1 0,1 1 0,0 0 0,-1-1-1,1 1 1,-1 0 0,0 1 0,0-1 0,0 0 0,0 1 0,0-1-1,0 1 1,-5-1 0,-31-10-3923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0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4505,'0'0'9173,"6"14"-8727,3 6-272,-1 0 0,-1 0-1,0 1 1,4 29 0,41 386 1108,-46-417-1103,-1-2-4082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0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22 832,'0'0'7047,"-5"27"-6706,-18 89-45,21-104-176,0 1-1,1 0 0,0 0 0,2 18 0,-1-19-1,0-8-66,1-1 0,-1 0-1,1 1 1,-1-1 0,1 0 0,0 1-1,0-1 1,1 0 0,-1 0 0,1 0-1,-1 0 1,1 0 0,0-1 0,0 1 0,0 0-1,4 2 1,-2-1 26,0-1 0,1 0 0,0 1 0,0-2 0,0 1 0,0-1 0,0 0 0,0 0 0,6 2 0,7-1 129,0 1-1,1-2 0,-1-1 0,35-1 0,-48 0-156,0-1 1,0 0-1,0 0 0,0 0 0,-1-1 0,1 0 1,-1 1-1,1-2 0,-1 1 0,0 0 0,1-1 0,-1 0 1,0 0-1,-1 0 0,1 0 0,-1-1 0,1 1 1,-1-1-1,0 0 0,0 0 0,-1 0 0,1-1 1,-1 1-1,0 0 0,2-6 0,1-4 170,-1 0 0,0 0 1,0-1-1,-1 0 0,-1 1 0,0-31 0,-1 22-110,-2-41 34,1 61-213,-1 0 0,1 0 0,-1 0 0,0 0 0,0 0 0,0 0 1,0 0-1,0 1 0,0-1 0,-1 0 0,0 1 0,1-1 0,-1 1 0,0-1 0,0 1 1,-5-4-1,4 5-428,0-1 1,0 1-1,0 0 1,0 0-1,0 1 1,-1-1 0,1 1-1,0-1 1,-1 1-1,1 0 1,0 0-1,-1 1 1,1-1-1,0 1 1,-6 1 0,-8 8-5411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0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48 824,'0'0'10109,"-4"-8"-9714,3 6-378,-1-1 1,1 1-1,-1-1 1,1 1-1,-1 0 1,0 0-1,1-1 1,-1 1-1,0 0 1,-1 1-1,1-1 1,0 0-1,0 1 1,-1-1-1,1 1 1,-1 0 0,1-1-1,-1 1 1,0 0-1,0 1 1,1-1-1,-1 0 1,0 1-1,0 0 1,1 0-1,-1-1 1,0 2-1,0-1 1,-5 1-1,2 0 35,0 0-1,0 1 1,1-1 0,-1 1-1,0 1 1,1-1-1,-1 1 1,1 0 0,0 0-1,0 0 1,0 1-1,1 0 1,-1 0 0,1 0-1,0 1 1,0-1 0,-7 10-1,7-6-39,-1 0-1,1 0 0,0 1 1,1-1-1,0 1 0,1-1 1,-1 1-1,2 0 1,-1 0-1,1 0 0,0 11 1,1-13 33,0 0 1,0 0-1,1 1 0,0-1 1,0 0-1,1 0 1,0 0-1,0-1 0,6 14 1,-5-16 5,0 0-1,0 0 1,1 0 0,-1 0-1,1 0 1,0-1 0,0 1 0,0-1-1,0 0 1,1-1 0,-1 1 0,1-1-1,0 0 1,7 3 0,0-1 64,1-1 0,0 0 1,0 0-1,1-1 0,-1-1 1,0 0-1,0-1 1,1-1-1,18-3 0,-28 4-348,-1-1 0,0 0 0,0-1 0,-1 1 0,1 0 0,0-1 0,0 0 0,-1 0 0,1 0 0,-1 0 0,1 0 0,-1 0 0,0 0 0,0-1 0,0 1 0,0-1 0,0 0 0,-1 1 0,1-1 0,1-5 0,1-12-4256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1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1664,'0'0'8652,"5"26"-8028,-3-20-575,10 62 661,6 77 0,-10 9-103,11 148 115,-18-293-819,7 39 416,-8-47-373,1 1 1,-1-1 0,1 0-1,-1 1 1,1-1 0,-1 0-1,1 0 1,0 1 0,0-1-1,0 0 1,0 0 0,-1 0-1,1 0 1,1 0 0,-1 0-1,0 0 1,0 0 0,0-1 0,0 1-1,1 0 1,-1-1 0,0 1-1,0-1 1,1 1 0,-1-1-1,1 0 1,-1 1 0,2-1-1,0-1-2202,-3-6-2548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1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1800,'0'0'6707,"29"-5"-5737,14-4-663,-7 0 30,0 2 1,58-3-1,-91 10-317,1 0-8,-1-1 1,1 1-1,0 0 0,0 1 1,0-1-1,7 2 1,-9-1-16,-1-1 0,0 1 1,0 0-1,0 0 0,0-1 1,0 1-1,0 0 1,0 0-1,0 0 0,-1 0 1,1 0-1,0 0 1,0 0-1,-1 1 0,1-1 1,-1 0-1,1 0 0,-1 0 1,1 1-1,-1-1 1,0 0-1,0 3 0,8 46 153,-6-32 66,1 0 0,1 0 0,0 0 0,12 29-1,-14-42-175,1 0 0,-1-1 0,1 1 0,0-1 0,0 0 0,0 0 0,1 0 0,0-1 0,-1 1 0,1-1 0,0 0 0,1 0 0,-1 0 0,0 0 0,1-1 0,0 0 0,-1 0 0,1 0 0,0 0 0,0-1 0,8 2 0,1-1 43,1 0 0,-1 0-1,1-2 1,0 0 0,0 0 0,-1-1 0,19-5 0,-27 5-21,-1 0 1,0-1-1,0 0 1,0 0 0,0 0-1,0-1 1,0 0-1,0 0 1,-1 0-1,1 0 1,-1-1-1,0 0 1,0 1 0,-1-2-1,1 1 1,-1 0-1,1-1 1,-2 1-1,1-1 1,0 0-1,-1 0 1,2-6 0,-1 4 6,-1 0 0,0 1 0,-1-1 1,1 0-1,-2 0 0,1 0 0,-1 0 1,1 0-1,-2 0 0,1 0 0,-1 0 1,0 0-1,-1 0 0,0 0 0,0 1 1,0-1-1,-1 0 0,0 1 0,0 0 1,0 0-1,-1 0 0,0 0 0,0 0 1,-1 1-1,0 0 0,0 0 0,0 0 1,-11-7-1,6 4-205,-1 2 0,0-1-1,0 2 1,-1-1 0,1 2 0,-1-1 0,0 2 0,0 0-1,-1 0 1,1 1 0,-1 0 0,-21 1 0,17 1-858,0 1 0,0 1 1,0 0-1,1 2 1,-1-1-1,1 2 0,0 0 1,-28 14-1,0 6-4762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2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89 4145,'0'0'9469,"-6"-14"-8868,0 0-514,0 2 0,-11-19 0,15 29-84,1 1 0,-1-1 0,1 1 0,-1-1 0,0 1 0,0 0 0,1 0-1,-1 0 1,0 0 0,0 0 0,0 0 0,0 1 0,0-1 0,0 1 0,-1-1-1,1 1 1,0 0 0,0 0 0,0 0 0,0 0 0,0 0 0,-1 0 0,-2 1-1,-1 0 22,-1 1 0,1 0 0,0 0 0,-1 0 0,-7 5-1,5-2 14,1 1 0,0 0 0,0 0 0,0 1-1,1 0 1,0 0 0,0 0 0,0 1-1,1 0 1,1 1 0,-1-1 0,1 1 0,-5 12-1,6-9-7,0-1-1,0 1 0,1 0 1,0 1-1,1-1 0,1 0 1,0 1-1,0-1 1,1 0-1,3 18 0,-2-25-4,0 0-1,1 0 0,-1-1 0,1 1 0,0-1 1,1 0-1,-1 1 0,1-1 0,0 0 1,0 0-1,0-1 0,0 1 0,1-1 0,-1 1 1,1-1-1,0 0 0,0-1 0,0 1 1,1-1-1,-1 1 0,0-1 0,1-1 0,0 1 1,7 1-1,6 2-73,1-1 0,-1 0 1,1-2-1,37 1 0,-46-3-131,-1 0-294,0 0-1,-1-1 1,1 1-1,8-3 1,-14 2 17,0 0 1,0 0-1,0 0 0,0-1 1,-1 1-1,1-1 0,-1 1 1,1-1-1,2-2 1,10-11-4991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2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231 117 10082,'0'0'4238,"-12"-19"-4104,-5-7-144,-22-24 1,37 48 2,-1 0 0,0 0 1,0 0-1,0 0 0,0 0 0,0 0 0,0 1 0,-1 0 0,1 0 1,0 0-1,-1 0 0,1 0 0,-1 0 0,1 1 0,-1 0 0,1 0 1,-1 0-1,0 0 0,1 0 0,-1 1 0,1-1 0,-1 1 0,1 0 1,0 0-1,-1 1 0,1-1 0,0 1 0,-4 1 0,3 0-112,0-1-1,0 1 0,0 0 1,0 0-1,0 0 0,0 0 1,1 1-1,-1-1 0,1 1 1,0 0-1,1 0 1,-1 0-1,0 1 0,1-1 1,0 1-1,0-1 0,1 1 1,-1 0-1,1-1 0,0 1 1,0 5-1,0-2-42,0-1-1,1 0 1,0 1 0,0-1-1,1 0 1,0 1 0,0-1-1,1 0 1,0 0 0,0 0-1,1 0 1,0 0 0,6 11-1,-1-6 296,-1-1 0,1 0 0,1 0 0,0-1 0,1 0 0,17 14 0,-19-18 246,1-1 0,0 0 0,1 0 0,-1-1 0,1 0 0,0 0 0,0-1 0,0 0 0,14 1 0,-3-1 183,1 0 0,-1-2 0,36-1 0,-51-1-617,0 1-1,0-1 1,-1 0 0,1 0 0,0-1 0,0 0-1,-1 0 1,1 0 0,-1-1 0,0 1 0,1-1 0,-1 0-1,0-1 1,-1 1 0,1-1 0,-1 0 0,0-1-1,4-4 1,-7 8-134,0 0 0,-1-1 1,1 1-1,-1 0 0,1-1 0,-1 1 0,0 0 0,0-1 0,1 1 0,-1-1 0,0 1 0,0-1 1,0 1-1,-1-1 0,1 1 0,0 0 0,0-1 0,-1 1 0,1-1 0,-1 1 0,1 0 0,-1-1 1,0 1-1,1 0 0,-1 0 0,0 0 0,0 0 0,0-1 0,0 1 0,-2-1 0,-15-13-3901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2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0 1 4585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3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0 194 4585,'127'-83'2206,"-103"72"-1572,-24 10-623,0 1-1,0 0 0,0 0 1,1 0-1,-1 0 1,0 0-1,0 0 1,0 0-1,0 0 1,1 0-1,-1 0 1,0 0-1,0 1 1,0-1-1,1 0 0,-1 0 1,0 0-1,0 0 1,0 0-1,0 0 1,0 0-1,1 0 1,-1 0-1,0 1 1,0-1-1,0 0 0,0 0 1,0 0-1,0 0 1,1 0-1,-1 1 1,0-1-1,0 0 1,0 0-1,0 0 1,0 0-1,0 1 1,0-1-1,0 0 0,0 0 1,0 1-1,5 28 483,-2 0-1,-1 0 1,-1 1-1,-5 39 0,3-36-392,-6 11 45,7-43-163,0 0-1,0 1 1,0-1 0,-1 1-1,1-1 1,-1 0 0,1 1-1,-1-1 1,1 0 0,-1 1-1,0-1 1,0 0-1,0 0 1,1 0 0,-1 1-1,0-1 1,0 0 0,-1-1-1,1 1 1,0 0 0,0 0-1,0 0 1,-1-1 0,1 1-1,0 0 1,-3 0-1,3-1 26,1-1-1,-1 1 0,0-1 0,1 1 1,-1-1-1,1 1 0,-1-1 0,1 1 1,-1-1-1,1 1 0,0-1 0,-1 0 0,1 1 1,0-1-1,-1 0 0,1 1 0,0-1 1,0 0-1,-1 1 0,1-1 0,0 0 0,0 0 1,0 1-1,0-1 0,0 0 0,0 0 1,1 0-1,-1-31-20,0 23 34,0-26 166,-1-3 439,8-69 0,-6 97-533,1 0 1,0 1 0,1-1-1,0 0 1,0 1-1,1 0 1,0 0-1,1 0 1,0 0-1,0 1 1,1 0-1,7-8 1,-10 13-101,0 0 0,1 0 0,-1 0 1,1 1-1,-1 0 0,1 0 0,0 0 1,0 0-1,0 0 0,0 1 0,0 0 1,7-2-1,2 2-316,0-1 1,23 2-1,-20 0-147,-12 0 239,-1 1 1,0-1-1,0 0 0,0 1 1,1 0-1,-1 0 1,0 0-1,0 0 0,0 0 1,0 1-1,0 0 1,-1-1-1,1 1 1,0 0-1,-1 0 0,1 0 1,-1 0-1,0 1 1,0-1-1,0 1 0,0-1 1,0 1-1,0 0 1,-1 0-1,2 4 0,9 16-4066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3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54 1112,'0'0'7359,"-23"21"-7015,-74 71-77,94-89-246,0 0-1,0 0 1,0 1 0,0-1 0,1 1-1,-1 0 1,1 0 0,0 0-1,0 0 1,0 0 0,1 0 0,0 1-1,-1-1 1,2 1 0,-1-1-1,0 1 1,1-1 0,0 1 0,0-1-1,0 1 1,0-1 0,3 9-1,-1 2 76,-2-12-61,0 0 0,1 0 0,0-1 0,0 1 0,-1 0 0,1 0 0,1-1 0,-1 1 0,0-1 0,1 1 0,-1-1 0,1 0 0,0 1 0,0-1 0,0 0 0,0 0 0,4 3 0,-1-2 75,0 0 1,0 0-1,1 0 1,0-1-1,-1 1 0,1-1 1,0-1-1,6 2 0,7 0 334,-1-1 0,1-1 0,0-1-1,27-2 1,-40 1-345,0 0 0,-1 0 0,1-1 0,0 0 0,-1 0 0,0 0 0,1 0 0,-1-1-1,0 0 1,0 0 0,0 0 0,-1-1 0,1 1 0,-1-1 0,0 0 0,0-1 0,0 1 0,-1-1 0,1 0-1,-1 1 1,0-1 0,3-9 0,-2 6-11,-1-1 0,0-1 0,0 1 0,-1 0 0,0-1 0,-1 1 0,0-1 0,0 0 1,-1 1-1,0-1 0,-1 0 0,-3-17 0,2 22-125,0 1 0,1-1 1,-1 1-1,-1 0 1,1 0-1,-1 0 0,1 0 1,-1 0-1,0 0 0,0 1 1,-1 0-1,1-1 1,-1 1-1,0 0 0,0 1 1,0-1-1,0 1 1,0 0-1,0-1 0,-1 2 1,-6-3-1,-32-10-1799,0 2-1,-75-11 1,20 11-5124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3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444 1 3993,'0'0'7233,"-170"88"-6664,128-76-361,0-2-208,3 0-152,0 1-721,-8 1-599,10-4-656,9-1-713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00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460 16 144,'0'0'11856,"-3"-15"-7962,-5 15-3797,1 1 1,-1 0-1,1 0 1,0 1-1,0 0 0,-1 0 1,2 1-1,-1 0 0,-10 6 1,-6 5 46,-28 23-1,26-19-29,0 0-90,2 1-1,0 2 1,1 0 0,1 1-1,1 1 1,-29 44 0,36-45-23,1 0 0,1 1 0,0 0 0,2 1 0,1 0 0,1 1 0,1 0 0,-4 36 0,7-26 7,1 0-1,4 65 1,0-80 6,1 0 0,1 0 0,1 0 0,1 0 0,0-1 0,12 24 0,4 5 3,-13-27 5,0 0 0,2-1-1,0 0 1,25 31-1,-35-49 21,1-1 0,-1 0-1,1-1 1,0 1-1,-1 0 1,1 0-1,0-1 1,0 1 0,0-1-1,-1 0 1,1 1-1,0-1 1,0 0-1,0 0 1,0 0 0,0 0-1,0 0 1,-1-1-1,3 0 1,43-11-824,83-33-5993,-65 21-557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01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53 224,'0'0'11121,"-1"-8"-9983,-1-36 495,2 44-1194,4 0-411,0 1 0,1 0 1,-1 0-1,0 0 0,0 1 0,0-1 0,0 1 0,0 0 0,0 0 1,-1 0-1,1 1 0,-1 0 0,1-1 0,-1 1 0,3 4 0,8 8 65,21 29-1,-34-43-88,12 19 11,0 1 1,-2 0-1,0 0 0,-1 1 1,-2 1-1,0-1 0,-1 1 0,6 43 1,-5 2-25,-1 122 0,-8-168 5,-1 0 1,-1-1-1,0 1 1,-2 0-1,-1-1 0,-1 0 1,-14 32-1,7-24 18,-2 0 0,0 0-1,-2-2 1,-32 37 0,45-57 72,0-1 1,0-1-1,-1 1 0,0-1 0,0 0 1,-10 6-1,15-10-126,1 0-517,13-3-3460,5-9-1070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02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418 2 144,'0'0'11707,"-4"0"-11237,1-1-426,0 1 0,-1 0-1,1 0 1,0 0 0,0 0-1,0 0 1,-1 1 0,1-1-1,0 1 1,0 0 0,0 0-1,0 0 1,0 0 0,0 1-1,0-1 1,0 1 0,1 0-1,-1 0 1,-3 3 0,-30 31 186,1 2 0,2 1 1,2 2-1,1 1 0,3 1 1,1 1-1,2 2 0,3 0 1,-26 80-1,36-88-220,2 1 1,1 0-1,3 1 0,1 0 0,2-1 1,4 71-1,-1-102 190,0 0 1,0 0-1,1 0 1,-1 0-1,2 0 1,-1-1-1,1 1 1,0-1-1,1 1 1,0-1-1,6 9 1,-9-15-164,0-1-312,86 0-5998,-41 0 209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03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8 288,'0'0'12217,"-4"-5"-11302,4 5-864,0 0 1,0 0 0,0 0-1,0 0 1,1 0 0,-1-1-1,0 1 1,0 0 0,0 0-1,0 0 1,0 0 0,0 0 0,0 0-1,0 0 1,0 0 0,0 0-1,0 0 1,0 0 0,0 0-1,1 0 1,-1 0 0,0 0-1,0 0 1,0 0 0,0 0-1,0 0 1,0 0 0,0-1-1,0 1 1,0 0 0,0 0 0,0 0-1,0 0 1,0 0 0,0 0-1,0 0 1,0 0 0,0 0-1,18 12-35,0 1-1,0 1 1,-2 1-1,0 1 1,0 0-1,13 19 1,-2 2-13,-1 0 1,21 44-1,-32-51-15,0 1 0,-3 0 0,0 1 0,-2 1-1,-1-1 1,-2 2 0,-1-1 0,-2 1 0,-1-1 0,-1 1 0,-2 0 0,-7 46 0,2-54 0,-2-1 0,-2 0 0,0 0 0,-1-1 0,-1 0 0,-2-1 0,0 0 0,-1-1 0,-1-1 0,-2 0 0,-23 24 0,38-43-142,2-1 131,-1-1-1,1 1 1,-1 0 0,0-1-1,1 1 1,-1-1 0,0 1-1,1-1 1,-1 1-1,0-1 1,0 1 0,0-1-1,1 0 1,-1 1 0,0-1-1,0 0 1,0 0 0,-1 1-1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24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3681,'0'0'7168,"30"24"-6064,100 84-193,54 69 664,-132-122-1259,89 69 0,-97-93-230,22 19-413,-63-63-6334,-3 13 6399,0-16-6805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24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0 4401,'0'0'5449,"-16"21"-4841,-106 142 951,-62 68-70,7-10-1153,167-207-239,-1 1 304,0 0 1,-25 23 2820,36-45-7292,0 2-1910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22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2417,'0'1'10392,"15"14"-10022,32 30 260,-1 2 0,-3 2 0,53 77 0,41 46-526,-135-169-99,7 7 48,-1-1 0,1 1 0,1-2 0,-1 1 0,1-1 0,20 11 0,-28-18-37,0 0-1,0 0 1,0-1-1,0 1 1,0-1-1,0 0 1,0 1-1,0-1 1,0 0-1,0 0 1,0 0-1,0 0 1,0-1-1,0 1 1,0-1-1,0 1 1,0-1-1,-1 0 1,1 1-1,0-1 1,0 0-1,0 0 1,-1 0-1,1-1 1,1 0-1,0-1-527,-1 1 0,0 0 0,0-1 0,0 1 0,0-1 0,0 0 1,0 1-1,2-7 0,-1-4-5118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23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0 4737,'0'0'6333,"-8"8"-5997,-111 145 955,30-33-513,43-63-532,-208 247 459,249-298-494,3-3-57,0 0 0,0-1 0,0 1 0,-1-1 0,1 1 0,-1-1 0,1 0 0,-6 3 0,8-5 284,3 0-990,37 0-4100,-14 0-572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31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3025,'0'0'9139,"0"-4"-8495,25 247 1973,-19 100-960,-6-270-834,30-77-3799,-10-7 338,-1-1-2291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2:3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1880,'0'0'8717,"4"1"-7838,21 0-163,-1-2 1,1 0 0,0-1-1,34-8 1,4 0 66,270-28 2454,-322 38-3217,-10 0-468,18 0-12707,-11 0 7659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39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48 2521,'0'0'3787,"-13"2"-2789,-44 11-208,55-13-710,-1 1-1,0 1 1,0-1 0,1 0-1,-1 1 1,1-1-1,-1 1 1,1 0-1,0-1 1,0 1-1,0 0 1,0 1-1,0-1 1,0 0-1,0 1 1,1-1-1,-1 1 1,1-1-1,0 1 1,-1 0 0,1-1-1,0 4 1,-1 4 94,0-1 1,1 0 0,0 1 0,0 16 0,1-20-125,0-1-18,0-1 0,0 1-1,1 0 1,-1-1 0,1 1-1,0-1 1,0 1-1,1-1 1,-1 1 0,1-1-1,0 0 1,4 8 0,-3-10-9,-1 1-1,1-1 1,-1 1 0,1-1 0,0 0 0,0 0 0,0 0 0,0-1-1,0 1 1,1-1 0,-1 1 0,0-1 0,1 0 0,-1 0 0,1-1-1,-1 1 1,7 0 0,0 0 78,1 0-1,0-1 1,-1 0-1,1-1 1,-1 0-1,18-4 1,-21 2-37,-1 1 1,1-1-1,-1 0 1,0 0-1,0-1 1,0 0-1,-1 0 1,1 0-1,-1 0 1,0-1-1,5-6 1,-3 3 56,0-1 1,-1 1-1,0-1 1,-1 0-1,0-1 1,-1 1-1,0-1 1,0 0-1,-1 0 1,0 0-1,-1 0 1,0-1-1,0 1 1,-1-1-1,-1 1 1,0-1-1,-2-19 1,2 28-134,-1 1 1,1 0-1,-1 0 1,0-1-1,1 1 1,-1 0-1,0 0 1,0 0-1,1 0 0,-1 0 1,0 0-1,0 0 1,0 0-1,0 0 1,-1 0-1,1 1 1,0-1-1,0 0 0,0 1 1,-1-1-1,1 1 1,0-1-1,0 1 1,-1-1-1,1 1 1,0 0-1,-4 0 1,-43-3-920,40 3 690,-5 1-211,1-1 1,0 2-1,0 0 0,1 0 0,-1 1 1,0 0-1,1 1 0,-1 1 1,1-1-1,1 2 0,-1 0 1,1 0-1,0 1 0,0 0 0,0 0 1,-9 11-1,-16 17-4456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39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98 936,'0'0'7319,"-25"8"-6651,-77 30 12,95-35-590,1-1-1,-1 2 1,1-1-1,0 1 1,0 0-1,0 0 1,1 1-1,0 0 1,-1 0-1,2 0 1,-1 0-1,1 1 0,-1 0 1,-4 10-1,1-4 64,3-3-85,-1 1 0,1-1 0,1 1 0,0 0 0,0 0 0,1 0 0,0 0 0,1 1 1,0-1-1,1 1 0,0 0 0,0-1 0,3 20 0,-1-26-58,0 0 1,0-1-1,0 1 1,1-1-1,0 1 1,0-1-1,0 1 1,0-1-1,0 0 1,0 0 0,1 0-1,0 0 1,0-1-1,-1 1 1,1-1-1,1 1 1,-1-1-1,0 0 1,1 0-1,-1-1 1,1 1 0,-1-1-1,7 2 1,8 3 57,-1-1 0,2-1 0,28 3 0,-16-3 89,1-2 0,0-1 0,51-6 1,-65 2-9,-1 0 1,1-1 0,-1-1 0,0 0-1,-1-1 1,1-1 0,-1-1 0,15-10-1,-19 10 55,0 0 0,0-1 0,-1 0 0,0-1 0,16-20 0,-21 24-46,-2-1 0,1 0 0,-1 0 0,0 0 1,-1-1-1,1 1 0,-2-1 0,1 0 1,-1 1-1,0-1 0,1-16 0,-2 16-103,0 0-1,-1-1 1,0 1-1,-1 0 1,1-1-1,-2 1 1,1 0-1,-1 0 1,-1 0-1,1 0 0,-1 0 1,-1 0-1,1 1 1,-1 0-1,-1-1 1,1 2-1,-1-1 1,-1 0-1,1 1 1,-1 0-1,0 0 0,0 1 1,-8-6-1,-1-1-182,-1 0 0,-26-14-1,38 24-198,0 0 0,0 0-1,-1 0 1,1 0-1,0 1 1,-1 0 0,1 0-1,-1 0 1,1 0 0,-1 1-1,1 0 1,-1 0-1,1 0 1,-1 0 0,1 1-1,-10 1 1,1 9-4814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41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4137,'0'0'5597,"24"-9"-4670,77-26-428,-90 31-426,1 1 1,0 0 0,0 1-1,0 1 1,0 0 0,0 0-1,1 1 1,14 2 0,1 0 4,-19-1-68,-1 1 1,0-1-1,0 1 0,0 1 0,-1-1 1,1 1-1,0 1 0,-1 0 0,0 0 0,0 0 1,0 1-1,-1-1 0,1 2 0,10 11 1,-13-14-19,-1 0 1,0 1 0,0-1 0,-1 1 0,1 0 0,-1 0 0,1 0 0,-1 1 0,0-1 0,-1 0 0,1 1 0,-1-1 0,0 1-1,0-1 1,0 1 0,-1 0 0,0-1 0,0 1 0,0 0 0,0-1 0,-1 1 0,1 0 0,-1-1 0,-1 1 0,1-1-1,0 1 1,-1-1 0,-2 5 0,-3 1 6,0 0 0,-1-1 0,0 0-1,0 0 1,-1-1 0,0 0 0,0 0-1,-18 10 1,-2 0-40,-58 25 0,84-42 29,-17 9-125,0-1-1,-1-1 1,0-1 0,-1-1-1,1 0 1,-36 3-1,64-10 101,1 0-1,-1-1 1,1 1-1,11-5 1,25-6 290,-28 10-205,-1 0 0,1 1 0,0 1 1,0 0-1,-1 1 0,1 1 1,0 0-1,-1 1 0,0 1 0,0 0 1,0 1-1,0 1 0,-1 0 1,19 12-1,-16-8-45,0 1 1,0 1-1,28 27 1,-41-34-9,1-1 0,-1 2 0,0-1 1,0 0-1,-1 1 0,1 0 0,-1 0 0,0 0 1,-1 0-1,0 0 0,0 0 0,0 1 0,0-1 1,-1 1-1,0 12 0,-1-14 22,0 1 1,0-1-1,-1 1 0,0-1 1,0 1-1,0-1 0,-1 0 1,0 1-1,0-1 0,0 0 1,0 0-1,-1-1 0,-3 6 1,1-4 54,-1 0 0,0 0 0,0-1 0,0 0 1,0 0-1,-1 0 0,0-1 0,-11 6 0,0-2 222,0 0 0,-1-1-1,1-2 1,-2 0 0,1 0-1,-26 1 1,-119 0 1658,144-6-1836,17 0-111,0 0 0,0 0 1,0 0-1,0-1 0,0 1 1,0-1-1,0 0 0,1 0 1,-1 0-1,-5-2 0,-11-14-2938,13 10-1235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52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14 1512,'0'0'6715,"-8"-2"-6410,-4 0-224,-35-2 3190,63 4-2072,144-3-605,-36 0-522,136 14-1,-259-11-115,-1 0 0,0 0 0,0 0 0,1 0 0,-1 0 0,0 0 0,1 0 0,-1 0 0,0 0 0,0 0 0,1 0 0,-1 0 0,0 0 0,1 0 0,-1 0 0,0 0 0,0 0 0,1 0 0,-1 0 0,0 0 0,1 1 0,-1-1 0,0 0 0,0 0 0,1 0 0,-1 0 0,0 1 0,0-1 0,0 0 0,1 0-1,-1 1 1,0-1 0,0 0 0,0 0 0,0 1 0,1-1 0,-1 0 0,0 0 0,0 1 0,0-1 0,0 0 0,0 1 0,0-1 0,0 0 0,0 1 0,0-1 0,0 0 0,0 0 0,0 1 0,0-1 0,0 0 0,0 1 0,0-1 0,0 0 0,0 0 0,-1 1 0,1-1 0,0 0 0,0 0 0,0 1 0,0-1 0,-1 0 0,1 0 0,0 1 0,0-1 0,0 0 0,-1 0 0,1 1-1,-18 12-2582,-9-1-399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53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12843,'0'0'3801,"151"-10"-3137,-95 3-240,-9 2-96,-14-1-232,-13 4-8,-12-1-80,-5 1-8,-17 2-4081,-8 2 240,5 11-2208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53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93 1280,'0'0'6143,"-27"16"-5476,-83 56-18,106-69-582,-1 0 1,0 1-1,1-1 0,-1 1 0,1 0 0,0 1 0,1-1 0,-1 1 1,1-1-1,0 1 0,0 0 0,0 0 0,1 1 0,-4 10 1,1-2 80,0-3 17,1 1-1,1-1 1,0 1-1,1-1 1,0 1-1,0 0 1,1 22-1,2-29-68,-1 1 0,1-1 0,0 0 0,0 1 0,1-1 0,-1 0 0,1 0 0,0 0 0,1 0 0,-1 0 0,1-1 0,0 1 0,0-1 0,0 0 0,1 0 0,-1 0 0,1 0 0,0 0 0,6 3 0,4 2 49,0-1-1,0-1 1,1 0 0,0-1 0,0 0 0,0-1-1,1-1 1,17 2 0,8 0 56,81-1-1,-108-5-178,1-1 0,-1-1-1,1-1 1,-1 0 0,0-1 0,0 0-1,0-1 1,0 0 0,-1-1 0,0-1-1,18-12 1,-17 9 20,0-1 0,-1 0 0,-1 0 0,1-1 0,-2-1 0,0 0 0,0-1-1,-1 0 1,12-24 0,-18 29-38,1-1-1,-2 1 0,1-1 0,-1 0 1,-1 0-1,0 0 0,0 0 1,-1 0-1,0 0 0,-1-1 1,0 1-1,-1 0 0,0 0 0,-1-1 1,0 1-1,0 0 0,-1 0 1,0 1-1,-1-1 0,0 1 0,-1 0 1,0 0-1,0 0 0,-1 0 1,0 1-1,0 0 0,-1 0 0,0 1 1,0 0-1,-1 0 0,0 0 1,0 1-1,-1 0 0,0 1 0,0 0 1,0 1-1,0-1 0,-1 2 1,1-1-1,-1 1 0,0 1 0,0 0 1,-1 0-1,-17 0 0,6 2-715,0 0 0,0 2 0,1 0 0,-1 2 0,-40 11-1,-20 14-3908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4:54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40 128,'0'0'5547,"5"-5"-4495,-1 1-919,0 1 1,0 0 0,1 0-1,-1 0 1,1 0-1,-1 1 1,1 0-1,0 0 1,0 0 0,0 0-1,0 1 1,0 0-1,0 0 1,1 0 0,-1 1-1,0 0 1,8 0-1,47-2 293,182 3-809,-231 2-1405,-2 3-1101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18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1672,'0'0'6243,"5"1"-6063,-4-1-163,0 1 1,1-1-1,-1 0 0,0 1 1,0-1-1,0 1 0,0-1 1,0 1-1,0 0 0,0-1 1,0 1-1,0 0 0,0 0 1,0 0-1,-1 0 0,1 0 1,0 0-1,0 0 0,-1 0 1,1 0-1,0 2 0,0 0 57,0 1 0,-1-1 0,0 1 0,1 0-1,-1-1 1,0 1 0,-1-1 0,0 6 0,-4 19 282,-2-1 1,-14 39 0,-6 20 193,18-50-370,4-19 30,1-1-1,0 0 0,1 1 1,0 17-1,29-37-12,41-13-185,0 3-1,1 4 1,0 2-1,93 2 1,264 17 650,-152-1-531,304-12-21,-222-3-36,-161-4-110,-58 0 101,-51 3-113,108-21-1,82-32 60,-238 50-10,-11 1-28,0 2 0,0 2 0,40-2 0,89 16-21,4 0 359,-116-9-196,-30 0-71,0-2 1,1 1-1,-1-2 1,0 0 0,1 0-1,19-6 1,-31 6 6,1 0 1,0 0 0,-1-1 0,1 1 0,-1-1 0,0 0 0,0 0 0,1 0 0,-1 0-1,0 0 1,-1-1 0,1 1 0,0 0 0,-1-1 0,1 1 0,-1-1 0,0 0-1,0 1 1,1-4 0,2-7 355,-1 0 0,3-27 0,0-3 631,-6 38-944,-8 10-13165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20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0 776,'0'0'6382,"5"12"-5621,1-2-546,-1 1 0,-1 1 1,0-1-1,-1 0 0,0 1 0,-1 0 1,2 14-1,-3 26 444,-1-29-567,0 1 0,2-1 0,1 1 0,0-1 0,10 32 0,-12-54-66,0 0 1,0 0 0,1 0 0,-1 0-1,0-1 1,0 1 0,0 0-1,1 0 1,-1-1 0,0 1 0,1-1-1,-1 1 1,0-1 0,1 0-1,-1 0 1,1 1 0,-1-1 0,0 0-1,1 0 1,-1 0 0,1 0 0,2-1-1,34-5 331,14-12-279,-34 12-92,0 0 0,0 0 0,32-3 0,196 4-37,-140 7 32,7 2 87,217 36 1,-22-4 958,-129-18-806,128-4-233,-108-8-33,-112-2 64,1-3 0,-1-4 0,1-4 1,100-21-1,-111 16-1,1 4 0,0 4 0,83 5-1,-67-1-12,291-9 14,-303 10-50,-54 0-42,-1 0-1,37-6 1,-55 2 126,0 0-1,0-1 1,0 0 0,-1-1 0,0 0 0,0 0 0,0-1 0,-1 0-1,1 0 1,9-13 0,0 3 131,-11 11 32,-1-1 0,0 0 0,0 0 0,0 0 0,-1-1 0,0 1 0,0-1 0,-1 0-1,0 0 1,0-1 0,-1 1 0,0-1 0,0 1 0,-1-1 0,1 0 0,-2 1 0,1-1 0,-2-15-1,1 22-765,-2 1-631,-2 1 592,-1 0 0,0 1-1,1-1 1,-1 1 0,1 0-1,0 0 1,0 0-1,0 1 1,0-1 0,0 1-1,-4 4 1,1-2-974,-15 13-5517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26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0 776,'0'0'458,"1"0"-137,0 0 0,0 1 1,0-1-1,0 0 1,0 0-1,0 0 0,0 0 1,0 1-1,0-1 1,0 0-1,0 1 0,0-1 1,-1 1-1,1-1 1,0 1-1,1 0 0,-2 49-697,4-49 468,1-1 0,-1 1-1,1-1 1,-1 1 0,1-1-1,-1-1 1,6 0 0,-6 0-14,1 0 0,-1-1 0,0 0 0,0 1 0,0-2-1,0 1 1,0 0 0,-1-1 0,1 0 0,-1 0 0,1 0 0,-1 0 0,0 0 0,0-1 0,3-4 0,-7 8-137,1 0 0,-1-1 0,1 1 0,0 0 0,-1 0 0,1 0 0,-1 0 0,1 0 0,0-1 0,-1 1 0,1 0 1,-1 0-1,1 0 0,-1 0 0,1 0 0,0 0 0,-1 0 0,1 0 0,-1 1 0,1-1 0,0 0 0,-1 0 0,1 0 0,-1 0 0,1 1 0,0-1 0,-1 0 0,1 0 1,0 1-1,-1-1 0,1 0 0,0 0 0,-1 1 0,1-1 0,0 1 0,-6 6-4305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5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4033,'0'0'6221,"26"21"-5257,3 2-663,-2-3 60,-1 2 0,-1 1 0,43 51 0,204 239 860,-174-206-1459,-86-98-150,-12-8 319,0-1 0,0 0 1,0 0-1,0 0 0,0 0 0,1 1 0,-1-1 0,0 0 1,0 0-1,0 0 0,0 0 0,1 0 0,-1 0 1,0 0-1,0 0 0,0 1 0,1-1 0,-1 0 1,0 0-1,0 0 0,0 0 0,1 0 0,-1 0 0,0 0 1,0 0-1,0 0 0,1 0 0,-1 0 0,0 0 1,0-1-1,0 1 0,1 0 0,-1 0 0,0 0 1,0 0-1,0 0 0,1 0 0,-1 0 0,0 0 0,0-1 1,0 1-1,0 0 0,0 0 0,1 0 0,-1 0 1,0-1-1,0 1 0,0 0 0,0 0 0,0 0 1,0 0-1,0-1 0,0 1 0,0 0 0,0 0 0,0 0 1,0-1-1,0 1 0,0-15-2804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5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466 0 5297,'0'0'6935,"-16"23"-6672,-116 165 673,83-121-549,-152 196 125,150-214-319,35-34 16,16-21-411,0 3-240,1-1 0,0 1 1,-1 0-1,1 0 0,1 0 0,-1-1 1,0 1-1,1 1 0,-1-1 0,1 0 1,0 0-1,4-4 0,18-16-6521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6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29 488,'0'0'12623,"7"-7"-11950,-3 2-628,-3 3-39,0 1 0,1-1 0,-1 1 0,0-1 1,1 1-1,0-1 0,-1 1 0,1 0 0,0 0 0,3-2 0,-5 3-6,0 0-1,1 0 1,-1 0-1,0 0 1,1 0 0,-1 1-1,0-1 1,1 0-1,-1 0 1,0 0-1,1 0 1,-1 0-1,0 0 1,1 0 0,-1 1-1,0-1 1,1 0-1,-1 0 1,0 0-1,0 1 1,1-1-1,-1 0 1,0 0 0,0 1-1,0-1 1,1 0-1,-1 1 1,0-1-1,6 22-10,12 353 1386,-11-137-145,-2-209-1033,-5-28-224,1 0 1,-1 0-1,0 0 1,1-1-1,-1 1 1,1 0 0,-1 0-1,1-1 1,-1 1-1,1 0 1,0-1-1,-1 1 1,1 0-1,0-1 1,-1 1-1,1-1 1,0 1-1,0-1 1,-1 0-1,1 1 1,0-1-1,0 0 1,0 0-1,0 1 1,-1-1-1,1 0 1,0 0 0,1 0-1,-2 0-51,1 0 0,-1-1 0,1 1-1,-1 0 1,1 0 0,-1-1 0,1 1 0,-1 0-1,0-1 1,1 1 0,-1 0 0,1-1 0,-1 1 0,0-1-1,0 1 1,1 0 0,-1-1 0,0 1 0,0-1-1,1 1 1,-1-1 0,0 1 0,0-1 0,0 1 0,0-1-1,0 1 1,0-1 0,0 1 0,0-1 0,0 1 0,0-1-1,0 0 1,0-3-612,3-16-2976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5049,'0'0'6770,"178"2"-5810,-119 3-496,2-2-464,6-1-120,28 1-1080,-17-1-825,-8-2-2568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6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5761,'0'0'3416,"26"14"-2711,86 41-33,-108-53-614,0 0 0,1-1 0,-1 1-1,1-1 1,-1 0 0,1 0 0,-1-1-1,1 1 1,0-1 0,-1 0 0,1 0 0,0 0-1,-1-1 1,1 0 0,0 0 0,6-2 0,-5 0 64,1-1 0,-1 0 1,0 0-1,0 0 1,0-1-1,-1 0 1,6-6-1,-5 5-25,3-4-9,0 0-1,-1-1 1,0 0 0,0-1-1,-1 0 1,-1 0-1,0 0 1,-1-1-1,0 0 1,-1 0-1,0 0 1,-1 0-1,-1-1 1,0 0 0,-1 1-1,-1-26 1,0 37-114,0 1 1,0 0-1,0 0 0,0-1 1,0 1-1,-1 0 1,1 0-1,-1 0 1,1-1-1,-1 1 1,1 0-1,-1 0 1,1 0-1,-1 0 0,0 0 1,0 0-1,0 0 1,0 0-1,1 0 1,-1 0-1,0 1 1,0-1-1,-1 0 1,1 0-1,0 1 0,0-1 1,0 1-1,0-1 1,-1 1-1,1 0 1,-2-1-1,-4 0-223,-1 0-1,1 0 0,0 1 1,-11 1-1,5-1-157,-47 1-2161,2 1-1348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7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3993,'0'0'4972,"-24"21"-4444,-76 68-94,95-85-408,1 0 0,0 1 0,-1 0 0,2 0 0,-1 0-1,0 1 1,1-1 0,0 1 0,0 0 0,1 0-1,0 0 1,0 0 0,0 0 0,1 0 0,0 0-1,0 1 1,0-1 0,1 1 0,0-1 0,1 7 0,-1 2 32,0-7-45,0 1 1,0-1 0,1 0 0,0 0-1,1 0 1,0 0 0,0 0 0,6 12-1,-5-14-6,0 0 0,1-1 0,0 1 0,0-1 0,1 0 0,-1-1 0,1 1 0,0-1 0,0 0-1,0 0 1,9 4 0,1 0 95,0-1 0,1-1-1,0 0 1,0-1-1,0-1 1,1 0 0,0-1-1,-1-1 1,1-1 0,0 0-1,0-1 1,0-1 0,18-3-1,-25 2 71,0-1 0,0 0 0,0 0 0,-1-1 0,1-1 0,-1 1 0,0-2 0,0 1 0,0-1-1,-1 0 1,0-1 0,0 0 0,-1 0 0,0-1 0,0 0 0,9-14 0,-10 14-52,-1 0-1,0 0 1,-1 0 0,0-1 0,0 0 0,0 0-1,-1 0 1,-1 0 0,0 0 0,0-1-1,0 1 1,-1-1 0,-1 1 0,0-1 0,0 1-1,-1-1 1,0 0 0,-3-12 0,2 18-115,0-1 0,-1 0 0,0 1 0,0-1 1,0 1-1,0 0 0,0 0 0,-1 0 0,0 0 0,0 1 0,0-1 1,0 1-1,0 0 0,-1 0 0,1 1 0,-1-1 0,0 1 1,0 0-1,0 0 0,0 1 0,-9-2 0,-10-2-429,-1 1-1,1 1 1,-34 1-1,25 1-2623,-65 8 0,53 4-2482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7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3689,'0'0'7457,"170"28"-6232,-117-23-521,0 0-464,-11 0-240,-6-2-456,-11 2-953,-11 0-1639,-9-3-3050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8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3065,'0'0'7641,"161"28"-6032,-113-26-537,-6 1-744,-3-3-328,-3 0-136,3 0-928,17 0-1049,-11 0-1936,-6-3-2304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8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159 442 7618,'0'0'2611,"17"24"-2379,58 75-24,-70-94-176,0 0 0,1-1 1,-1 1-1,1-1 0,0 0 0,0 0 1,0-1-1,1 0 0,-1 0 0,1 0 0,-1-1 1,1 0-1,0-1 0,0 1 0,0-1 1,0 0-1,0-1 0,0 0 0,1 0 0,7-1 1,3 0 85,-5 2-32,-1-1-1,1-1 1,-1 0 0,1-1 0,-1 0 0,0-1-1,1 0 1,-1-1 0,-1 0 0,1-1 0,-1 0-1,0-1 1,0 0 0,0-1 0,-1-1 0,0 1-1,17-18 1,-16 13-11,0 0 1,0-1-1,-2-1 1,0 1-1,0-2 0,-1 1 1,-1-1-1,0 0 1,-1 0-1,-1-1 0,-1 0 1,0 0-1,-1 0 0,0-1 1,-1 1-1,-1-1 1,-1 1-1,-2-22 0,1 29-4,-1 0-1,0 0 0,0 1 1,-1-1-1,0 0 0,-1 1 1,1 0-1,-2 0 1,1 0-1,-1 0 0,0 1 1,-1 0-1,0 0 0,0 0 1,0 1-1,-1 0 0,0 0 1,0 0-1,-1 1 0,1 0 1,-1 1-1,-16-7 0,0 1-242,-1 1-1,0 1 1,0 2-1,-1 0 0,0 2 1,0 1-1,-30-1 1,6 4-1152,-1 2-1,1 2 1,-64 13 0,-3 12-4528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39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 3673,'0'0'1864,"-162"85"-1808,137-40 0,8 1-48,3 1-8,3 8-208,8-9-592,0-11-848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40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2665,'0'0'3456,"-53"140"-2752,45-92-79,5 5-337,3 4-184,0 4-104,36 22-288,4-16-953,-4-9-647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4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1 256,'0'0'160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49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58 1584,'14'-6'849,"4"-1"91,-3 5 5864,-15 3-6627,-1 1 1,1-1-1,0 1 0,-1-1 1,0 0-1,1 1 0,-1-1 1,0 0-1,1 0 1,-1 1-1,0-1 0,0 0 1,0 0-1,-2 2 0,-4 3-87,0 1-1,1 0 1,-1 1-1,2-1 0,-1 1 1,1 0-1,0 1 1,1-1-1,0 1 1,0 0-1,1 0 0,0 0 1,1 1-1,0-1 1,0 1-1,1-1 0,0 1 1,1-1-1,0 1 1,0 0-1,1-1 0,4 15 1,-4-19-96,1 0-1,0 0 1,0 0 0,1-1 0,-1 1-1,1-1 1,0 0 0,0 0 0,0 0-1,1 0 1,0 0 0,-1-1 0,1 1-1,1-1 1,-1 0 0,0-1 0,1 1-1,-1-1 1,1 1 0,0-1 0,0-1-1,0 1 1,7 1 0,11 1-13,-1 0 0,1-2-1,43 0 1,-56-2 24,-1-1-1,0 0 0,0-1 1,0 0-1,0 0 0,-1-1 1,1 0-1,0 0 1,-1-1-1,0 0 0,0-1 1,0 0-1,-1 0 1,1 0-1,-1-1 0,0 0 1,-1-1-1,0 0 1,0 0-1,0 0 0,-1 0 1,0-1-1,0 0 1,-1 0-1,0-1 0,0 1 1,-1-1-1,0 1 1,-1-1-1,0 0 0,0 0 1,-1 0-1,0-15 0,0 16 127,-1 0 0,-1 1-1,0-1 1,0 0-1,0 0 1,-1 0-1,-4-10 1,4 13-79,0 1 1,-1 0-1,0 0 1,0 0-1,0 0 1,0 0-1,-1 1 1,0-1-1,1 1 1,-1 0-1,0 0 1,-1 1-1,-4-3 1,-2-1-66,-1 0 1,0 1 0,-1 0-1,1 1 1,-1 1 0,0 0-1,0 1 1,0 0 0,-18 0 0,23 2-359,0 0 0,-1 0 0,1 1 0,0 0 0,0 1 0,0-1 0,0 2 0,1-1 1,-1 1-1,0 0 0,1 1 0,0 0 0,0 0 0,0 0 0,-12 11 0,-5 12-4246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49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1 244 3753,'0'0'9839,"12"-22"-8592,39-71 47,-45 82-983,0 1 1,1 0 0,0 0 0,1 0-1,0 1 1,0 0 0,18-14-1,30-9-2686,-54 31 2147,12-3-4357,-11 4-460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2008,'0'0'2696,"0"-5"-1708,0-13 80,0 3 4064,12 15-4853,5 2-126,1 2 1,-1-1-1,0 2 1,0 0-1,0 1 1,31 16-1,-18-8 82,30 13-73,-1 3-1,-2 3 1,-1 2 0,59 50-1,-108-80-535,-1 0 0,1 0 0,0 0 0,0-1 0,0 0-1,16 6 1,-22-25-2697,-1-3 314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1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0 4153,'0'0'6715,"-5"13"-6325,-57 171 1308,-119 240 0,203-445-2858,0-4-2216,3 2-2909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1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1 616,'0'0'7166,"0"10"-6421,1-4-611,-2-5-85,1 1 1,0-1 0,0 1 0,-1 0 0,1-1 0,1 1 0,-1 0 0,0-1-1,0 1 1,0-1 0,1 1 0,-1-1 0,1 1 0,0-1 0,-1 1-1,1-1 1,0 1 0,0-1 0,0 1 0,0-1 0,0 0 0,0 0-1,0 0 1,0 1 0,0-1 0,1 0 0,-1 0 0,0-1 0,1 1-1,-1 0 1,1 0 0,-1-1 0,1 1 0,-1-1 0,1 1 0,-1-1-1,1 1 1,0-1 0,-1 0 0,3 0 0,34 1 1246,107 1 1722,-123-3-2589,1-1 0,-1-1 1,0-1-1,30-9 0,-51 13-485,0-1-1,0 1 1,1-1-1,-1 1 1,0-1-1,0 1 1,0-1-1,0 0 1,0 0-1,0 1 1,0-1-1,0 0 1,0 0-1,1-1 1,1-12-5030,-3 9 479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2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1304,'0'0'5940,"26"-10"-4840,88-32-191,-102 36-738,0 2 1,0 0-1,1 0 0,-1 1 1,1 1-1,0 0 1,0 1-1,0 0 1,0 1-1,21 2 0,-32-2-171,1 1 0,-1 0 0,1 0-1,-1 0 1,0 0 0,1 0-1,-1 0 1,0 1 0,0-1-1,0 1 1,0-1 0,0 1 0,0 0-1,0 0 1,-1 0 0,1 0-1,-1 0 1,1 0 0,-1 0 0,0 0-1,0 1 1,0-1 0,0 1-1,0-1 1,0 1 0,-1-1 0,1 4-1,2 8-6,-1 0 1,-1 0-1,0 21 0,-1-34 6,-1 7-6,0 1-1,0-1 0,-1 0 0,0 0 0,-1 0 1,0 0-1,0-1 0,0 1 0,-1-1 0,0 0 0,-1 0 1,0 0-1,0 0 0,0-1 0,-1 0 0,-8 7 1,0 0-54,-1-1 1,0 0 0,-1-1-1,0-1 1,-1-1 0,-20 9 0,37-18 64,-1 1 0,1-1 1,-1 1-1,0-1 1,1 1-1,-1-1 1,0 0-1,1 1 0,-1-1 1,0 0-1,0 0 1,1 0-1,-1 1 1,0-1-1,0 0 0,1 0 1,-1 0-1,0 0 1,0 0-1,0 0 1,1-1-1,-1 1 0,0 0 1,0 0-1,1 0 1,-1-1-1,0 1 1,1 0-1,-1-1 0,-1 0 1,2 0 9,1 0 0,-1 0 1,1 0-1,-1 0 0,1 0 0,-1 0 1,1 0-1,-1 0 0,1 1 1,0-1-1,-1 0 0,1 0 0,0 1 1,0-1-1,-1 0 0,1 1 0,0-1 1,0 1-1,0-1 0,0 1 0,0-1 1,1 1-1,13-7 58,0 0-1,0 1 1,0 1-1,0 1 1,1 0-1,0 1 1,0 1-1,0 0 1,0 1-1,0 1 1,0 1-1,22 3 1,-34-4-68,-1 1 0,1 0 0,0 1-1,-1-1 1,1 0 0,-1 1 0,0 0 0,1 0 0,-1 0 0,0 0 0,0 1 0,0-1 0,-1 1 0,1 0 0,-1 0 0,3 3 0,-1-1 5,-1 1 1,0 0-1,-1-1 0,1 1 0,-1 0 0,0 0 1,-1 0-1,1 0 0,0 9 0,-1-7 5,-1 1 0,0-1 0,0 1 1,0-1-1,-1 1 0,-1-1 0,1 0 0,-1 1 0,-1-1 0,0 0 0,0 0 0,0-1 0,-1 1 0,-8 12 0,6-13 84,-1 0 0,0-1 0,0 0 0,0 0 0,-1 0 0,0-1 0,0-1-1,0 1 1,-1-1 0,1-1 0,-17 6 0,6-5 219,-1 0 0,0 0 0,1-2 0,-31 0 0,49-2-314,0-1 1,0 1 0,0 0 0,0-1 0,0 1 0,0 0 0,0-1 0,1 1 0,-1-1 0,0 0-1,0 1 1,0-1 0,1 1 0,-1-1 0,0 0 0,0 0 0,1 0 0,-1 1 0,1-1 0,-1 0-1,1 0 1,-1 0 0,1 0 0,0 0 0,-1 0 0,1 0 0,0 0 0,0 0 0,-1-2 0,-2-35-1084,3 32 758,0 1 1,1-1 0,-1 1 0,1-1-1,0 1 1,1-1 0,-1 1-1,1-1 1,0 1 0,0 0-1,4-7 1,18-18-4012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2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0 680,'0'0'9490,"161"15"-8402,-108-15-223,-2 0-497,-7 0-368,-13 0-200,-12-2-865,-7-1-1751,-12-2-2929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3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23 312,'0'0'11082,"173"10"-10209,-120-10-361,-3 0-240,-3 0-272,-5 0-144,-3 0-552,12-8-689,-10-4-1431,-7-1-2898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5:53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48 600,'0'0'8070,"-10"24"-7570,-29 76 11,37-94-433,0 1-1,0 0 1,0 0 0,1 0 0,0 0-1,0 1 1,1-1 0,0 0 0,0 7-1,1 6 123,0-8-128,0 0-1,1-1 1,0 1 0,1 0-1,0-1 1,0 1-1,2-1 1,-1 0 0,1 0-1,1 0 1,0-1-1,1 0 1,-1 0-1,2-1 1,0 0 0,0 0-1,0 0 1,1-1-1,0-1 1,1 1 0,0-2-1,0 1 1,0-1-1,1-1 1,0 0-1,0 0 1,0-1 0,1-1-1,-1 0 1,24 3-1,-18-4-40,1-2 1,0 0-1,-1 0 0,21-5 0,-31 4-21,0-1 1,0 0 0,0-1 0,0 0 0,-1 0 0,1 0-1,-1-1 1,0 0 0,0 0 0,0 0 0,0-1 0,8-9-1,-6 4 21,0 0 0,-1 0-1,0 0 1,0-1-1,-1 0 1,-1 0-1,0-1 1,-1 1-1,6-22 1,-6 14 192,-1 0 1,-1 0-1,-1 0 0,0 0 1,-4-32-1,1 42-154,1 0 0,-1 1 0,-1-1 0,0 0 0,0 1 0,0-1 0,-1 1 0,-1 0 0,1 1 0,-1-1 0,-1 1 0,1 0 0,-1 0-1,0 0 1,-1 1 0,1 0 0,-14-9 0,8 7-112,1 1 0,-1 1 0,0 0 0,0 0 0,-1 1 0,1 1 1,-1 0-1,0 1 0,-1 0 0,1 1 0,-18 0 0,18 2-237,1 0 0,-1 1 0,0 1 1,0 0-1,1 1 0,-1 0 0,1 1 1,-17 7-1,4 1-1719,1 2 1,-39 28-1,13-4-3736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1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3 120,'0'0'7864,"-23"20"-7201,-74 61-131,93-77-481,0-1 0,0 1 0,1 0 0,-1 0 0,1 0 0,0 1 0,0-1 0,1 1 0,-3 5 0,4-7-8,0 0 0,1 1 0,-1-1 0,1 0 1,0 0-1,0 0 0,0 1 0,1 4 0,0 8 77,0-10-100,0-1 0,0 0 0,0 0 0,1 0 0,0 0 0,0 0 0,0 0 0,1-1 0,0 1 0,0-1 0,0 1 0,0-1 0,0 0 0,1 0 0,0-1 0,0 1 0,0-1 0,0 0 0,1 0 0,-1 0 0,8 3 0,0 1-25,1-1 0,0 0 0,0-1-1,0 0 1,0-1 0,1-1 0,17 3 0,-24-6 45,1 1 0,0-1 0,0 0 1,-1 0-1,1-1 0,0 0 0,-1 0 1,1-1-1,0 0 0,-1 0 0,0-1 1,0 0-1,13-7 0,-15 6 141,0 0 0,0-1 0,0 1 0,-1-1 0,0 0 0,0 0 0,0 0 0,0-1 0,-1 0 0,0 1 0,0-1 1,-1 0-1,1 0 0,-1-1 0,-1 1 0,1 0 0,0-7 0,0 2 131,0 0 1,-1-1-1,0 1 0,-1 0 1,0-1-1,-1 1 1,-4-22-1,3 28-276,1 1 0,-1-1 0,0 0 0,0 1 0,0-1 0,-1 1 0,0 0 0,0 0 0,0 0 0,0 0 0,-1 0 0,1 1 0,-1 0 0,0-1 0,0 1 0,0 1 0,0-1 0,-1 0 0,1 1 0,-6-2 0,-4-1-208,0 1 0,-1 1-1,0 0 1,1 1 0,-1 0 0,0 1-1,0 1 1,-27 3 0,29-2-477,1 1 0,-1 1 0,1 0 1,0 1-1,0 0 0,-13 7 0,-6 7-3618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1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1 199 4049,'0'0'7113,"150"-113"-5616,-105 83-577,-12 7-184,-10 8-184,-12 5-48,-6 5-296,-2 2-200,0 3-8,0 0-680,5 0-712,14 0-713,-2 0-847,-1 5-1761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7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6513,'0'0'4833,"7"7"-4384,143 126 1282,180 166-1155,-324-293-868,-3-3-204,0 0 0,0 0 1,0 0-1,0-1 0,0 0 0,7 4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7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0 4241,'0'0'7276,"-12"28"-6329,-1 7-626,-61 134 860,-61 61-269,77-135-780,52-88-364,5-9-949,6-15-1474,7-3-2222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8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1112,'0'0'10755,"167"3"-9971,-111-3-232,-3 0-248,-6 0-216,-11 0-88,-2 0-752,-12-8-1049,-5 1-1335,-11 2-2001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8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4329,'0'0'6593,"153"13"-5448,-100-11-529,0 1-320,-3-3-272,-5 0-24,19 0-912,-14 0-945,-5-13-2336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8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1 512,'0'0'11691,"103"32"-10235,-50-32-344,-3 0-280,3 0-376,-3 0-296,-2 0-160,-3 0-576,13-5-952,-10-5-1361,-9 0-3096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9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32 368,'0'0'5143,"-16"23"-4690,-47 72 14,61-93-440,1 0 1,0 0 0,-1 0-1,1 0 1,0 0 0,0 1-1,0-1 1,0 0 0,1 0 0,-1 1-1,1-1 1,-1 1 0,1-1-1,0 0 1,0 4 0,0-5-13,1-1 0,-1 1 0,1 0 0,-1 0 1,1-1-1,-1 1 0,1 0 0,-1-1 0,1 1 0,0-1 1,-1 1-1,1-1 0,0 1 0,0-1 0,-1 0 0,1 1 1,0-1-1,0 0 0,0 1 0,1-1 0,4 3 91,5 1 36,0 0 0,0-1 0,0 0 0,0-1 0,0 0 1,1-1-1,13 1 0,5-2 441,46-5 0,-70 4-482,-1 1 0,1-1 1,-1-1-1,0 1 0,1-1 1,-1 0-1,0 0 0,0 0 1,0-1-1,0 0 0,-1 0 1,1 0-1,-1 0 0,6-7 1,-7 7-25,0 0 1,-1-1-1,0 1 1,0-1-1,0 0 0,0 0 1,0 0-1,-1 0 1,0 0-1,1 0 1,-2 0-1,1 0 0,0 0 1,-1 0-1,0-1 1,0 1-1,0 0 1,0 0-1,-2-5 0,1 6-78,0-1-1,0 1 1,0-1 0,-1 1-1,0 0 1,1 0-1,-1 0 1,0 0-1,-1 0 1,1 0-1,0 1 1,-1-1-1,0 1 1,1 0 0,-1-1-1,0 1 1,0 1-1,0-1 1,0 0-1,-5-1 1,-8-4-205,0 1 1,-31-6 0,23 6-321,1 2 1,-1 1 0,-37 0-1,48 3-189,1 1-1,0 1 1,0 0-1,-1 0 0,-11 4 1,-11 11-3801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09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6 224,'0'0'7663,"-16"13"-7112,-55 42 185,64-48-649,1-1-1,-1 1 1,1 1 0,1-1 0,-1 1-1,1 0 1,1 1 0,-1-1 0,1 1 0,1 0-1,0 0 1,0 0 0,0 0 0,1 0-1,1 1 1,0-1 0,0 0 0,1 20-1,1-21-68,0-1 0,1 1 0,-1 0 0,2-1-1,-1 1 1,1-1 0,0 1 0,0-1 0,1 0 0,0-1-1,1 1 1,-1-1 0,1 1 0,0-1 0,1-1 0,-1 1-1,1-1 1,0 0 0,1 0 0,12 7 0,-6-4 13,0-1 1,1 0-1,-1-1 0,1 0 1,0-1-1,1-1 1,-1 0-1,1-1 1,0-1-1,20 1 0,-27-3 127,0 0 0,0-1 0,0 0 0,-1 0 0,1-1 0,0 0 0,-1 0 0,0-1 0,1 0 0,10-6 0,-8 2 52,-1 0 1,0 0-1,0-1 1,0 0 0,-1 0-1,10-15 1,-7 10-49,-1-1 0,-1-1 0,0 0 1,-1 0-1,0-1 0,-1 0 0,-1 0 0,-1-1 1,0 1-1,-1-1 0,-1-1 0,-1 1 0,0 0 1,-1 0-1,-2-31 0,0 44-178,1 1 0,-1 0-1,0 0 1,0 0 0,0-1 0,-1 1 0,1 0 0,-1 1-1,1-1 1,-1 0 0,0 0 0,0 1 0,0-1-1,-1 1 1,1-1 0,-1 1 0,1 0 0,-1 0 0,0 0-1,1 1 1,-1-1 0,0 1 0,0-1 0,0 1-1,0 0 1,-1 0 0,-3-1 0,-10-1-462,0 1-1,0 0 1,1 1 0,-22 2-1,16-1-630,-43 0-3308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20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0 4081,'0'0'3613,"-23"26"-2967,-71 86-123,82-97-395,1 0-1,0 0 1,1 1-1,1 1 0,0 0 1,1 0-1,-6 22 1,3-11 66,1 1 10,1 1 1,-8 43-1,14-58-155,1 1 0,1 0 0,0 0-1,1 0 1,1 0 0,4 24 0,-4-36-40,0 0 0,0-1 0,1 1 0,-1 0 0,1-1 0,0 1 0,0-1 0,0 1 0,1-1 0,-1 0-1,1 0 1,-1 0 0,1 0 0,5 3 0,-1-1 14,-1-1 0,0-1 0,1 1 0,0-1 0,0-1 0,0 1 0,9 1 0,9 1 97,1-1-1,-1-2 0,37-1 1,-18-1 13,59-8 0,-81 4-113,-1 0 0,0-1-1,0-2 1,37-15 0,-43 14 75,-1 0 0,0-1 0,0 0-1,-1-1 1,0 0 0,0-1 0,-1-1 0,17-21-1,-22 23 55,0 1 0,-1-1 0,0-1-1,0 1 1,-1-1 0,-1 0 0,0 0-1,0 0 1,-1-1 0,0 1-1,-1-1 1,-1 0 0,1-13 0,-3 32-265,0 0 1,0 0 0,0 0 0,-1 0-1,-3 9 1,-6 24 1,9-24 92,0 0 0,2 0 1,-1 1-1,2-1 0,3 25 0,-2-34 19,0 0-1,0-1 1,0 1 0,1-1-1,0 1 1,0-1 0,1 0 0,-1-1-1,1 1 1,1 0 0,-1-1-1,1 0 1,0 0 0,0 0-1,9 5 1,-3-2 10,1-1-1,0-1 1,0 0-1,0 0 1,1-1-1,0-1 1,0 0-1,1-1 1,14 2-1,15 0 24,65-2 1,-96-3-38,4 0 3,-1-1 0,0-1 1,1 0-1,-1-1 0,0-1 1,0 0-1,-1-1 0,16-7 1,-24 9 25,0 0 1,0 0-1,0 0 1,0-1-1,-1 0 0,0-1 1,1 1-1,-2-1 1,1 0-1,0 0 1,-1 0-1,0-1 1,0 1-1,-1-1 1,0 0-1,0 0 1,0 0-1,-1-1 1,1 1-1,1-11 0,-5 23-45,0 0 0,1 1-1,0-1 1,0 0-1,0 0 1,1 1-1,0-1 1,0 0-1,1 0 1,0 0-1,0 0 1,0 0-1,0-1 1,1 1-1,0 0 1,1-1-1,-1 0 1,1 0 0,6 7-1,1-4 30,0-1 0,0 0 0,0 0 0,1-2 0,0 1 0,0-1 0,0-1-1,1-1 1,0 1 0,20 1 0,13 0-37,75-3 1,-117-2 25,17-1-15,0-1 1,0-1-1,0-1 1,-1-1 0,0-1-1,1 0 1,-2-2-1,1 0 1,-1-1 0,0-1-1,29-21 1,-33 20 75,0-1 1,-1 0 0,0-1-1,-1 0 1,-1-1 0,0-1-1,-1 0 1,0 0 0,-2-1-1,1-1 1,-2 0 0,0 0-1,7-26 1,-15 45-213,1 40-200,-1-37 341,0-1 1,1 0-1,0 1 1,0-1-1,0 0 1,0 0-1,1 0 0,-1 0 1,1 0-1,3 5 1,1-3-18,0-1 0,0 1 0,1-1 0,-1 0 0,1-1 0,0 0 0,1 0 0,-1 0 0,1-1 0,0 0 0,-1 0 0,1-1 0,0 0 0,11 1 0,15 1-182,0-1 0,35-2 1,-66-1 197,13 1-39,-1-2 0,0 0 0,1-1-1,-1-1 1,0 0 0,0-1 0,0 0-1,0-1 1,-1-1 0,0-1-1,0 0 1,-1 0 0,1-2 0,-2 1-1,1-2 1,-1 0 0,18-19 0,-17 16 195,0 0 0,-1-1 0,0 0 0,-1-1 0,-1-1 0,0 1 0,12-29 0,-21 38 152,-1 5-312,7 13-531,-1-3 557,1 0-1,0-1 1,0 0-1,0 0 1,1-1-1,0 0 1,1 0 0,0-1-1,0 0 1,0 0-1,1-1 1,-1-1-1,1 1 1,20 4-1,-2-2 56,0-2 0,0-1-1,1-2 1,41 0 0,-52-2 70,1-1 0,-1-1 0,1-1 0,-1 0 0,0-1 0,0-1 0,-1-1 0,0 0 0,25-14 0,-31 14 52,0-1 1,0 0 0,-1-1-1,0 0 1,0-1-1,-1 0 1,0 0-1,0-1 1,-2 0 0,1-1-1,-1 0 1,0 0-1,-1 0 1,6-18-1,-6 9 35,0 0-1,-2 0 0,0-1 0,-2 1 0,0-1 0,-2-33 1,0 53-251,0 1 0,0 0 0,0-1 0,0 1 0,0 0 0,0-1 0,0 1 0,0 0 0,0-1 1,0 1-1,0 0 0,0-1 0,0 1 0,0 0 0,-1-1 0,1 1 0,0 0 0,0-1 0,0 1 0,-1 0 0,1 0 1,0-1-1,0 1 0,-1 0 0,1 0 0,0-1 0,-1 1 0,1 0 0,0 0 0,0 0 0,-1 0 0,1 0 0,0-1 1,-1 1-1,-15 4-1288,-11 11-871,2 11-994,2-3-2317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5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4457,'0'0'5290,"20"25"-4463,6 7-624,92 122 397,-44-44-341,39 52-237,-112-160-104,1 0 0,0 0-1,0 0 1,0 0-1,0-1 1,0 1-1,0-1 1,0 1-1,1-1 1,-1 0-1,0 0 1,1 0-1,-1 0 1,1 0 0,-1-1-1,1 1 1,-1-1-1,6 1 1,-6-1-126,0 0-1,-1-1 1,1 1 0,0 0 0,-1-1 0,1 1 0,0-1 0,-1 0 0,1 0-1,-1 1 1,1-1 0,-1 0 0,1 0 0,-1 0 0,1-1 0,-1 1 0,0 0-1,1-2 1,11-16-4849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5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0 4721,'0'0'3010,"-15"26"-1946,-109 173 971,102-165-1710,-217 313 683,205-313-1489,33-33-196,1-15-3615,0-2-1941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5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1 104,'0'0'12155,"109"67"-10859,-53-59-400,0-1-472,0-2-352,-9 0-72,-5-5-776,-6 0-1088,-11-2-1433,-16-11-3096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6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1176,'0'0'9434,"193"18"-8370,-143-16-615,0-2-449,6 0-296,22 0-1073,-14-7-1879,-5-9-3794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16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36 4505,'0'0'2647,"24"-6"-1648,78-16-284,-84 19-352,-1 1 0,1 1 0,0 0 1,24 2-1,-17 0 97,-22-1-441,0 1 1,0-1-1,0 0 0,0 1 0,0 0 0,0 0 0,0 0 0,0 0 0,0 0 0,0 0 0,0 1 1,-1-1-1,1 1 0,-1 0 0,1 0 0,-1 0 0,0 0 0,0 0 0,0 1 0,0-1 1,0 0-1,0 1 0,0 0 0,-1-1 0,0 1 0,1 0 0,-1 0 0,0 0 0,0 0 0,-1 0 1,1 0-1,-1 0 0,1 0 0,-1 4 0,0-1-18,1 0 1,-2 1-1,1-1 0,-1 0 0,0 0 1,0 0-1,-1 0 0,1 0 1,-1 0-1,-1 0 0,1-1 1,-1 1-1,0-1 0,0 1 1,-1-1-1,-6 7 0,-5 2-211,-2 0 0,0-2 1,0 0-1,-1 0 0,-1-2 0,1 0 0,-2-1 0,1-1 0,-1-1 1,-36 7-1,122-25 1121,114-4-1,-176 15-908,1 0 0,-1 1-1,0 0 1,1 0 0,-1 0-1,0 0 1,0 1 0,0 0-1,0 0 1,0 0 0,0 0-1,0 1 1,-1-1 0,1 1-1,-1 0 1,1 0 0,-1 0-1,0 0 1,-1 1 0,1-1-1,0 1 1,-1 0 0,0 0 0,0 0-1,0 0 1,0 0 0,-1 0-1,1 5 1,3 6 1,-1 0 1,-1 0-1,-1 0 0,0 1 1,-1-1-1,-2 28 0,0-34 41,-1-1-1,0 0 0,0 0 1,-1 1-1,0-2 0,-1 1 0,0 0 1,0-1-1,-1 1 0,1-1 1,-2 0-1,1-1 0,-1 1 0,0-1 1,-13 10-1,7-6 170,-1 0 0,0-1-1,-1-1 1,0 0 0,0-1 0,0 0 0,-30 8 0,33-12-76,0-1 0,0 0-1,0 0 1,-1-1 0,1-1 0,-1 0 0,1-1 0,-23-3 0,26 2-280,0-1-1,0 1 1,0-1-1,0-1 0,1 0 1,-1 0-1,1 0 1,0-1-1,0 0 1,1 0-1,-1-1 1,-7-8-1,-6-9-2702,2 2-2687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22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94 4489,'0'0'1187,"-19"28"-903,-61 94 100,73-109-247,0 0 0,1 0 0,0 0 1,1 1-1,0-1 0,1 1 0,-3 19 0,4-16 20,-1 1 32,1 0 1,0 0 0,2 0 0,0 0 0,3 28-1,-1-39-143,0-1 0,0 1 0,1-1 0,0 0 0,0 0 0,0 1 0,1-2 0,0 1 0,0 0 0,0 0-1,1-1 1,0 0 0,0 0 0,0 0 0,1 0 0,0-1 0,0 1 0,8 4 0,0-1 43,0-1 0,1 0 1,-1-2-1,1 1 0,1-2 1,-1 0-1,26 4 0,0-3 78,64-2 0,-91-2-108,0-1-1,0-1 1,0-1 0,0 1 0,-1-2-1,1 0 1,-1 0 0,0-1 0,1-1-1,-2 0 1,1-1 0,-1 0 0,0 0-1,0-1 1,0-1 0,-1 0 0,18-18 0,-16 12 280,1 0 1,-2 0-1,0-1 1,-1 0 0,-1-1-1,0 0 1,-1 0 0,7-20-1,-14 30-67,-1 29-613,1-1-1,1 0 0,9 43 1,-8-53 325,1-1 1,0 0-1,0 0 1,1-1-1,1 0 1,0 1-1,0-2 1,1 1-1,12 12 1,-10-13-14,0 0 0,2 0 0,-1-1 1,1 0-1,0-1 0,0 0 1,1-1-1,0-1 0,0 1 0,1-2 1,17 5-1,1-3-26,0-1 0,1-1 0,52-2 0,-66-2 56,-1-1 0,0-1 0,0-1 0,0-1-1,0 0 1,0-1 0,-1-1 0,0 0-1,0-1 1,0-1 0,-1 0 0,0-2-1,-1 1 1,0-2 0,-1 0 0,0 0 0,0-1-1,12-16 1,-10 11 13,-1-2 1,21-32-1,-30 41 28,0 1 0,0-1 0,-1-1 1,0 1-1,-1 0 0,0-1 0,2-20 0,-21 80-753,12-30 582,1 0-1,1 0 1,1 1 0,0-1-1,3 29 1,-1-40 64,0-1 0,0 0 0,1 0 0,0 0 0,0 0 0,0 0 0,1 0 0,0-1 0,1 1 0,0-1 0,0 0 0,0 0 0,0 0 0,1-1 0,0 1 1,0-1-1,11 8 0,-7-8 13,0 1 0,1-1 1,-1-1-1,1 0 0,1 0 1,-1-1-1,0 0 1,16 1-1,6 0-2,50-2 0,-65-2 76,0-1-1,-1 0 1,1-2-1,0 0 1,-1 0-1,1-2 1,-1 0-1,0-1 1,0-1-1,-1 0 1,0-1-1,0 0 1,-1-2-1,0 1 1,-1-2-1,23-23 1,-20 18 207,-2 0 0,0-2 0,-1 0-1,18-33 1,-25 39 68,-1 0 0,0 0 1,0-1-1,-1 1 0,-1-1 0,0 0 0,0-1 0,0-24 0,-4 67-521,1-11 104,0-1 0,0 0 0,5 24 0,-4-36 77,0 0-1,1 0 1,-1 0 0,1 0-1,0 0 1,1 0-1,-1-1 1,1 1 0,0-1-1,0 0 1,0 0-1,0 0 1,1 0 0,0-1-1,0 1 1,4 2-1,3 1-6,0-1-1,1-1 0,0 1 1,0-2-1,0 0 0,0-1 1,1 0-1,0 0 0,23 0 1,-8-2 48,0-1 0,0-1 1,43-8-1,-40 2 83,-2-1 0,1-1 0,-1-2-1,-1-1 1,0-1 0,-1-1 0,42-29 0,-29 13 395,0-1-1,-2-2 1,64-73 0,-81 81-116,-2 0 0,0-2 0,27-53 0,-38 64-267,-1-1-1,-1 0 1,0 0 0,-1-1-1,-1 0 1,0 0-1,-2 0 1,1-22 0,-3 39-135,0 1 0,0-1 1,0 1-1,0-1 1,0 0-1,0 1 0,0-1 1,0 0-1,-1 1 1,1-1-1,0 1 0,0-1 1,0 1-1,-1-1 1,1 1-1,0-1 0,-1 1 1,1-1-1,-1 1 1,1-1-1,-1 1 0,1-1 1,-1 1-1,1 0 1,-1-1-1,1 1 0,-1 0 1,1 0-1,-1-1 1,1 1-1,-1 0 0,0 0 1,-22-1-2414,12 2 892,-22-1-3957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6:40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13 104,'0'0'3125,"0"15"-3028,-1 13 210,-1 1 0,-2-1 0,0 0 0,-9 27 0,8-32-254,1 0 0,1 0 0,0 38 0,26-61 611,-3-1-549,0-1 0,-1-2 0,1 0 0,34-12 0,25-6-74,-8 12-39,0 3 1,142 4-1,-112 5 18,-99-2 14,-1 0-1,1 0 1,0 0 0,-1 0-1,1 0 1,0 0 0,-1 0 0,1 0-1,-1-1 1,1 1 0,0-1-1,-1 1 1,1-1 0,-1 0-1,3-1 1,-3 0 29,0 1 0,-1-1 0,1 0 0,-1 1 1,1-1-1,-1 0 0,0 0 0,0 1 0,1-1 0,-1 0 0,0 0 0,-1-3 0,1-6-123,0-3 228,0 0-1,-1 0 1,0 0-1,-1 1 1,-1-1-1,0 1 1,-9-24-1,3 12 62,7 18-139,0 1 1,0-1-1,-1 1 0,0-1 1,0 1-1,-7-9 1,10 15-128,0-1-1,-1 1 1,1 0 0,0-1 0,0 1-1,-1 0 1,1 0 0,0 0 0,0-1 0,-1 1-1,1 0 1,0 0 0,-1 0 0,1 0-1,0-1 1,-1 1 0,1 0 0,0 0-1,-1 0 1,1 0 0,0 0 0,-1 0 0,1 0-1,0 0 1,-1 0 0,1 0 0,0 0-1,-1 0 1,1 0 0,0 0 0,-1 1 0,1-1-1,-1 0 1,-8 12-1336,-1 17-591,9-28 1898,-7 29-2049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456 123 1008,'0'0'9396,"-1"-12"-8339,-6-38-82,7 49-907,0-1 1,0 1-1,-1 0 0,1-1 0,0 1 1,-1 0-1,0-1 0,1 1 0,-1 0 1,0 0-1,1 0 0,-1-1 0,0 1 1,0 0-1,0 0 0,0 0 1,0 0-1,0 0 0,0 1 0,0-1 1,0 0-1,-1 0 0,1 1 0,0-1 1,-1 1-1,1-1 0,0 1 0,-1-1 1,1 1-1,-2 0 0,-5-3 209,-15-4-82,-1 1 1,0 1-1,0 1 1,-1 1 0,1 1-1,-1 1 1,-27 2 0,20-1-133,26 0-69,0 0 0,0 1 1,0 0-1,0 0 0,0 0 1,0 1-1,1-1 0,-1 2 1,0-1-1,1 0 0,-1 1 1,1 0-1,0 0 0,0 1 1,0 0-1,1-1 0,-1 1 1,1 1-1,0-1 0,0 1 0,0 0 1,1 0-1,-1 0 0,-2 7 1,0 0-158,2-1 0,-1 1 0,2 0 0,0 1 0,0-1 0,1 0 1,0 1-1,1 0 0,1-1 0,1 22 0,0-31 103,-1 0 0,1 0-1,-1 0 1,1 0 0,0-1 0,0 1 0,0 0-1,1 0 1,-1-1 0,0 1 0,1-1 0,0 1-1,0-1 1,0 0 0,0 0 0,0 1 0,3 1-1,0 0 16,0-1 0,0 0-1,1-1 1,-1 1-1,1-1 1,-1 0 0,1 0-1,7 1 1,6 0-21,1-1 0,-1 0 0,1-2 0,25-2 0,-37 1 84,1 0-1,-1-1 0,0 0 0,0 0 0,0-1 0,0 0 1,0 0-1,-1-1 0,1 0 0,-1 0 0,0-1 1,0 0-1,-1 0 0,1-1 0,-1 1 0,0-2 0,-1 1 1,0 0-1,9-14 0,2-9 585,-1 0 0,-1 0 0,17-57 0,-14 39 248,-17 47-850,0 0 0,0 0-1,0 0 1,0 0-1,0 0 1,0 0-1,0 0 1,0 0-1,0 0 1,0 0-1,0 1 1,0-1-1,0 0 1,0 0-1,0 0 1,0 0 0,0 0-1,0 0 1,0 0-1,0 0 1,0 0-1,0 0 1,0 0-1,0 0 1,0 0-1,0 0 1,0 1-1,0-1 1,1 0-1,-1 0 1,0 0 0,0 0-1,0 0 1,0 0-1,0 0 1,0 0-1,0 0 1,0 0-1,0 0 1,0 0-1,0 0 1,0 0-1,1 0 1,-1 0-1,0 0 1,0 0 0,0 0-1,0 0 1,0 0-1,0 0 1,0 0-1,0 0 1,0 0-1,0 0 1,0-1-1,0 1 1,1 0-1,-1 0 1,0 0-1,0 0 1,0 0-1,0 0 1,0 0 0,0 0-1,0 0 1,0 0-1,0 0 1,4 12-137,2 16-29,0 48 135,-7 107-1,-1-72 41,2-109-30,0-1-1,0 0 0,0 0 0,-1 0 1,1 1-1,1-1 0,-1 0 0,0 0 1,0 0-1,0 0 0,0 1 0,1-1 1,-1 0-1,1 0 0,-1 0 0,1 0 1,-1 0-1,1 0 0,0 1 0,1-2-124,-1 0-1,0-1 0,1 1 0,-1 0 0,0-1 0,1 0 0,-1 1 0,0-1 0,0 0 0,0 0 0,0 0 0,1 1 0,-1-1 0,0 0 0,1-2 0,17-15-3828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8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4657,'0'0'5445,"7"16"-4706,22 58 431,4-2 1,54 89-1,-67-133-1140,1 0 0,1-2-1,32 30 1,-53-55-95,0 0-1,0 0 1,0 0 0,0 0-1,1 0 1,-1 0 0,0 0-1,1-1 1,-1 1 0,0 0-1,1-1 1,-1 0 0,1 1-1,-1-1 1,1 0 0,-1 0 0,1 1-1,-1-1 1,1 0 0,0-1-1,-1 1 1,1 0 0,-1 0-1,1-1 1,-1 1 0,0 0-1,3-2 1,-1 0-262,-1 1 0,0-1 0,1 0 0,-1 0 1,0 0-1,0 0 0,0 0 0,0-1 0,0 1 0,-1 0 0,1-1 0,2-5 0,7-21-6249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8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0 5041,'0'0'3604,"-11"22"-2431,-68 145 825,-72 122 1083,105-208-2759,76-117-4483,-7 8-1256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9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22 104,'0'0'11891,"-5"-1"-9860,5 1-2013,0 0-1,0 0 1,0 0-1,0 0 1,0 0 0,0 0-1,0 0 1,0 0 0,0 0-1,0 0 1,0 0-1,0 0 1,0 0 0,0 0-1,0-1 1,0 1 0,0 0-1,0 0 1,0 0 0,0 0-1,0 0 1,0 0-1,0 0 1,0 0 0,0 0-1,0 0 1,0 0 0,0 0-1,0 0 1,0 0 0,0 0-1,0-1 1,0 1-1,0 0 1,-1 0 0,1 0-1,0 0 1,0 0 0,0 0-1,0 0 1,0 0 0,0 0-1,0 0 1,0 0-1,0 0 1,0 0 0,0 0-1,0 0 1,0 0 0,0 0-1,0 0 1,-1 0 0,17-5 41,-1 1 0,1 1 1,0 0-1,0 1 1,0 1-1,0 0 0,0 2 1,31 3-1,-45-3-81,1 0 1,-1 0-1,0 0 0,0 0 0,1 0 0,-1 1 0,0-1 0,0 1 1,0 0-1,-1-1 0,1 1 0,0 0 0,-1 0 0,1 0 0,-1 0 0,1 0 1,-1 0-1,0 1 0,0-1 0,0 0 0,0 1 0,0-1 0,-1 1 1,1-1-1,-1 1 0,0-1 0,1 1 0,-1 3 0,0 1-32,1 1-1,-1 0 0,-1-1 1,1 1-1,-1 0 1,-1-1-1,1 1 0,-5 9 1,-4 3-7,-2 0-1,0-1 1,-1-1 0,-1 0 0,-1-1 0,0 0-1,-19 15 1,40-31 34,0 1 0,0-1 0,1 0-1,-1-1 1,0 0 0,7 0 0,12 0 99,0 1 210,0-1 0,0-1 0,0-2-1,42-9 1,-53 8-1709,-1-1-1,0-1 1,0 0-1,17-11 1,-15 7-4295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9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2401,'0'0'10279,"-5"13"-10123,3 18 412,2 62 0,1-35-89,-1 468 99,5-532-1236,26-58-5099,-19 31-1745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0:59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5841,'0'0'7786,"162"0"-7786,-129 0-704,12 0-953,-3-13-1375,-6 1-3266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0.6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2721,'0'0'10054,"0"13"-10020,-20 199 823,9-124-736,-2 12-52,3-38-413,-1 83 0,11-144 823,0-38-60,1 21-389,1 0 1,0 1 0,1-1-1,1 0 1,0 1 0,8-16-1,3-7 727,26-43 0,-38 77-676,-1-1-1,1 1 1,0-1 0,0 1-1,1 0 1,0 0 0,-1 0-1,1 1 1,0-1 0,1 1-1,-1 0 1,0 0 0,1 1-1,5-3 1,-3 3-94,0 0 0,1 0 0,-1 0 0,1 1-1,-1 1 1,1-1 0,-1 1 0,1 0 0,9 2 0,-13-1-10,0 0 0,1 0 0,-1 1 0,0-1 0,0 1 0,0 0 0,0 0 0,-1 0 1,1 1-1,0 0 0,-1-1 0,0 1 0,0 0 0,1 1 0,-2-1 0,1 0 0,0 1 0,-1 0 0,0-1 0,1 1 0,-2 0 0,1 0 0,0 0 0,1 9 0,2 3-139,-1 0-1,-1 1 0,0-1 0,-2 1 0,1 20 0,-2-32 148,-1-1 0,1 1 0,-1-1-1,0 1 1,0-1 0,0 1 0,-1-1 0,1 0 0,-1 1 0,0-1-1,0 0 1,-1 0 0,1 0 0,-1-1 0,0 1 0,0-1 0,0 1-1,-1-1 1,-4 4 0,2-3 47,1 0-1,-1-1 1,0 0 0,0 0-1,-1 0 1,1-1-1,0 0 1,-1 0 0,0 0-1,1-1 1,-1 0-1,-12 0 1,2-1 79,9 1-50,0-1 0,0 0 1,0-1-1,-12-1 0,19 1-143,0 1 0,-1 0 1,1-1-1,0 1 0,0-1 0,-1 1 0,1-1 0,0 1 0,0-1 0,0 0 0,0 0 0,0 0 0,0 0 0,0 1 0,0-1 0,0-1 0,0 1 1,0 0-1,1 0 0,-1 0 0,0 0 0,1 0 0,-1-1 0,1 1 0,-1 0 0,1-1 0,0 1 0,0 0 0,-1-1 0,1 1 0,0-2 0,0-13-2922,0 1-2360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0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0 208,'0'0'10134,"-4"2"-9134,3-2-977,1 0-1,-1 0 0,1 0 0,-1 0 0,1 0 0,-1 0 0,1 0 0,-1 0 0,1 1 1,0-1-1,-1 0 0,1 0 0,-1 0 0,1 1 0,0-1 0,-1 0 0,1 1 0,-1-1 1,1 0-1,0 1 0,-1-1 0,1 0 0,0 1 0,0-1 0,-1 1 0,1-1 0,0 1 1,0-1-1,0 0 0,-1 1 0,1-1 0,0 1 0,0-1 0,0 1 0,0-1 0,0 1 1,0-1-1,0 1 0,0-1 0,0 1 0,0-1 0,0 1 0,1 0 0,17 23 765,-6-11-470,17 22 200,35 41-264,84 77 1,-148-152-359,0-1 0,1 1 1,-1-1-1,0 1 0,0-1 0,1 0 0,-1 1 0,1-1 1,-1 1-1,0-1 0,1 0 0,-1 0 0,1 1 0,-1-1 1,1 0-1,-1 0 0,1 1 0,-1-1 0,1 0 0,-1 0 1,1 0-1,-1 0 0,1 0 0,-1 0 0,1 0 0,-1 0 1,1 0-1,0 0 0,-1 0 0,1 0 0,-1 0 0,1-1 1,-1 1-1,1 0 0,-1 0 0,0 0 0,1-1 0,-1 1 1,1 0-1,-1-1 0,1 1 0,-1 0 0,0-1 0,1 1 1,-1-1-1,0 1 0,1 0 0,-1-1 0,0 1 0,0-1 1,1 1-1,-1-1 0,0 1 0,0-1 0,0 0 0,1-15-5666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1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2793,'0'0'6609,"-53"161"-5729,39-101-144,-3-2-56,0-6-215,1-6-169,5-9-136,-1-7-80,7-7-16,2-5-64,3-8-328,0-3-769,3-7-903,14 0-1265,2-5-2696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1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0 808,'0'0'10624,"0"12"-10351,-1 145 1513,3 212-20,-1-353-1729,0-1 1,1 1 0,0-1 0,8 24 0,-10-38-58,0-1 1,0 0-1,0 1 1,0-1-1,0 0 0,1 1 1,-1-1-1,0 0 1,0 1-1,0-1 1,0 0-1,0 0 0,1 1 1,-1-1-1,0 0 1,0 0-1,1 1 0,-1-1 1,0 0-1,0 0 1,1 0-1,-1 1 1,0-1-1,0 0 0,1 0 1,-1 0-1,0 0 1,1 0-1,-1 0 0,0 0 1,1 0-1,-1 1 1,0-1-1,1 0 1,-1-1-1,10-8-1140,3-16-2712,-5-2-2724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1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3313,'0'0'12426,"170"25"-12306,-125-25-120,2 0-976,20 0-1056,-11 0-1937,-6-5-3057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2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89 24,'0'0'11282,"-6"-14"-10476,-21-42-187,26 55-595,0-1 0,0 1 0,0 0-1,0-1 1,-1 1 0,1 0 0,0 0 0,-1 0 0,1 0 0,-1 0 0,1 0 0,-1 0 0,0 0 0,1 1 0,-1-1 0,0 1 0,1-1 0,-1 1 0,0 0-1,0-1 1,1 1 0,-1 0 0,0 0 0,0 0 0,0 1 0,1-1 0,-1 0 0,0 0 0,-2 2 0,-4-1 39,3 0-42,-1 0 0,1 0 0,0 1 0,0 0 0,0 0 0,0 0 0,0 1 0,0-1 0,1 1 0,0 0 0,-1 1 0,1-1 0,0 1 0,0 0 0,1 0 0,-5 5 0,-2 5-28,0 0 1,0 0-1,-13 30 0,18-33 6,0 1 0,2 0 0,-1 0 0,1 0 0,1 1 0,1-1 0,-1 1 0,2-1 0,0 1 0,0-1 0,3 15 0,-2-23 75,0 0 0,0 0 0,1 0 0,-1-1 0,1 1 0,0 0 0,0-1 0,0 1 0,0-1 0,1 0 1,-1 0-1,1 0 0,0 0 0,0 0 0,0 0 0,0-1 0,1 1 0,-1-1 0,1 0 0,-1 0 0,1 0 1,0-1-1,-1 0 0,1 1 0,0-1 0,5 0 0,10 3 401,1-1-1,1-1 1,38-1 0,-43-1-568,-10 0-19,1 0 0,0-1 0,-1 0 0,1-1 0,0 1 0,-1-1 0,0 0 0,1-1 0,-1 0 0,10-5 0,-3-1-1161,0-1 1,-1 0 0,16-16-1,1-4-5304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2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1480,'0'0'11907,"-3"5"-11179,28 3 232,11 2-32,0 0-391,3-2-537,-5-3-120,-3 0-1137,-12-5-1295,-8 0-2225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2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6657,'0'0'7914,"164"5"-6978,-119-5-712,-6 3-224,14-3-792,-14 0-1368,-6 0-2201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1:03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56 72,'0'0'7446,"-16"26"-6586,-49 85-139,62-104-644,-1 0-1,1 1 0,0-1 0,0 1 0,1 0 1,0 0-1,1 0 0,0 0 0,0 0 1,1 0-1,0 14 0,1-3 60,-2-5-39,2-1 0,-1 0 0,2 0-1,0 1 1,5 16 0,-5-24-42,0 0 0,1 0 0,0-1 0,0 1 0,0-1 1,1 0-1,0 0 0,0 0 0,0-1 0,1 1 0,-1-1 0,1 0 0,8 6 0,-1-3 64,0-1 0,1 1 0,-1-2 0,1 0 0,0 0 0,1-1 0,-1-1 0,1 0 0,21 1 0,-25-3 27,0-1 0,0 0 0,0 0 0,0-1 0,0-1 0,-1 1 0,1-1-1,0-1 1,-1 0 0,1 0 0,-1-1 0,0 0 0,0-1 0,8-6 0,-4 1 55,-2-1 0,0 0 0,0-1 0,-1 0 0,0-1 1,-1 0-1,-1 0 0,0-1 0,-1 0 0,0 0 1,-1-1-1,-1 0 0,0 0 0,-1 0 0,-1-1 1,0 1-1,-1-1 0,-1 0 0,0 0 0,-1 0 1,-3-18-1,3 28-218,-1-1 0,-1 0 0,1 1 0,-1 0 0,0-1 1,-1 1-1,1 0 0,-1 0 0,-1 0 0,1 0 0,-1 1 0,0-1 0,0 1 1,-1 0-1,1 0 0,-1 0 0,0 1 0,-11-7 0,4 3-248,-1 1 0,-1 0 0,1 1 0,-1 1-1,0 0 1,0 1 0,-18-3 0,-53-4-2522,6 10-1937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3:0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1373 158 824,'0'0'3561,"13"-8"-2912,39-23-52,-50 30-530,-1 0 1,1 0-1,-1 0 1,0 0-1,0 0 1,1 0 0,-1 0-1,0 0 1,0 0-1,0 0 1,0-1-1,0 1 1,-1 0 0,1-1-1,0 1 1,-1-1-1,1 1 1,-1-1 0,1 1-1,-1-1 1,1 0-1,-1 1 1,0-1-1,0 1 1,0-1 0,0 1-1,0-1 1,0 0-1,-1 1 1,1-1 0,0 1-1,-1-1 1,1 1-1,-1-1 1,0 1-1,0-1 1,1 1 0,-1 0-1,0-1 1,0 1-1,0 0 1,0 0-1,0-1 1,0 1 0,-2-1-1,-6-4-58,0 0 0,0 1 0,-1 0 0,0 0 0,0 1 0,0 0 0,-1 1 0,1 0-1,-1 0 1,-14-1 0,-16 0 33,-56 2 0,83 2-13,-45-1-14,-1 2 0,1 4 0,-96 18 0,100-9-19,0 3 0,2 2 0,-58 29 0,77-30 1,1 1 1,1 2-1,1 1 0,1 1 1,-44 45-1,37-30-15,2 2-1,2 1 1,1 2-1,3 1 1,1 1-1,3 2 1,1 0 0,3 1-1,-20 67 1,34-86-5,2 0 1,0 0-1,2 1 0,2 48 1,2-68 11,0-1 1,1 1-1,0-1 1,1 0 0,0 0-1,0 0 1,1 0-1,0 0 1,0-1 0,1 0-1,0 0 1,1 0-1,0 0 1,0-1 0,0 0-1,1 0 1,0-1-1,10 7 1,8 5 43,1-1 1,0 0-1,2-2 0,38 15 1,-4-6-78,1-3 1,1-2-1,1-3 0,78 9 1,-50-16-18,-1-3 0,135-9 1,-201 0 76,-1-1-1,-1-1 1,1-1 0,-1-1 0,0-1 0,-1-1 0,1-2 0,-2 0-1,27-17 1,-9 1 108,-1-2-1,-1-1 1,62-65-1,-78 70 58,0 0 0,-1-2 0,29-50 0,-40 59-80,-1-1-1,-1 1 0,-1-1 1,0 0-1,-2-1 0,0 0 1,3-30-1,-5 12 148,-1-1-1,-3 0 1,-1 0 0,-9-50 0,6 64-217,-1 1-1,-1-1 1,-1 1 0,-1 1-1,-1-1 1,-1 2 0,-23-35-1,31 51-70,-1 1-1,1-1 0,-1 1 1,-1 0-1,1 0 1,-1 0-1,0 1 0,0-1 1,0 1-1,-1 0 1,0 1-1,1-1 0,-1 1 1,0 0-1,-1 1 1,1 0-1,-9-3 0,-18 2-1052,-1 0 1,0 3-1,-53 4 0,-3 11-3157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14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3001,'0'0'8000,"-3"38"-7433,3 238 652,37-276-559,-11-1-623,-1-2 0,33-7 0,-32 5-38,-1 1 0,35-1 0,-9 4-20,-34-1 0,0 1-1,0 1 1,0 1 0,0 0-1,0 1 1,-1 1-1,24 7 1,10 13-191,-47-77 496,-3-83 1274,0 137-1569,-4 10-7504,-3 0 3425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24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1072,'0'0'5919,"0"0"-5776,0 0-1,-1 0 1,1 0 0,0 0 0,0 0 0,0 0-1,-1 0 1,1 0 0,0 0 0,0 0 0,0 0-1,0 0 1,-1 0 0,1 0 0,0 0-1,0 0 1,0 0 0,-1 0 0,1 1 0,0-1-1,0 0 1,0 0 0,0 0 0,0 0 0,-1 0-1,1 0 1,0 1 0,0-1 0,0 0 0,0 0-1,0 0 1,0 0 0,0 1 0,0-1-1,0 0 1,0 0 0,-1 0 0,1 1 0,0-1-1,0 0 1,0 0 0,0 1 0,0 184-157,0-184 732,17-2-725,-1-1 1,0 0-1,18-6 0,-16 4-7,-1 1-1,24-2 0,-37 5 2,123 0-331,-120 2 194,0 0 1,0 1-1,0 0 0,-1 0 1,1 0-1,-1 1 1,0 0-1,0 0 0,0 0 1,10 11-1,-16-15 486,1-28 294,1-99 957,-2 127-1606,0 30-6625,0-12 2714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27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1072,'0'0'3113,"14"1"-60,51 5-3033,185 2 46,-195-8-198,-58 2-2648,-4-2 1089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29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41 56,'0'0'7826,"0"-3"-7318,0-11-147,0 11 71,0 17-840,-3 231 618,29-254 159,3-8-365,-11 6 1,0 0 0,1 2 0,0 0 0,1 1-1,0 0 1,0 2 0,0 0 0,31-3 0,-18 6-30,0 2-1,52 6 1,-68-3 14,0 1 0,0 1 0,0 0 1,0 2-1,-1 0 0,26 13 0,-32-13-32,-7-4 24,-1-1 0,1 1 0,0-1 0,0 1 1,-1-1-1,1 0 0,0 0 0,0 0 0,0 0 0,1-1 0,2 1 1,-5-1 90,6-49 180,0 18 125,-6 18-196,11-135 3216,-12 148-3602,-11 10-7385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31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16 832,'0'0'3568,"-6"-10"993,6 10-4449,0 0 0,0-1 0,0 1 0,-1 0 0,1 0 0,0-1 0,0 1 0,0 0-1,0 0 1,0-1 0,0 1 0,-1 0 0,1 0 0,0 0 0,0-1 0,0 1 0,-1 0 0,1 0 0,0 0 0,0 0 0,-1-1 0,1 1 0,0 0 0,0 0 0,-1 0 0,1 0 0,0 0 0,0 0 0,-1 0 0,1 0 0,0 0 0,0 0 0,-1 0 0,1 0 0,0 0 0,-1 0 0,1 0 0,0 0 0,-9 17-66,2 1 1,0-1-1,1 2 0,1-1 0,1 0 0,0 1 0,-1 35 1,-16-54-4808,8 0-343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32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0 864,'0'0'4229,"10"8"-4098,0-1-126,-1 0 1,0 1 0,-1 1 0,1-1-1,-2 1 1,14 20 0,-14-17 244,23 36-655,-5-19 3666,-26-35-2800,0 1 0,1-1 1,0 1-1,0-1 0,2-10 1,-2 14-302,2-5-29,-1 1-1,1-1 0,0 1 1,1 0-1,-1-1 0,6-7 1,-5 9-60,-1 0 1,1 0-1,-1 0 1,0 0 0,0-1-1,-1 1 1,1-1-1,0-9 1,-2 15-178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33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17 1688,'0'0'6275,"1"-4"-5800,5-9 35,-4 17 469,-2 31 1152,-1-13-1570,1 200-473,-3-189-63,3-33 244,-11-5-5874,6-2 1018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8:3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2481,'0'0'4279,"5"0"-3933,0 1-299,-1 0 0,1-1 1,-1 1-1,1 1 1,-1-1-1,1 1 1,-1-1-1,0 1 1,1 1-1,-1-1 1,0 0-1,0 1 1,-1 0-1,1 0 0,-1 0 1,6 6-1,6 9-78,-1 0 0,16 26 0,-4-5 6,-25-39 76,-1 1 1,0 0 0,1-1 0,-1 1-1,0 0 1,1-1 0,-1 1 0,1-1-1,-1 1 1,1-1 0,0 1 0,-1-1-1,1 1 1,-1-1 0,1 0 0,0 1-1,-1-1 1,1 0 0,0 0-1,-1 1 1,1-1 0,0 0 0,-1 0-1,1 0 1,0 0 0,0 0 0,-1 0-1,1 0 1,0 0 0,1 0 0,-1-1-6,0 0 0,0 0 0,0 0 0,0 0 0,0 0 0,0 0 0,0 0 0,0 0 0,0 0 0,-1-1 0,1 1 0,0 0 0,-1 0 0,1-2 0,2-5 278,0 0-1,-1-1 1,2-16-1,1-15 494,2-30 932,-4 72-6063,2 6-695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26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684 33 224,'0'0'80,"-142"-30"-176,103 28 88,-3 2-32,-3 0-16,-5 0-8,-6 0 56,-2 10-8,-4 5 8,-2 5 0,0 2 8,3 6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27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1055 104,'14'-23'1624,"72"-131"5925,-29 25-5868,-41 84-1463,-3 0-1,-2 0 1,-2-2 0,-2 1-1,-2-1 1,-2 0-1,-6-93 1,0 116-130,-1-1-1,-1 0 1,-1 1 0,-1 0 0,-1 1 0,-2 0 0,-20-38 0,27 58-364,1 0 0,-1 1 1,0-1-1,0 1 1,0 0-1,0 0 1,0 0-1,0 1 1,-1-1-1,1 1 0,0 0 1,-1-1-1,1 1 1,-1 1-1,0-1 1,1 1-1,-1-1 1,-7 1-1,-17-4-1226,-9-8-705,1-1-274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27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1286 26 1456,'0'0'1773,"-31"-4"-1107,-7-2-445,-6-1 72,0 2-1,-57 2 0,63 4-114,0 3 0,0 1 1,1 2-1,0 1 0,1 2 0,-1 1 0,2 3 0,-38 18 1,-8 10 96,3 3 0,-92 71 1,130-87-120,1 2 0,2 1 1,-45 51-1,68-66-104,0 1 1,1-1 0,1 2-1,1 0 1,1 0-1,0 1 1,2 0 0,0 1-1,-10 42 1,12-27-27,2-1 1,1 1 0,2 0-1,2 0 1,1 0-1,1-1 1,2 1-1,2-1 1,1 0-1,2-1 1,1 1 0,2-2-1,1 0 1,2-1-1,1 0 1,1-1-1,1-1 1,2-1 0,2-1-1,0-1 1,2-1-1,0-1 1,51 38-1,-34-33 37,2-3 0,0-1 0,75 31 0,-85-44 50,0-2 0,1-1 0,0-1 1,1-2-1,69 5 0,-81-11-48,0 0-1,0-1 0,0-2 1,0 0-1,0-2 0,-1 0 1,36-12-1,-14-2 85,-1-2 0,-1-2 1,-1-2-1,0-2 0,67-55 0,-86 61-114,-1-1-1,-1 0 0,-1-2 0,-1-1 0,-1 0 0,-1-1 0,-1-1 0,-2 0 1,0-1-1,15-46 0,-13 16 194,-2-1 0,-4 0 0,-1-1 0,0-95 0,-8 141-185,0-1 0,-1 1-1,-1-1 1,0 1 0,-1 0 0,-1-1 0,0 1-1,0 0 1,-2 0 0,1 1 0,-9-17 0,-2 3-30,-2 1-1,0 0 1,-34-37 0,42 53-68,0 0 1,0 0-1,-1 1 0,-1 0 0,1 1 0,-1 0 0,0 1 0,-1 0 0,1 1 1,-1 0-1,-20-5 0,16 7-319,0 1 1,0 1-1,0 1 1,0 0-1,0 1 0,0 0 1,0 2-1,-25 6 1,26-3-919,0 0 0,-20 12 0,33-17 1212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29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1275 84 208,'0'0'3462,"-34"-11"-2682,-114-34 126,122 37-680,-1 2 1,1 1-1,-1 1 0,0 1 1,-53 2-1,44 1-11,7 1-44,0 1-1,-1 1 0,1 1 1,1 2-1,-1 0 0,1 2 1,0 2-1,1 0 0,-45 25 1,30-12-67,2 1 1,0 3 0,1 1 0,2 1 0,1 3 0,-50 55 0,65-61-69,0 0 0,2 2 1,1 0-1,1 2 0,2-1 1,1 2-1,1 0 0,1 1 0,2 0 1,-7 39-1,10-28-21,2-1 0,1 1 0,2 0 1,7 69-1,-2-84-10,2 1 0,1-1 0,1-1 1,1 1-1,2-1 0,1-1 0,25 47 0,-21-48 1,2-1 0,1 0 0,1-1 0,0 0-1,2-2 1,1-1 0,0 0 0,2-2-1,35 22 1,-30-23 44,2-2-1,0-1 1,1-1-1,0-2 1,1-1-1,0-1 0,63 7 1,-35-10 99,116-2 0,-148-6-113,0-1 0,0-1 1,0-2-1,-1-1 0,0-1 1,31-13-1,-19 2-24,-1-1-1,-1-2 1,-1-2 0,-1-1-1,-1-2 1,-1-2 0,-1 0-1,-2-3 1,28-35 0,-37 38 26,0 0 0,-2-2 0,-1-1 0,-2 0 0,-1-2 0,-2 1 0,-1-2 0,-1 0 0,-2 0 0,-2-1 0,5-42 0,-10 34 154,0 0-1,-6-53 0,1 74-72,-1 1 0,-1-1 0,-1 1 0,-1 0 1,-18-42-1,6 27 25,-3 0 0,0 1 1,-3 2-1,0 0 0,-3 2 0,0 0 1,-2 2-1,-1 2 0,-2 0 0,-63-42 1,85 64-209,0 1 0,-1 0 0,0 0 1,0 1-1,0 0 0,0 1 0,0 1 1,-1-1-1,1 2 0,-1-1 0,1 2 1,-1 0-1,0 0 0,1 1 0,-1 0 1,0 1-1,1 0 0,0 1 0,0 1 1,-14 5-1,4 0-691,0 0 1,-33 23 0,-34 29-2844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2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2 432,'0'0'13938,"10"-1"-13478,-8 1-439,1 0 1,-1-1 0,1 1-1,-1 0 1,0 0-1,1 0 1,-1 1 0,1-1-1,-1 1 1,0-1-1,1 1 1,-1 0 0,0-1-1,0 1 1,1 1 0,-1-1-1,0 0 1,0 0-1,0 1 1,0-1 0,-1 1-1,1 0 1,0-1-1,-1 1 1,1 0 0,-1 0-1,1 0 1,-1 0-1,0 0 1,0 0 0,0 1-1,0-1 1,0 0-1,0 4 1,11 31 381,-2 1-1,-1 0 1,-2 0 0,3 55-1,-8 160 356,-2-39-940,0-213 69,3 24-14,-3-25 21,0 1 0,0 0-1,0-1 1,0 1 0,0 0 0,0 0-1,0-1 1,1 1 0,-1 0-1,0-1 1,1 1 0,-1 0-1,0-1 1,1 1 0,-1-1-1,1 1 1,-1-1 0,1 1-1,-1-1 1,1 1 0,-1-1-1,1 1 1,-1-1 0,1 1-1,0-1 1,0 1 0,0-10-3785,-1-5-794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1 184 1608,'0'0'8431,"23"-25"-6898,75-75-477,-93 96-994,-1-1 0,1 1 0,0 0 1,0 0-1,1 0 0,-1 1 0,1 0 0,0 0 0,-1 0 0,1 1 1,1 0-1,-1 0 0,0 0 0,0 1 0,8-1 0,1 0 35,8-1 18,1 0 1,0 1-1,0 2 0,44 4 1,-52-1-109,-1 0 0,1 0 1,-1 2-1,0 0 0,-1 1 1,1 0-1,-1 1 0,19 12 1,-14-5-8,-1 0 1,0 1-1,-1 0 0,-1 2 1,0 0-1,-1 1 1,-1 0-1,-1 1 1,0 1-1,-2 0 0,0 0 1,-1 1-1,-2 1 1,0 0-1,-1 0 0,-1 0 1,-1 1-1,4 38 1,-8-34-7,-1-1 0,-5 38 1,4-52 2,-2 0 0,0 0 1,0-1-1,-1 1 0,-1-1 0,0 0 1,-10 17-1,-1-4 6,-2-1-1,0 0 0,-2-1 1,0-2-1,-2 0 1,0-1-1,-1-1 1,-1-1-1,0-1 1,-2-1-1,1-2 1,-30 12-1,42-21 74,0 0 1,-1-1-1,1 0 0,-1-1 0,0-1 1,1 0-1,-1-1 0,-15-2 1,23 2-36,0-1 0,1 0 0,-1-1 1,0 1-1,1-1 0,-1 0 0,1-1 1,0 1-1,-8-6 0,11 6-53,-1 0 0,1 0-1,-1-1 1,1 1 0,0-1-1,0 1 1,0-1 0,0 0-1,0 0 1,1 0 0,-1 0-1,1 0 1,0 0 0,0 0 0,0 0-1,0 0 1,0-6 0,1 7-151,-1 0 1,1 0-1,0 0 0,0-1 1,0 1-1,0 0 1,1 0-1,-1 0 1,0 0-1,1 0 1,-1 0-1,1 0 1,0 0-1,0 0 1,0 0-1,0 0 1,0 0-1,0 0 0,1 1 1,-1-1-1,0 0 1,1 1-1,0-1 1,-1 1-1,1 0 1,0-1-1,-1 1 1,1 0-1,0 0 1,0 0-1,3-1 0,25-7-5027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3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6649,'0'0'10875,"17"-3"-12084,-17 19-1367,0-1-3329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4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142 137 184,'0'0'9917,"-22"23"-8813,22-23-1104,-89 100 938,85-95-886,1 0 1,0 0 0,0 0 0,0 0 0,0 0 0,1 0 0,0 1 0,0-1-1,1 1 1,-1-1 0,1 1 0,0 0 0,1 0 0,-1 0 0,1-1-1,0 1 1,1 7 0,0 7 50,-1-8-72,1 0 0,0 1 0,0-1 0,1 0 0,1 0 0,0 0-1,5 14 1,-4-18-39,0-1 0,0 1 0,1-1 0,0 0 0,0 0-1,1 0 1,-1-1 0,1 0 0,1 0 0,13 10 0,-11-10 26,1 0-1,0 0 1,0-1 0,0 0 0,1-1-1,0 0 1,-1 0 0,1-2 0,1 1-1,-1-1 1,0-1 0,0 0 0,1 0-1,-1-2 1,1 1 0,-1-1 0,0-1-1,0 0 1,0 0 0,0-1-1,0-1 1,0 0 0,-1 0 0,1-1-1,-1 0 1,0-1 0,-1 0 0,0-1-1,0 0 1,0 0 0,-1-1 0,0 0-1,0 0 1,-1-1 0,8-11 0,-8 8 33,0-1 1,-1 0 0,0 0 0,-1-1 0,-1 0 0,0 1-1,-1-2 1,0 1 0,-1 0 0,0 0 0,-2-1 0,1 1-1,-2-1 1,0 1 0,-1-1 0,0 1 0,-5-16 0,3 16-64,-1-1 0,0 0-1,-2 1 1,1 0 0,-1 1 0,-1-1 0,-1 1 0,0 1 0,0 0 0,-1 0 0,-1 1 0,0 0 0,-1 1 0,1 0 0,-24-14 0,24 18-262,-1 1 0,0 1 0,0 0 0,-1 0 0,1 1 0,-1 1 0,1 0 0,-1 1 0,0 0 0,0 1 0,1 1 0,-1 0 0,0 0 0,1 1 0,-18 5 0,-32 17-4227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4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6329,'0'0'7257,"21"15"-7159,-15-11-83,5 3 12,0 0 0,-1 0 0,-1 1 0,1 0 0,-1 1 0,-1 0 1,0 1-1,0 0 0,0 0 0,-1 0 0,-1 1 0,0 0 0,-1 0 1,5 13-1,7 37 204,-3 0-1,11 112 1,-10 130-34,-9-149-342,-6-150 30,5 28 250,-5-31-356,1 0 0,0 0 0,-1 0 0,1 0 0,0 0 0,0-1 0,-1 1 0,1 0 0,0 0 0,0-1 0,0 1 0,0-1 0,0 1 0,0-1 0,0 1-1,0-1 1,0 0 0,0 1 0,0-1 0,0 0 0,0 0 0,0 0 0,1 0 0,-1 0 0,2 0 0,10 0-4533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5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254 211 7866,'0'0'3543,"2"-22"-3152,10-71-108,-12 90-260,1 0 1,-1 0 0,0 0 0,1 0-1,-1-1 1,-1 1 0,1 0 0,0 0-1,-1 0 1,0 0 0,1 0 0,-1 0-1,0 0 1,-1 0 0,1 0-1,0 0 1,-1 0 0,0 1 0,0-1-1,0 1 1,0-1 0,0 1 0,0 0-1,0-1 1,-1 1 0,1 0 0,-1 1-1,0-1 1,1 0 0,-4-1 0,-4 0 48,1 1 1,0 0-1,0 0 1,-1 1-1,1 0 1,-1 0-1,-10 1 1,20 0-74,-4 1 0,0-1 0,0 0 0,0 1 0,1-1 0,-1 1 0,0 0 0,1 1 1,-1-1-1,0 1 0,1-1 0,0 1 0,-1 0 0,1 0 0,-6 5 0,4-2-70,0 1-1,0-1 0,1 1 0,0 0 0,0 0 0,0 0 1,-4 10-1,0 3-226,2 1 0,0 0 0,1 0 0,-5 36 0,7-19 349,1-1 1,5 68-1,-3-100 8,1 1-1,0-1 0,0 1 0,0-1 0,1 0 1,-1 0-1,1 1 0,0-1 0,0 0 0,0-1 0,1 1 1,-1 0-1,1-1 0,0 1 0,0-1 0,0 0 1,1 0-1,-1 0 0,1 0 0,0-1 0,-1 1 0,1-1 1,0 0-1,1 0 0,-1-1 0,0 1 0,9 1 1,8 1 422,0-1 1,1-1 0,-1 0 0,36-4-1,-20 2 85,4 1-935,61 12 1,-84-10-883,-15-3 735,1 0-3796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5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0 3793,'0'0'8170,"-167"113"-7698,130-95-448,-2-1-24,-11 3-1137,5-5-1727,9-5-2769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7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52 1536,'0'0'10945,"-20"-8"-10178,-64-28-159,81 35-567,-1 0 1,1-1-1,-1 1 0,1 1 0,-1-1 0,0 0 0,0 1 0,1 0 1,-1 0-1,0 0 0,0 0 0,1 1 0,-1-1 0,0 1 1,0 0-1,1 0 0,-4 2 0,1 0-18,1 0 0,0 1 0,0 0 0,0 0 0,0 0 0,-8 10 0,4-4 11,-3 2-32,0 1-1,1 0 0,0 1 0,1 0 0,1 0 1,0 1-1,1 1 0,1-1 0,1 1 0,0 0 0,0 1 1,2-1-1,0 1 0,1 0 0,1 0 0,-1 23 0,3-36-18,1 1-1,-1 0 0,1-1 0,0 1 1,0-1-1,0 1 0,0-1 0,1 0 1,0 1-1,0-1 0,0 0 0,0 0 1,1 0-1,4 5 0,-2-4-19,0 0-1,1 0 1,-1 0 0,1 0-1,1-1 1,-1 0-1,0 0 1,10 3 0,2 0-130,0-1 0,0 0 0,1-2 0,0 0 0,0-1 0,25 0 0,-26-2 33,0 0 0,0-2-1,0 0 1,0-2 0,-1 1-1,25-9 1,-32 8 78,1-2 1,-1 1-1,0-1 1,-1-1-1,1 0 1,-1 0-1,-1-1 1,1 0-1,-1-1 1,0 1-1,11-16 0,-12 14 179,0-1-1,-1 0 0,0-1 1,0 0-1,-1 0 0,-1 0 1,0 0-1,0-1 0,-1 0 1,0 1-1,-1-1 0,-1 0 1,0 0-1,-1-14 1,-2 81-467,1-36 296,0-1 0,2 1 1,2 23-1,-1-35 15,-1 1 0,1-1 0,1 0-1,-1 0 1,1 0 0,1-1 0,-1 1 0,1-1 0,0 0 0,0 1-1,10 9 1,-6-9-41,1 0 1,0 0-1,0 0 0,0-2 0,0 1 0,1-1 1,0 0-1,0-1 0,1 0 0,-1-1 0,1 0 1,-1 0-1,1-1 0,0-1 0,0 0 0,0 0 0,0-1 1,0-1-1,14-1 0,-20 1 67,1-1 0,-1 1-1,1-1 1,-1 0 0,0-1 0,1 1 0,-1-1 0,0 0-1,-1 0 1,1 0 0,0-1 0,-1 0 0,0 0 0,0 0-1,0 0 1,-1-1 0,1 1 0,-1-1 0,0 0 0,0 0-1,3-7 1,-1-1 43,0 0 1,-1 0-1,0 0 0,-1 0 0,0 0 1,-1-1-1,1-26 0,-3 18 110,-1 0 0,-6-38 0,5 51-120,0 1 0,-1 0-1,0 0 1,0 0 0,0 0 0,-1 0 0,-1 0 0,1 1-1,-12-13 1,2 8-157,13 11 34,1 1 0,0 0-1,-1-1 1,1 1 0,0 0-1,-1-1 1,1 1-1,-1 0 1,1 0 0,0 0-1,-1 0 1,1-1 0,-1 1-1,1 0 1,-1 0 0,1 0-1,-1 0 1,1 0 0,0 0-1,-1 0 1,1 0 0,-1 0-1,1 0 1,-1 0 0,1 1-1,-1-1 1,1 0-1,0 0 1,-1 0 0,1 0-1,-1 1 1,1-1 0,0 0-1,-1 1 1,1-1 0,0 0-1,-1 1 1,-3 12-3769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7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25 3369,'0'0'6018,"-24"-2"-5482,-78-2-75,95 5-400,0-1 0,0 1 0,0 1 0,0-1 0,0 1 1,0 0-1,1 1 0,-1 0 0,1 0 0,0 0 0,0 1 1,0 0-1,0 0 0,1 0 0,-1 1 0,1 0 1,0 0-1,0 0 0,1 0 0,-7 11 0,9-13-55,-5 7-10,0-1-1,1 1 0,1 0 1,0 1-1,0-1 0,1 1 1,0 0-1,1 0 0,0 0 0,1 0 1,1 1-1,-1-1 0,2 1 1,0 18-1,0-27-16,0 1 1,0-1-1,1 1 1,-1-1 0,1 0-1,-1 1 1,1-1-1,0 0 1,1 0-1,-1 0 1,0 1-1,1-1 1,0-1 0,0 1-1,0 0 1,0 0-1,0-1 1,0 1-1,1-1 1,-1 1-1,1-1 1,0 0 0,-1 0-1,1 0 1,0-1-1,0 1 1,0-1-1,0 0 1,6 2-1,7 1-40,0-1-1,-1-1 1,1 0-1,0-1 0,17-1 1,-30 0 52,5-1-58,1 0 1,-1 0-1,0-1 1,1 0-1,-1 0 1,0-1 0,-1 0-1,1 0 1,0-1-1,-1 0 1,0 0-1,0-1 1,0 0 0,0 0-1,-1-1 1,8-8-1,-7 6 34,0 1 0,-1-1-1,0-1 1,0 1-1,-1-1 1,0 0 0,-1 0-1,0-1 1,0 1 0,-1-1-1,0 0 1,-1 0 0,2-13-1,-1-17 1663,-2-1 0,-5-45 0,16 191-1165,1-43-382,-8-30-55,2 0 0,1-1-1,15 37 1,-22-66-163,0 0 1,0 0-1,0 0 1,0 0-1,0 0 0,1 0 1,-1-1-1,1 1 1,0 0-1,-1-1 0,1 1 1,2 0-1,26 9-5106,-11-8-276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8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74 4297,'0'0'7001,"-26"16"-6588,-78 51-189,101-65-218,-1 0 0,1 1 1,1-1-1,-1 0 1,0 1-1,0-1 1,1 1-1,0 0 0,-1 0 1,1 0-1,0 0 1,0 1-1,1-1 1,-1 0-1,1 1 0,0-1 1,0 1-1,0-1 1,0 1-1,0 0 1,1-1-1,-1 6 0,1 1 4,-2 0 0,2-1 0,-1 1 1,1 0-1,0-1 0,1 1 1,0-1-1,5 18 0,-4-23-8,0 0-1,0 1 1,0-1-1,0 0 1,1-1 0,-1 1-1,1 0 1,0-1-1,0 0 1,1 1-1,-1-1 1,0 0 0,1-1-1,0 1 1,0-1-1,0 1 1,0-1-1,6 2 1,-2-1 29,1 0 1,0 0-1,0-1 0,0 0 0,0 0 1,0-1-1,0 0 0,0-1 1,1 0-1,-1 0 0,0-1 0,0-1 1,0 1-1,0-1 0,0-1 1,0 1-1,-1-2 0,1 1 0,-1-1 1,0 0-1,10-7 0,-10 4 49,0 1 1,1-1-1,-2-1 0,1 1 0,-1-1 0,-1-1 0,1 1 0,-1-1 1,-1 0-1,0-1 0,0 1 0,-1-1 0,0 0 0,0 0 0,-1 0 1,-1 0-1,0-1 0,1-11 0,-1 9 28,-1 0 1,-1 0-1,0 0 0,-1 0 0,-3-22 1,2 31-101,1-1-1,-1 1 1,1 0 0,-1-1 0,0 1 0,-1 0 0,1 0 0,-1 1 0,1-1 0,-1 0 0,0 1 0,-1 0 0,1 0 0,-1 0 0,1 0 0,-1 0-1,0 1 1,0-1 0,-6-2 0,-4 0-236,0 0-1,0 1 1,0 0 0,-1 1-1,0 1 1,1 0-1,-23 0 1,27 2-377,-1 1-1,1 0 1,0 0 0,-1 1 0,1 0 0,-16 6-1,-4 8-3144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1592,'0'0'10325,"9"8"-10207,-1-1-67,-1 0 0,0 0 0,-1 1 0,1-1 0,-2 1 0,1 1 0,-1-1 1,0 1-1,-1 0 0,0 0 0,3 10 0,77 358 1298,-67-284-1263,-14-78-92,-2-8 10,0 1-1,1-1 1,-1 0-1,1 0 1,1 0-1,0 0 1,3 8 0,-4-14-207,-1 0 0,1 0 0,-1 0 1,1 0-1,-1 0 0,1 0 0,-1 0 1,1-1-1,0 1 0,0-1 1,-1 1-1,1-1 0,0 1 0,0-1 1,-1 0-1,1 0 0,0 0 0,0 0 1,2-1-1,-1 1-545,14 0-3690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9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3489,'0'0'3136,"1"21"-2001,-1-5-972,1 13 31,0 0 0,2 0 0,8 33 0,7 58 19,-5-21-164,-10-194 1179,-8-18-456,2 60-162,3-62-1,1 110-615,-1 1 1,1 0-1,0 0 0,0 0 0,0 1 1,1-1-1,-1 0 0,1 0 0,0 1 1,0-1-1,0 1 0,0-1 1,1 1-1,0 0 0,-1 0 0,1 0 1,0 0-1,0 1 0,1-1 1,-1 1-1,1 0 0,-1 0 0,1 0 1,-1 0-1,1 0 0,0 1 1,0 0-1,0 0 0,4-1 0,0 1-192,0-1-1,0 2 0,0-1 1,-1 1-1,1 0 1,0 1-1,0 0 0,0 0 1,-1 1-1,1-1 0,0 2 1,-1-1-1,0 1 0,9 4 1,28 26-2646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39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63 1480,'0'0'8227,"-25"-5"-8031,-80-12-61,102 16-126,1 1 0,-1 0 0,1 0 0,-1 0 0,0 0 0,1 0 0,-1 0 0,0 1 0,1-1 0,-1 1 0,1-1 0,-1 1 0,1 0 0,-1 0 0,1 0 0,0 1 0,0-1 0,-1 1 0,1-1 0,0 1 0,0-1 0,0 1 0,1 0 0,-1 0 0,0 0 0,-2 4 0,-2 2 42,1-1-20,-1 1 1,2-1-1,-1 1 1,1 1-1,0-1 1,0 0-1,1 1 1,0 0-1,-2 12 1,2 2-18,0 0 1,2 36-1,1-54-36,0 0-1,1-1 0,-1 1 1,1 0-1,1 0 1,-1 0-1,1-1 0,0 1 1,0-1-1,0 1 0,0-1 1,1 0-1,0 0 0,-1 0 1,2 0-1,-1-1 1,0 1-1,1-1 0,0 1 1,-1-1-1,1-1 0,1 1 1,-1 0-1,0-1 1,1 0-1,-1 0 0,1 0 1,-1-1-1,6 2 0,-3-1 15,0-1 0,0 1 0,0-1 0,1-1 0,-1 1 0,0-1 0,1-1 0,-1 1 0,0-1 0,0 0 0,1-1 0,-1 0 0,0 0 0,0 0 0,-1-1 0,1 0 0,-1 0 0,1-1 0,7-5 0,-4 0-21,-1-1 0,0 1-1,0-2 1,-1 1-1,0-1 1,0 0 0,-2-1-1,1 1 1,-2-1-1,1-1 1,-2 1-1,4-15 1,-1-2 671,-1 0 0,-2-1 0,0 1 0,-2-41 0,0 56 344,2 18-600,4 23-534,13 136 78,11 63 161,-30-215-122,10 33-453,-12-43 400,1 1-1,0-1 1,0 1 0,0-1-1,0 1 1,0-1 0,0 0-1,0 1 1,0-1 0,0 0-1,1 0 1,-1 0 0,0 0-1,1 0 1,-1 0 0,1 0-1,-1-1 1,1 1 0,-1-1-1,1 1 1,0-1-1,2 1 1,17 0-1623,-1-1-1038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40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2 2505,'0'0'5015,"-28"-1"-4023,-89 1-331,113 0-628,-1 1 1,1-1 0,-1 1-1,1 0 1,0 0 0,-1 0-1,1 0 1,0 1-1,0 0 1,0 0 0,0 0-1,0 0 1,0 1 0,1-1-1,-1 1 1,1 0 0,0 0-1,-6 6 1,2-1 43,-2 2-17,1 1 1,0-1-1,1 2 0,0-1 1,1 1-1,0 0 0,1 0 1,0 0-1,1 1 1,1 0-1,0-1 0,0 1 1,1 1-1,1-1 1,0 0-1,1 0 0,2 22 1,-1-31-31,-1 0 0,1 0-1,0-1 1,0 1 0,0 0 0,1 0 0,-1-1 0,1 1 0,0-1 0,0 0 0,0 1 0,0-1 0,0 0 0,1 0 0,0-1 0,-1 1 0,1 0 0,0-1-1,0 0 1,1 1 0,-1-1 0,0 0 0,1-1 0,-1 1 0,1-1 0,-1 1 0,1-1 0,4 0 0,10 3 158,1 0 0,0-2 0,0 0 0,25-2 0,-41 0-164,6 0-16,0 0 0,0-1-1,0 0 1,0 0 0,0-1 0,0 0 0,0-1 0,-1 1-1,1-2 1,-1 1 0,0-1 0,0-1 0,0 1-1,-1-1 1,0-1 0,0 1 0,0-1 0,0-1-1,-1 1 1,0-1 0,0 0 0,-1 0 0,0-1-1,0 1 1,-1-1 0,5-12 0,-2 1-1469,-1 0 1,6-38 0,-8 14-3337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40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3185,'0'0'9428,"5"7"-9277,9 14-85,-1 0 0,0 1-1,-2 1 1,14 39 0,25 106 609,-19 0-129,-3-11-198,-25-147-321,-1-1 0,1 1 0,1 0 0,5 9 0,-8-16-49,0-1 1,1 0-1,-1 1 0,1-1 1,0 0-1,-1 0 0,1 0 1,0 0-1,0 0 0,0-1 1,1 1-1,-1-1 0,0 1 1,1-1-1,-1 0 0,1 0 1,-1 0-1,1 0 0,-1 0 1,1 0-1,3 0 0,58-1-4433,-33 0-1713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40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70 1512,'0'0'3198,"-7"28"-2168,-1 5-779,2-8-101,1 0 1,0 0 0,2 1-1,0 43 1,3-59-127,1 1 0,0-1 0,0 0 0,1 0 0,0 0 0,1 0-1,0 0 1,1 0 0,0-1 0,9 16 0,-10-19-16,2 0 1,-1-1-1,1 1 0,0-1 0,0 0 0,0 0 1,0 0-1,1-1 0,0 0 0,0 0 1,0 0-1,1-1 0,-1 0 0,1 0 0,0-1 1,8 2-1,-6-1 48,1-1 1,-1 0 0,1-1-1,0 0 1,-1-1 0,1 0-1,0-1 1,-1 1 0,1-2-1,16-4 1,-19 4-36,0-1 0,0-1 0,0 1 0,-1-1 1,1 0-1,-1-1 0,0 1 0,-1-1 0,1 0 0,-1-1 0,0 1 1,0-1-1,-1 0 0,5-9 0,0 0 179,-1-1 1,-1 0-1,-1 0 0,0-1 0,-1 1 1,-1-1-1,0-1 0,-2 1 0,0 0 1,-1-1-1,0 1 0,-3-20 0,2 29-95,-1 1 0,0 0 0,0 0 0,-1 0 0,0 0 0,0 0 0,-1 0 0,0 0 0,0 0 0,0 1 0,-1 0 0,0 0 0,0 0 0,-1 0 0,0 0 0,0 1 0,0 0 0,0 0 0,-1 0 0,0 1 0,0 0 0,-11-6 0,3 3-215,0 1 1,-1 0-1,1 1 0,-1 1 0,0 0 0,0 1 0,-1 0 0,1 2 0,-31-1 1,43 3-48,-1-1 0,0 0 1,1 1-1,-1-1 1,0 1-1,1 0 1,-1 0-1,1 1 1,0-1-1,-1 1 0,1 0 1,0 0-1,0 0 1,0 0-1,-3 3 1,1 0-364,1 0-1,0 0 1,0 1 0,0-1 0,0 1 0,1 0 0,-3 8 0,-7 19-3933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41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0 1072,'0'0'6236,"-27"3"-4994,-84 10-531,108-13-688,1 0 0,-1 1 1,0-1-1,0 1 0,0 0 1,1 0-1,-1 0 0,0 0 1,1 0-1,-1 1 0,1-1 1,-1 1-1,1 0 0,0 0 1,0-1-1,0 1 0,0 1 1,0-1-1,-3 4 0,4-2-11,0-1-1,0 1 1,0-1-1,0 1 1,0-1 0,1 1-1,0 0 1,0-1-1,0 1 1,1 4-1,-1 4 1,0-8-3,1 0 0,0 1-1,-1-1 1,2 0 0,-1 0 0,0 0 0,1 0-1,0 0 1,0 0 0,0 0 0,0 0-1,6 6 1,40 41 43,-27-32-19,2 3-30,-1 1 0,-1 0 0,-1 2 0,-1 0 0,-1 1 0,16 33 0,-32-56 31,-1 0 0,1 0 0,-1 0 0,0 0-1,0 0 1,0 0 0,0 1 0,-1-1 0,1 0 0,-1 1 0,0-1-1,0 0 1,0 1 0,-1-1 0,1 0 0,-1 1 0,-1 4 0,0-5 118,1-1 1,-1 1 0,0-1 0,0 0 0,-1 1-1,1-1 1,0 0 0,-1-1 0,1 1 0,-1 0-1,0-1 1,0 1 0,1-1 0,-1 0 0,0 0-1,0 0 1,0 0 0,-4 0 0,-11 3 286,-1-1-1,1-1 1,0 0 0,-1-2 0,1 0-1,-35-5 1,51 4-514,0 1 0,-1-1 0,1 1 0,0-1 0,0 0 0,-1 0 0,1-1-1,0 1 1,0 0 0,0-1 0,0 1 0,1-1 0,-1 1 0,0-1 0,1 0 0,-1 0 0,1 0-1,-1 0 1,1 0 0,0 0 0,0 0 0,0 0 0,0 0 0,0-1 0,1 1 0,-1 0 0,0-1 0,1-3-1,5-3-3280,12 5-3251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4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3225,'0'0'8449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19:56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96,'0'0'8286,"2"-18"-3812,8 14-4414,0 1 0,1 0-1,0 0 1,-1 1 0,1 0 0,16 0 0,-10 1-29,91-4-78,-107 5 45,0 0-1,0 1 1,0-1 0,-1 1 0,1-1-1,0 0 1,0 1 0,-1 0 0,1-1 0,0 1-1,-1-1 1,1 1 0,-1 0 0,1-1-1,-1 1 1,1 0 0,-1 0 0,1-1 0,-1 1-1,0 0 1,1 0 0,-1 0 0,0-1-1,0 1 1,1 0 0,-1 0 0,0 0-1,0 0 1,0 0 0,0 1 0,0 36-28,0-29 38,0 7 6,-1 1-1,-1-1 1,0 1-1,-1-1 1,-1 0 0,-1 0-1,0 0 1,0-1-1,-2 0 1,0 0-1,-14 22 1,5-13 11,-35 45 0,45-62-49,0-1 1,-1 1-1,0-1 0,0 0 0,0 0 0,-1-1 0,0 0 0,0-1 1,0 1-1,-11 3 0,16-8-15,3 0 398,-1-1-346,1 0-1,0-1 1,0 1 0,0 0-1,1-1 1,-1 1 0,0 0 0,0-1-1,1 1 1,-1 0 0,1-1-1,-1 1 1,1 0 0,-1 0-1,1 0 1,0 0 0,0-1 0,0 1-1,-1 0 1,3-1 0,0 0-28,0 1 0,1 0 0,-1 0 0,0 0 0,0 0 0,0 1 0,1-1 0,3 1 0,14-2-8,1 1 1,-1 0-1,0 2 1,1 0-1,-1 2 1,36 8 0,-38-6 190,0-1 0,0 0 0,1-2 0,-1-1 1,1 0-1,28-3 0,-47 2-127,1 0 1,-1-1-1,0 1 0,0 0 0,0-1 0,-1 1 1,1-1-1,0 0 0,0 1 0,0-1 1,0 0-1,0 1 0,-1-1 0,1 0 0,1-1 1,4-5-747,1 5-3360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0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1408,'0'0'9490,"16"2"-8643,-1 0-639,-8-2-141,0 0 1,0 1 0,0 0-1,0 1 1,-1 0 0,1 0-1,0 0 1,-1 0 0,0 1-1,0 1 1,0-1 0,0 1-1,6 4 1,18 19 294,46 54-1,2 3 30,-67-73-347,3 2 91,32 25 0,-40-34-87,0-1 1,0 0-1,0 0 0,1 0 0,-1 0 0,0-1 0,1 0 1,0-1-1,10 2 0,-8-2 240,-3 0-1335,-15-1-9755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0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1 4049,'0'0'7292,"1"4"-7160,0 4-97,-1 0 0,1-1 0,-2 1 0,1 0-1,-1 0 1,0-1 0,0 1 0,-1 0 0,0-1 0,-1 0 0,-4 11 0,-8 13 171,-24 38 0,22-40-161,-8 13 39,-92 149 212,102-177-1411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3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61 864,'0'0'8370,"1"-2"-7392,3-2-837,0 0 0,-1 1 0,1-1 0,1 1 0,-1 0 0,0 0 0,1 1 0,-1-1 0,1 1 0,0 0 0,0 0 0,9-2 0,5-1-155,1 1 1,22-1-1,-17 2-9,-1 1 0,1 2 1,0 0-1,47 8 0,-65-6 13,0-1-1,-1 1 1,1 0-1,-1 0 1,0 1 0,1-1-1,-1 1 1,0 1-1,-1-1 1,1 1-1,-1 0 1,0 1 0,1-1-1,-2 1 1,1 0-1,-1 0 1,0 1 0,0-1-1,0 1 1,-1 0-1,1 0 1,3 11-1,-1 8 4,-1 0 0,-1 0 0,-1 0-1,-2 1 1,-2 46 0,0-21 2,0-22 5,-2-1 0,-9 41-1,1-4 10,10-60-193,2-5 169,-1 0-1,0 1 0,0-1 1,0 0-1,0 0 0,0 0 1,0 0-1,0 1 0,0-1 1,-1 0-1,1 0 0,0 0 1,0 0-1,0 1 0,0-1 1,0 0-1,0 0 0,0 0 0,0 0 1,0 1-1,0-1 0,-1 0 1,1 0-1,0 0 0,0 0 1,0 0-1,0 0 0,0 0 1,0 1-1,-1-1 0,1 0 1,0 0-1,0 0 0,0 0 1,0 0-1,-1 0 0,1 0 1,0 0-1,0 0 0,0 0 1,0 0-1,-1 0 0,1 0 1,0 0-1,0 0 0,0 0 1,-1 0-1,1 0 0,0 0 1,0 0-1,0 0 0,-1-1 1,-4 1-3572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4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2617,'0'0'5357,"31"0"-3929,104 1-62,205 16 2272,-219-15-3276,-121-1-522,0 0 0,0 0 0,0-1 0,0 1 0,0 0 0,0 0 0,0 0-1,0-1 1,0 1 0,0 0 0,-1 0 0,1-1 0,0 1 0,-1 0-1,1-1 1,0 1 0,-1 0 0,1-1 0,-1 1 0,1 0 0,-1-1-1,1 1 1,-1-1 0,0 1 0,-16 9-3748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3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4305,'0'0'5249,"187"0"-3809,-121 0-327,-4 0-193,-6 0-384,-12 0-232,-7 2-200,-12-2-56,0 0-48,-6 0 0,-5 0-104,0 0-400,-8 3-440,-6 4-545,0 3-999,0-2-2185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3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11586,'0'0'1745,"159"-38"-10235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4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1 432,'0'0'3920,"-13"5"-3551,-39 15 18,43-15 373,10-2-476,13-1-77,-12-1-35,332 20 3822,2-23-1840,-208-13-1371,-127 15-1024,-6 0-1327,1 0 781,-1 1 0,1-1 0,-1 1 0,1 0 0,0 0-1,-7 3 1,6-2-16,-21 6-3505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5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129 121 2841,'0'0'3688,"-11"22"-2935,-30 73-71,36-84-526,1 0-1,1 0 1,0 0-1,1 1 1,0-1-1,1 1 1,0 0-1,0-1 1,3 23-1,0 4 69,-2-25-114,0-1-1,1 1 0,1-1 1,0 1-1,0-1 0,9 23 1,-7-26-60,0-1 0,0 0 0,1 0 0,0 0 1,1-1-1,0 0 0,0 0 0,0 0 1,1-1-1,8 7 0,-7-7-24,0-1 1,0 0-1,0-1 0,0 0 0,1 0 1,0-1-1,0 0 0,0 0 1,0-1-1,10 1 0,2-1 173,0-1 0,-1 0 0,32-5 1,-41 2-159,0 0 1,0-1-1,-1 0 1,1-1-1,-1 0 1,0-1 0,-1 0-1,1-1 1,-1 0-1,0 0 1,0-1 0,-1 0-1,0 0 1,10-12-1,-7 7-10,-2 1-1,0-2 1,0 1 0,-1-1-1,-1 0 1,0-1-1,0 0 1,-2 0 0,8-29-1,-9 24 29,-1-1 0,-1 0 0,-1 0 0,-1 1 0,-1-1 0,-1 0 0,0 0 0,-2 1 0,0-1 0,-10-28-1,11 38-78,-1 1-1,0 0 0,-1 0 0,1 0 1,-2 1-1,1 0 0,-1 0 0,0 0 1,-1 1-1,0 0 0,0 0 0,-1 0 0,1 1 1,-1 0-1,-1 1 0,1 0 0,-1 0 1,0 1-1,0 0 0,0 0 0,-1 1 1,-18-4-1,5 4-285,0 1-1,0 0 1,-25 2 0,38 1 138,0 0 1,0 1 0,0-1-1,0 2 1,0 0-1,1 0 1,-1 0-1,1 1 1,-16 10 0,1 4-737,1 1 0,1 1 1,-39 44-1,14-3-1748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56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6313,'0'0'5201,"3"0"-4056,-1 0-705,12 0-1368,3 0-1785,3 0-2192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58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3489,'0'0'10455,"1"-15"-10179,-1 10-258,2-36 9,2 33-23,3 25 13,4 30 490,-2 1 1,3 74-1,-11 101 671,-7-144-881,-1 13-2768,11-94-2292,8-13 251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59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0 171 4913,'0'0'7032,"28"-21"-6292,93-68-157,-113 83-525,1 0 0,0 1 0,0 0 0,1 0 0,-1 1 0,1 0 0,0 1 0,0 0 0,16-2 0,-8 2 10,0-1-50,0 1-1,1 1 0,0 0 0,0 2 0,-1 0 1,1 1-1,0 1 0,20 4 0,-29-3-39,0 0 0,-1 0 0,1 1 0,-1 1 0,1-1 0,-1 1 0,0 1 0,-1 0 0,0 0 0,0 1 0,0 0 0,0 0 0,-1 1-1,-1-1 1,1 2 0,5 8 0,-6-6-17,-1 0-1,1 0 0,-2 0 0,0 1 1,0 0-1,-1 0 0,0 0 1,-1 0-1,-1 0 0,1 24 0,-2-26 54,-1 1 0,0-1-1,0 1 1,-1-1-1,0 0 1,-1 0-1,-1 0 1,1 0 0,-1 0-1,-1-1 1,0 1-1,0-1 1,-7 8 0,-5 3 79,0-1 1,-1-1-1,0-1 1,-42 30 0,49-40-27,0 0 0,-1 0 0,0-1 0,0-1 0,0 0 0,-1-1 1,1 0-1,-1-1 0,0 0 0,0-1 0,-18 1 0,23-3-44,0 0 0,1 0 0,-1-1 0,0 0 0,1 0 0,-1-1 0,0 0 0,-13-6 0,18 6-246,-1 0-1,1 0 1,0-1-1,0 1 1,0-1 0,1 0-1,-1 0 1,1 0-1,-1 0 1,1 0-1,0 0 1,0-1-1,0 1 1,1-1-1,-1 1 1,1-1-1,0 0 1,0 0-1,-1-6 1,-1-10-4253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59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7850,'0'0'2824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59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1 144,'0'0'10570,"-5"33"-9397,0-1-853,-16 184 1188,17-109-842,-3 152 62,7-259-777,0 0 0,0 1 0,0-1 0,1 1 1,-1-1-1,0 0 0,0 1 0,0-1 0,1 1 1,-1-1-1,0 0 0,0 1 0,1-1 0,-1 0 1,0 1-1,1-1 0,-1 0 0,0 1 0,1-1 0,-1 0 1,0 0-1,1 0 0,-1 1 0,0-1 0,1 0 1,-1 0-1,1 0 0,-1 0 0,1 0 0,-1 0 1,0 0-1,1 0 0,-1 0 0,1 0 0,0 0 1,16-1-1346,-16 1 1220,19-8-3178,-3-6-2295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0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2457,'0'0'8463,"23"-22"-7698,74-67-194,-91 84-500,-1 1 0,2-1 0,-1 1 0,0 0 0,14-6 0,-16 9-19,0 0 0,0 0 0,0 1 0,0-1 0,0 1 0,6 0-1,4 0 73,7-2-57,-1 2-1,1 1 0,0 0 0,-1 2 0,1 0 1,-1 1-1,0 1 0,25 10 0,-38-12-85,0 0 0,0 0 0,0 1-1,-1 0 1,1 0 0,-1 1 0,0 0 0,-1 0 0,1 0-1,-1 1 1,0 0 0,0 0 0,-1 0 0,0 0 0,0 1-1,0 0 1,-1 0 0,0 0 0,0 0 0,-1 0 0,0 0-1,0 1 1,-1-1 0,0 1 0,1 11 0,-2-12 11,0 0-1,0 0 1,-1-1 0,0 1-1,0 0 1,0 0 0,-1-1-1,0 1 1,0-1 0,-1 1 0,0-1-1,-6 10 1,3-8 40,0-1 0,0 0 0,-1 0 0,0 0 0,-1-1 0,1 0 0,-1 0 0,-12 6 0,10-6 18,0-1 0,-1-1 1,1 0-1,-1 0 0,0-1 0,0 0 1,-15 1-1,-7-1-124,-39-2 0,43-1-312,25 0 172,0 0 1,0-1 0,0 1-1,0-1 1,1 1 0,-1-1-1,0 0 1,0-1 0,1 1-1,-5-3 1,6 3-262,-1-1 0,1 0 0,0 1 0,-1-1 0,1 0 0,0-1 0,0 1-1,0 0 1,-1-3 0,-4-10-5110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0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72 144,'0'0'4210,"0"24"-2932,-1 4-932,-9 122 1134,9-141-1390,1-4-30,0-1 0,-1 1 0,1 0 0,-1-1 0,0 1-1,-1 0 1,1-1 0,-1 1 0,-3 4 0,5-9-1,0 1-1,-1-1 1,1 0 0,0 1-1,-1-1 1,1 0-1,0 0 1,-1 0 0,1 1-1,-1-1 1,1 0-1,0 0 1,-1 0 0,1 0-1,-1 0 1,1 0 0,-1 1-1,1-1 1,-1 0-1,1 0 1,0 0 0,-1-1-1,1 1 1,-1 0 0,1 0-1,-1 0 1,1 0-1,0 0 1,-1 0 0,1-1-1,-1 1 1,1 0-1,0 0 1,-1-1 0,1 1-1,0 0 1,-1-1 0,1 1-1,0 0 1,-1-1-1,1 1 1,0 0 0,0-1-1,-1 0 1,-10-16 345,6 6-419,0 0 0,0-1 0,2 0 0,-1 0 0,2 0 0,-1 0 0,0-18 0,3 25-47,0 0-1,0 0 1,0 1 0,0-1 0,1 0 0,0 0 0,0 1 0,0-1 0,1 1 0,0-1 0,0 1 0,0-1 0,0 1 0,0 0 0,1 0 0,0 0 0,0 0 0,0 1 0,0-1 0,1 1-1,6-6 1,0 3-72,0 1-1,0 0 0,0 1 0,1 0 0,-1 0 0,1 1 0,0 0 0,0 1 0,12-1 0,16 0-33,49 4 0,-35 0-126,-51-1 304,-1 0-1,1 0 1,-1 0-1,1 1 1,-1-1-1,1 0 1,-1 1 0,0 0-1,1-1 1,-1 1-1,0 0 1,0-1-1,1 1 1,-1 0-1,0 0 1,0 0-1,0 0 1,0 0-1,0 0 1,0 1-1,0-1 1,0 0-1,-1 0 1,1 1 0,0-1-1,-1 0 1,1 1-1,-1-1 1,0 1-1,1-1 1,-1 0-1,0 3 1,2 7 225,-1-1-1,-1 1 1,-1 17 0,0-9-38,0 14 116,0-21-145,1 0 0,0 1 0,1-1-1,0 0 1,4 18 0,-4-26-129,1-1 0,-1 0 0,0 1 0,1-1 1,0 0-1,0 0 0,0-1 0,0 1 0,0 0 0,0 0 0,1-1 0,-1 0 1,1 1-1,0-1 0,0 0 0,-1 0 0,1-1 0,1 1 0,-1 0 0,0-1 1,0 0-1,1 0 0,-1 0 0,4 1 0,1-1 8,0 1-1,0-1 1,0 0-1,0 0 1,0-1-1,0 0 1,0-1-1,1 0 1,-1 0-1,0-1 1,11-3-1,-14 3 39,-1 0 0,0-1 0,0 1 0,1-1-1,-2 1 1,1-1 0,0-1 0,0 1 0,-1 0-1,0-1 1,0 0 0,0 1 0,0-1 0,0-1-1,-1 1 1,0 0 0,0-1 0,0 1 0,0-1-1,0-4 1,2-8 67,-1 1-1,-1-1 1,-1 0-1,-1 1 1,0-1-1,-1 0 1,-4-25 0,3 36-156,0 0 0,0-1 1,-1 1-1,0 0 0,0 0 1,0 1-1,-1-1 0,0 1 1,0 0-1,0 0 0,-1 0 1,1 0-1,-1 1 0,0-1 1,-1 1-1,-6-4 0,7 5-259,1 1 0,-1 0 0,0-1 1,1 1-1,-1 1 0,0-1 0,0 1 0,0 0 0,0 0 0,-1 1 0,1-1 0,0 1 0,0 0 0,0 0 0,-1 1 0,1 0 1,0 0-1,0 0 0,0 0 0,0 1 0,-5 2 0,-14 10-3786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1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0 3001,'0'0'3674,"-27"6"-3047,27-6-627,-113 27 472,108-25-442,-1 0 0,1 0 0,0 1 0,0-1 0,0 1 0,1 1 0,-1-1 0,1 1 0,-1-1 0,1 1 0,1 1 0,-1-1 0,0 0 0,1 1 0,0 0 0,0 0 0,0 0-1,1 0 1,0 0 0,-1 0 0,2 1 0,-3 8 0,2-7 1,-1 5 45,0 0 0,1 0 1,1 0-1,0 0 0,1 20 1,0-19-23,0-11-35,0 0 1,0 0-1,1 0 0,-1 0 1,0 0-1,1 0 0,-1 0 0,1 0 1,0 0-1,0 0 0,-1-1 1,1 1-1,0 0 0,1 0 1,-1-1-1,0 1 0,0-1 1,1 1-1,1 1 0,0-1 60,1 0 0,-1 0-1,1 0 1,-1 0 0,1-1 0,0 1-1,0-1 1,-1 0 0,7 1 0,8 0 297,0-1 1,1 0-1,26-4 1,-33 3-276,-3-1-36,1 0 0,-1-1 1,0 0-1,1-1 0,-1 1 1,0-2-1,13-6 0,-17 8-68,-1-1 0,1 0 0,-1 0 1,1 0-1,-1 0 0,0-1 0,0 0 0,-1 0 0,1 0 0,-1 0 0,0 0 0,0-1 0,0 0 0,0 1 1,2-9-1,-2 1-689,0-1 1,-1 0-1,2-24 1,-4 2-2325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1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5825,'0'0'6683,"5"29"-6064,1 9-412,19 148 529,-22-40-351,-4-93-271,3 0 1,8 57 0,-9-106-166,-1 0 1,1 0-1,0-1 0,0 1 1,0 0-1,0-1 0,1 1 1,-1-1-1,1 1 0,2 3 0,-2-6-150,0 1-1,0-1 0,0 0 1,0 0-1,0 0 0,0 0 0,0 0 1,0-1-1,1 1 0,-1 0 0,0-1 1,0 0-1,0 0 0,1 1 0,-1-1 1,0 0-1,3-1 0,12 1-2510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1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25 3569,'0'0'2551,"-5"23"-1419,-15 74-328,17-85-640,1 0-1,1 0 1,0 1-1,1-1 0,0 0 1,1 1-1,2 14 1,-2-24-92,0 0 0,0 0 0,0 0 0,0 0 0,0 0 0,1 0 0,-1-1 0,1 1 0,0 0 0,0-1 0,0 0 0,0 1 0,0-1 0,1 0 0,-1 0 0,1 0 0,-1 0 0,1-1 0,0 1 0,-1-1 0,1 1 0,0-1 0,0 0 0,0 0 0,0-1 0,0 1 0,6 0 0,-1 1 35,0-1 0,0-1 1,0 0-1,0 0 1,0 0-1,0-1 0,0 0 1,-1 0-1,1-1 0,0 0 1,0-1-1,-1 1 0,1-1 1,-1-1-1,0 0 0,0 0 1,0 0-1,-1-1 1,0 0-1,1 0 0,-2 0 1,1-1-1,-1 0 0,1 0 1,-2 0-1,1-1 0,-1 0 1,0 0-1,0 0 0,-1 0 1,0-1-1,0 1 1,3-16-1,-3 10-30,0-1 0,-2 1 0,1-1 0,-1 0 0,-1 1 0,-1-1 0,-3-22 0,4 34-145,-1 0 0,0 0 0,1 0 0,-1 1 0,0-1 0,0 0 0,0 0 0,0 1 0,0-1 0,0 0 0,-1 1 0,1-1 0,0 1 0,-1 0 0,0 0 0,1-1 0,-1 1 0,1 0 0,-1 0 0,0 0 0,0 0 0,-3 0 0,-27-4-7441,25 5 2768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2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0 4585,'0'0'6703,"-22"1"-6425,-73 6-108,89-5-155,0 0 1,1 0-1,-1 0 0,0 0 1,1 1-1,-1 0 0,1 0 1,0 0-1,0 1 0,0 0 1,0 0-1,1 0 0,0 1 1,-1-1-1,2 1 0,-1 0 1,1 0-1,-1 0 1,1 1-1,-2 6 0,0-4 0,0 1 17,1 0 0,0 1 0,0 0 0,1 0 0,0 0 1,0 0-1,1 0 0,-1 19 0,3-24 19,0 0 0,0 0 1,0-1-1,1 1 1,-1 0-1,1-1 0,0 1 1,1 0-1,-1-1 1,1 0-1,0 1 0,0-1 1,0 0-1,0 0 0,1 0 1,0 0-1,0 0 1,0-1-1,0 1 0,0-1 1,5 4-1,0-2 36,0 0 1,1-1-1,-1 0 0,0-1 0,1 1 0,0-2 1,0 1-1,15 1 0,5-1-130,41-1 0,-64-2 4,-1 0-65,-1 0 0,1-1-1,-1 1 1,0-1 0,1 0-1,-1-1 1,0 1 0,1-1-1,-1 1 1,0-1 0,0 0-1,6-5 1,0-1-623,0-1 1,-1 0-1,9-11 0,-13 15 236,24-29-3546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2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1 656,'0'0'10606,"-1"23"-10339,-3 372 1748,2-300-1733,0-40-195,2 0-1,2 0 1,11 59-1,-13-114-148,0 1-1,0 0 1,1-1-1,-1 1 1,0 0 0,1-1-1,-1 1 1,0-1-1,1 1 1,-1-1-1,0 1 1,1-1-1,-1 1 1,1-1-1,-1 1 1,1-1-1,-1 1 1,1-1-1,0 0 1,-1 1-1,1-1 1,-1 0 0,1 1-1,0-1 1,-1 0-1,1 0 1,0 0-1,-1 0 1,1 0-1,0 0 1,-1 0-1,1 0 1,0 0-1,-1 0 1,1 0-1,0 0 1,-1 0-1,2-1 1,5 1-1332,4 0-2243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3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0 129 4017,'0'0'1988,"28"-4"-98,208-35 912,-152 32-2450,-83 7-363,-1 0 0,0 0 0,1 1 0,-1-1 1,1 0-1,-1 0 0,0 1 0,1-1 0,-1 0 0,0 1 0,1-1 0,-1 0 1,0 1-1,1-1 0,-1 0 0,0 1 0,0-1 0,1 1 0,-1-1 0,0 1 0,0-1 1,0 0-1,0 1 0,0-1 0,0 1 0,0-1 0,0 1 0,0 0 0,2 19-118,-2-15 95,1 30 48,-1-13 26,1 0 1,1 1-1,1-1 1,7 24 0,-9-41 9,0-1 0,1 1 0,-1-1 0,1 1 1,0-1-1,1 0 0,-1 0 0,1 0 0,-1 0 1,1 0-1,0-1 0,1 1 0,-1-1 0,1 0 1,-1 0-1,1 0 0,0 0 0,0-1 0,0 0 1,1 0-1,-1 0 0,0 0 0,1 0 1,-1-1-1,7 1 0,1 0 115,1 0-1,1-1 1,-1 0-1,0-1 1,0-1 0,0 0-1,0-1 1,0-1-1,20-6 1,-27 7-64,0 0 1,0-1-1,0 0 0,-1 0 1,0-1-1,0 1 0,0-1 1,0 0-1,0-1 0,-1 1 1,1-1-1,-1 0 0,-1 0 1,1 0-1,-1 0 0,1-1 1,-2 1-1,1-1 0,-1 0 1,1 0-1,-2 0 0,3-7 1,-3 5 34,1 0 0,-1 0 0,-1 0 0,1 0 0,-1 0 1,0 0-1,-1 0 0,0 0 0,-1 0 0,1 1 0,-1-1 0,-1 0 0,1 1 1,-1-1-1,-1 1 0,1 0 0,-8-11 0,4 10-163,0 0 0,0 0 0,-1 1 0,0 0 0,0 0 0,-1 1 0,0 0 0,0 0 0,0 1 0,-1 0 0,0 1 0,-18-6 0,17 7-383,0 1 0,0 0 1,-13-1-1,20 2-137,-1 1-1,1 0 0,0 0 1,-1 0-1,1 1 1,-1-1-1,1 1 1,0 0-1,0 1 1,-7 2-1,-2 7-4557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3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3 1512,'0'0'7818,"-25"-2"-6508,-79 2-525,99 0-747,-1 1 0,1 1 0,0-1 0,0 1 0,0 0 0,1 0 0,-1 0 0,0 0 0,1 1 0,0 0 1,-1 0-1,1 0 0,0 1 0,0-1 0,1 1 0,-1 0 0,1 0 0,0 0 0,0 1 0,0-1 0,1 1 0,-1-1 0,1 1 0,-2 6 0,2-7 1,-1 3 37,0-1 1,0 1 0,1 0 0,0 0-1,0 1 1,1-1 0,-1 0-1,2 1 1,-1-1 0,1 0 0,0 1-1,0-1 1,3 11 0,-2-13 7,1 0 0,0 0 0,0 0 0,0 0 0,1 0 0,-1 0 0,1 0 0,0-1 0,1 1 0,-1-1 0,1 0 0,0 0 0,0 0 0,0 0 0,0-1 0,1 0 0,-1 0 0,6 3 0,6 1 12,0 1 1,1-2-1,0 0 0,0-1 1,0-1-1,0-1 1,35 3-1,-32-5-863,-1-1 0,0-1 0,1-1-1,19-4 1,6-8-4636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1 101 120,'0'0'9182,"13"14"-8196,44 40-164,-52-51-746,0 0 0,0 0-1,1-1 1,-1 0 0,0 0 0,1 0-1,0 0 1,-1-1 0,1 0-1,0 0 1,-1-1 0,1 0 0,0 0-1,0 0 1,-1 0 0,8-3-1,12 2 192,-23 1-240,0 0-1,0-1 1,0 1-1,0 0 1,0-1-1,0 1 1,0-1-1,0 0 1,-1 0-1,1 1 1,0-1-1,-1 0 1,1-1-1,0 1 1,-1 0-1,1 0 1,-1-1-1,0 1 1,2-3-1,0 1 22,-1-1 0,0 0 1,1 0-1,-2 0 0,1 0 0,0 0 0,-1 0 0,2-8 0,-2 7-30,0 0-1,-1 0 1,1 0 0,-1 0 0,0 0-1,0 0 1,0 0 0,-1 0 0,0 0-1,0 0 1,0 0 0,-1 0 0,1 0-1,-1 0 1,-5-8 0,3 9-27,1 1 1,-1 0-1,0-1 1,0 2-1,0-1 0,-1 0 1,1 1-1,-1 0 0,1 0 1,-1 0-1,0 0 1,0 1-1,0 0 0,0 0 1,1 0-1,-2 0 1,1 1-1,0 0 0,0 0 1,0 1-1,0-1 1,0 1-1,0 0 0,1 0 1,-1 1-1,0-1 1,0 1-1,1 0 0,-1 0 1,1 1-1,-1 0 1,-3 3-1,1 1-8,0 0 0,1 0 0,-1 1 0,2 0 0,-1 0 0,1 1 0,1 0 0,0-1 0,0 2 0,-3 8 0,3-1 150,0 0 1,1 0-1,1 0 1,0 33-1,2-45-59,1 0 0,-1 0 0,1 0 0,0 1-1,1-1 1,-1 0 0,1 0 0,0-1 0,0 1 0,0 0 0,1 0 0,-1-1 0,1 0-1,0 1 1,1-1 0,-1-1 0,1 1 0,0 0 0,0-1 0,0 1 0,0-1 0,0 0-1,1-1 1,-1 1 0,1-1 0,0 0 0,8 3 0,7 1-72,-1-1 1,0-1 0,1-1-1,0 0 1,0-2 0,20 0-1,-31-1-581,0-1-1,0-1 0,0 0 1,0 0-1,0 0 1,-1-1-1,0-1 0,1 1 1,-1-1-1,0-1 1,-1 1-1,1-1 0,-1-1 1,8-7-1,23-19-6648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4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41 432,'0'0'8682,"2"16"-8099,1-2-461,1 17 283,3 46 0,-7-69-332,0 1 0,0-1 0,-1 0 0,0 0 1,0 1-1,-1-1 0,0 0 0,0 0 0,-1-1 0,0 1 0,-1 0 1,-4 7-1,8-15-51,0 1 0,-1 0 0,1-1 1,0 1-1,-1-1 0,1 0 0,0 1 1,-1-1-1,1 1 0,0-1 0,-1 1 0,1-1 1,-1 0-1,1 1 0,-1-1 0,1 0 1,-1 0-1,1 1 0,-1-1 0,1 0 0,-1 0 1,1 0-1,-1 1 0,1-1 0,-1 0 1,1 0-1,-1 0 0,0 0 0,1 0 0,-1 0 1,1 0-1,-1-1 0,0 1 42,0-1 0,0 0-1,0 0 1,1 0 0,-1 0 0,1 0 0,-1 0-1,1 0 1,-1 0 0,1 0 0,-1 0 0,1 0-1,0 0 1,-1-2 0,-3-40 652,4 27-607,1-1 0,1 0-1,0 1 1,1-1 0,1 1 0,6-17 0,-8 27-142,1-1 1,0 0-1,0 1 0,0 0 0,1 0 1,0 0-1,0 0 0,1 0 0,0 1 0,0 0 1,0 0-1,0 0 0,1 1 0,0-1 1,0 1-1,12-6 0,-8 8-619,0 0 0,0 0 0,1 1 0,-1 0 0,0 1 0,0 0 0,1 0 0,-1 1 0,0 1 0,0 0 0,0 0 0,19 8 0,1 3-3103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4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76 2000,'0'0'6595,"-4"6"-6588,-5 8 101,2-1 1,-1 2-1,2-1 0,0 1 1,1 0-1,0 0 1,2 0-1,-1 1 0,2-1 1,0 1-1,1 0 1,0 0-1,3 23 0,-1-37-57,-1 1-1,1-1 1,-1 0-1,1 0 1,0 0-1,0 1 1,0-1-1,0 0 1,1 0 0,-1 0-1,0 0 1,1-1-1,-1 1 1,1 0-1,0-1 1,-1 1-1,1-1 1,0 1-1,0-1 1,0 0-1,0 0 1,0 0-1,1 0 1,-1 0-1,0 0 1,0-1-1,3 1 1,7 2 220,0-2 1,0 1 0,24-2 0,-28 0-142,-2 0-46,0-1 1,0 0-1,0 0 0,0-1 1,-1 0-1,1 0 1,0 0-1,-1-1 1,0 1-1,1-1 0,-1-1 1,0 1-1,7-7 1,7-8 454,31-36 1,-37 39-269,0 0 154,0 0-1,-1-1 1,13-24-1,-22 35-304,0 0 1,-1 0-1,0 0 1,0-1-1,0 1 1,0-1-1,-1 1 0,0-1 1,0 1-1,-1-1 1,1 0-1,-1 1 0,-1-1 1,1 0-1,-1 1 1,-2-11-1,2 13-127,-1 0 1,1 1-1,0-1 0,-1 1 0,0-1 1,0 1-1,0-1 0,0 1 1,0 0-1,0 0 0,0 0 0,-1 0 1,1 1-1,-1-1 0,0 1 0,1-1 1,-1 1-1,0 0 0,-3-1 1,-4-1-196,0 0 0,0 1 0,0 0 1,-15 0-1,2 1-757,-1 1 0,0 1 0,1 1 0,-1 1 0,1 1 0,0 1 0,0 1 0,-32 13 0,-24 11-4790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06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1 536,'0'0'2211,"-2"9"-1536,-7 26 33,6-26 422,5-9-976,-1 0 1,1-1 0,-1 1-1,0 0 1,1 0 0,-1-1-1,1 1 1,-1 0-1,0-1 1,1 0 0,-1 1-1,0-1 1,0 0 0,0 1-1,1-1 1,-1 0 0,0 0-1,0 0 1,0 0-1,0 0 1,0 0 0,0 0-1,-1-1 1,1 1 0,0 0-1,-1 0 1,1-1 0,-1 1-1,1 0 1,-1-1-1,1 1 1,-1-1 0,0 1-1,0 0 1,0-1 0,0 1-1,0-1 1,0 1-1,0-3 1,0 4-197,0 0-1,0 0 1,0 0 0,0 0-1,0 1 1,0-1 0,0 0-1,0 0 1,0 0 0,0 0-1,-1 0 1,1 0 0,0 1-1,0-1 1,0 0 0,0 0-1,0 0 1,0 0 0,0 0-1,0 0 1,0 0 0,0 0-1,0 0 1,-1 1 0,1-1-1,0 0 1,0 0 0,0 0-1,0 0 1,0 0 0,0 0-1,0 0 1,-1 0 0,1 0-1,0 0 1,0 0 0,0 0-1,0 0 1,0 0 0,0 0-1,-1 0 1,1 0 0,0 0-1,0 0 1,0 0 0,0 0-1,0 0 1,0 0 0,-1 0-1,1 0 1,0 0 0,0-1-1,0 1 1,0 0 0,0 0-1,0 0 1,0 0 0,0 0-1,0 0 1,-1 0 0,1 0-1,0 0 1,0-1 0,0 1-1,0 0 1,-3 11-3792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5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61 1144,'0'0'4612,"-12"23"-3729,-39 74-302,49-93-511,0 1 1,1-1-1,-1 0 0,1 0 0,0 1 0,0-1 0,0 1 1,0-1-1,1 1 0,0-1 0,0 1 0,0-1 0,0 1 1,1-1-1,0 1 0,1 6 0,0-8-6,0 0 0,0 1 0,0-1-1,0 0 1,0 0 0,1 0 0,-1-1 0,1 1 0,0-1-1,-1 1 1,1-1 0,1 0 0,-1 0 0,0 0 0,6 2-1,4 1 154,2 0 0,-1-2 0,0 0 0,1 0 0,0-1 0,-1-1 0,19 0 0,-28-1-134,-1 0-1,1-1 1,-1 1-1,1-1 0,-1 0 1,1 0-1,-1 0 1,0-1-1,1 1 1,-1-1-1,0 0 0,0 0 1,0-1-1,0 1 1,-1-1-1,1 0 1,-1 0-1,1 0 0,-1-1 1,0 1-1,0-1 1,0 1-1,-1-1 0,0 0 1,4-7-1,-2 1 68,-1 0 0,1-1 0,-2 1-1,0-1 1,0 0 0,-1 0 0,0 0 0,-1 0-1,-1-21 1,0 27-144,0 0 1,0-1-1,0 1 0,0 0 1,-1 0-1,0 0 0,0 0 1,0 0-1,-1 0 0,0 1 1,0-1-1,0 1 0,0 0 0,-7-8 1,3 7 7,1 0 0,-1 0 1,0 0-1,0 1 1,-1 0-1,1 1 0,-1-1 1,-14-3-1,5 3-428,0 0 0,0 1-1,-27-1 1,19 4-2218,-38 3 0,46 1-2169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5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0 146 600,'0'0'9530,"173"-121"-8546,-142 106-496,-9 5-424,-11 10-64,-5 0-1272,-6 10-3065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0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41 3385,'0'0'4287,"7"-2"-3820,30-7-78,-2 0 596,1 2 1,-1 1 0,47-1 0,-75 6-978,0 1 0,-1 1 1,1-1-1,0 1 0,0 1 0,-1-1 1,12 5-1,-16-5-22,1 0-1,-1 0 1,0 1-1,0 0 1,0-1-1,0 1 1,0 0-1,0 0 1,-1 0-1,1 0 1,-1 0-1,1 0 1,-1 0-1,0 1 1,1-1-1,-1 0 1,0 1-1,-1-1 1,1 1-1,0-1 1,-1 1-1,0 0 1,1 4-1,-1 6-3,0 0 1,-1 0-1,0-1 0,-1 1 0,0 0 0,-1 0 0,-1-1 1,0 0-1,0 1 0,-2-1 0,1-1 0,-1 1 0,-1-1 1,0 0-1,-12 13 0,1-3 51,-1 0 1,0-2-1,-2 0 1,0-1 0,-1-2-1,-31 19 1,45-30-13,0 0 0,-1-1 0,1 1 0,-1-2 1,0 1-1,0-1 0,-1 0 0,1-1 1,0 0-1,-12 0 0,21-2 299,2-10-248,0 7-68,1 1-1,-1-1 1,1 1 0,0-1-1,0 1 1,0 0 0,0 0-1,0 0 1,0 1 0,1-1 0,-1 1-1,0 0 1,1-1 0,-1 2-1,1-1 1,-1 0 0,5 0-1,11 0-34,-1 0 0,24 3 0,-10-1 9,130 4 443,-64-1-1712,-33-3-2910,-47-1 494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1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2216,'0'0'5554,"151"146"-4730,-109-109-128,0-1-360,0-4-176,-1-2 0,-1-5-56,-4-7-32,-6-3-72,-2-5-48,-8-2-344,-3-6-288,-9-2-560,-2 0-913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1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 1032,'0'0'7062,"-3"10"-6678,-16 50 733,-3 0 1,-44 84 0,-83 113 1086,143-250-1816,3-3-4147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6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2825,'0'0'7849,"16"3"-4975,318-3-1571,-329-1-1557,15 3-1383,-13 6-2661,-7-2 165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6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2545,'0'0'9530,"173"30"-8402,-131-30-208,2 0-144,-2 0-416,-3 0-216,-8 0-144,-6 0-72,-5 0-456,-6-7-376,2-16-808,-2 1-1489,-3-1-5305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7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1880,'0'0'4729,"-17"6"-3922,-50 18 249,50-18 89,23-6 612,103-2-375,132 4-718,-230-1-680,0 0-1,0 0 0,0 1 1,0 0-1,0 1 0,0 0 1,19 9-1,-24-4-548,-9-6-4717,-2-2 2483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7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2689,'0'0'5462,"24"-5"-4726,78-13-101,-84 15-466,1 1 0,0 0 1,0 2-1,-1 0 0,23 3 0,-39-3-161,5 1-4,0 0 0,0 1-1,0-1 1,0 1 0,-1 0 0,1 1 0,-1 0-1,1 0 1,-1 0 0,0 1 0,0 0 0,0 0 0,-1 0-1,1 1 1,-1 0 0,0 0 0,-1 0 0,1 1 0,-1-1-1,5 10 1,-3-3-28,0 0 1,-1 0-1,-1 1 0,0-1 0,0 1 1,-1 0-1,-1 0 0,0 0 0,-1 27 1,-1 174 808,0-213-730,13-3-569,-3-7-826,1-7-1593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47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3 992,'0'0'10602,"173"0"-9345,-120-3-545,-3 3-416,-8 0-224,-5 0-72,-7 0-432,-10 0-488,-6 5-777,-3 3-1415,-11-3-2233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2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2529,'0'0'10143,"5"2"-10022,2 1-61,-1-1-1,0 2 1,0-1-1,-1 1 1,1-1-1,0 2 0,6 6 1,39 43 463,-23-24-357,30 33-259,4-3 0,81 62 0,-125-116-2157,-8-7-2591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2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 3617,'0'0'6449,"-12"25"-5781,-83 174 766,-25-3-612,15-27-721,119-188 0,19-15-4420,-8 13-1529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3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0 176,'0'0'10442,"159"30"-9658,-112-27-568,-2-3-216,-6 2-184,3-2-896,-11 0-1000,-15 0-1945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3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1256,'0'0'10891,"187"8"-9123,-137-8-432,-6 0-648,-5 0-448,-5 0-240,-3 0-312,19 0-832,-8 0-1072,-6 0-2353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4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1856,'0'0'5586,"-12"5"-4776,-34 11-8,34-11-27,20-5 553,140 2 2424,5 1-3296,-120-1-1178,-2 1-6481,-25-3 739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4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1 200,'0'0'8409,"3"0"-7921,18 0-151,1 0 0,-1 2 1,0 0-1,1 2 1,33 9-1,-47-10-324,0 0-1,0 0 1,-1 1-1,1 0 1,-1 1-1,0 0 1,0 0-1,-1 0 1,0 1-1,1 0 1,-2 0-1,1 0 1,-1 1-1,0 0 1,0 0-1,-1 0 1,6 14-1,-2-2 33,-2 1 0,0 0 0,-1 0 0,-1 0-1,2 24 1,-1 105 186,-5-130-262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4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0 600,'0'0'12267,"184"33"-11475,-131-33-256,-5 2-160,-4-2-200,-2 0-176,-8 3-16,-7-1-704,1-2-1216,-5 0-2057,-9 0-2833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5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8 624,'0'0'6332,"-3"0"-4594,12 0-1131,416-4 4785,21 0-4879,-445 4-636,0 0-1,0 0 1,0 0 0,0 0 0,0 1-1,0-1 1,0 0 0,0 0-1,-1 0 1,1 1 0,0-1 0,0 1-1,0-1 1,0 0 0,-1 1-1,1-1 1,0 1 0,-1 0 0,1-1-1,0 1 1,-1 0 0,1-1 0,0 1-1,-1 0 1,1 0 0,-1-1-1,0 1 1,1 0 0,-1 0 0,0 0-1,1 0 1,-1 0 0,0-1-1,0 1 1,0 0 0,0 0 0,0 0-1,0 0 1,0 0 0,0 1 0,1 11-4068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56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1744,'0'0'10336,"17"-9"-9657,-7 4-558,23-12 498,2 1 0,37-12-1,-69 27-571,4-1 9,0-1-1,0 1 0,0 0 0,1 1 1,-1 0-1,1 0 0,-1 1 0,0-1 1,1 2-1,10 1 0,-17-2-71,1 1-1,-1 0 0,0 0 1,0 0-1,0 0 0,1 0 1,-1 0-1,0 0 0,0 0 1,-1 1-1,1-1 0,0 0 1,0 1-1,-1-1 0,1 0 1,0 1-1,-1-1 0,0 1 1,1-1-1,-1 1 0,0-1 1,1 3-1,1 38-183,-3-35 139,2-1 46,-1 1 0,0-1-1,0 1 1,-1-1 0,0 0-1,0 0 1,-1 1 0,0-1-1,0 0 1,0 0 0,0 0-1,-1-1 1,0 1 0,-1-1 0,1 1-1,-1-1 1,0 0 0,0 0-1,0-1 1,-9 8 0,-14 12 24,-1 0-1,-1-2 1,-1-1 0,-51 27 0,66-44-45,20-13-291,18-15-210,-14 18 503,1 1 1,-1 0 0,1 1 0,0 0 0,0 0-1,0 1 1,1 1 0,-1-1 0,1 2 0,18-2 0,-5 3-8,0 1 1,0 1 0,40 9 0,-45-7 173,-1-1-1,1 0 1,-1-2-1,1 0 1,0-1-1,0-1 1,33-6-1,-47 5-83,0 0-1,1-1 0,-2 0 0,1 0 0,0 0 0,0 0 0,-1-1 1,0 0-1,0 0 0,0 0 0,0 0 0,-1-1 0,1 1 0,-1-1 1,0 0-1,-1 0 0,1 0 0,2-7 0,-4 7-442,1 1 1,-1-1-1,0 1 0,0-1 0,-1 1 0,1-1 0,-1 1 0,0-1 0,0 0 1,0 1-1,-1-1 0,0 0 0,0 1 0,-2-7 0,-9-5-5548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4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71 4257,'0'0'4744,"16"-9"-4328,-13 7-390,14-7 266,1 0 0,0 0 0,1 2 0,0 0 0,30-6-1,-36 11-112,1 0 0,-1 1 0,0 1 0,0 0 0,23 3 0,-32-2-184,1 0 0,0 0 0,-1 1 0,1-1-1,-1 1 1,1 0 0,-1 1 0,0-1-1,0 1 1,0 0 0,0 0 0,0 0 0,-1 0-1,1 1 1,-1-1 0,0 1 0,0 0-1,4 6 1,-3-2-22,0 1 0,0-1 0,-1 1 0,0-1-1,-1 1 1,1 0 0,-2 0 0,1 0 0,-1 0-1,-1 0 1,0 1 0,0-1 0,-1 0 0,0 0 0,-3 15-1,0-11 26,0 1-1,-1-1 0,-1-1 0,0 1 0,0-1 1,-1 0-1,-1 0 0,0-1 0,-15 17 1,0-6-110,0 0 0,-2-1 0,0-2 0,-1-1 0,-1 0 0,-1-2 1,-49 21-1,72-35 114,0 0 0,0-1 0,0 1 0,0-1 0,0 0 0,0 0 0,0 0 0,-10-1 0,15-2 20,0 0 0,0 1 0,0-1 0,0 0 0,1 0 0,-1 0 0,1 0 0,-1 1 0,1-1-1,-1 0 1,1 1 0,0-1 0,2-3 0,1 2-12,1 0-1,0 0 1,0 0-1,0 0 1,0 1-1,0 0 1,1 0-1,-1 0 1,1 1-1,-1 0 1,1 0-1,6 0 1,13-1 10,36 3 1,-45 0 1,2 1 14,0 1 1,0 0 0,-1 2-1,22 7 1,-22-6 218,1-1 0,1 0 0,34 4 0,-42-9-296,32 1 253,-40-1-606,-1 0 1,1-1 0,-1 1 0,1-1-1,-1 1 1,0-1 0,1 0 0,-1 0-1,0 0 1,0 0 0,1 0 0,-1-1-1,3-2 1,6-8-5887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5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0 656,'0'0'6918,"27"11"-5606,89 39-319,-98-41-757,-1 1-1,0 1 0,0 1 1,-1 0-1,29 28 0,-12-9 40,159 134-189,-189-163-526,4 5 118,-5-3-4111,-2-6 2169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5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24,'0'0'8494,"-12"24"-7599,-75 154 910,25-68-469,-81 107 0,131-202-1916,9-13-1992,12-9-174,11-9-1885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5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1 656,'0'0'7459,"-5"0"-7048,-10 1 352,27 2 364,46 4 1145,-32-4-1652,116 6 706,-81-9-3350,-21-1-1773,-33 1-79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6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3441,'0'0'6681,"145"7"-5096,-95-4-433,-2-3-600,-6 2-336,-3-2-216,0 0-448,0 0-752,19 0-937,-8 0-1784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6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3625,'0'0'3052,"27"-2"-2214,-16 1-727,198-7 1904,-198 8-1931,-1 1 1,0-1-1,0 1 1,1 1-1,-1 0 1,0 1-1,13 4 0,-17-4-74,-1 0-1,1 0 0,-1 1 0,0-1 0,0 1 0,0 0 0,0 0 0,-1 1 0,0-1 0,0 1 0,0 0 0,0 0 0,4 9 1,-3-3-5,0 0 0,-1 1 0,0 0 0,0-1 1,-2 2-1,1-1 0,0 21 0,-3 93 137,-2-61 73,-3-9 64,5-55-539,0-10-3733,0-5 262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6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4641,'0'0'5217,"181"13"-3865,-108-6-383,-6 1-193,-11 2-320,-9-3-232,-8 4-152,-5-4-72,-6-2-168,-9 3-736,3-3-505,-8-3-879,-5 1-977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9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0 368,'0'0'10118,"14"9"-9467,45 31 357,96 85-1,-33-9-317,29 28-4056,-150-153-5214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09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1 4009,'0'0'7767,"-6"10"-7524,-66 132 1153,-25 46-615,69-141-606,-2-2 0,-37 41-1,67-86-191,-1 1 0,1-1 0,0 0 0,0 0 0,0 0 0,0 0 0,0 0 0,0 0 0,0 1 0,0-1 0,-1 0 0,1 0 0,0 0 0,0 0 0,0 0 0,0 1 0,0-1 0,0 0 0,0 0 0,0 0 0,0 0 0,0 1 0,0-1 0,0 0 0,0 0 0,0 0 0,0 0 0,0 1 0,0-1 0,0 0 0,1 0 0,-1 0 0,0 0 0,0 0 0,0 1 0,0-1 0,0 0 0,0 0 0,0 0 0,0 0 0,1 0 0,-1 0-1,0 1 1,0-1 0,0 0 0,0 0 0,0 0 0,1 0 0,-1 0 0,0 0 0,0 0 0,0 0 0,0 0 0,1 0 0,-1 0 0,0 0 0,0 0 0,0 0 0,0 0 0,1 0 0,-1 0 0,0 0 0,0 0 0,0 0 0,1 0 0,15 0-2794,-12 0 1692,18 0-5131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0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2481,'0'0'10122,"148"0"-9482,-90 0-352,-2 3-272,-3-3-16,-8 0-528,-4 0-568,1 0-953,-11 0-1920,-14 0-1936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3225,'0'0'6161,"145"2"-4993,-92-2-664,3 0-312,0 0-192,27-5-736,-13-10-1544,-3 0-3009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0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1 760,'0'0'6176,"-5"3"-5230,-8 8-348,13-11-584,0 0-1,0 0 1,0 0 0,0 1-1,0-1 1,0 0 0,0 0-1,0 0 1,0 0 0,0 0-1,0 1 1,0-1 0,0 0-1,0 0 1,0 0 0,0 0-1,0 1 1,0-1 0,0 0-1,0 0 1,0 0 0,0 0-1,0 0 1,0 0 0,1 1-1,-1-1 1,0 0 0,0 0-1,0 0 1,0 0 0,0 0-1,0 0 1,0 0 0,1 1-1,-1-1 1,0 0 0,0 0-1,0 0 1,0 0 0,0 0-1,1 0 1,-1 0 0,0 0-1,0 0 1,1 0 0,35 1 1092,-12-1-761,29-1 178,-21-1-417,1 2 1,0 1-1,-1 2 0,1 1 1,53 14-1,-81-16-110,1 0 0,-1 0-1,1 1 1,-1 0 0,0 0 0,0 0-1,0 1 1,-1 0 0,1-1-1,-1 2 1,0-1 0,0 0 0,0 1-1,-1 0 1,1 0 0,-1 0 0,0 0-1,-1 1 1,1-1 0,-1 1-1,0-1 1,2 10 0,-1 6 21,0 0 0,-2 0-1,0 0 1,-1 0 0,-4 22 0,3-33 72,-1 0 0,-1 0 0,-6 17 0,6-19-93,0 1 0,1-1-1,0 0 1,0 1 0,0 12 0,2-20-602,0-11-6770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1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1176,'0'0'10002,"181"7"-8993,-117-2-329,1 1-424,-7 1-256,-5 1-256,11-1-913,-13 1-1527,-7-3-3777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1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0 968,'0'0'9626,"30"1"-8036,213 1 906,357-2-998,-598 0-1618,1 0 0,0 0 0,-1 0 0,1 1 0,0-1 0,-1 1 0,1-1 0,0 1 0,-1 0 0,1 0-1,2 2 1,-4-2 14,0-1 0,-1 1 0,1-1 0,-1 1 0,1 0 0,-1-1 0,1 1 0,-1 0 0,0 0 0,1-1 0,-1 1 0,0 0 0,1 0 0,-1-1 0,0 1 0,0 0 0,0 0 0,0 0 0,0 0 0,0-1 0,0 1 0,0 0 0,0 0 0,0 0 0,0 0 0,0-1 0,-1 1 0,1 0 0,0 0 0,-1-1 0,1 1 0,0 0 0,-1 0 0,1-1 0,-1 1 0,1 0 0,-2 0 0,-19 17-3067,-7 0-1298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12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87 2713,'0'0'7832,"22"-13"-6725,72-43-148,-91 54-897,1 0 0,-1 0 0,1 0 1,0 0-1,0 1 0,0-1 1,0 1-1,0 0 0,0 0 0,0 1 1,0-1-1,0 1 0,0 0 0,0 0 1,1 0-1,-1 1 0,0-1 0,4 2 1,0 0-19,-6-2-44,-1 1 0,1-1 0,0 1 0,-1 0 1,1 0-1,-1 0 0,1-1 0,-1 1 1,1 1-1,-1-1 0,1 0 0,-1 0 0,0 0 1,0 1-1,0-1 0,0 1 0,0-1 0,1 3 1,0 0-14,0 1 0,0-1 0,-1 1 0,1-1 0,-1 1 0,0 0 0,0 5 0,-1-3-13,1 0 0,-1 1 0,-1-1-1,1 1 1,-1-1 0,-1 0 0,1 1 0,-1-1-1,-4 10 1,0-8 2,0 0 1,-1 0-1,0 0 0,0-1 0,-1 0 0,0-1 1,-1 1-1,1-1 0,-14 7 0,-94 49-309,99-54 217,-11 5-217,-2 2-1208,0-3 0,-32 12 1,60-25 1220,5 0 309,-1-1-1,1 1 1,-1-1 0,1 0 0,-1 1 0,0-1 0,0 0 0,1-1 0,-1 1 0,2-2 0,8-3 50,6-1 69,-1 2 1,1 0-1,-1 1 1,36-3-1,74 4 180,-85 3-170,-3 2 236,58 10 0,-59-6 562,58 2 1,-92-8-855,10 0 282,-1 0 0,1 0 1,-1-2-1,1 0 0,13-4 0,-25 6-386,1-1 0,0 0 0,-1 0 1,1 0-1,0-1 0,-1 1 0,1-1 0,-1 1 0,0-1 1,0 0-1,1 0 0,-1 0 0,0 0 0,-1 0 0,1-1 1,0 1-1,-1 0 0,1-1 0,-1 1 0,0-1 0,0 0 1,0 1-1,0-1 0,0 0 0,0 0 0,-1 0 0,1 0 1,-1 1-1,0-6 0,0-7-2519,0 2-1557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20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1 159 568,'0'0'3586,"15"-16"-3223,74-68 1460,-85 79 58,-7 4 10,-8 10-1201,0 9-667,2 0-1,0 1 0,0 0 1,2 0-1,1 1 0,-6 28 1,4-10 24,3 2 0,-2 56 0,7-80-39,0 0-1,1-1 1,1 1 0,0 0 0,1 0 0,1-1 0,6 18-1,-6-23 2,1-1 0,0 1-1,0-1 1,1 0 0,1 0-1,-1-1 1,1 1 0,1-1-1,0-1 1,0 0 0,12 9-1,-3-5 4,0-1-1,1-1 1,1 0-1,-1-1 1,1-1-1,0-1 0,1-1 1,0-1-1,29 4 1,2-4 16,1-2 1,78-7-1,-107 2-29,0 0 0,0-1 0,0-1 0,-1-2 0,0 0 0,0-1 0,0-1 0,-1-1 0,33-22 0,-41 23 73,-1 0-1,1-1 0,-2 0 0,1-1 1,-1-1-1,-1 1 0,0-2 1,-1 1-1,0-1 0,-1-1 1,-1 0-1,0 0 0,0 0 1,-2-1-1,6-19 0,-8-6 508,-3 39-465,0 9-468,-2 67-77,0 42 454,2-112-26,1 0 1,-1 0-1,1 0 0,1 0 1,-1 0-1,1 0 0,0 0 1,0 0-1,0 0 0,1-1 1,-1 1-1,1-1 1,0 0-1,1 0 0,5 6 1,-3-4-5,1-2 0,-1 1 1,1 0-1,0-1 1,0-1-1,0 1 1,1-1-1,-1 0 1,13 3-1,-8-4 21,0 1 0,1-2 0,-1 1 0,0-2 0,0 0 0,1 0 0,-1-1 0,0-1 0,0 0 0,0 0 0,0-1 0,0-1 0,16-7 0,-11 2 21,0-2 0,-1 0 0,0-1 0,-1-1 0,-1 0 0,0-1 0,0 0 0,-2-1 0,0 0 0,0-1 0,16-32 0,-24 39 79,-4 8-418,-1 17 47,1-4 153,0 8-5,4 37 0,-3-50 102,1 0 0,0 0-1,0 0 1,0 0 0,1-1-1,0 1 1,0-1 0,8 12-1,-3-8-17,0-1 0,1 0 0,0-1-1,0 1 1,1-2 0,0 1 0,0-1 0,1-1-1,-1 0 1,2-1 0,-1 0 0,0 0 0,1-1-1,0-1 1,13 3 0,6-1 28,0-2-1,-1-1 1,1-1-1,61-6 1,-70 2 29,0-2 1,0 0 0,-1-1-1,1-1 1,-1-1 0,-1-1-1,0-1 1,0 0 0,-1-2-1,36-27 1,-36 23 96,0-1 1,-1-1-1,-1 0 1,0-2-1,-1 0 1,-2 0-1,0-1 0,-1-1 1,15-36-1,-18 40-183,-10 32-606,0 5 497,-1-13 145,1-1 0,0 1 1,1 0-1,-1 0 0,1 0 0,0-1 1,1 1-1,0-1 0,-1 1 1,2-1-1,-1 1 0,1-1 1,-1 0-1,1 0 0,1 0 0,-1-1 1,1 1-1,0-1 0,0 0 1,0 0-1,0 0 0,1 0 0,0-1 1,0 1-1,0-1 0,0-1 1,0 1-1,9 2 0,4 2 13,0-2-1,1 0 0,0-1 0,0-1 1,0 0-1,0-2 0,0 0 1,32-4-1,-27 1 80,-1-1 0,0-1 0,-1-2 0,1 0 0,-1-1 0,38-19 0,-43 17 98,0 0-1,-1-2 1,0 0 0,-1 0-1,0-2 1,-1 0 0,0-1-1,-1 0 1,0-1 0,-2 0-1,0-1 1,0 0 0,-2-1-1,0 0 1,-1 0 0,0-1-1,-2 0 1,0-1-1,-1 0 1,3-23 0,-2-14-235,-4-77 0,-2 96-3268,0 52-2075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2:22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87 413 3225,'0'0'5062,"-14"28"-4962,-42 94 94,53-115-171,0 0 1,1 1-1,0-1 1,0 0-1,1 1 1,-1-1 0,2 1-1,-1 0 1,1-1-1,0 1 1,1 0 0,2 12-1,-2-13 3,0-2 6,1 0 1,-1 1-1,1-1 1,1 0 0,-1 0-1,1 0 1,0 0 0,0-1-1,0 1 1,1-1-1,0 0 1,-1 0 0,1 0-1,1 0 1,-1-1-1,1 1 1,-1-1 0,1 0-1,0-1 1,0 1 0,0-1-1,9 3 1,5 1 37,0-1 0,1 0 1,-1-1-1,1-2 0,20 1 1,-11-1-38,0-1 0,1-1 0,-1-2 1,0-1-1,0-2 0,0-1 0,-1 0 0,53-22 1,-43 11 87,-1-2-1,39-25 1,-57 31 138,-1-1-1,0 0 0,-1-1 0,-1-1 1,21-26-1,-16 7 920,-21 34-1038,1 3-360,3 13 211,1 1 0,1-1 1,0 0-1,1 0 1,0-1-1,2 0 1,-1 0-1,2-1 1,0 0-1,0-1 1,2 0-1,-1 0 0,1-1 1,1-1-1,0 0 1,0-1-1,1 0 1,0-1-1,0-1 1,1 0-1,0-1 1,1 0-1,-1-2 0,1 1 1,0-2-1,20 2 1,-1-1-87,0-1 0,1-2 1,-1-1-1,68-10 0,-82 6 64,0-1-1,0-1 0,-1-1 0,0 0 1,0-2-1,-1 0 0,0-1 0,0-1 1,22-18-1,-14 7 72,-2-2 1,-1-1-1,0 0 0,30-45 0,-48 63 8,-5 6-25,0-1 0,0 1 0,0-1 0,0 1 0,0-1 0,0 0 1,0 0-1,0 1 0,0-1 0,-1 0 0,1 0 0,-1 0 0,0 0 0,1-2 0,-3 9-93,0 1 0,-1-1 0,0 0 0,0 0 0,0-1 0,-5 6 1,-9 17 60,11-15 8,0 0-1,1 0 1,1 1 0,0-1-1,1 1 1,0 1-1,1-1 1,0 0-1,1 0 1,1 1-1,1 21 1,0-32-1,-1 1-1,1 0 1,0-1 0,1 1-1,-1-1 1,1 1 0,-1-1 0,1 0-1,0 0 1,0 0 0,0 0-1,1 0 1,-1 0 0,1 0-1,5 4 1,-2-3 7,1 0 0,-1 0 1,1 0-1,0-1 0,0 0 0,0-1 0,11 3 0,7 0 24,0-1 0,0-1-1,41-1 1,-45-2-18,0-1 1,0 0 0,0-2 0,-1 0 0,1-1-1,-1-2 1,1 0 0,-2-1 0,1 0-1,-1-2 1,35-21 0,-15 1 263,-1-2-1,-1-1 1,-2-2 0,41-50 0,-67 121-645,-8-31 380,2 0 0,-1-1 0,1 1-1,0 0 1,0-1 0,0 0 0,1 0 0,0 0-1,0 0 1,0 0 0,1-1 0,-1 0 0,1 0 0,0 0-1,0 0 1,1-1 0,-1 0 0,1 0 0,0-1-1,-1 1 1,1-1 0,0 0 0,8 1 0,9 1 77,0 0 0,1-2 1,0 0-1,42-3 0,-45-1 17,-1-1 0,0 0-1,1-2 1,-2 0-1,1-1 1,0-1-1,-1-1 1,-1-1 0,1 0-1,-1-1 1,-1-1-1,0-1 1,0-1 0,-2 0-1,1-1 1,-2 0-1,14-18 1,-11 11 19,-1 0-1,-1-2 1,-1 0 0,-1-1-1,-1 0 1,-1-1 0,-1 0-1,-1-1 1,-2 0 0,0 0-1,-2 0 1,3-43 0,-7 54-163,0 1 55,0 0 1,-1 0-1,0 1 0,-5-25 0,5 35-76,-1 0-1,0 0 1,0 0-1,0 0 1,-1 0-1,1 0 1,-1 0-1,1 1 1,-1-1-1,0 1 1,0-1-1,0 1 1,0-1-1,-1 1 1,1 0-1,-1 0 1,1 0-1,-1 1 0,0-1 1,1 1-1,-1-1 1,0 1-1,0 0 1,0 0-1,-4-1 1,-27-3-2728,3 4-2665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7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2633,'0'0'7244,"8"-7"-6653,6-6-337,1 0 0,30-18 1,-37 26-150,0 0 1,0 1-1,0 1 1,0-1-1,1 1 1,-1 1 0,1-1-1,0 1 1,0 1-1,9-1 1,-14 2-109,1-1-1,0 1 1,-1 1-1,1-1 1,-1 0 0,1 1-1,-1 0 1,1 0-1,-1 1 1,1-1 0,-1 1-1,0 0 1,0 0 0,0 0-1,0 1 1,0-1-1,-1 1 1,1 0 0,-1 0-1,1 0 1,-1 0-1,0 1 1,3 5 0,1 2-21,0 1 1,-1-1-1,0 2 1,-1-1-1,-1 0 1,0 1-1,-1 0 1,0 0 0,0 0-1,-2 1 1,0-1-1,0 0 1,-1 1-1,-1-1 1,0 0-1,-1 1 1,0-1 0,-1 0-1,-1 0 1,0-1-1,-1 1 1,0-1-1,-11 19 1,0-6 7,-1 0 0,-1-2 0,-1 0 0,-2-1 0,0-1 0,-1-1 0,-37 26 0,55-43 18,1-1 0,-1 0 1,1 0-1,-1 0 0,0 0 0,0-1 1,0 1-1,0-1 0,0 0 1,0 0-1,0-1 0,0 1 0,0-1 1,0 0-1,0 0 0,-7-1 0,10-3-36,-1-1-1,2 1 0,-1 0 1,1 0-1,-1 0 0,1-1 1,0 1-1,1 0 0,0-8 1,0 10 29,0 1-1,0-1 1,0 1 0,0 0 0,0-1 0,1 1 0,-1 0-1,0-1 1,1 1 0,-1 0 0,0 0 0,1 0-1,0 0 1,-1 1 0,1-1 0,-1 0 0,1 1 0,0-1-1,2 0 1,36-7 70,33 3 490,103 5 0,-66 2-767,-104-1-100,0-1 0,0 0 1,0-1-1,0 1 0,0-1 0,0 0 1,0-1-1,0 0 0,0 0 1,0 0-1,-1 0 0,1-1 1,-1 0-1,0 0 0,0 0 0,0-1 1,8-7-1,5-7-4848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8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5249,'0'0'5204,"25"14"-4720,3 1-301,125 74 801,13 8-288,-132-80-960,0-1-1,1-2 1,38 10 0,-68-23-14,18 4-1182,-12-7-2286,-9-4-1089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8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0 336,'0'0'7679,"-12"28"-6823,-1 4-538,-63 139 1206,-68 84 734,130-227-2188,42-30-3368,-4-10 340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8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6545,'0'0'6120,"4"23"-5490,31 156 450,25 126-141,-54-273-686,-3-27-155,-1-14-698,0-13-1953,-2 2-1637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4561,'0'0'6257,"182"25"-6025,-124-25-232,23-5-360,-17-12-1272,-8-1-2777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9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1872,'0'0'8213,"3"-1"-7266,13-3-783,0 1 0,0 0 0,1 1 0,-1 1 0,0 1 0,32 2 0,-39 0-169,0-1 0,0 1 0,0 1 0,-1 0 0,1 0 1,0 1-1,-1 0 0,0 0 0,0 1 0,0 0 0,-1 0 1,0 1-1,13 13 0,-11-9-10,-1 0-1,-1 1 1,1 0 0,-2 0-1,0 1 1,0 0 0,-1 0-1,0 0 1,-1 0-1,-1 1 1,4 20 0,-2 10-39,-2 1 0,-3 50 1,-1-44-156,1-59-6820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1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2537,'0'0'12162,"148"-22"-11962,-109 19-200,6 1-488,24-8-912,-7-1-1041,-6-1-2480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0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1432,'0'0'9818,"150"10"-8657,-105-10-361,-6 0-656,0 0-144,8 0-912,-10 0-1177,-12-5-2768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0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 2481,'0'0'9498,"159"2"-9090,-114-2-384,0-5-24,-1-2-737,15-13-711,-9 2-1560,-8-2-2098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0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65 3281,'0'0'3878,"-10"22"-3186,-27 76-5,35-91-594,-1 1 1,1 0 0,1 0-1,0 0 1,0 0 0,0 0-1,2 15 1,0-3 78,-1-15-97,0 1 0,0-1-1,1 1 1,0-1-1,0 1 1,1-1 0,-1 1-1,1-1 1,0 0 0,1 0-1,-1 0 1,1 0 0,0 0-1,7 7 1,-5-6 40,1 0 1,0-1 0,0 0-1,1 0 1,0-1 0,-1 0-1,1 0 1,1 0 0,10 3-1,1-1 16,1-1 0,0-1 0,1-1 0,-1 0 0,1-1 0,-1-2 0,27-2 0,-39 1-116,0-1 0,0 0 0,1 0 0,-1-1 0,0 0 0,-1-1 0,1 1 0,-1-1 0,1-1 0,-1 0 0,-1 0 0,1 0 0,-1-1 0,0 0 1,6-7-1,-1 1 134,-2 0 1,1-1 0,-2 0 0,0 0-1,0-1 1,-1 0 0,6-18 0,-10 22-14,0 0 0,0-1-1,-1 0 1,0 1 0,-1-1 0,-1 0 0,1 0 0,-2 0 0,1 0 0,-5-19 0,4 24-81,-1 0 0,0 1 0,0-1 0,-1 1 1,1 0-1,-1-1 0,0 1 0,-1 0 0,1 1 1,-1-1-1,0 1 0,0-1 0,0 1 0,-1 0 0,1 1 1,-1-1-1,0 1 0,0 0 0,-1 0 0,-10-4 1,8 4-250,-1 1 1,0-1-1,0 2 1,0-1-1,0 1 1,0 0-1,0 1 1,-1 0-1,1 1 1,0 0 0,-18 4-1,11 0-508,-1 0 0,0 2 0,1 0 0,0 0 0,-15 12 0,-13 9-3983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25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40,'0'0'0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26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72,'0'0'13499,"56"-128"-13259,-56 113 80,0 7-16,0 3-256,0 15-5009,0 3 2200,0-1-2304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27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16,'0'0'7595,"0"0"-7532,0 0-1,-1 0 1,1 0 0,0 0 0,0 0-1,-1 0 1,1 0 0,0 0 0,0 0-1,-1 1 1,1-1 0,0 0 0,0 0-1,-1 0 1,1 0 0,0 0-1,0 1 1,0-1 0,-1 0 0,1 0-1,0 0 1,0 1 0,0-1 0,0 0-1,0 0 1,-1 1 0,1-1 0,0 0-1,0 0 1,0 1 0,0-1-1,0 0 1,0 0 0,0 1 0,0-1-1,0 0 1,0 1 0,0-1 0,0 0-1,0 0 1,0 1 0,0-1 0,0 0-1,0 0 1,1 1 0,-1-1 0,0 0-1,2 15 60,1 0-1,1 0 0,6 16 1,-5-17-37,-1 1 0,0 0 0,3 24 0,-4 45 86,-3-52-151,1 0 0,2 1 0,12 54-1,-15-86-34,1-1-1,0 1 1,1 0-1,-1 0 1,0-1-1,0 1 1,0-1-1,0 1 1,0-1-1,1 1 1,-1-1-1,0 0 1,0 0-1,1 0 1,-1 1-1,0-1 1,0 0-1,1 0 1,-1-1-1,0 1 1,0 0-1,3-1 1,1 1 39,17-2 35,0 0 0,35-8-1,-33 5-49,46-4 0,56 11-24,53-4 243,-177 1-167,0 1 0,-1-1 0,1 0 0,0 0 0,0 0 0,-1 0 0,1 0 0,-1 0 0,1 0 1,-1 0-1,0 0 0,1-1 0,-1 1 0,0-1 0,0 1 0,0-1 0,0 1 0,0-1 0,0 0 0,0 1 0,-1-1 0,1 0 0,-1 0 0,1 1 0,-1-1 0,0 0 0,1 0 0,-1 0 0,0 0 0,0-2 0,0-10 226,0 0-1,-3-25 1,3 36-244,-3-9 103,1 0 0,-2 0 0,0 1 0,-5-12 0,5 14 7,0-1 0,1 0 0,0 0 0,0 0 0,1 0 0,-1-18 0,3 27-391,8 2-1638,1 0 794,-1 0 1,1 0-1,-1 1 0,0 0 1,9 4-1,-13-5 679,39 12-4903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1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65 704,'0'0'6224,"25"-11"-4654,82-31-63,-103 40-1391,0 1-1,0-1 1,1 1 0,-1-1-1,1 1 1,-1 0 0,1 1-1,-1-1 1,1 1 0,-1 0 0,7 0-1,-2 1 50,-7 0-131,1 0-1,-1 0 1,1 0 0,-1 0-1,0 1 1,1-1-1,-1 0 1,0 1-1,0 0 1,0-1-1,0 1 1,0 0-1,-1 0 1,1 0-1,0 0 1,-1 1-1,0-1 1,1 0-1,-1 1 1,0-1-1,0 1 1,1 3-1,3 8 88,-1 0 0,5 24 0,-6-22-117,-1 0 1,0 0-1,-1 0 1,-1 0-1,-4 31 0,2-37-7,0-1-1,0 0 0,-1 0 1,0 0-1,-1 0 1,0-1-1,-1 1 0,1-1 1,-2 0-1,1-1 0,-10 11 1,-2-1-26,-1-1 0,-1-1 1,-1 0-1,0-2 0,-1 0 1,0-1-1,-1-1 0,0-1 1,-30 8-1,47-16-168,1-1 0,-1 0-1,0 0 1,0 0 0,0-1 0,-8 0 0,16-13-97,1 8 278,1 0 0,0 0 0,0 0 0,0 1 0,0 0 0,1 0 0,0 1 0,-1-1 0,1 1 0,1 0 0,8-2 0,11-4 103,38-8 0,-22 10 188,0 2 1,0 2 0,73 4-1,31-1-3159,-130-4-197,-3-4-1912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2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2088,'0'0'7818,"173"138"-6810,-117-103-199,0 0-353,-6 0-304,-8-5-152,-9-5-168,-10-2-601,-15-8-647,-2-5-816,-6-7-601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2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 4905,'0'0'2945,"-11"26"-1925,1-2-752,-70 152 1243,33-96-719,-2-3-1,-76 91 1,119-161-768,3-4-44,0 0 1,0 0-1,1 1 0,-1-1 1,1 0-1,0 1 0,-4 7 1,24-13-2703,4-8-301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2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3177,'0'0'6785,"-8"55"-5945,30-47 177,12 0 71,10-6-208,9-2-304,6 0-360,2 0-216,-2-2-600,8-19-576,-14 4-897,-14-3-2272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3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1320,'0'0'6227,"-1"1"-4305,9 2-1557,18 0 67,0-2 0,38-2 0,-42 0-405,0 1 0,-1 0 0,1 1 0,34 8 0,-48-7-41,-1 0 0,0 1 0,0-1 1,-1 2-1,1-1 0,-1 1 0,1 0 0,-1 0 0,0 1 0,-1-1 1,1 2-1,-1-1 0,0 0 0,0 1 0,-1 0 0,0 0 1,7 13-1,-5-8-9,-1 1 0,-1-1 0,0 1 0,-1 0 0,0 1 0,2 23 1,-2 78 27,-4-68-14,-5-11-1793,3-44-471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3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1136,'0'0'8666,"165"15"-7450,-109-13-672,0 1-440,-1-3-104,18 0-776,-15 0-1256,-7-8-2761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4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5425,'0'0'4481,"176"7"-4345,-123-7-136,-6 0-24,-8 0-448,-6 0-528,-7 0-905,-12-5-1223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4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1 520,'0'0'10274,"164"37"-9458,-108-37-527,6 0-289,21-5-881,-10-10-1159,-15 0-2409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1:24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58 264,'0'0'6039,"-24"12"-5076,-75 41-365,93-49-560,1 0 0,-1 0 0,1 0 1,0 1-1,0 0 0,1 0 0,0 0 0,-1 1 0,2 0 0,-1-1 0,1 1 0,0 0 0,0 1 0,0-1 0,1 0 0,0 1 0,0 0 0,1-1 0,0 1 0,-1 11 0,1-11-15,0 2-1,1-1 1,0 0-1,0 0 1,0 0-1,1 0 1,0 0-1,3 8 0,-2-12 18,-1 0-1,1 0 0,0 0 0,0 0 0,1 0 0,-1-1 1,1 1-1,-1-1 0,1 0 0,0 0 0,1 0 1,-1 0-1,0 0 0,1-1 0,-1 1 0,7 2 0,3 1 131,0 0 0,1-1 1,0-1-1,0 0 0,0-1 0,27 3 0,87-4 604,-119-3-656,-1 0 1,1 0 0,-1-1 0,0 0-1,1 0 1,-1-1 0,0 0-1,-1 0 1,1-1 0,0 0-1,-1 0 1,0-1 0,0 0 0,-1-1-1,1 1 1,-1-1 0,0 0-1,10-14 1,-9 10 64,0 0 1,-1-1-1,0 0 0,-1 0 1,0-1-1,-1 0 0,0 1 1,-1-1-1,0 0 0,-1-1 0,0 1 1,0-18-1,-3 24-166,1 1 0,-1 0 0,0-1 0,-1 1 0,1 0-1,-1 0 1,0 0 0,0 0 0,0 0 0,-1 0 0,0 1 0,0-1 0,0 1-1,-1 0 1,1 0 0,-1 0 0,0 0 0,0 0 0,0 1 0,-1 0 0,1 0 0,-1 0-1,-6-2 1,-7-4-190,0 1 0,-1 1 0,0 0 0,0 2 0,-27-5 0,-147-10-4035,111 16-628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29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4 680,'0'0'8662,"0"-4"-7488,2 6-714,8 41-364,-1 0 1,-2 0-1,-2 0 1,-2 1-1,-3 56 0,24-101 234,-14-2-271,-1-1 1,1 0-1,-1-1 0,10-6 1,23-11-64,-18 13-11,1 1-1,0 2 1,0 0-1,39-3 1,104 2-6,-26 2 17,-134 4 19,0 1 0,0-2 1,1 1-1,-1-1 0,0 0 1,14-7-1,-20 8 50,1 0 0,-1-1 0,0 1-1,0-1 1,0 1 0,0-1 0,0 0 0,0 0 0,-1 1-1,1-2 1,-1 1 0,1 0 0,-1 0 0,0 0 0,0-1-1,0 1 1,0 0 0,0-1 0,0 1 0,-1-1 0,1 1-1,-1-1 1,1 1 0,-1-6 0,0 7-56,0 0-1,-1 0 1,1 0 0,0 0 0,0 1-1,0-1 1,-1 0 0,1 0-1,0 0 1,-1 0 0,1 0 0,-1 1-1,1-1 1,-1 0 0,0 0-1,1 1 1,-1-1 0,1 0-1,-1 1 1,-1-2 0,2 2-95,-1 0 1,1 0-1,-1 0 0,1 0 1,0 0-1,-1-1 1,1 1-1,-1 0 0,1 0 1,-1 0-1,1 0 0,-1 0 1,1 0-1,0 1 1,-1-1-1,1 0 0,-1 0 1,1 0-1,-1 0 0,1 0 1,0 1-1,-1-1 1,1 0-1,-1 0 0,1 1 1,0-1-1,-1 0 0,1 0 1,0 1-1,-1-1 1,1 0-1,0 1 0,0-1 1,-1 1-1,1-1 0,0 0 1,0 1-1,0-1 1,0 1-1,-1-1 0,1 1 1,0-1-1,0 0 0,0 2 1,-3 14-3775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8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 1360,'0'0'7318,"-7"3"-6574,-9 6-494,0 1-1,1 1 1,0 0-1,1 1 1,0 1-1,1 0 1,-21 27-1,3 1 35,-45 78 1,62-92-179,1-1 1,1 2 0,1 0 0,2 0 0,1 1-1,1 0 1,1 0 0,2 1 0,-1 49 0,4-44 89,7 56 1,-4-75-124,2 0 0,-1 0 0,2 0 1,0-1-1,12 24 0,-8-20 172,1 0 0,1-1 0,1-1 0,0 0 0,2 0 0,18 18 0,-30-34-388,0 1 0,0 0 0,1-1 1,-1 0-1,1 0 0,-1 1 0,1-1 0,-1-1 0,1 1 0,3 0 0,2 2-1192,13 2-2742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2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1200,'0'0'9029,"9"-2"-8242,-4 1-729,0 0 0,0 0 0,0 1 0,0 0 0,0 0 0,0 0 1,1 1-1,-1 0 0,0-1 0,0 2 0,0-1 0,-1 1 0,1-1 0,0 1 0,-1 1 1,1-1-1,-1 1 0,8 5 0,4 5 9,-1 1 0,0 0-1,-1 1 1,-1 0 0,0 1 0,-1 0 0,-1 1 0,0 1-1,-2 0 1,9 19 0,-9-10-46,0 1-1,-1 0 1,-2 0-1,-1 0 1,-1 1-1,0 43 1,-2-30 0,-2-1 0,-2 0 0,-2 0 0,-1 0 1,-2 0-1,-24 75 0,-17-2-312,-93 161 0,140-274 158,7-1-7786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6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3 110 1168,'0'0'6974,"0"-3"-3841,5-15-1972,-2 13-1001,1 1 1,-1-1-1,2 1 0,-1-1 1,0 1-1,1 0 0,0 1 0,-1-1 1,2 1-1,5-3 0,1 0-79,0 0 0,0 1 0,23-6 0,-16 7-78,1 0 1,0 1-1,-1 2 0,1 0 1,34 2-1,-51 0-12,-1 0 0,1 0-1,0 0 1,0 0 0,0 0-1,-1 0 1,1 1 0,0-1 0,-1 1-1,0 0 1,1 0 0,-1 0 0,0 0-1,0 0 1,0 0 0,0 0 0,0 1-1,-1-1 1,1 1 0,-1 0-1,1-1 1,-1 1 0,0 0 0,0 0-1,0-1 1,-1 1 0,1 0 0,0 4-1,2 12-35,-1-1 0,-1 1 0,-1 26 0,-1-26 58,1-5-64,-2-1 0,0 1 0,0 0 0,-1-1 0,-1 0 0,0 0 0,-1 0 0,-1 0 0,0-1 0,0 1 0,-1-2 0,-1 1 0,0-1 0,0 0 0,-15 14 0,10-12-7,0-1 1,-1 0 0,0-1 0,-1-1 0,0 0-1,-1-1 1,0-1 0,0 0 0,0-1-1,-1-1 1,-26 6 0,0-9-1307,45-30-341,1 24 1657,0 0 0,0 1 0,1-1 0,-1 1 0,0 0 0,1 0 0,-1 0-1,1 1 1,0-1 0,0 1 0,7-2 0,51-7 44,-41 8 55,68-6 1231,141 7 1,-102 2 967,-116-5-5178,-6-7-746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7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4089,'0'0'6651,"18"15"-5582,151 123 672,-115-90-1456,52 43-3,-88-77-215,0-1 0,1-1 0,40 20-1,-54-30-176,0 0-1,0-1 0,0 1 1,0-1-1,1 0 0,-1 0 1,11 0-1,-17-12-5166,-3-3-1713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7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 1008,'0'0'7825,"-15"29"-6839,-88 180 415,-91 111 845,190-314-2209,2-4-29,0 1 0,1 0 1,-1-1-1,0 1 1,1 0-1,0 0 0,-1 0 1,1 0-1,1 0 1,-2 7-1,8-10-1148,13-2-418,3-8-1009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09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9874,'0'0'1632,"-64"68"-2280,64-66-816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0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2833,'0'0'9646,"1"-9"-8841,3-28-290,-4 37-503,0-1-1,0 1 1,1-1-1,-1 1 1,0-1 0,0 1-1,0-1 1,1 1-1,-1-1 1,0 1 0,1-1-1,-1 1 1,0 0-1,1-1 1,-1 1 0,0-1-1,1 1 1,-1 0-1,1 0 1,-1-1 0,1 1-1,-1 0 1,1 0-1,-1-1 1,1 1 0,-1 0-1,1 0 1,-1 0-1,1 0 1,-1 0 0,2 0-1,16 2-31,-16-2 48,11 3 43,-1 1 1,0 0 0,0 0 0,0 1-1,-1 1 1,0 0 0,13 9-1,4 5 29,38 34 0,-49-38-93,-1 0-1,-1 1 1,0 1-1,-2 0 1,0 1-1,-1 1 1,0 0 0,14 39-1,-16-32 11,-1 1 1,-2 1-1,-1-1 0,-1 1 1,-2 0-1,0 43 0,-3-43-17,-1-1 0,-1 0-1,-1 0 1,-2 0 0,-1 0-1,-1-1 1,-11 29 0,3-22-93,-1 0 0,-2-1 0,-1-1 0,-2-1 0,-1 0 1,-1-2-1,-2 0 0,0-2 0,-36 29 0,61-56 164,22-4-2218,-13 0 699,18-3-4339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11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26 912,'0'0'11291,"2"-5"-11129,1-11-97,-3 16-63,0 0 0,0 0 1,0 0-1,0-1 0,-1 1 0,1 0 1,0 0-1,0-1 0,0 1 0,0 0 0,0 0 1,0 0-1,0-1 0,-1 1 0,1 0 1,0 0-1,0 0 0,0 0 0,0-1 1,-1 1-1,1 0 0,0 0 0,0 0 1,0 0-1,-1 0 0,1 0 0,0-1 0,0 1 1,-1 0-1,1 0 0,0 0 0,0 0 1,0 0-1,-1 0 0,-2 1 15,0 0 1,-1 0-1,1 0 0,0 0 1,0 1-1,0-1 0,0 1 1,0 0-1,-4 3 0,-23 17 94,1 1 0,0 1 1,2 2-1,1 0 0,1 2 0,-34 50 0,44-55-101,1 1 1,1 0-1,1 1 0,2 0 1,0 1-1,2 0 1,0 1-1,2-1 0,-5 50 1,8-35-1,1 0 0,2 1 0,2-1 0,2 0 0,1 0 0,2 0 0,16 49 0,-12-59 5,2 0 0,1-2 0,1 0 0,1 0 0,2-2 0,1 0 0,0-1 0,2-1 1,27 25-1,-46-48-20,-1 0-1,1 0 1,1 1 0,-1-2 0,0 1 0,0 0 0,1 0 0,-1-1 0,1 1-1,-1-1 1,1 0 0,0 0 0,0 0 0,-1 0 0,1 0 0,0 0 0,0-1 0,0 0-1,0 1 1,0-1 0,0 0 0,0 0 0,3-1 0,32 1-1481,8 0-1345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8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0 176,'0'0'6521,"3"3"-6156,0-1-332,0 0 1,0-1-1,1 1 1,-1-1 0,0 1-1,1-1 1,-1 0 0,1 0-1,0-1 1,-1 1 0,1-1-1,4 1 1,56-2 529,-32-1-48,-18 2-369,0 1 0,0 0 1,0 0-1,0 1 1,0 1-1,0 1 0,13 5 1,-20-6-121,0 0 1,-1 1-1,1-1 0,-1 2 1,0-1-1,0 1 0,-1-1 1,1 2-1,-1-1 1,0 1-1,0-1 0,-1 1 1,0 1-1,7 12 1,0 7 93,0 1 1,-2 0 0,-1 0 0,-2 1 0,7 52 0,-4 144 682,-9-224-796,0 1-1,0-1 1,-1 1 0,1-1 0,0 0 0,0 1-1,0-1 1,0 1 0,0-1 0,0 1 0,0-1-1,1 1 1,-1-1 0,0 1 0,0-1 0,0 1-1,0-1 1,1 1 0,-1-1 0,0 0 0,0 1-1,1-1 1,-1 0 0,0 1 0,1-1 0,-1 1-1,0-1 1,1 0 0,-1 0 0,1 1 0,-1-1-1,0 0 1,1 0 0,-1 1 0,1-1 0,-1 0-1,1 0 1,-1 0 0,1 0 0,-1 0 0,0 0-1,1 0 1,0 0 0,0 0-207,0 0 0,0-1 0,1 1 1,-1-1-1,0 1 0,0-1 0,0 1 0,0-1 1,0 0-1,0 0 0,0 1 0,-1-1 0,1 0 1,0 0-1,1-1 0,6-11-4733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8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15 928,'0'0'12679,"25"0"-12190,1 0-332,163-4 1443,-71-5-1321,-42 7-4933,-56 2 874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29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32 1064,'0'0'10558,"25"-5"-9860,9-3-474,-8 3 53,0 0-1,37-2 1,-62 6-256,1 1 1,-1 0 0,1 0 0,0 0 0,-1 0 0,1 0 0,-1 0 0,1 0 0,0 0 0,-1 0 0,1 1 0,-1-1 0,1 1 0,-1-1 0,1 1 0,-1 0 0,1-1 0,-1 1 0,1 0 0,-1 0-1,0 0 1,0 0 0,1 0 0,-1 0 0,0 1 0,1 1 0,0 1-17,-1 1 0,0-1 0,0 0-1,0 1 1,-1-1 0,0 1 0,1-1 0,-2 7 0,1-4-2,0 0-1,-1 1 1,0-1 0,0 1 0,0-1 0,-1 0 0,-1 0 0,1 0 0,-1 0 0,0 0-1,0 0 1,-1-1 0,0 1 0,0-1 0,-1 0 0,0 0 0,-6 6 0,-17 18 2,-1 0 1,-36 28 0,49-46-153,0-1 0,0 0 0,-1-1 0,-1 0 0,1-2 0,-30 10-1,46-18 152,1 1 0,0-1-1,-1 0 1,1 0-1,-1 0 1,1 0-1,-1 0 1,1 1 0,-1-1-1,1 0 1,-1 0-1,1 0 1,-1 0-1,1 0 1,0-1 0,-1 1-1,1 0 1,-1 0-1,1 0 1,-1 0-1,1 0 1,-1-1 0,1 1-1,0 0 1,-1 0-1,1-1 1,-1 1-1,1 0 1,0-1 0,-1 1-1,1 0 1,-1-1-1,1-17-211,1 14 129,0 1 0,0-1-1,1 1 1,-1 0 0,1-1 0,0 1-1,0 0 1,0 0 0,4-5 0,-1 5-5,-1 1 1,0-1-1,1 1 1,-1 0-1,1 0 1,0 0 0,0 1-1,0 0 1,-1 0-1,11-1 1,55 1-77,-39 2 144,33-1 11,15-1 466,101 12 1,-160-8-486,0 0 1,1-2 0,-1 0-1,1-1 1,27-4 0,-33-3-2018,-5-2-1888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0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1304,'0'0'9009,"27"21"-7753,86 67-368,9 13 243,-86-70-894,0-1 1,53 32-1,-86-60-272,2 1-207,-1 0 0,1 0 0,0-1 0,0 1 0,0-1 0,1 0 0,-1 0 1,1-1-1,-1 0 0,6 1 0,-4-4-2247,-5-8-1665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0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 4625,'0'0'3543,"-17"28"-2542,-57 98-136,21-37-87,-3-3-1,-80 93 1,132-174-902,2-3-106,0 0 0,0 0 0,0 0 0,1 1 0,-1-1 0,1 0 0,-1 1 0,1-1 0,0 1 0,0-1 0,0 1 0,-1 5 0,12-10-3158,5-8 988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1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26 912,'0'0'8067,"32"-3"-7480,105-11-102,-95 9-251,0 2 0,78 4 0,-112 0-224,-1 0 1,1 1-1,0 0 0,-1 0 1,0 0-1,1 1 0,-1 0 0,0 1 1,0 0-1,-1 0 0,1 0 1,-1 1-1,0 0 0,0 0 1,8 10-1,-8-8-6,0 0 0,-1 0 0,0 1 0,0 0 1,-1 0-1,0 0 0,0 0 0,-1 1 0,0 0 0,0-1 0,-1 1 1,2 18-1,-3-8 23,-1 0 1,0 0 0,-2 0 0,0 0-1,-1 0 1,-1 0 0,0-1 0,-2 1-1,-11 26 1,10-30 31,4-9-26,0 0 0,0 0-1,1 1 1,0-1-1,0 1 1,1-1-1,-1 1 1,1 10-1,1-16-237,2-4-326,9-10-791,1-4-1516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1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1 536,'0'0'8635,"30"3"-6785,4 0-1419,150 19 1132,-84-6-971,-42-5-1107,0-2 0,64 0 1,-122-9 380,0 0 1,0 0-1,1 0 1,-1 0 0,0 0-1,1 0 1,-1 0-1,0 0 1,1-1 0,-1 1-1,0 0 1,1 0-1,-1 0 1,0 0 0,0 0-1,1 0 1,-1-1-1,0 1 1,0 0 0,1 0-1,-1 0 1,0-1-1,0 1 1,1 0 0,-1 0-1,0-1 1,0 1 0,0 0-1,0-1 1,0 1-1,1 0 1,-1-1 0,0 1-1,0 0 1,0 0-1,0-1 1,0 1 0,0 0-1,0-1 1,0-9-5850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6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38 1360,'0'0'8561,"-3"-6"-7538,-10-19-290,10 19 901,3 23-1441,-1 34 106,0 0-54,2 0-1,2 1 0,11 51 0,-7-65-107,-1-1 0,-2 1 0,-1 41-1,-3-79-80,1 0-69,-1 0-1,0 0 1,0 0-1,0 0 0,1 0 1,-1 0-1,0 0 1,0 0-1,1 0 1,-1 0-1,0 0 1,0 0-1,1 0 0,-1 0 1,0 0-1,0 0 1,0 0-1,1 0 1,-1 0-1,0 0 0,0 0 1,1 0-1,-1 0 1,0 0-1,0-1 1,0 1-1,0 0 0,1 0 1,-1 0-1,0 0 1,0 0-1,0-1 1,0 1-1,1 0 1,-1 0-1,0 0 0,0-1 1,0 1-1,0 0 1,0-1-1,8-43-4068,-5 17-1094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6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0 888,'0'0'10646,"20"6"-9389,2 1-909,-2 0-35,0-1 0,1-2 0,-1 0-1,28 2 1,148-3 1170,-128-3-1694,-59-1-304,1 0 0,-1 0 0,1-1 0,-1-1 0,1 1 0,-1-2 0,14-6-1,-4 2-1921,4 0-3211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0:37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2272,'0'0'5427,"-12"0"-4444,-27 1-103,30 1-88,35 2-20,453 11 4632,-442-15-5262,-36 0-452,1 0-1094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4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43 304,'0'0'3628,"-3"-1"-3558,-8 0-54,8 0 87,2-2 542,0-1 0,0 1 0,0-1 1,0 0-1,1 1 0,-1-1 0,1 0 0,1-7 805,-2 11-1480,0 1 1,0-1 0,1 1-1,-1-1 1,0 1 0,1-1-1,-1 1 1,1-1 0,-1 1-1,1-1 1,-1 1 0,1 0-1,-1-1 1,1 1 0,-1 0-1,1 0 1,0-1 0,-1 1-1,1 0 1,0 0 0,-1 1-1,-6 24 72,3-14-71,-1 10 72,1 0 0,1-1 0,1 1 0,1 0 0,1 1 0,3 21-1,-2 14-15,-1 162 295,1-220-366,-1 1 1,1-1-1,0 0 0,-1 1 1,1-1-1,-1 0 1,1 0-1,0 0 1,-1 1-1,1-1 1,0 0-1,-1 0 0,1 0 1,0 0-1,0 0 1,-1 0-1,1 0 1,0 0-1,-1-1 1,1 1-1,0 0 1,-1 0-1,1 0 0,-1-1 1,1 1-1,0 0 1,-1-1-1,2 0 1,6-8-2473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3:44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1512,'0'0'3080,"-13"0"-1015,506 8 237,-491-8-2541,0 0 0,0 1 0,-1-1 0,1 1 0,0-1 0,-1 1 0,1 0 0,0-1 0,-1 1 0,1 0 0,2 3 0,7 2-1270,5 0-1281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35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479 1 4601,'0'0'4892,"-28"0"-4015,-88-1-126,108 2-668,0-1 0,0 1 0,1 1-1,-1 0 1,0 0 0,1 0 0,0 1 0,-1 0 0,1 1 0,0-1-1,1 1 1,-1 1 0,1-1 0,0 1 0,0 0 0,-10 11 0,-1 0 35,-1 0-59,1 2 0,1 0 0,0 0 0,2 1 0,0 1 0,1 1 0,1 0 0,1 0 0,1 1-1,1 1 1,0 0 0,2 0 0,1 0 0,1 1 0,1 0 0,1 0 0,1 0 0,1 0 0,4 43 0,-1-51-40,1-1 0,1 1 1,0-1-1,1 0 0,1-1 0,0 1 0,1-1 1,1 0-1,0-1 0,1 1 0,0-2 0,1 1 1,19 18-1,-16-19 31,0 0 1,0-1-1,1-1 1,1 0-1,-1-1 1,1 0-1,1-1 1,0-1-1,0 0 1,0-2-1,1 0 1,21 4-1,-18-6 101,0 0 0,0-2 0,1 0 0,37-5 0,-49 3-114,-1-1 0,0 0 0,0 0-1,0-1 1,0 0 0,-1-1 0,1 0 0,-1 0 0,0 0 0,0-1 0,0 0 0,-1 0 0,0-1 0,8-8 0,-9 7 7,1 0 0,-2 0 0,1-1 0,-1 0 0,0 0 0,-1 0 1,0 0-1,0 0 0,-1-1 0,0 1 0,0-1 0,0-16 0,-1 19-12,-1 0 0,0 0 0,0 0 0,-1 0 0,0 1 0,0-1-1,0 0 1,-1 0 0,0 1 0,0-1 0,0 1 0,-1-1 0,1 1-1,-1 0 1,-1 0 0,1 0 0,-1 1 0,0-1 0,-7-6 0,2 5-36,0 0 1,0 1 0,-1 0-1,1 1 1,-1 0-1,-1 0 1,1 1 0,0 0-1,-1 1 1,-17-2 0,1 2-23,1 2-1,-1 0 1,-29 5 0,34-1-88,0 1-1,-1 1 1,2 2 0,-1 0-1,1 1 1,1 1-1,-1 0 1,2 2 0,-25 19-1,38-27-252,0 1 0,1-1 0,0 1 0,0 1-1,0-1 1,0 1 0,1 0 0,0 0 0,0 0 0,1 1 0,-1-1-1,1 1 1,1 0 0,-1 0 0,1 0 0,-2 13 0,2 11-4545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36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1320,'0'0'8948,"24"-9"-8296,80-27-134,-83 30-336,0 1 0,-1 1 0,1 1 0,1 1 0,-1 0-1,32 3 1,-14 0 36,10-3-16,34 1-42,-75 1-155,0 0 1,0 1-1,0 1 1,0 0-1,0 0 1,-1 0-1,11 5 1,-16-6-26,0 0-1,0 0 1,0 1 0,0-1-1,0 1 1,0-1 0,-1 1-1,1 0 1,-1 0 0,1 0-1,-1 0 1,1 0 0,-1 0-1,0 0 1,0 0 0,0 0 0,0 1-1,0-1 1,-1 0 0,1 1-1,-1-1 1,1 1 0,-1-1-1,0 0 1,0 1 0,0-1-1,0 1 1,-1-1 0,1 0 0,-1 1-1,1-1 1,-1 1 0,0-1-1,-1 2 1,-1 4-8,0 0 0,-1 0 0,0-1 0,-1 0 0,1 0 0,-1 0 0,0 0 0,-10 8 0,-15 11 63,-2-1 0,0-2 0,-71 38 0,-118 38-1097,188-88 478,55-13 1144,46-22-41,-33 11-367,-1 1 0,2 2 1,-1 1-1,51-5 1,-75 13-168,0 0 0,0 1 0,0 0 0,0 0 0,0 2 0,13 2 0,-20-3-7,0 1 1,0-1-1,-1 1 1,1 0-1,-1 0 1,0 0-1,1 0 1,-1 1-1,0-1 0,0 1 1,-1 0-1,1 0 1,0 0-1,-1 0 1,0 0-1,0 1 1,0-1-1,0 1 0,0-1 1,1 7-1,0 0-26,0 1 0,-1-1 0,0 1 0,-1 0 0,0-1-1,0 1 1,-1 0 0,-1 0 0,0-1 0,-1 1 0,1 0 0,-2-1-1,0 1 1,0-1 0,-1 0 0,0 0 0,-1 0 0,0-1 0,0 0 0,-11 14-1,3-9 65,0-1 0,-1 0 0,0-1 0,-1-1-1,-1 0 1,0-1 0,-31 14 0,34-18 30,0 0 1,-1-1-1,0-1 1,0 0-1,0-1 1,0-1-1,0 0 0,-1-1 1,1 0-1,-27-3 1,38 1-32,0 0 0,0 0 0,0 0 0,0 0 0,1-1 0,-1 0 0,0 1 0,1-1 0,0 0 1,-1 0-1,1 0 0,0 0 0,0-1 0,0 1 0,-3-5 0,2 2-440,0 1 1,1 0-1,-1-1 0,1 0 1,0 1-1,1-1 0,-1 0 1,-1-10-1,3 2-3417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37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419 505 10162,'0'0'3973,"12"-25"-3808,37-81 50,-46 100-152,0 0 1,0-1-1,-1 0 0,0 1 1,0-1-1,0 0 0,-1 0 1,0 0-1,-1 0 0,0 0 1,-1-14-1,0-4 243,1 15-195,0 1 1,0-1 0,-1 1 0,-1-1 0,1 1 0,-2-1-1,-2-9 1,3 16-151,0-1 0,0 1 0,0 0 0,0 0 0,0-1 0,-1 1 0,1 1 0,-1-1 0,0 0 0,0 1 0,0-1 0,0 1 0,0 0 0,-1 0 0,1 0 0,-1 0-1,1 1 1,-1 0 0,1-1 0,-8 0 0,-33-9-1785,-1-2-1,-74-33 0,101 37 1404,0 2-1,-1 0 1,0 2 0,0 0 0,-1 1-1,-32-3 1,7 6-2130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38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1 696,'0'0'4987,"-15"1"-4693,-51 9-18,62-9-228,0 0 0,0 1 0,0 0-1,1-1 1,-1 1 0,1 1-1,-1-1 1,1 0 0,0 1 0,0 0-1,0-1 1,0 1 0,0 1-1,1-1 1,-1 0 0,1 0 0,0 1-1,-3 6 1,1-2 82,-5 8 22,1 1 1,0 1 0,2-1 0,0 1 0,0 0 0,-2 25-1,2-2 6,1 74 0,6-103-55,0 1 1,1-1-1,1 0 0,0 0 1,1 0-1,0-1 0,0 1 0,1-1 1,10 16-1,-2-5 16,1-1 0,2 0 1,27 29-1,-37-43-27,1-1 0,0 0 0,1 0 0,-1-1 0,1 0 0,0-1 0,0 1 0,1-1 0,-1-1 1,1 0-1,-1 0 0,16 3 0,3-3 189,0-1 0,0-1-1,27-2 1,-40 0-203,0-1-1,0 0 0,0-1 0,-1 0 1,1-1-1,-1-1 0,0 0 0,0-1 0,0 0 1,-1-1-1,0-1 0,0 0 0,-1 0 1,12-12-1,-15 12-6,1 0 1,-1-1-1,0 0 1,-1-1-1,0 1 1,-1-2-1,0 1 1,0-1-1,-1 1 1,-1-1-1,1-1 1,-2 1-1,0-1 1,0 1-1,-1-1 1,1-22-1,-3 28-35,1-1-7,-1-1 0,0 1 0,0-1 0,-1 1 0,0-1 0,0 1 0,-1 0 0,0 0 0,0-1 1,0 1-1,-1 1 0,-7-14 0,-4 1-15,-29-35 1,37 47-76,-1 1 0,0 0 0,0 0-1,0 0 1,0 1 0,-1 0 0,0 1-1,-13-6 1,5 6-619,0 0 0,-1 2 1,1 0-1,-28 0 0,-4 1-3234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42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88 328,'0'0'4332,"6"-8"-3505,4-7 591,0-1 1,11-25 0,-21 41-1367,0 0-1,0-1 1,0 1-1,0-1 0,0 1 1,1 0-1,-1-1 1,0 1-1,0 0 0,0 0 1,0-1-1,0 1 1,1 0-1,-1-1 0,0 1 1,0 0-1,0 0 1,1-1-1,-1 1 0,0 0 1,1 0-1,-1-1 1,0 1-1,0 0 0,1 0 1,-1 0-1,0 0 1,1 0-1,-1-1 0,0 1 1,1 0-1,-1 0 1,0 0-1,1 0 1,-1 0-1,0 0 0,1 0 1,-1 0-1,0 0 1,1 0-1,-1 0 0,0 0 1,1 1-1,-1-1 1,0 0-1,1 0 0,-1 0 1,0 0-1,1 0 1,-1 1-1,0-1 0,1 1 1,13 24 838,8 45-504,-21-67-279,24 95 302,-4 2 1,-4 0-1,6 203 1,-23-245-303,-11 294 147,-7 37-2,16-295-240,0 616 109,22-484-179,1 36 218,-21-198-93,0 128 81,26 206 0,29 288-58,-53-627-77,-1 3-24,13 83 0,1-54 46,6 182 1,-28-76-97,-38 236 0,35-350 167,2 94 0,8-176-126,0-1-1,-1 1 1,1 0-1,0-1 1,-1 1-1,1-1 1,-1 1-1,1 0 1,-1-1-1,1 1 1,-1-1-1,0 0 1,1 1-1,-1-1 1,0 1-1,1-1 1,-1 0-1,0 0 1,1 1-1,-1-1 1,0 0-1,-1 0 1,-22 6-2679,16-4 481,-10 1-4687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2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1896,'0'0'8648,"1"-21"-7135,3-68-329,1 54 527,-4 35-1682,-1 0 0,1 1 0,-1-1-1,0 0 1,1 0 0,-1 1 0,1-1 0,-1 0 0,0 1 0,1-1 0,-1 0 0,0 1 0,0-1 0,1 1 0,-1-1 0,0 1 0,0-1 0,0 0 0,1 1 0,-1-1 0,0 1 0,0-1 0,0 1 0,0-1 0,0 2 0,90 341 174,-13-36 44,-69-292-422,-3-9-308,-2-9-804,0-49-2585,-2 17-1273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3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4721,'0'0'8351,"27"0"-8069,6 1-176,48 6 1,-73-5-77,-1 0 0,0 0-1,0 1 1,0 0 0,0 0 0,0 1 0,0-1 0,-1 2 0,0-1 0,0 1-1,0-1 1,0 2 0,7 7 0,2 3 77,69 73 351,-9-9-258,-71-76-420,0-1 0,1 0 0,-1 0 1,1 0-1,-1 0 0,1-1 0,0 0 0,0 0 1,0 0-1,0-1 0,1 0 0,-1 0 0,0 0 1,0 0-1,1-1 0,-1 0 0,0 0 0,1-1 1,-1 1-1,0-1 0,9-2 0,14-10-4149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3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0 5201,'0'0'3833,"-168"78"-3385,113-40-160,2 2-144,0 0-80,8-2-64,6-5-256,14-3-936,11-8-921,8-12-287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3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4145,'0'0'8336,"2"-4"-7734,-2 4-599,0-1 1,0 1-1,0-1 0,0 1 1,0 0-1,1-1 0,-1 1 1,0 0-1,0-1 0,0 1 1,0 0-1,0-1 1,1 1-1,-1 0 0,0 0 1,0-1-1,1 1 0,-1 0 1,0 0-1,0-1 0,1 1 1,-1 0-1,0 0 1,1 0-1,-1-1 0,0 1 1,1 0-1,-1 0 0,0 0 1,1 0-1,-1 0 0,0 0 1,1 0-1,-1 0 1,1 0-1,5 13 57,3 42 73,-7-39-35,17 157 338,-12-85-260,5-1 1,32 125-1,-43-208-182,1 3 14,0 1 0,0-1 0,1 0 0,0 0 0,1 0 0,6 11 0,-9-17-77,0 0 1,1 1-1,-1-1 0,1 0 0,-1 0 0,1 0 1,0 0-1,-1 0 0,1 0 0,0 0 1,-1-1-1,1 1 0,0 0 0,0-1 0,0 0 1,0 1-1,0-1 0,-1 0 0,1 0 1,0 0-1,0 0 0,0-1 0,0 1 1,0 0-1,0-1 0,-1 1 0,1-1 0,0 0 1,0 1-1,-1-1 0,4-2 0,20-13-2637,-2-4-2480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4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50 408,'0'0'9683,"-26"-8"-8877,-85-25-363,104 31-396,0 0 0,1 0 0,-1 1 1,0 0-1,0 1 0,0-1 0,0 2 0,1-1 0,-1 0 1,0 1-1,0 1 0,0-1 0,1 1 0,-1 0 1,1 0-1,0 1 0,-1 0 0,1 0 0,0 1 0,-9 6 1,5 0 6,-1 1 0,1 0 1,1 1-1,0-1 0,0 2 0,-12 24 1,12-19 7,1-1 0,1 2 0,1-1 0,0 1 0,2 0 1,0 0-1,1 0 0,0 0 0,2 35 0,0-47-13,2-1 0,-1 0 0,1 0 0,0 0 0,0 0 0,0 0 0,1 0-1,0 0 1,0-1 0,1 1 0,0-1 0,0 1 0,0-1 0,0 0 0,7 8 0,-3-7 60,-1-1-1,1 1 1,0-1 0,0 0 0,0-1 0,0 0 0,1 0 0,0 0 0,0-1-1,9 2 1,15 2 144,1-1-1,0-2 0,0-1 1,51-2-1,-59 0-238,-7 0-318,1-1 1,0-1 0,-1 0-1,1-2 1,-1 0-1,0-1 1,23-8-1,-12 0-1943,31-19 0,-28 11-1882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4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3545,'0'0'7955,"0"24"-7475,0 166 695,0 204 775,0-392-1969,0 0 1,0 0 0,1 1 0,-1-1 0,1 0 0,-1 0 0,1 0 0,-1 0 0,1 0 0,0 0-1,0-1 1,0 1 0,2 3 0,-2-5-72,-1 1 0,1-1-1,0 1 1,-1-1 0,1 1-1,-1-1 1,1 1 0,0-1 0,0 0-1,-1 1 1,1-1 0,0 0-1,-1 0 1,1 0 0,0 1 0,0-1-1,0 0 1,-1 0 0,1 0-1,0 0 1,0 0 0,-1 0 0,1-1-1,0 1 1,0 0 0,-1 0-1,1 0 1,0-1 0,0 1 0,-1 0-1,1-1 1,0 1 0,-1-1-1,1 1 1,-1-1 0,1 1 0,0-1-1,-1 1 1,1-2 0,8-13-3484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7:55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90 496,'0'0'11820,"25"-14"-11276,79-45-293,-99 57-242,-1-1 0,1 1 0,0 0 0,-1 0 0,1 1 0,0-1 0,0 1 0,0 0 0,0 1 0,0-1 0,1 1 0,-1 0 0,0 0 0,0 1 0,0-1 1,0 1-1,0 0 0,0 1 0,0-1 0,-1 1 0,1 0 0,0 0 0,-1 0 0,1 1 0,4 3 0,0-1-3,20 13 9,0 0 0,-1 2 0,-1 0 1,-1 2-1,-1 2 0,-1 0 0,35 47 0,-48-57-53,-1 1-1,0 0 1,-1 1 0,-1 0-1,-1 0 1,0 1 0,-1 0-1,-1 0 1,-1 0 0,0 1-1,-1-1 1,-1 1 0,-1 0-1,0 0 1,-1 0 0,-4 24-1,2-33 39,-1 0-1,0 0 0,-1 0 0,1-1 0,-2 0 1,1 1-1,-1-1 0,0-1 0,-1 1 0,0-1 0,0 0 1,-1 0-1,0-1 0,0 0 0,-14 10 0,-1-2 36,0-1-1,0-1 0,-1 0 1,-39 12-1,41-17-131,-43 9 0,59-15-248,-1 0 1,0 0-1,1-1 0,-1 1 0,0-1 0,1-1 1,-1 1-1,0-1 0,1 0 0,-1 0 0,1-1 1,-1 1-1,-6-4 0,-8-11-3925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06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56 2721,'0'0'5119,"22"-7"-4644,73-24 49,-79 26-220,1 1 0,-1 1 0,1 0 0,-1 2 0,1-1-1,0 2 1,20 2 0,8-1 263,-23-1-269,-16-1-246,1 1 0,0 0 0,0 0 0,0 1 0,0 0 0,-1 0 0,8 3 0,-11-3-62,-1 0 0,1 0 1,-1 1-1,0-1 0,0 1 1,0 0-1,0 0 1,0 0-1,0 0 0,-1 0 1,1 0-1,-1 0 1,1 0-1,-1 1 0,0-1 1,0 1-1,0-1 0,0 1 1,0-1-1,0 1 1,-1-1-1,1 5 0,1 4-15,-1 1-1,0-1 1,0 0-1,-1 1 1,-1-1-1,0 1 1,0-1-1,-1 0 1,-1 0-1,0 0 1,0 0-1,-1 0 1,-1-1-1,1 0 1,-2 1 0,0-2-1,-13 19 1,-9 9 100,-2-1 1,-2-2-1,-40 35 1,52-52-51,-2 0 1,0-2 0,0 0-1,-1-2 1,-1 0-1,-47 17 1,71-30-15,-1 1 1,1-1-1,-1 0 0,1 1 1,-1-1-1,0 0 0,1 1 1,-1-1-1,1 0 1,-1 0-1,1 0 0,-1 0 1,0 0-1,1 0 0,-1 1 1,1-1-1,-1 0 0,0-1 1,1 1-1,-1 0 0,1 0 1,-1 0-1,0 0 1,1 0-1,-1-1 0,1 1 1,-1 0-1,1 0 0,-1-1 1,1 1-1,-1 0 0,1-1 1,-1 1-1,1-1 1,-1 1-1,1-1 0,0 1 1,-1-1-1,1 1 0,0-1 1,-1 1-1,1-1 0,0 1 1,0-1-1,-1 1 0,1-1 1,0 0-1,0 1 1,0-1-1,0 1 0,0-1 1,0 0-1,0 1 0,0-1 1,0 0-1,1-2-3,-1 0 0,1 0 0,0 0 0,0 0-1,0 0 1,0 1 0,0-1 0,1 1 0,-1-1 0,4-3 0,1 0-10,1 0 0,1 0 0,-1 0 0,1 1 0,0 0 0,0 1 0,0 0 0,1 0 0,0 1 0,0 0 0,-1 0 0,2 1 0,-1 0 0,0 1 0,0 0 0,0 1 0,13 0 0,0 0-104,0 2 0,0 1 0,0 0 0,-1 2 0,1 0 0,25 10 0,-17-2 194,0-2 0,1-1-1,1-2 1,-1-1 0,1-2 0,0 0-1,1-3 1,42-1 0,-67-2 20,1 0 0,-1-1 0,-1 0 0,1-1 1,0 0-1,0 0 0,-1-1 0,0 1 0,0-2 0,8-5 0,-11 7-225,0 1 0,0-1 0,0 0-1,-1-1 1,0 1 0,1-1-1,-1 1 1,-1-1 0,1 0 0,0 0-1,-1 0 1,0 0 0,0-1-1,0 1 1,-1-1 0,1 1-1,-1-1 1,1-8 0,-3 7-2588,-6 1-2237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10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 2873,'0'0'6837,"4"0"-6465,7-2-263,-1 0 0,1 0 0,-1-1 0,0 0 0,11-5 0,20-5 235,-1 2-169,1 2 0,-1 2 0,2 1 0,-1 3 0,63 2 1,-103 1-184,1 0 0,0 1 0,0-1 0,-1 1 0,1 0 0,0-1 0,-1 1 0,1 0 0,-1 0 0,1 0 0,-1 0 0,1 0 0,-1 0 0,0 1 0,0-1 0,1 0 0,-1 1 0,0-1 0,0 1 0,0-1 1,-1 1-1,1-1 0,0 1 0,0 0 0,-1-1 0,1 1 0,-1 0 0,0 0 0,1-1 0,-1 1 0,0 0 0,0 0 0,0 0 0,0-1 0,-1 4 0,1 2-19,-1 0-1,1 0 0,-2 0 1,1 0-1,-1 0 1,0-1-1,0 1 0,-4 8 1,-5 2 90,0-1 0,-1 0 1,-1 0-1,0-1 0,-29 25 0,-86 60-581,119-94 398,-34 22 486,44-31-256,-1 0 1,1 0 0,0 0 0,0 0 0,1 0 0,-1 0 0,1 1 0,-1-1 0,1 0 0,0 1 0,0-1-1,0 1 1,0-1 0,0 1 0,1 0 0,-1 0 0,1 0 0,5-3 0,53-29 197,-59 33-283,9-4 7,1 0-1,0 1 1,0 0-1,0 0 1,0 1-1,0 1 1,1 0-1,-1 1 1,1 1-1,-1-1 1,20 4-1,-24-2-47,0 1-1,-1-1 0,1 2 0,-1-1 0,0 1 0,0 1 0,0-1 1,0 1-1,0 0 0,-1 1 0,0-1 0,0 1 0,0 1 0,0-1 1,-1 1-1,0 0 0,0 0 0,-1 0 0,7 12 0,-6-6-22,1 0 0,-1 1 0,-1 0 0,0 0 0,-1 0 0,0 0 0,0 18 0,-1 1-6,-1-1 1,-4 33 0,1-57 36,0 0-1,0 0 1,0 0 0,-1 0-1,0 0 1,0-1-1,0 1 1,-1-1 0,0 0-1,0 0 1,-1 0 0,0-1-1,0 1 1,0-1 0,-1 0-1,1-1 1,-8 5 0,-3 2 63,0 0 0,-1-2 0,0 0 1,0-1-1,-26 8 0,33-13 149,0 0-1,-1-1 0,1-1 0,0 0 1,-1 0-1,1-1 0,-1 0 1,1-1-1,0 0 0,-1-1 0,1 0 1,0 0-1,-15-7 0,16 6-296,0-2 0,0 1-1,0-1 1,1-1-1,0 1 1,0-1 0,0-1-1,-12-12 1,19 17-141,0 0 0,-1 0 0,1 1-1,0-1 1,0 0 0,0 0 0,1 0 0,-1-1 0,0 1 0,1 0-1,-1 0 1,1 0 0,0 0 0,0-1 0,-1 1 0,2 0-1,-1-4 1,0-1-1223,0-8-2988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13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1 284 2232,'0'0'9976,"6"-16"-7829,14-14-1908,-2-2 0,-1 0-1,-1-1 1,-2 0 0,12-41-1,-25 71-178,-1 1-29,0 0 1,1 1-1,-1-1 1,0 0 0,1 0-1,0 1 1,-1-1-1,1 0 1,0 0 0,0 1-1,0-1 1,0 1-1,0-1 1,0 1 0,0 0-1,1-1 1,1-1 0,-2 4-56,-1-1 0,1 1 0,0-1 0,-1 1 1,1 0-1,-1-1 0,1 1 0,-1 0 0,1-1 1,-1 1-1,1 0 0,-1-1 0,0 1 0,1 0 1,-1 0-1,0 0 0,0-1 0,1 1 0,-1 0 1,0 0-1,0 1 0,4 25-131,-3-23 100,6 91-125,-7 163 0,-16-116 272,9-95-62,-3 71-1,10-118 268,0-2-541,1 0 48,-1 0 1,0 1-1,1-1 1,0 0-1,-1 0 1,1 0-1,0 1 1,0-1-1,0 0 0,0 1 1,0-1-1,0 1 1,1-2-1,3-3-829,9-16-4689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14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1896,'0'0'5511,"25"0"-4200,163 0 807,28 0 561,-71 0-4287,-151 3-4719,-13 4 1619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14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1560,'0'0'4312,"-12"20"-3823,-37 59-125,47-76-317,0-1-1,0 1 1,1 0-1,-1-1 1,1 1-1,-1 0 1,1 0-1,0 0 1,0 0-1,0 1 1,1-1-1,-1 0 1,1 0-1,0 0 0,0 1 1,0-1-1,1 6 1,0 5 207,0-13-212,-1 0 0,0 0 0,1 0-1,-1 1 1,0-1 0,1 0-1,-1 0 1,1 0 0,0 0 0,-1-1-1,1 1 1,0 0 0,-1 0 0,1 0-1,0 0 1,0-1 0,0 1-1,0 0 1,0-1 0,0 1 0,0-1-1,0 1 1,0-1 0,0 1 0,0-1-1,0 0 1,0 0 0,0 1-1,0-1 1,0 0 0,2 0 0,44 1 1298,-36-1-1030,18-2 192,0 0-1,43-11 0,-51 7-424,0 2 0,0 1-1,0 1 1,0 0-1,1 2 1,35 3 0,-50-1-90,0 0 0,0 0 1,0 1-1,0-1 0,-1 2 1,1-1-1,-1 1 0,0 0 0,0 0 1,0 0-1,-1 1 0,1 0 1,-1 0-1,-1 1 0,1-1 1,-1 1-1,4 6 0,-2-2-26,-1-1-1,0 1 1,-1 0-1,0 0 1,0 0-1,-1 1 1,-1-1-1,1 1 1,-2 0-1,1 18 1,-1-19 47,-1-1-1,-1 0 1,0 1-1,0-1 1,-1 0 0,0 0-1,0 0 1,-1 0 0,0 0-1,-1-1 1,0 1 0,0-1-1,-1 0 1,0 0-1,0-1 1,-1 1 0,-12 12-1,7-10 48,0 0-1,-1-1 0,0 0 0,-1-1 1,1 0-1,-1-1 0,-1 0 0,0-1 1,-25 7-1,18-8 195,1 0 0,-1-2 0,0 0 1,0-2-1,0 0 0,-31-3 0,45 1-202,0-1-1,0 1 0,0-1 0,0-1 0,1 1 1,-1-1-1,1 0 0,0 0 0,0-1 0,-9-6 0,3 0-984,0-1-1,0 0 0,-16-20 0,14 13-4329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29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1560,'0'0'6595,"21"-5"-6111,69-16-114,-68 18-86,-1 0 1,1 1 0,0 1 0,24 2 0,-3 0 108,-31 0-373,1 0 0,0 0 0,-1 1 0,0 1 0,1 0 0,-1 1 0,0 0 0,0 0 0,-1 2 0,0-1 0,0 2 0,0-1-1,0 1 1,-1 1 0,0 0 0,-1 1 0,0-1 0,11 15 0,-18-20-33,0-1 1,0 1-1,-1 0 0,1 0 0,-1 0 0,0 0 1,1 0-1,-2 0 0,1 0 0,0 0 1,0 0-1,-1 0 0,0 0 0,0 1 1,0-1-1,0 0 0,0 0 0,0 0 1,-1 0-1,0 1 0,0-1 0,0 0 0,0 0 1,0 0-1,0 0 0,-1-1 0,1 1 1,-1 0-1,0-1 0,0 1 0,0-1 1,0 1-1,0-1 0,-4 3 0,-7 6 39,-1 0-1,-1-1 0,0 0 1,-30 13-1,35-18 27,-57 28 92,31-17-881,1 1 0,1 3-1,0 0 1,-40 34 0,74-54 733,-1 0 0,1 0 1,0 0-1,0 0 0,0 0 0,0 0 1,-1 0-1,1 0 0,0 1 0,0-1 1,0 0-1,0 0 0,0 0 0,0 0 1,-1 0-1,1 0 0,0 1 0,0-1 1,0 0-1,0 0 0,0 0 0,0 0 0,0 1 1,0-1-1,0 0 0,0 0 0,0 0 1,0 0-1,0 1 0,0-1 0,0 0 1,0 0-1,0 0 0,0 0 0,0 1 1,0-1-1,0 0 0,0 0 0,0 0 1,0 0-1,0 1 0,0-1 0,0 0 1,0 0-1,0 0 0,1 0 0,-1 1 1,0-1-1,0 0 0,0 0 0,0 0 1,0 0-1,0 0 0,1 0 0,-1 0 0,0 0 1,0 1-1,0-1 0,0 0 0,1 0 1,-1 0-1,0 0 0,0 0 0,0 0 1,1 0-1,21 0 535,27-8 182,-16-2-332,-1 2 1,1 1-1,1 2 0,-1 1 0,61 1 0,-91 3-376,1 0 0,-1 0-1,1 1 1,-1-1-1,0 1 1,1 0 0,-1 0-1,0 0 1,0 1 0,0-1-1,0 1 1,0-1 0,0 1-1,0 0 1,0 0-1,2 3 1,-1-1-16,0 0-1,-1 1 1,1 0 0,-1-1-1,0 1 1,-1 0 0,1 0-1,-1 1 1,2 5 0,0 3-45,-1 0 1,-1 1 0,0-1 0,0 1 0,-2-1 0,0 1-1,-2 14 1,1-23 54,-1-1 1,1 0-1,-2 0 0,1 0 1,0 0-1,-1 0 0,0 0 0,0 0 1,0-1-1,-1 0 0,0 1 0,1-1 1,-1-1-1,-1 1 0,1-1 1,0 1-1,-1-1 0,0 0 0,-10 4 1,-3 2 199,-1-1 0,-1 0 0,1-2 1,-22 5-1,21-8 170,0 0 0,-1-2-1,-33-1 1,18-1-165,33 1-274,0 0 1,0-1 0,0 1 0,0-1-1,0 0 1,1 1 0,-1-1 0,0 0-1,0-1 1,1 1 0,-1 0 0,0-1-1,1 0 1,0 0 0,-1 1-1,-2-4 1,-5-3-1178,-7-3-2822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47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5 299 2104,'0'0'10033,"-1"-10"-9549,1 7-477,-2-12 216,1 0 0,1 0 0,0 0 0,1-1 0,1 1 0,4-22-1,10-9-38,26-55-1,-38 93 37,-3 6-115,0 6-140,1 5-126,27 150 199,12 200 0,-37-307-42,-3-47 61,4 35-91,-4-39 128,-1 1-1,0 0 1,1 0-1,0-1 1,-1 1-1,1 0 1,0-1-1,0 1 1,0-1-1,0 1 1,0-1-1,0 1 1,0-1-1,0 0 1,1 1-1,-1-1 1,3 2-1,-2-3-124,-1 1-1,1-1 0,-1 0 1,1 1-1,-1-1 0,1 0 1,-1 0-1,1 0 0,-1 0 1,1 0-1,0-1 0,-1 1 1,1 0-1,-1-1 0,3 0 1,19-13-4925,-11 4-1787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41 96,'0'0'5270,"-9"5"-4249,-24 13-70,25-13 54,29-5 2292,7-2-2837,0-1-1,0-2 1,34-9 0,27-5-248,161-2-874,-187 17-2496,-67 5 454,-17 3-374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8:53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1 624,'0'0'6215,"-8"14"-5390,-1 3-609,-52 105 720,54-107-914,1 1 0,0 0-1,1 0 1,1 0 0,1 0 0,-3 29 0,7-45-20,-1 1 1,0-1 0,1 1 0,-1-1-1,0 0 1,1 1 0,-1-1 0,1 1 0,-1-1-1,1 0 1,-1 1 0,0-1 0,1 0-1,-1 0 1,1 1 0,-1-1 0,1 0 0,0 0-1,-1 0 1,1 0 0,-1 1 0,1-1-1,-1 0 1,1 0 0,-1 0 0,1 0 0,0-1-1,-1 1 1,1 0 0,22-1 465,-21 1-367,11-3 146,0-1 1,0 1 0,0-2-1,0 0 1,-1-1 0,0 0 0,0-1-1,13-9 1,-7 4-81,1 2 0,27-12 0,-32 17-105,0 1 0,0 0 0,1 1 0,27-2 1,-35 5-43,-1-1 0,1 2 1,0-1-1,-1 1 1,1 0-1,-1 0 0,1 0 1,-1 1-1,0 0 0,0 0 1,0 1-1,0 0 0,7 4 1,-4 0-50,0 0-1,-1 0 1,0 0 0,-1 1 0,0 0-1,0 1 1,0 0 0,-1 0 0,-1 0 0,0 1-1,0-1 1,0 1 0,-1 0 0,-1 1-1,0-1 1,0 1 0,-1-1 0,-1 1 0,1 0-1,-2 0 1,0 21 0,-1-28 26,1 0 0,-1 1 0,0-1 0,0 0 0,0 0 1,-1 0-1,1-1 0,-1 1 0,0 0 0,0 0 0,0-1 0,-1 1 0,-4 4 0,1-1 18,-1-1 1,0 0-1,0 0 0,0 0 0,-16 7 0,-4 1 176,-2-1 0,-48 14 0,75-27-181,-29 8 154,0-1-1,-1-2 1,0 0-1,0-3 0,-35-1 1,65-1-213,-1 0 0,0 0 1,1-1-1,-1 1 1,1-1-1,-1 0 1,1 1-1,-1-1 0,1 0 1,-1-1-1,1 1 1,0 0-1,0-1 1,-1 1-1,-2-4 0,-14-19-4755,15 13-2628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05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2008,'0'0'4884,"-9"3"-3386,10 0-1362,-1 1 0,1-1 0,0 0 0,0 0 0,0 1 0,0-1 0,1 0 0,-1 0 0,1 0 0,0 0-1,0-1 1,0 1 0,3 3 0,37 35 362,-29-30-317,52 45 271,109 70 1,-98-75-695,76 69 0,-151-119 222,0 0 0,0 0 0,1 1 0,-1-1 1,-1 0-1,1 1 0,0-1 0,0 1 0,0-1 0,-1 1 0,1-1 0,-1 1 0,1 0 0,-1-1 0,0 1 1,1 0-1,-1-1 0,0 1 0,0 0 0,0-1 0,0 1 0,-1 0 0,1-1 0,0 1 0,-1 0 0,1-1 1,-1 1-1,0-1 0,1 1 0,-3 2 0,-2 4 16,0 0 0,0 0-1,-1-1 1,-9 9 0,11-12-1,-448 448 2754,412-413-2072,39-38-643,20 4-4295,-4-3-15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06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46 1856,'0'0'6251,"-28"-7"-5852,-88-21-136,104 25-90,0 0 1,-1 1-1,1 0 1,-1 2-1,1-1 1,-23 3 0,6 0 287,15-1-403,0 1 0,0 0 0,0 1 0,1 0 0,-1 1-1,1 1 1,0 0 0,0 1 0,0 1 0,1-1 0,0 2 0,0 0 0,1 0 0,0 1 0,1 1 0,0-1 0,0 2 0,1-1 0,0 1-1,1 1 1,0 0 0,1 0 0,0 0 0,1 1 0,1 0 0,0 0 0,0 0 0,1 1 0,1 0 0,1 0 0,-2 24 0,2-10-58,2-1 0,0 0-1,6 30 1,-3-43-13,0-1 0,1 1 0,0-1-1,1 0 1,0-1 0,1 1-1,15 22 1,-10-19-68,0-1 1,2 0-1,0 0 1,0-2 0,1 1-1,25 16 1,-29-23 95,1 0 1,-1-1 0,2 0 0,-1-1 0,0-1 0,1 0-1,0 0 1,0-1 0,0-1 0,0 0 0,16 1 0,-15-2 25,0-1 0,1-1 0,-1 0 0,24-5 0,-31 5 27,0-1 1,0-1 0,0 1 0,-1-1-1,1 0 1,-1 0 0,0-1 0,0 0-1,0 0 1,-1 0 0,1 0 0,5-7-1,-5 4 172,1 0-1,-2 0 0,1-1 0,-1 1 0,0-1 0,0 0 0,-1 0 0,0-1 0,2-10 1,-2 0 270,0 0 0,-2 0 0,0-21 0,-1 37-482,0 1 1,0-1-1,-1 1 0,1-1 1,-1 1-1,1 0 0,-1-1 1,0 1-1,0 0 0,0 0 1,0-1-1,0 1 0,-1 0 1,1 0-1,0 0 0,-1 0 1,0 1-1,1-1 0,-1 0 1,0 1-1,0-1 0,0 1 1,0-1-1,0 1 0,-1 0 1,1 0-1,0 0 0,0 0 1,-1 0-1,1 1 0,0-1 1,-1 1-1,-3-1 0,-8 0-58,-1 0 0,1 1 0,0 0-1,-21 4 1,20-2-62,0 1 0,0 0 0,0 2-1,1 0 1,0 0 0,0 1 0,0 1 0,1 0-1,0 1 1,0 0 0,-18 17 0,21-16-369,1 0 1,0 1 0,1 0 0,0 0-1,-13 21 1,17-22-354,-1 1-1,1-1 1,1 1 0,-1-1 0,2 1-1,-1 0 1,-1 20 0,3 6-4701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12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0 1224,'0'0'1218,"-5"22"-563,-1-1-499,-32 147 851,4-28-134,12-52-624,20-78-217,0 1 0,1 0 0,0 17-1,2-28 91,1 0 0,-1 0 0,1 0 0,-1 0 0,0 0-1,1 0 1,-1-1 0,1 1 0,-1 0 0,1-1 0,-1 0 0,2 0 0,40-34 698,-30 23-762,2 0 0,-1 2 1,27-16-1,-13 13-57,0 2 0,1 1 0,0 1 0,1 1 0,33-4 0,-18 6 182,1 3 1,78 3-1,-107 1-156,-1 1 0,0 1 0,0 1 0,0 0 0,25 11 0,71 41 11,-89-42-22,1-2 1,0 0-1,0-2 1,1 0-1,0-2 0,45 9 1,-61-15 0,0-1 0,0 0 0,0-1 0,1 0 0,-1-1 0,0 0-1,13-2 1,-18 1-4,0 0-1,0 0 0,0 0 0,0 0 1,-1 0-1,1-1 0,-1 1 0,1-1 1,-1 0-1,0 0 0,0-1 0,0 1 1,-1-1-1,1 1 0,-1-1 1,0 0-1,3-4 0,2-11 141,-1 1 0,0-1 0,-1-1 0,-2 1-1,1-1 1,-2 1 0,-1-1 0,0 0 0,-2 0 0,-4-31 0,2 34-338,-1 0 0,-1 1 1,-11-26-1,1 1-4947,9 30-53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3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76 408,'0'0'201,"6"-40"3688,-6 39-3710,0-1 0,0 0 0,0 0 0,0 1 0,1-1 0,-1 0 0,0 1 0,1-1 0,-1 1-1,1-1 1,0 0 0,0 1 0,-1-1 0,3-1 0,2-6 1149,-5 20-1039,1 0 0,0 1 1,0-1-1,1 0 0,4 15 0,0 5-138,-4-16-137,2 21 53,-4-35-99,1 0-1,-1 1 1,0-1 0,1 1 0,-1-1-1,1 0 1,-1 1 0,1-1 0,0 0 0,-1 0-1,1 1 1,0-1 0,0 0 0,0 0-1,0 0 1,0 0 0,2 2 0,0-2 25,0-1 0,0 1 1,0 0-1,0-1 0,0 0 1,0 1-1,0-1 0,0 0 0,0-1 1,0 1-1,-1 0 0,1-1 1,0 0-1,3-1 0,41-18 55,-32 13-66,10-3-1,0 1-1,1 1 1,0 1-1,1 1 1,43-3-1,136 6-288,-129 14-391,-58-7 418,1-1 0,28 1 0,-46-4 304,0-1 0,0 1 0,0-1 0,0 1 0,0-1 0,0 0 0,0 0 0,0 0 0,0 0 0,-1 0 0,1 0 0,0-1 0,-1 1 0,1-1 0,-1 1 0,1-1-1,-1 1 1,0-1 0,0 0 0,0 0 0,0 0 0,0 1 0,0-1 0,0 0 0,0 0 0,-1 0 0,1 0 0,-1-1 0,0 1 0,1-2 0,1-10 205,0 0 0,-1 0 0,0-15 0,-1 27-210,0 1-71,0 1-1,0 0 1,0-1 0,0 1 0,0-1 0,0 1 0,0 0 0,0-1 0,0 1 0,0 0 0,0-1-1,0 1 1,0-1 0,0 1 0,-1 0 0,1-1 0,0 1 0,0 0 0,0-1 0,0 1-1,-1 0 1,1 0 0,0-1 0,0 1 0,-1 0 0,1-1 0,0 1 0,0 0 0,-1 0 0,1 0-1,0-1 1,-1 1 0,1 0 0,0 0 0,-1 0 0,1 0 0,0 0 0,-1-1 0,1 1 0,0 0-1,-1 0 1,1 0 0,-1 0 0,1 0 0,0 0 0,-1 0 0,1 0 0,0 0 0,-1 1-1,-5-1-4102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2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7 1304,'0'0'7553,"-28"-2"-6808,-88-2-23,109 4-650,0 0 0,0 0 0,0 1 1,0 0-1,0 0 0,1 1 1,-1 0-1,0 0 0,1 1 1,-1 0-1,1 0 0,0 0 0,0 1 1,0 0-1,0 0 0,1 0 1,0 1-1,0 0 0,-7 7 1,3-3-15,-12 14 56,1 0 1,1 2-1,1 0 0,1 1 1,2 0-1,0 1 1,-17 46-1,20-39-26,2 0 0,0 1 0,3-1 0,1 1 0,1 1 0,0 45 0,5-72-67,0 0 1,0 0-1,1 0 0,1 0 1,-1 0-1,1 0 0,1 0 1,0 0-1,0-1 0,0 1 1,1-1-1,1 0 0,-1 0 1,1-1-1,1 1 0,-1-1 1,1 0-1,1 0 0,-1-1 1,1 0-1,0 0 0,15 9 1,-5-4 9,1-1 0,0 0 0,0-1 0,1-2 0,1 0 0,31 8 0,-18-9 16,0-1 0,1-1 0,40-2 0,-65-2-3,0 0 0,0-1 0,0 0-1,0 0 1,-1-1 0,1-1 0,0 1 0,-1-1 0,0-1 0,0 1-1,0-1 1,0-1 0,0 0 0,-1 0 0,0 0 0,0-1 0,0 0-1,-1 0 1,0-1 0,0 0 0,-1 0 0,0 0 0,0 0 0,0-1-1,-1 0 1,0 0 0,-1 0 0,0-1 0,0 1 0,-1-1 0,0 0-1,0 1 1,-1-1 0,0-10 0,-1 16-8,0 0 1,0 0-1,-1 0 0,1 1 1,-1-1-1,0 0 1,1 0-1,-2 0 0,1 0 1,0 1-1,0-1 0,-1 1 1,0-1-1,1 1 0,-1-1 1,-3-2-1,0 1-5,1 0 0,-1 1 0,0-1 0,0 1 0,0 0 0,-1 0 0,-10-3 0,-2 1-22,-1 0-1,0 1 1,0 1 0,-23-1 0,5 1-145,0 2 1,-1 2-1,-37 4 1,69-3-31,0-1-1,0 1 1,0 0-1,0 0 1,0 1-1,0 0 1,1 0-1,-1 0 1,1 1-1,0 0 1,-8 7-1,9-7-244,0 0 0,1 0-1,0 0 1,0 1 0,0-1 0,1 1-1,-1-1 1,1 1 0,-2 5-1,1 21-4690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2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1720,'0'0'9776,"31"15"-9440,98 56 97,-117-63-349,0 1-1,-1 0 0,0 1 0,-1 0 1,0 1-1,0 0 0,-1 1 1,9 15-1,4 4 81,22 28-42,3-3 1,2-1-1,86 73 0,-134-127-274,0 0 0,0 0-1,0 0 1,0 0-1,1 0 1,-1 0 0,0 0-1,1 0 1,-1-1 0,0 1-1,1 0 1,-1-1 0,1 1-1,-1-1 1,1 1 0,-1-1-1,1 0 1,0 0 0,-1 0-1,1 0 1,-1 0-1,1 0 1,-1 0 0,3-1-1,5-5-2753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3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0 264,'0'0'6862,"-14"26"-5861,9-16-877,-91 188 1793,74-146-1400,-3-1 1,-1-2 0,-2 0 0,-3-2 0,-2-1 0,-1-2 0,-52 51 0,70-81-297,10-10-549,7-6-1716,13-16-637,5-7-2901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3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72,'0'0'9655,"18"-18"-8612,54-51-203,-69 66-793,0 0 0,0 1 0,0 0 0,1-1 0,-1 1-1,1 0 1,0 0 0,-1 1 0,1-1 0,0 1 0,0 0-1,0 0 1,0 0 0,0 0 0,0 1 0,0 0 0,0-1-1,0 1 1,0 1 0,0-1 0,5 2 0,7 0-39,-13-2-5,0 0 0,-1 0-1,1 1 1,0-1 0,-1 1-1,1 0 1,-1 0 0,1 0-1,-1 0 1,1 0 0,-1 1-1,0-1 1,0 1 0,1-1-1,-1 1 1,0 0 0,2 2-1,-1 0-13,-1 0 1,1 0-1,-1 1 0,1-1 0,-1 0 0,0 1 0,-1-1 1,1 1-1,0 5 0,0 4-41,0 0 0,-1 0 0,0 0 0,-1 0 0,-4 26 0,1-27 49,0-1-1,-1 0 0,0 0 1,-1 0-1,-1-1 1,0 0-1,0 0 0,-1 0 1,-1-1-1,1 0 0,-14 13 1,2-3-134,-1-1 0,-1-2 1,0 0-1,-32 19 0,9-14-953,79-20 268,-21-2 1013,43 1 343,1-2 1,-1-3-1,103-20 1,-148 20-354,-1 0 0,0-1 1,0 0-1,16-11 1,14-6-5096,-35 21-2510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4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83 2609,'0'0'4355,"-25"-4"-3351,-75-11-189,66 10 208,47 7-443,-5-1-644,140 20 1154,374 6 690,9-30-1150,-496 2-597,967-70 349,-728 44-155,-255 25-266,8-1-95,-1 1 0,1 2 0,29 2 1,-56-2 78,1 0 1,-1 0 0,1 1-1,-1-1 1,0 0 0,1 0-1,-1 1 1,1-1 0,-1 0 0,0 0-1,1 1 1,-1-1 0,0 0-1,1 1 1,-1-1 0,0 1-1,1-1 1,-1 0 0,0 1-1,0-1 1,1 1 0,-1-1 0,0 1-1,0-1 1,0 1 0,0-1-1,0 1 1,0-1 0,0 1-1,0-1 1,0 1 0,0-1-1,0 1 1,0-1 0,0 0 0,0 1-1,0-1 1,0 1 0,-1-1-1,1 1 1,0-1 0,0 1-1,-1-1 1,1 0 0,0 1-1,0-1 1,-1 1 0,1-1 0,0 0-1,-1 1 1,0-1 0,-16 22-2558,-10-2-1513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5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539 1 3049,'0'0'3959,"-25"0"-3116,-83 2-88,98-1-620,1 0 0,0 1 0,0 0 0,1 0 0,-1 1 0,0 1 0,1-1 0,0 1 0,0 0 0,-11 8 1,4-2 96,-7 4-134,1 1 0,0 1 1,1 1-1,1 1 0,1 0 1,0 2-1,2 0 0,0 0 1,1 2-1,1 0 0,1 1 1,1 0-1,1 1 1,1 0-1,2 1 0,0 0 1,1 0-1,2 0 0,0 1 1,2 0-1,1 0 0,1 0 1,4 47-1,-2-65-89,1 0 0,-1 0-1,1 0 1,1 0 0,-1-1 0,1 1-1,1-1 1,-1 0 0,1 0 0,0 0-1,1 0 1,10 11 0,-7-10 13,1 0 0,0-1-1,0 0 1,1 0 0,-1-1 0,1 0 0,1-1 0,14 5 0,-4-3 19,-1-1 1,1-1 0,1-1 0,-1 0-1,0-2 1,1-1 0,0-1 0,-1 0-1,30-5 1,-39 2 18,-1 0 0,0-1-1,-1 0 1,1 0 0,-1-1 0,1-1 0,-1 1-1,-1-2 1,1 0 0,-1 0 0,-1 0-1,1-1 1,-1 0 0,0-1 0,-1 0-1,0 0 1,-1-1 0,1 1 0,-2-1 0,0-1-1,0 1 1,-1-1 0,0 0 0,0 0-1,-1 0 1,2-18 0,-4 20 94,-1 0 1,0 0-1,0 1 1,-1-1-1,0 0 1,0 0-1,-3-8 1,2 13-96,0 0-1,0 0 1,0 0-1,0 0 1,-1 0-1,0 0 1,1 1-1,-2-1 1,1 1-1,0 0 1,0 0-1,-1 0 1,0 0-1,0 1 1,-4-3-1,-6-2-12,0 0-1,-1 1 0,1 1 1,-1 0-1,-1 1 1,1 0-1,-23-1 0,14 3-85,-1 1-1,1 1 1,-1 1-1,-26 4 0,42-3-98,0 0 0,0 0 0,0 1 1,0 0-1,1 1 0,-1 0 0,1 0 0,0 1 0,0 0 0,0 0 0,1 1 0,0 0 0,-9 9 0,10-8-387,0 1 0,0-1-1,1 1 1,-1 1 0,2-1 0,-1 1 0,-4 15 0,0 15-4437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5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2601,'0'0'8320,"30"25"-7470,103 86-226,-78-64-271,140 115 746,-150-129-1035,2-2 0,61 30 0,-80-50-1167,-26-11 876,-1 1 0,0-1-1,0 0 1,1 0 0,-1 0 0,0 0 0,0 0 0,1 0 0,-1 0 0,0 0 0,0-1 0,1 1 0,-1 0 0,0-1 0,0 1 0,0-1 0,0 1 0,1-1 0,-1 0-1,0 1 1,1-2 0,7-11-5328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633 0 1432,'0'0'5384,"-19"29"-4017,-129 203 347,-236 326 717,328-482-2388,31-44 22,81-89-3082,-16 19-1777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6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1032,'0'0'11667,"224"17"-10379,-135-14-592,-3 0-368,-5-3-232,-11 2-96,-11-2-416,-4 3-696,-13-1-985,-20 1-2520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6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1136,'0'0'7546,"165"0"-5370,-93 0-895,-5 0-769,-5 0-424,-12 0-88,-5 8-872,-12 4-1353,-13 1-2784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8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1 141 680,'0'0'0,"53"-140"-496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8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1024 269 40,'0'0'3317,"21"-27"-1854,69-86 13,-73 93-804,0 1 0,2 0 0,26-21 0,-9 10 1505,-35 29-1688,-5 12-6,-77 116 71,-90 129 416,-11-8 1,-219 228-1,124-158-583,167-179-3373,86-111-139,4-6-1868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09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1180 16 2921,'0'0'7855,"1"-4"-7522,-1-6-329,-3 8-23,-11 21 39,8-11 22,-449 534 3475,413-495-3319,-489 508 1573,489-514-1716,-5 6-309,15-17-3520,28-28 1529,-1-1-1930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2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96,'0'0'4681,"-2"0"-4785,-1 0-216,0 0 144,0 0 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2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0 0 256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2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15 256,'42'-15'3729,"-42"18"-7610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3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0 280,'0'0'344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3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1064 13 760,'0'0'7428,"-10"-4"-7286,6 2-114,-1 1 1,1 0 0,0-1 0,-1 2-1,1-1 1,-1 0 0,1 1-1,-1 0 1,1 0 0,-1 0-1,1 1 1,-1-1 0,1 1 0,-1 0-1,1 0 1,0 1 0,0-1-1,-1 1 1,1 0 0,0 0 0,1 1-1,-6 3 1,-81 55 797,-82 75 0,-73 84 245,149-132-763,62-57-227,-39 33 163,4 3 0,-94 118 1,155-178 1793,15-15-4442,1 5-2119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4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1674 0 3977,'0'0'6134,"-42"43"-5057,-89 90-293,-367 365 1344,319-329-822,-370 266 0,492-396-1080,-10 5-162,-83 71 0,149-114-733,9-1-10695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6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1 808,'0'0'11880,"9"2"-11829,1 0-15,-1 1 0,1 1 0,-1-1 0,0 1 1,0 1-1,-1 0 0,0 0 0,15 13 0,68 66 569,-48-42-439,34 31-65,116 103 157,-163-152-232,1-1-1,2-1 1,0-2 0,56 25 0,-76-39-66,1-2 0,-1 1-1,1-2 1,0 0 0,0 0 0,0-1-1,0-1 1,0-1 0,0 0 0,1 0 0,13-4-1,-26 3-155,0 1 1,1-1-1,-2 0 0,1-1 0,0 1 0,0 0 0,0-1 0,0 1 0,-1-1 0,1 1 1,-1-1-1,1 0 0,-1 1 0,0-1 0,0 0 0,1 0 0,-1 0 0,-1 0 1,1 0-1,0 0 0,0-1 0,-1 1 0,1 0 0,-1-3 0,1-12-4850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16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794 1 4849,'0'0'6752,"-11"22"-6477,-199 384 2292,133-281-1921,-5-4-1,-128 144 1,19-41 1018,179-212-2970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7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1 176,'0'0'320,"-3"2"-600,-6 13 352,7-2-72,-1-1-120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7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1 1 2681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7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40 2681,'20'-9'388,"32"-15"949,-52 24-1324,0 0 0,0 0 0,0 0 0,-1 0 0,1 0 0,0 0 0,0 0 0,0 0 0,0 0 0,0 0 0,-1 0 0,1 0 1,0 0-1,0 0 0,0 0 0,0 0 0,0 0 0,-1-1 0,1 1 0,0 0 0,0 0 0,0 0 0,0 0 0,0 0 0,0 0 0,0-1 0,0 1 0,0 0 0,0 0 0,-1 0 0,1 0 0,0 0 0,0-1 0,0 1 0,0 0 0,0 0 0,0 0 0,0 0 0,0 0 0,0-1 0,0 1 1,0 0-1,0 0 0,0 0 0,1 0 0,-1-1 0,0 1 0,0 0 0,0 0 0,0 0 0,0 0 0,0 0 0,0 0 0,0-1 0,0 1 0,0 0 0,1 0 0,-1 0 0,0 0 0,0 0 0,0 0 0,0 0 0,0 0 0,0 0 0,1-1 0,-1 1 0,0 0 0,0 0 0,-35 0 1099,24 2-867,0 0-1,1 1 0,-1 0 0,1 0 0,0 1 0,0 1 0,0 0 0,0 0 1,1 1-1,0 0 0,0 0 0,1 1 0,-1 0 0,2 1 0,-12 13 0,0 2 37,1 2-1,1-1 0,1 2 0,-18 39 0,24-44-195,2 0-1,0 0 1,2 1 0,0 0-1,1 0 1,-3 41 0,7-52-59,1 0 0,0 0 0,1 0 0,0 0 0,0-1 0,1 1 0,1 0 0,0-1 0,0 1 0,1-1 0,1 0 0,-1 0 0,2-1 0,-1 1 0,1-1 0,7 8 0,-4-7 13,0 0 0,0 0 1,1-1-1,0-1 0,1 0 1,0 0-1,0-1 0,1 0 1,0-1-1,0-1 0,0 1 1,0-2-1,1 0 1,0 0-1,0-2 0,0 1 1,23 0-1,-27-3 53,0 0 0,1 0 0,-1-1 0,0 0 0,0-1 0,0 0 0,0-1 0,17-6 0,-21 6 1,0 0 1,-1-1 0,1 1-1,-1-1 1,1 0-1,-1 0 1,0-1 0,-1 1-1,1-1 1,-1 0 0,0 0-1,0 0 1,0 0-1,-1 0 1,3-9 0,-1 0 36,0 0 0,-1 0 0,-1-1 0,-1 1 0,0-1 0,0 1 0,-2-1 0,0 1 0,-3-17 0,4 27-104,-2 0 0,1 1 0,0-1 0,-1 0 0,0 0 1,1 1-1,-2-1 0,1 1 0,0-1 0,-1 1 0,1 0 0,-1 0 0,0 0 0,0 0 0,-4-2 1,2 1-21,-1 0-1,0 1 1,0 0 0,0 1 0,-1-1 0,1 1 0,-1 0 0,-10-1 0,5 1-42,0 1 0,0 0 0,0 1 1,-1 1-1,1 0 0,1 1 0,-1 0 0,0 0 0,0 1 0,-11 5 0,3 1-151,0 1 0,0 1 1,1 1-1,-29 23 0,41-29-102,0 0-1,0 0 1,1 1 0,0 0-1,0 0 1,0 0 0,1 1-1,0 0 1,1 0-1,-1 0 1,2 1 0,-1 0-1,-3 12 1,3 20-3186,4-10-2033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8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4297,'0'0'7564,"11"14"-7093,182 198 1069,-144-166-1524,2-2 0,2-3 0,97 59 0,-144-96-1078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8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1 184,'0'0'11157,"-9"18"-10813,-90 210 1552,54-122-1226,10-29-411,-16 38-115,50-113-158,1-1-206,3-11-13176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5:59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4449,'0'0'6513,"24"-10"-6258,79-34-119,-97 42-130,0 0 0,-1 0 0,1 0 0,0 1-1,1 0 1,-1 0 0,0 1 0,0 0 0,0 0 0,0 0 0,12 2-1,-14-1-6,0 1 0,0-1 0,0 1 0,0 0 0,0 0 0,0 0 0,0 0 0,-1 1 0,1 0 0,-1-1 0,0 1 0,0 1 0,3 3 0,-1 0-9,0 0 0,-1 1 0,0 0 0,0 0 0,-1 0-1,0 0 1,0 0 0,-1 1 0,0-1 0,-1 1-1,1 0 1,-1 15 0,-1-16-18,0 0 0,-1 0 0,1 0 0,-2 0 0,1 0 0,-1 0 0,0-1 0,-1 1 0,1 0 0,-2-1 0,1 0 0,-1 0 0,0 0 0,0 0 0,-1-1 0,0 1 0,0-1 0,-1 0 0,-8 7 0,8-7 40,0 0 0,0-1-1,-1 0 1,0 0 0,0 0 0,0-1 0,0 0 0,-1 0-1,0-1 1,0 0 0,0 0 0,0-1 0,0 0 0,-14 2-1,22-4-14,0 0-1,-1 0 1,1 0-1,0 0 1,0-1-1,0 1 1,0 0-1,-1 0 0,1 0 1,0 0-1,0 0 1,0 0-1,0 0 1,0-1-1,-1 1 1,1 0-1,0 0 1,0 0-1,0 0 0,0 0 1,0-1-1,0 1 1,0 0-1,0 0 1,-1 0-1,1-1 1,0 1-1,0 0 1,0 0-1,0 0 1,0 0-1,0-1 0,0 1 1,0 0-1,0 0 1,0 0-1,0-1 1,0 1-1,1 0 1,-1 0-1,0 0 1,0 0-1,0-1 0,0 1 1,0 0-1,0 0 1,0 0-1,0 0 1,1-1-1,-1 1 1,0 0-1,0 0 1,0 0-1,0 0 1,0 0-1,1 0 0,-1 0 1,0-1-1,0 1 1,0 0-1,0 0 1,1 0-1,8-9-10,0 5-7,1 0 0,0 1 0,0 0 0,0 0 0,0 1 0,0 1 0,0 0 0,1 0 0,-1 1 0,0 0 0,18 3 0,-17-2 326,1 0 0,0-1 0,0 0 0,0-1 0,0 0 0,-1-1 0,1 0 0,20-7-1,-31 8-470,26-12 1138,-21 6-7175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1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37 1456,'0'0'5097,"-9"-1"-4743,-77-1 4373,108 1-3758,146-9 541,51-7 372,-192 12-1183,-23 4-7908,-11 7 2453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1424,'0'0'6350,"24"-10"-5029,80-31-178,-92 36-913,1 1 1,0 0-1,0 1 0,0 1 0,0 0 0,0 1 0,1 0 1,-1 1-1,16 2 0,-5-1-150,-20-1-82,-1 1 0,1 0 0,0-1 0,-1 1 0,1 0 0,0 1 1,-1-1-1,1 1 0,-1-1 0,0 1 0,0 0 0,1 0 0,-1 1 0,0-1 0,-1 1 0,1-1 0,0 1 0,-1 0 0,0 0 1,1 0-1,-1 0 0,0 0 0,-1 1 0,1-1 0,2 7 0,0 1-18,-1 1-1,0 0 1,0 1-1,-1-1 1,-1 0-1,1 21 1,-3-26-24,0 1 0,-1-1 0,1 1 0,-2-1 0,1 0 0,-1 0 0,0 0 0,0 0 0,0 0 0,-1-1 0,-1 0 0,1 1 0,-1-1 0,0-1 0,0 1 0,0-1 0,-10 8 0,0-1-148,-1-1 0,0 0 0,0-2 0,-1 1 0,0-2-1,-19 7 1,21-13 455,17-9 691,22-12-270,-1 11-581,1 1 0,0 1 1,0 0-1,0 2 0,1 1 1,0 2-1,38 1 0,-57 0-110,0 0-1,-1 1 0,1-1 0,-1 1 1,1 1-1,-1-1 0,0 1 0,0 0 0,1 0 1,-1 1-1,0-1 0,-1 1 0,1 0 1,-1 0-1,1 1 0,-1 0 0,0-1 1,0 1-1,0 1 0,-1-1 0,1 0 0,-1 1 1,0 0-1,-1 0 0,1 0 0,-1 0 1,0 0-1,0 0 0,0 1 0,-1-1 0,0 0 1,0 1-1,0-1 0,-1 8 0,1 3-46,-1 1-1,0-1 0,-4 21 0,3-30 40,-1-1-1,0 0 1,0 0-1,0 0 1,-1 0-1,0 0 1,0 0-1,-1-1 1,1 1-1,-1-1 0,-6 6 1,4-4 31,-1-1 0,1 0 1,-1-1-1,0 0 0,0 0 0,-1 0 1,0-1-1,1 0 0,-2 0 0,-14 4 1,10-5 195,0-1 0,0 0 0,0-1 1,-1 0-1,1-1 0,-22-3 0,23 0-425,-1-1 0,1 0 0,0-1-1,0 0 1,0-1 0,1-1 0,0 0-1,0 0 1,-10-10 0,20 16-169,-1 0-1,0-1 1,1 1 0,0-1-1,-1 1 1,1-1 0,0 0-1,0 1 1,0-1 0,0 0 0,-2-3-1,3-5-4460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2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91 56,'0'0'4830,"-10"21"-3884,-30 71-195,36-83-624,1 0-1,0 0 1,0 1 0,1-1 0,1 0-1,-1 1 1,1-1 0,1 1 0,1 16 0,0 2 141,-1-20-214,1-1 1,-1 1-1,2 0 0,-1 0 0,1 0 1,0 0-1,1-1 0,0 1 1,0-1-1,1 0 0,-1 0 0,2 0 1,-1 0-1,1-1 0,0 0 1,0 0-1,1 0 0,-1 0 0,11 6 1,-6-5 111,-1 0 0,2-1 1,-1-1-1,1 0 0,-1 0 0,1-1 1,1-1-1,-1 1 0,0-2 1,1 0-1,0 0 0,20 0 0,-23-1-13,0-1-1,0 0 0,0 0 1,0-1-1,0 0 0,0-1 1,0 1-1,-1-2 0,1 1 1,-1-1-1,1-1 0,-1 0 1,12-7-1,-8 4-36,-1-2 0,0 1 1,-1-2-1,0 1 0,0-1 1,-1-1-1,0 1 0,-1-2 1,0 1-1,-1-1 0,0 0 0,-1-1 1,0 1-1,-1-1 0,-1-1 1,0 1-1,-1 0 0,0-1 0,1-19 1,-3 12 188,1 2-7,-2-1-1,0 0 1,-1 1-1,-4-21 1,4 35-270,0-1 0,-1 1 0,0 0 0,0-1 1,0 1-1,-1 0 0,1 0 0,-1 1 0,0-1 0,-1 1 1,1-1-1,-1 1 0,0 0 0,0 0 0,0 1 1,0-1-1,-1 1 0,1 0 0,-6-3 0,-3 0-84,1 1 0,-1 0-1,0 1 1,-1 1 0,1 0 0,-19-2-1,-82 0-2229,107 6 1872,1-1 0,-1 1 0,1 0 0,-1 1 1,1-1-1,0 1 0,0 0 0,0 1 0,0 0 1,0 0-1,0 0 0,1 0 0,-1 1 0,1 0 0,0 0 1,-6 7-1,-8 12-4451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4673,'0'0'6423,"30"25"-5391,97 84-69,-22-20 312,-54-48-833,-3 3 1,48 54 0,-85-82-2064,-30-14-2942,-6-5-90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3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 1016,'0'0'9558,"-3"17"-9142,-3 23-44,-3 0 0,-21 64-1,11-54-142,-2-1-1,-2 0 0,-2-2 1,-40 56-1,49-88-42,12-13-4586,4-6-544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3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4065,'0'0'8370,"190"0"-7818,-142 0-136,-7 0-240,-4 0-176,-12 0-136,-6 0-624,-8 0-785,-5 5-1039,-6 0-1865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4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10882,'0'0'1513,"145"-32"-4338,-108 24-1280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5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30 3145,'0'0'4919,"-5"0"-4419,1-1 303,7 0-92,24 1 451,55 0 221,-56 0-1145,30 0 214,6 1 347,0-2-1,101-16 1,-157 15-789,10-1-136,0 1-1,23-2 0,-39 4-652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6:0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86 2761,'0'0'4136,"-12"26"-3669,-35 81-56,43-99-317,1 1-1,0 0 1,0 1-1,1-1 1,0 0-1,1 1 1,0-1-1,0 1 1,1-1 0,2 18-1,-1 5 170,-1-28-220,1 0-1,-1-1 0,0 1 1,1 0-1,0 0 0,0 0 1,0-1-1,1 1 1,-1 0-1,1-1 0,0 1 1,-1-1-1,2 0 0,-1 1 1,4 4-1,-1-4 84,0 0-1,0 1 1,1-2 0,-1 1-1,1 0 1,-1-1-1,1 0 1,10 3-1,2 0 154,0-2 0,0 0-1,0-1 1,1 0-1,31-1 1,-22-2-79,43-5 1,-60 3-137,0 0 0,-1-1 0,1 0-1,0-1 1,-1 0 0,19-11 0,-18 7 52,0 1 1,0-1-1,-1-1 0,0 0 1,-1 0-1,0-1 1,0 0-1,-1-1 1,0 0-1,-1 0 0,-1-1 1,10-20-1,-8 12 122,-1-1 0,-2 1-1,0-1 1,0 0 0,-2 0 0,-1 0-1,0-25 1,-2 42-218,0 1 0,-1-1 0,1 1 0,-1-1 0,0 1 0,0-1 0,0 1 0,0 0 0,0-1 0,-1 1 0,1 0 0,-1 0 0,0 0 0,0 0 0,0 0 0,-5-3 0,2 1-13,0 1-1,-1 0 0,1 0 0,-1 0 0,0 1 1,0 0-1,0 0 0,-9-2 0,-4 0-123,0 0 0,-1 1 1,1 1-1,-1 1 0,-22 1 0,31 1-89,0 0 1,0 0-1,-1 1 1,2 0-1,-1 1 1,0 1-1,0 0 1,1 0-1,-14 6 1,-18 14-1191,0 2 0,-39 31 0,14-4-2633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37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91 1016,'0'0'3381,"-5"-11"-2550,-13-34 117,17 43-774,0 0 0,0 1-1,1-1 1,-1 0 0,0 0 0,1 0 0,0 0-1,-1 0 1,1 0 0,0 0 0,1-4 0,-1-1 2349,0 9-2310,3 96-217,5 0 0,29 144 0,-36-237-14,-1 0 0,1-1-1,1 1 1,-1-1-1,1 1 1,0-1 0,0 0-1,0 1 1,0-1-1,5 5 1,-6-7 13,1-1 0,1 0-1,-1 1 1,0-1 0,0 0 0,0 0 0,1 0 0,-1 0-1,0 0 1,1-1 0,-1 1 0,1-1 0,-1 1 0,0-1-1,1 0 1,-1 0 0,1 0 0,-1 0 0,1-1 0,-1 1-1,4-2 1,14-3 19,-1-1-1,0-1 1,-1-1-1,1-1 0,31-20 1,11-6-59,-19 15-24,0 2 0,1 2 0,0 2 0,1 1-1,1 3 1,72-8 0,209 9-68,-229 10 122,193 9-429,-287-11 458,-1 1 0,1-1 0,0 0 0,-1 0 0,1 0-1,-1 0 1,1 0 0,-1 0 0,0-1 0,1 1 0,-1-1 0,0 0 0,0 0 0,0 1 0,0-1-1,0-1 1,-1 1 0,1 0 0,-1 0 0,1 0 0,-1-1 0,0 1 0,2-5 0,2-6 201,0 0 0,-1 1 0,4-20 0,-6 18 177,-1 0 0,0-27 0,-2 22-568,2 17-1683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3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1384,'0'0'6102,"1"8"-5701,5 39-52,-2 1 0,-4 62 0,1 15 43,-1-122-383,0-1 0,0 0-1,0 1 1,1-1 0,-1 0 0,1 1-1,-1-1 1,1 0 0,0 1 0,0-1 0,0 0-1,0 0 1,1 0 0,-1 0 0,0 0-1,1 0 1,-1 0 0,1-1 0,0 1 0,0 0-1,0-1 1,0 0 0,0 1 0,0-1 0,0 0-1,0 0 1,0 0 0,3 1 0,5 0 27,1 0 0,-1 0 0,0-1 0,1-1 0,13 0 1,-9 0-21,32-2-48,1-1-1,55-13 0,93-28-108,-9 1 168,141 3 688,1 27-11,30-2-511,-340 14-355,-12 1 210,-1 0-1,0-1 0,1 0 0,-1 0 0,0 0 0,8-4 0,-12 5-144,0-1-1,-1 0 1,0 0-1,1 0 1,-1 0-1,1-1 1,-1 1-1,0 0 1,0 0-1,0-1 1,0 1-1,0-1 1,0 1-1,0-1 1,0 1-1,-1-1 1,1 0-1,-1 1 1,1-1-1,-1 0 1,1 0-1,-1 1 1,0-1-1,0 0 1,0 0-1,0-2 1,0-18-4380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39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0 1872,'0'0'3731,"-24"28"-2702,-71 93-57,89-114-820,1 0-1,0 0 1,0 1-1,1-1 1,0 1-1,1 0 1,0 0 0,0 1-1,0-1 1,1 1-1,0-1 1,1 1-1,0 0 1,1-1-1,-1 1 1,2 12-1,0 4 178,-1-11-193,1 1 0,0-1 0,2 0-1,-1 0 1,1 0 0,1-1 0,1 1 0,0-1 0,0 0 0,2 0 0,-1 0-1,2-1 1,-1 0 0,2-1 0,0 0 0,11 12 0,-8-10-49,0 0 0,1-2 0,0 1 0,1-1 0,0-1 0,0-1 0,1 0-1,1-1 1,-1 0 0,1-2 0,1 1 0,-1-2 0,1 0 0,0-1 0,0-1 0,0-1 0,0 0 0,28-1 0,-39-2 3,0 1 0,-1-1-1,1 0 1,-1 0 0,1-1 0,-1 1-1,0-1 1,1 0 0,-1-1 0,0 0-1,0 1 1,-1-1 0,1-1 0,-1 1-1,1-1 1,-1 0 0,0 0 0,0 0-1,-1 0 1,1-1 0,-1 1 0,0-1 0,0 0-1,3-8 1,-1 1 52,-1 1-1,0 0 1,0-1 0,-1 0-1,-1 0 1,0 0 0,-1 0-1,0 0 1,-1 0 0,-1-20-1,0 26-79,-1 1 0,0-1-1,0 0 1,0 1 0,0 0 0,-1-1 0,0 1-1,0 0 1,-1 0 0,1 0 0,-1 1-1,0 0 1,0-1 0,0 1 0,-1 0-1,0 1 1,1-1 0,-1 1 0,-9-4-1,2 1 0,0 0 0,-1 1 0,0 0 0,0 1-1,0 0 1,0 1 0,-23-2 0,23 4-77,0 0 0,0 1 0,1 0-1,-1 1 1,0 0 0,0 1 0,1 1 0,-1 0 0,1 0 0,0 1 0,-20 9 0,11 0-97,1 0 0,-36 28 0,49-35-139,1 0-1,-1 1 1,1-1 0,1 1-1,-1 0 1,1 1-1,0-1 1,1 1-1,0 0 1,-6 16-1,9-21 68,0-1-1,0 1 1,1 0-1,0-1 1,-1 1-1,1 0 0,0-1 1,1 1-1,-1 0 1,0-1-1,1 1 1,-1 0-1,1-1 1,0 1-1,0-1 1,0 1-1,0-1 1,0 1-1,0-1 0,1 0 1,-1 0-1,5 5 1,-1-3-583,0 1 0,1-1 0,0 1 0,0-2 1,0 1-1,1-1 0,8 4 0,40 14-5468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39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5385,'0'0'5799,"31"19"-5120,7 3-449,0 0 111,0 3 0,65 55 0,20 36 400,-77-70-474,2-1-1,58 41 0,-97-80-206,0-1 0,0 0 0,17 7 0,-22-11-95,-1 1 0,1-1 0,0 0 0,0 0 0,0-1 0,0 1 0,-1-1 0,1 0 1,0 0-1,0 0 0,0-1 0,0 1 0,5-2 0,-8 1-46,0 1 0,0-1 0,0 1 0,0-1 0,-1 0 0,1 1 0,0-1 0,0 0 0,-1 1 0,1-1 0,0 0 0,-1 0 0,1 0 0,-1 0 0,1 0 0,-1 0 0,0 0 0,1 0 0,-1 0 0,0 0 0,0 0 0,0 0 0,1-1 0,-1-29-2545,0 21 861,0-15-3674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40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0 4505,'0'0'6697,"-10"21"-6027,9-18-638,-23 47 769,-25 77 1,5 11-55,-87 285 794,130-420-1936,-1 5 1225,2-2-5996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41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0 928,'0'0'3458,"-7"4"-2971,-10 7-305,1 1-1,0 0 1,0 1-1,1 1 1,1 0-1,-24 31 1,29-33-364,1 0 0,0 0 0,1 0 0,1 1 0,-1 0 0,2 1 0,0-1 0,1 1 0,0 0 0,-3 28 0,6-21-1191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56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16,'0'0'3705,"0"-7"-3649,0 2-56,0 2-296,0-4-464,2-1-441,4 1-319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29:57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25 280,'0'0'10596,"0"-4"-9491,0-17 858,-2 21-1892,1 0 1,-1 0-1,0 0 0,0 1 0,0-1 0,0 0 0,1 1 1,-1-1-1,0 1 0,-3 1 0,-17 19 51,0 1 0,2 2 0,1-1 0,1 2 0,-25 44 0,29-45-114,0 1 0,2 0 0,1 0 0,1 1 0,2 1 0,0-1 0,2 1 0,0 1 0,2-1 0,0 43 0,3-17 15,8 81 0,-4-113-48,1-1 1,1 1 0,1-1 0,1 0 0,0 0-1,19 35 1,-5-21 60,1-1 1,2 0-1,1-2 0,2-1 0,0-1 0,2-1 1,46 33-1,-74-60-21,0 0 0,0 0 0,1 0 0,-1 0 0,1 0 0,-1 0-1,1-1 1,-1 1 0,1 0 0,-1-1 0,1 0 0,0 1 0,-1-1 0,3 0 0,-2 0-254,-1 0-1,0-1 0,0 1 1,0-1-1,0 0 1,0 1-1,0-1 0,0 0 1,0 0-1,0 1 1,0-1-1,-1 0 0,1 0 1,0 0-1,0 0 0,-1 0 1,1 0-1,-1 0 1,1-2-1,8-12-6632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0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39 104,'0'0'12873,"0"-6"-12203,-1 5-639,1-1 1,0 1-1,-1 0 1,1 0-1,0 0 1,0-1-1,0 1 1,0 0-1,0 0 1,0 0-1,0-1 1,1 1-1,-1 0 1,0 0-1,1 0 1,-1 0-1,0 0 1,1-1-1,0 1 0,0-1 1,2 1 5,-1 0 0,0 0 1,0 0-1,0 0 0,1 1 0,-1-1 0,0 1 1,1 0-1,-1 0 0,1 0 0,-1 0 0,0 0 0,1 0 1,1 1-1,5 1 2,0-1 1,0 1 0,-1 1-1,0 0 1,1 0 0,-1 0-1,0 1 1,13 9-1,60 48 121,-61-45-129,104 84 29,246 184-98,-369-283 42,0 0 0,1 0 0,-1 0 0,0 0 0,1-1 0,-1 1 0,0 0 0,1-1 0,-1 1 0,1-1 0,-1 0 0,1 1 0,-1-1 0,1 0 0,-1 0 0,1 0 1,-1 0-1,1 0 0,2-1 0,-4 1-61,1-1 1,0 0 0,0 1-1,0-1 1,-1 0-1,1 1 1,0-1 0,-1 0-1,1 0 1,-1 0 0,1 1-1,-1-1 1,1 0 0,-1 0-1,0 0 1,1 0 0,-1 0-1,0 0 1,0 0 0,0 0-1,1 0 1,-1 0 0,0 0-1,0 0 1,-1 0 0,1 0-1,0 0 1,-1-2 0,1 2-135,0 1 1,0-1 0,-1 0 0,1 0 0,0 0-1,-1 0 1,1 0 0,-1 1 0,1-1 0,-1 0-1,0 0 1,1 1 0,-1-1 0,0 0-1,1 1 1,-1-1 0,0 1 0,0-1 0,1 1-1,-1-1 1,0 1 0,0 0 0,0-1 0,0 1-1,0 0 1,0 0 0,1-1 0,-1 1-1,0 0 1,0 0 0,0 0 0,-1 0 0,-1 0-340,-26-5-6049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325 1 4641,'0'0'7574,"-4"6"-7448,-30 54 593,4 2 0,-25 70-1,30-70-408,-151 446 382,176-474-5627,0-15-972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3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23 1096,'0'0'4927,"-24"3"-4078,-77 13-39,67-8 232,34-8-1026,0 1-1,0-1 1,0 0 0,0 0 0,0 0 0,0 0 0,0 0 0,0 0-1,1 0 1,-1 0 0,0 0 0,0 1 0,0-1 0,0 0-1,0 0 1,0 0 0,0 0 0,0 0 0,0 0 0,0 1 0,0-1-1,0 0 1,0 0 0,0 0 0,0 0 0,0 0 0,0 0 0,0 1-1,0-1 1,0 0 0,0 0 0,0 0 0,0 0 0,0 0 0,0 0-1,0 1 1,0-1 0,0 0 0,0 0 0,-1 0 0,1 0-1,0 0 1,0 0 0,0 0 0,0 0 0,0 0 0,0 1 0,0-1-1,0 0 1,-1 0 0,1 0 0,0 0 0,0 0 0,0 0 0,0 0-1,0 0 1,0 0 0,-1 0 0,1 0 0,0 0 0,0 0-1,0 0 1,0 0 0,0 0 0,0 0 0,-1 0 0,1 0 0,0 0-1,30 4 870,84-2 1437,218-25 0,-262 12-2096,182-17-1098,-255 33-619,-4 5 405,0 0-1,-1 0 1,-11 10-1,-9 5-3095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6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90 5185,'0'0'4146,"32"-13"-3566,107-40-211,-122 47-251,0 1 0,1 1 1,-1 1-1,1 0 1,0 1-1,-1 1 0,29 2 1,-7 0 107,-34-1-225,0-1 0,0 1 1,1 1-1,-1-1 0,0 1 0,0 0 0,0 0 0,0 0 1,0 1-1,0 0 0,0 0 0,0 0 0,-1 1 0,1-1 1,-1 1-1,1 0 0,-1 0 0,0 1 0,0-1 0,-1 1 1,1 0-1,-1 0 0,0 0 0,0 0 0,0 1 0,0-1 0,-1 1 1,0 0-1,0 0 0,2 5 0,-2-3-16,-1 0 0,1 1 1,-1-1-1,-1 1 0,1-1 0,-1 1 0,0-1 1,-1 1-1,0-1 0,0 1 0,-1-1 0,-4 14 1,2-10 4,-1-1 1,0 0 0,-1-1 0,0 1 0,-1-1 0,0-1 0,-15 16 0,-4-1-1,-1-2 1,-1 0-1,-1-2 0,-49 24 1,73-41 5,-18 12-213,-1-2-1,0-1 0,0-1 1,-1 0-1,-1-2 0,-26 4 1,52-12 231,0 0 0,-1 0 0,1 1 1,0-1-1,0 0 0,-1 0 0,1 0 1,0 0-1,0 0 0,-1 0 0,1 0 0,0 0 1,0 0-1,0 0 0,-1 0 0,1 0 1,0-1-1,0 1 0,-1 0 0,1 0 0,0 0 1,0 0-1,0 0 0,-1 0 0,1 0 1,0-1-1,0 1 0,0 0 0,0 0 1,-1 0-1,1 0 0,0-1 0,0 1 0,0 0 1,0 0-1,0 0 0,0-1 0,0 1 1,-1 0-1,1 0 0,0-1 0,0 1 0,0 0 1,0 0-1,0 0 0,0-1 0,0 1 1,0 0-1,0 0 0,0-1 0,0 1 1,0 0-1,1 0 0,-1 0 0,0-1 0,0 1 1,0 0-1,0 0 0,0-1 0,0 1 1,0 0-1,1 0 0,9-14 477,-1 8-369,0 0 1,0 1-1,0 1 0,0-1 1,1 1-1,0 1 1,0 0-1,15-3 0,1 1 86,1 1 0,31 0-1,-40 3-169,0 1 0,1 1-1,-1 1 1,29 6 0,-39-6-46,-1 0 0,0 1 0,1 0 0,-2 1 1,1 0-1,0 0 0,-1 0 0,1 1 0,-1 0 0,0 0 0,-1 0 0,0 1 1,7 8-1,-5-4-37,-1 0 0,0 0 1,-1 0-1,0 1 0,0 0 1,-1 0-1,0 0 0,-1 0 0,2 16 1,-4-20 20,0 0 0,0 0 1,-1 0-1,0 0 1,0 0-1,-1 0 1,0 0-1,0 0 0,0 0 1,-1 0-1,0 0 1,-1 0-1,1-1 0,-1 1 1,0-1-1,-6 9 1,-1-5 74,0 1 0,0-1 1,-1-1-1,0 0 1,-1-1-1,0 0 1,0-1-1,-1 0 0,1-1 1,-1 0-1,-1-1 1,-17 4-1,9-3 130,0-1 0,-1-2 0,0 0-1,1-2 1,-1 0 0,0-1 0,-23-4 0,41 3-161,-1 0-1,1-1 1,-1 0 0,1 0 0,0 0 0,0 0-1,-10-7 1,13 8-170,0 0-1,0-1 0,1 0 0,-1 1 1,0-1-1,0 0 0,1 0 0,-1 0 1,-1-3-1,3 4-142,-1 0 0,1 0-1,-1-1 1,1 1 0,0 0 0,0 0 0,-1-1 0,1 1-1,0 0 1,0-1 0,0 1 0,0 0 0,0 0 0,1-1 0,-1 1-1,0 0 1,0 0 0,2-3 0,5-6-6638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7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153 106 2777,'0'0'4120,"-21"24"-2994,21-24-1126,-84 108 935,77-98-789,1 0 1,0 1 0,1 0-1,1 0 1,-1 0-1,2 1 1,0-1-1,0 1 1,1 0-1,0 0 1,1 0 0,0 0-1,3 24 1,-2-12 85,0-6-67,0 1 0,2-1-1,0 1 1,1-1 0,10 32 0,-10-40-124,2 0 1,-1-1-1,1 1 1,1-1-1,0 0 1,0 0 0,0-1-1,1 0 1,1 0-1,-1-1 1,14 11-1,-10-11 49,0-1 0,0 0-1,1 0 1,-1-1-1,1-1 1,0 0 0,1-1-1,-1 0 1,1-1-1,-1 0 1,1-1 0,0 0-1,-1-1 1,1-1-1,0 0 1,-1 0 0,1-1-1,-1-1 1,1 0-1,-1-1 1,19-9-1,-10 3 74,-1-2-1,0-1 0,-1 0 0,-1-2 0,0 0 0,-1-1 1,-1 0-1,0-1 0,-1-1 0,-1-1 0,12-21 0,-16 23 0,-1-1 0,0-1-1,-2 0 1,0 0 0,-1 0-1,-1-1 1,-1 0-1,0 0 1,-2 0 0,0 0-1,-2 0 1,0 0 0,-3-22-1,1 32-130,-1 0 0,1 1 0,-2-1 0,1 1 0,-1-1 0,-1 1 0,0 0 0,0 0 0,-1 1 0,0 0 0,0 0-1,-1 0 1,0 1 0,0 0 0,-1 0 0,0 1 0,0 0 0,-16-9 0,9 6-186,-2 0-1,1 1 1,-1 1 0,0 1-1,0 1 1,-1 0 0,0 1-1,0 1 1,-30-2 0,41 5-60,1 0 1,-1 1-1,1-1 1,-1 2-1,1-1 1,-1 1-1,1 0 0,0 0 1,-1 0-1,1 1 1,0 0-1,-10 7 1,7-3-595,0 1 1,1 0-1,0 0 1,0 0-1,1 1 1,-10 16-1,-14 32-5565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7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4297,'0'0'6569,"120"156"-5608,-69-78-433,-7 2-248,1-5-96,-9-7-112,-5-13-16,-6-14-56,-3-14-32,-5-9-416,-6-8-425,-5-10-375,-3 0-528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7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450 0 6905,'0'0'5026,"-81"244"-4530,33-116 256,4-5-264,-1-15-96,6-33-152,-3 1-136,-2-4-64,7-14-40,4-8-640,11-17-1072,8-10-2449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8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47 4801,'0'0'2274,"-24"-6"-1273,-79-18-415,40 14 1094,67 10-894,160 1-244,30 4-27,1359 19 1452,-1060-42-1825,-257 6 172,-194 9-233,-24 1-152,0 1 0,1 1 0,-1 0 0,30 5 0,-47-5 21,0 0-1,0 1 1,-1-1 0,1 0 0,0 1 0,-1-1-1,1 1 1,0-1 0,-1 1 0,1-1 0,-1 1 0,1-1-1,-1 1 1,1 0 0,-1-1 0,1 1 0,-1 0-1,1-1 1,-1 1 0,0 0 0,0 0 0,1-1-1,-1 1 1,0 0 0,0 0 0,0 0 0,0-1 0,0 1-1,0 0 1,0 0 0,0 0 0,0-1 0,0 1-1,0 0 1,-1 0 0,1-1 0,0 1 0,0 0 0,-1 0-1,1-1 1,-1 1 0,1 0 0,0-1 0,-2 2-1,-19 28-2197,-8-9-738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9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412 0 3241,'0'0'3362,"-30"6"-2718,-95 22-193,116-26-387,1 1 0,0 0 0,0 1 0,0 0 0,0 1 0,0-1 0,1 1 0,0 1 0,0-1 0,0 1 0,1 0 0,0 1 0,-7 8 0,3-2 81,-6 4 11,2 2 0,1-1 0,0 2 0,1 0 0,1 0 0,1 1 0,1 0 0,1 1 0,1 0 0,1 0 0,0 0 0,2 1 0,1 0 0,0 0 0,2 0 0,1 0 0,5 44-1,-3-57-138,1 0 0,-1 0-1,2-1 1,0 1-1,0-1 1,1 0-1,0 0 1,0-1-1,1 1 1,0-1 0,0 0-1,1-1 1,0 1-1,1-2 1,-1 1-1,18 11 1,-12-11 29,0 0 1,0 0-1,1-1 1,-1-1-1,1 0 1,1-1-1,-1 0 1,1-1-1,-1-1 0,1 0 1,15-1-1,-11-1 119,-1 0 0,1-2-1,0 0 1,-1-1 0,0-1 0,0 0-1,0-1 1,0-2 0,-1 1-1,0-2 1,0 0 0,-1-2-1,29-20 1,-34 22 4,-1-1 1,0 1-1,-1-2 0,0 0 1,13-19-1,-18 23-31,0 0-1,0-1 1,-1 0-1,0 0 1,0 0 0,-1 0-1,0-1 1,0 1 0,0 0-1,-1-1 1,0-10-1,-1 15-107,-1 0 0,1 1 0,-1-1 0,1 1-1,-1-1 1,0 1 0,0 0 0,0-1-1,-1 1 1,1 0 0,0-1 0,-1 1 0,1 0-1,-1 0 1,0 0 0,0 1 0,0-1-1,0 0 1,0 1 0,0-1 0,0 1 0,0 0-1,-1-1 1,1 1 0,-1 0 0,1 0 0,0 1-1,-1-1 1,-2 0 0,-12-3 6,0 1 0,1 1 1,-24-1-1,36 3-29,-43-2 14,-1 2 1,-48 6-1,72-3-173,0 1 0,1 2-1,0 0 1,0 1 0,-43 20-1,62-25-60,0-1 0,1 1-1,-1 0 1,1 0 0,0 0-1,-1 1 1,1-1 0,0 1-1,0 0 1,1 0 0,-1 0-1,1 0 1,-1 0 0,1 1-1,0-1 1,0 1 0,1-1-1,-1 1 1,1 0 0,-1 0-1,1-1 1,0 1 0,1 0-1,-1 0 1,1 0 0,0 0-1,0 0 1,0 0 0,0 0-1,2 8 1,5 21-4487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29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2969,'0'0'11530,"21"9"-11006,-19-8-506,33 14 241,-1 1 0,-1 2 0,32 23 0,10 15 100,-27-19-280,1-2 0,2-2 1,76 37-1,-101-62 10,-9-3-1447,-6 0-3009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0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603 1 7418,'0'0'3570,"-16"25"-3124,-15 21-174,-146 214 1873,-114 99-612,219-275-1480,56-70-497,30-38-702,16-12-2076,10-4-3602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0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4169,'0'0'10178,"136"3"-8978,-55 10-568,9-1-327,-7-4-169,-5-1-136,-16-4-112,-12-1-417,-17 6-751,-16-1-1152,-8 1-2954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0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5721,'0'0'6522,"209"3"-5722,-117-3-288,-8 0-344,-9 0-168,-2 0-472,-23 0-1305,-20 0-2744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1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1356 1 3881,'0'0'3563,"-34"25"-3055,-486 351 2045,98-67-963,215-155-1200,157-119-380,-61 49-1159,102-73-1654,6-8 525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2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1647 0 3745,'0'0'4647,"-36"18"-3820,-327 163 1586,-593 356 913,891-498-3313,2 4 0,-95 82 0,157-125-94,1 1 0,-1-1 0,1 0 0,0 0 0,0 1 0,-1-1 0,1 0 0,0 1 0,0-1 0,-1 0 0,1 1 0,0-1 0,0 1 0,0-1 0,-1 0 0,1 1 1,0-1-1,0 0 0,0 1 0,0-1 0,0 1 0,0-1 0,0 1 0,0-1 0,0 0 0,0 1 0,0 3-1950,0 1-931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6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38 232,'0'0'8162,"-17"-6"-7363,-54-19-173,53 19 209,20 6-429,222 4 2975,112 13-2440,-303-15-954,-32-2-84,0-1 1,1 1-1,-1 0 1,0 0-1,0 0 1,0 0 0,0 0-1,0 0 1,0 1-1,0-1 1,0 0-1,0 0 1,0 1-1,0-1 1,0 1 0,0-1-1,-1 1 1,1-1-1,0 1 1,0-1-1,0 1 1,0 0 0,-1 0-1,1-1 1,0 1-1,-1 0 1,1 0-1,-1 0 1,2 1-1,-2 0-98,-1-1 0,1 0 0,-1 1 0,1-1-1,-1 0 1,0 0 0,1 1 0,-1-1-1,0 0 1,0 0 0,0 0 0,0 0-1,0 0 1,0 0 0,0 0 0,0 0 0,0-1-1,-1 1 1,1 0 0,0-1 0,-2 2-1,-24 11-2935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37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 2833,'0'0'4211,"-14"10"-3820,-49 32-75,55-35-282,1-1-1,0 1 1,0 0 0,0 1 0,1 0-1,0 0 1,1 0 0,0 1-1,0-1 1,1 1 0,0 0 0,1 1-1,-5 14 1,3 14-86,7-38 109,1 1 0,-1 0 0,0 0 0,1-1 0,-1 0 0,1 1 0,-1-1 0,1 0 0,-1 0 0,1 0-1,2-1 1,0 1 128,9-1 337,1-1-1,0 0 0,-1-1 1,0-1-1,22-8 1,-21 7-306,0 0 1,1 1 0,-1 0-1,27-1 1,-26 4-210,2 0-23,0 0 1,0 2 0,-1 0-1,25 4 1,-36-3-5,-1-1 0,0 1 0,0 0 0,0 0 0,0 0 0,-1 1 0,1-1 0,-1 1 0,1 1 0,-1-1 0,0 0 0,0 1 0,0 0 0,-1 0 0,0 0 0,1 0 0,-1 1 0,-1-1 0,3 6 0,2 3-106,0 0-1,-1 0 0,-1 1 1,0 0-1,-1 0 0,-1 0 1,0 0-1,-1 1 0,0-1 0,-1 1 1,-2 28-1,-1-37 91,1 0-1,-2 0 0,1 0 1,-1-1-1,0 1 1,0-1-1,0 1 1,-1-1-1,0 0 0,0 0 1,0-1-1,-1 1 1,1-1-1,-1 0 1,0 0-1,0-1 0,-1 1 1,-8 3-1,-3 2 88,0-1 0,-1 0 0,0-2 0,-37 10 0,42-14 106,-1 1-1,0-2 1,0 0 0,0 0-1,1-1 1,-1-1 0,-18-3-1,24 2-376,0 0 0,0-1 0,0 0 0,0 0-1,0 0 1,1-1 0,0-1 0,0 1-1,0-1 1,0 0 0,1-1 0,-1 1-1,-4-7 1,3 1-3706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1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55 1096,'0'0'7419,"-4"-2"-6587,-5-5-229,12 2 66,26 2 359,-18 3-923,580-37 1738,-577 37-3820,-25 3-1780,-5 2 2381,-17 9-1876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2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4881,'0'0'3796,"-9"14"-3638,-10 16 119,-19 43 0,32-59-227,0 0-1,1 0 1,1 0-1,0 1 0,0 0 1,2 0-1,-2 21 1,25-37 707,-6-3-602,-1 0-1,1-1 1,-1-1-1,-1 0 1,1-1-1,-1 0 0,17-13 1,-16 10-98,0 1 1,1 1-1,0 0 1,0 1-1,1 0 1,20-5-1,-9 9-13,0 0 0,0 2 1,0 0-1,34 5 0,-54-3-46,-1 0 0,1 1-1,-1-1 1,0 1 0,0 0-1,0 1 1,0-1-1,0 1 1,-1 1 0,1-1-1,-1 1 1,0 0 0,0 0-1,0 0 1,-1 1 0,1 0-1,-1-1 1,0 2 0,0-1-1,-1 0 1,0 1 0,0 0-1,0-1 1,-1 1-1,3 8 1,1 4-12,-2-1 0,0 1 1,-1 0-1,0 0 0,-2 0 0,0 0 0,-3 33 0,0-39-4,0 0 0,-1-1-1,0 1 1,-1-1 0,-1 1 0,0-1-1,0 0 1,-11 15 0,11-18 19,0-1 0,0 1 0,-1-1 0,-1 0 1,1 0-1,-1-1 0,0 0 0,0 0 0,-1-1 0,1 1 0,-16 6 1,12-10 365,0 1 0,0-2 1,0 1-1,0-1 1,-1-1-1,1 0 1,-12-2-1,-13 1 197,10-1-679,0-1 0,0 0-1,0-2 1,-36-12 0,31 14-4142,22 3-643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2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 3105,'0'0'10654,"19"-6"-10030,62-16-176,-74 21-412,0 0 1,0 0-1,0 1 0,1 0 0,-1 0 1,0 1-1,0-1 0,0 2 1,0-1-1,0 1 0,0 0 0,12 5 1,-2 2-16,0 0 1,-1 1-1,17 14 1,-13-9 14,8 6-31,0 0 1,-2 2-1,-1 1 1,0 2-1,36 49 1,-48-57-18,-1 1 0,-1 0 1,-1 1-1,-1 0 1,0 0-1,-2 1 0,0 0 1,-1 1-1,-2-1 1,4 28-1,-6-30-1,-1 0 0,-1 0 0,0-1 0,-2 1 0,0 0 1,0 0-1,-2-1 0,-1 0 0,0 0 0,-1 0 0,-1 0 0,0-1 0,-2 0 0,-11 18 1,11-20 41,-1-1 1,0 0 0,-2 0 0,1-1-1,-1-1 1,-1 0 0,0 0 0,-22 13 0,25-22 115,9-7-1855,16-13-2280,9 3-1331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3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5 496,'0'0'10634,"159"-5"-9553,-94 5-273,7 0-208,-2 0-360,-6 0-240,-8 0-72,-14 0-672,-12 0-480,-16 0-657,-11 0-1208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3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2681,'0'0'9738,"187"-10"-8770,-139 8-360,2-1-352,0 1-256,3-3 0,3 0-648,0 0-592,11-3-585,-14 0-895,-12 1-2137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43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8 1872,'0'0'4769,"-18"26"-3940,-56 89-161,70-110-616,1 1 1,0 0 0,0 0-1,0 0 1,1 0 0,0 1-1,0-1 1,0 0 0,1 1-1,0-1 1,0 1 0,1 0-1,0 7 1,0 3 63,-1-9-48,1 0 0,0 0 0,0 0 0,1 0 0,0 0 0,0 0 0,1 0 0,0-1-1,0 1 1,1 0 0,0-1 0,0 0 0,1 0 0,0 0 0,0 0 0,1 0 0,0-1 0,0 0 0,0 0-1,1 0 1,0-1 0,0 1 0,0-1 0,1-1 0,8 5 0,-2-1 11,1 0 1,1-2-1,0 1 1,-1-2-1,2 0 1,-1-1-1,1 0 1,17 1-1,11-1 47,72-4 0,-107-1-82,0 0 1,0-1 0,0 0-1,-1-1 1,1 0 0,-1 0-1,1-1 1,-1 0 0,0 0-1,0-1 1,-1 0 0,0 0-1,1-1 1,-2 0 0,1 0-1,-1-1 1,9-11 0,-3 2 94,0-1 1,0-1 0,-2 0-1,0 0 1,-2-1 0,12-33 0,-16 37 125,-1-1 1,-1 1 0,0-1 0,-1 0 0,-1-28 0,-1 39-199,0 1 1,0-1 0,0 1-1,-1-1 1,0 1 0,0-1 0,0 1-1,0 0 1,0 0 0,-1 0-1,0 0 1,0 1 0,0-1 0,0 1-1,0-1 1,-1 1 0,1 0-1,-1 0 1,0 1 0,-8-5 0,-2 0-39,1 0 0,-1 1 0,0 1 1,0 0-1,-22-4 0,9 5-110,-1 0 0,-1 2 1,1 1-1,0 2 0,-32 3 0,43-1-150,1 0 1,0 1 0,0 0-1,1 1 1,0 1-1,-23 12 1,-1 4-1379,-37 30-1,53-36 482,-54 39-4884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0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5353,'0'0'9205,"10"-19"-8628,-6 12-552,26-42 29,-29 48-55,-1 0-1,1 1 0,-1-1 0,1 0 1,-1 0-1,1 1 0,0-1 0,-1 1 1,1-1-1,0 1 0,0-1 1,-1 1-1,1-1 0,0 1 0,0-1 1,0 1-1,-1 0 0,2-1 0,-1 2-1,-1-1-1,1 1 0,-1 0 1,1-1-1,-1 1 0,1-1 1,-1 1-1,1 0 0,-1-1 1,0 1-1,1 0 0,-1 0 1,0-1-1,0 1 0,0 0 1,1 0-1,-1-1 0,0 1 1,0 0-1,0 0 0,0-1 1,0 1-1,0 0 0,-1 0 1,1 1-1,0 654 1722,0-656-1768,0 1 0,0 0 0,0-1 1,0 1-1,0 0 0,1 0 0,-1-1 1,0 1-1,0-1 0,1 1 0,-1 0 1,0-1-1,1 1 0,-1-1 0,0 1 1,1 0-1,-1-1 0,1 1 0,-1-1 1,1 0-1,0 1 0,-1-1 0,1 1 1,-1-1-1,1 0 0,0 1 0,-1-1 1,1 0-1,-1 0 0,1 0 1,0 1-1,0-1 0,0 0 0,29 0-2791,-16-1 1463,11 1-2409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0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0 303 2737,'0'0'5810,"15"-25"-4324,-2 0-1091,-6 11-215,0 0 1,1 1-1,0 0 1,1 1 0,0 0-1,1 0 1,1 1-1,-1 0 1,23-15-1,-20 16 36,19-14 577,35-19 0,-57 38-673,1-1 0,-1 1 0,1 1 0,0 0 0,0 1-1,0 0 1,1 1 0,13-2 0,-12 3-112,0 1 1,0 0-1,0 0 1,-1 1-1,1 1 1,0 1-1,0-1 1,-1 2-1,0 0 1,1 0-1,-2 1 1,1 1-1,0 0 0,-1 1 1,0 0-1,-1 0 1,0 1-1,0 0 1,11 13-1,-11-10-52,0 1 1,-1 1-1,-1-1 0,0 2 0,-1-1 0,0 1 1,-1 0-1,-1 0 0,0 1 0,-1-1 0,0 1 1,-1 0-1,-1 0 0,-1 0 0,0 1 0,0-1 1,-2 0-1,-3 27 0,1-33 35,1 0 1,-2 0-1,1 0 0,-1 0 0,0-1 0,-1 1 1,0-1-1,0 0 0,-1 0 0,0-1 1,0 0-1,-1 0 0,0 0 0,0-1 1,-13 9-1,0-1-25,0-1-1,-1-1 1,0-1 0,-1-1 0,-25 8 0,24-11-985,0-2 0,-1 0 0,0-1 0,-37 0 0,37-3-2959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1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7842,'0'0'5105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1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7538,'0'0'4569,"2"178"-3897,1-90 48,0 0-168,-3-8-352,0-10-120,0-14 0,0-16-80,0-13-272,0-9-728,11-13-769,6-5-759,-3 0-1617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2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6425,'0'0'4160,"32"-20"-2632,102-62-325,-124 76-1094,0 0-1,0 1 1,1 0-1,-1 1 0,1 0 1,0 0-1,0 2 1,0-1-1,0 1 1,1 1-1,-1 0 0,1 0 1,-1 1-1,0 1 1,20 3-1,-24-3-104,1 1-1,-1 0 0,0 0 1,0 1-1,0 0 1,0 0-1,0 0 1,-1 1-1,0 0 0,1 1 1,-1-1-1,-1 1 1,1 0-1,-1 1 0,0-1 1,0 1-1,0 0 1,-1 0-1,0 1 0,0-1 1,-1 1-1,4 10 1,0 0-28,-1 0 0,-1 0 1,-1 0-1,0 1 0,-1 0 1,-1-1-1,-1 1 0,-1 27 1,-1-38 20,-1 0 1,1 0 0,-1 1 0,0-2 0,-1 1 0,0 0 0,0 0 0,0-1 0,-1 0 0,0 1 0,0-1 0,-1-1 0,1 1 0,-1-1 0,-1 0 0,1 0 0,-1 0 0,1-1-1,-1 0 1,-1 0 0,-9 5 0,2-2 33,-2 0 0,1 0 0,-1-2 0,0 0 0,0-1 0,0 0 0,0-2 0,-25 2 0,20-3-173,9 0 68,0 0 0,-1-1 0,-13-2 0,24 2-144,-1-1 1,1 1-1,0 0 0,0-1 0,0 0 1,-1 0-1,1 1 0,0-1 0,0 0 1,0-1-1,0 1 0,0 0 0,1 0 0,-1-1 1,0 1-1,1-1 0,-1 0 0,1 0 1,-1 1-1,1-1 0,0 0 0,-2-3 0,1-8-4092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2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34 332 6793,'0'0'5154,"-30"-143"-5082,27 98-8,3 2-64,0 8-8,0 5-176,0 10-185,11 10-247,6 4-360,5 6-656,25 0-585,-5 0 121,-3 0-129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2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1 520,'0'0'6433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3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 1200,'0'0'7579,"-22"3"-7420,-4 0-84,-43 12 1,65-14-64,-1 1 1,1 0 0,0 1-1,-1-1 1,1 1 0,0 0 0,1 0-1,-1 0 1,0 0 0,1 1-1,0 0 1,0-1 0,0 1-1,0 0 1,0 0 0,1 1-1,0-1 1,-3 7 0,-2 3 6,-1 1-9,1 0 0,1 0-1,0 1 1,1-1 0,1 1 0,0 1 0,1-1 0,1 0 0,0 1 0,2 24 0,0-37-7,0 0-1,1 0 1,0 1 0,0-1-1,0 0 1,1 0-1,-1 0 1,1 0 0,0-1-1,0 1 1,0 0 0,0-1-1,1 0 1,-1 1 0,1-1-1,0 0 1,0 0-1,0 0 1,1-1 0,-1 1-1,1-1 1,-1 0 0,1 0-1,0 0 1,0 0 0,0-1-1,0 1 1,7 1-1,10 1 171,0 0-1,-1-1 1,1-1-1,31-1 1,-39-2-55,0 1 0,-1-2 0,1 1 0,0-2 0,-1 0 0,1 0 0,-1-1 0,0-1 0,0 0 0,-1 0 0,14-9 0,-19 9 13,1 1 0,-1-1 0,0 0 0,-1-1 0,1 1 0,-1-1 0,0 0 0,0-1 0,-1 1 0,0-1 0,0 0 0,0 0 0,-1 0 0,0 0 0,-1-1 1,1 1-1,-1-1 0,-1 0 0,2-11 0,-3 10-48,1 0 0,-1 0 0,-1 0 1,1 0-1,-2 0 0,1 1 0,-1-1 0,0 0 1,-1 1-1,0 0 0,-5-11 0,4 13-87,1 1-1,-1-1 1,-1 1 0,1 0-1,-1 0 1,0 0-1,0 0 1,0 1 0,-1 0-1,1 0 1,-1 1 0,0-1-1,0 1 1,0 0-1,-9-2 1,10 3-149,0 1 0,-1-1 0,1 1 0,0 0 0,0 1 0,-1-1 0,1 1 0,-1 0 0,1 1 0,0-1 0,-7 2 0,9-1-70,0 0-1,0 0 1,0 0-1,0 0 1,0 1-1,0 0 1,0-1-1,1 1 1,-1 0 0,0 0-1,1 1 1,0-1-1,-1 0 1,1 1-1,0-1 1,0 1 0,1 0-1,-4 5 1,-5 24-3417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3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3745,'0'0'4202,"-27"8"-3646,-85 34-340,108-40-207,-1 1-1,0-1 1,1 1 0,-1 1-1,1-1 1,0 0 0,0 1-1,0 0 1,1 0-1,-1 0 1,1 1 0,0-1-1,0 1 1,1-1-1,-1 1 1,1 0 0,0 0-1,0 0 1,1 0 0,-1 1-1,1-1 1,0 0-1,1 1 1,-1-1 0,1 8-1,0-8 10,-1 0-1,1-1 0,0 1 1,0 0-1,1-1 0,-1 1 1,1-1-1,0 1 0,0-1 1,0 1-1,1-1 0,0 1 1,0-1-1,0 0 0,0 0 1,4 5-1,-3-6 75,1 0 0,0 0 0,0 0 0,0 0-1,0-1 1,0 1 0,1-1 0,-1 0 0,1-1 0,-1 1-1,1-1 1,0 0 0,-1 0 0,1 0 0,9 0 0,1 0 256,0 0 0,0-1 0,0-1 0,-1 0-1,1-1 1,0 0 0,-1-2 0,18-5 0,-24 6-260,-1 0 0,1-1 0,-1 0-1,0 0 1,0-1 0,0 1 0,0-2-1,-1 1 1,0-1 0,0 0 0,-1 0-1,1 0 1,-1-1 0,-1 0 0,1 0 0,3-10-1,-6 14-228,0-1-1,0 0 0,-1 1 0,0-1 0,0 0 1,0 0-1,0 0 0,-1 0 0,1 0 1,-1 0-1,0 0 0,0 0 0,-1 0 0,1 0 1,-1 0-1,0 0 0,0 0 0,0 0 1,0 0-1,-1 0 0,0 1 0,1-1 0,-1 1 1,-1-1-1,1 1 0,0 0 0,-1 0 1,-4-4-1,-20-14-3852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3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6249,'0'0'6831,"1"31"-6954,0-7 103,0 24 20,2-1-1,14 74 1,6-3 108,-10-39 7,48 149 0,-60-224-166,1 0 0,-1 0 1,1 0-1,0 0 1,0 0-1,0 0 0,0-1 1,1 1-1,0-1 1,-1 1-1,1-1 1,0 0-1,1 0 0,-1-1 1,0 1-1,7 3 1,-5-4-514,1 0 0,-1 0 1,1-1-1,-1 0 0,1 0 0,-1-1 1,1 1-1,5-1 0,17 0-6392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4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1144,'0'0'3910,"-4"27"-3471,-13 87-212,15-102-204,1-1 0,0 1 0,1 0 0,0-1 0,1 1 0,0 0 0,1-1 0,0 1 0,1-1 0,6 17 0,-7-24 77,1 1-1,-1-1 1,1 0 0,0 0-1,0 0 1,1 0 0,-1-1 0,1 1-1,0-1 1,0 0 0,0 0-1,0 0 1,0 0 0,1-1-1,-1 0 1,1 0 0,-1 0 0,1 0-1,0-1 1,0 0 0,0 0-1,0 0 1,5 0 0,-1 0 104,0-1-1,0 1 1,-1-2 0,1 1 0,0-1 0,0 0-1,0-1 1,-1 0 0,1 0 0,-1-1 0,1 0 0,-1-1-1,0 0 1,0 0 0,-1-1 0,1 1 0,-1-2-1,0 1 1,-1-1 0,1 0 0,-1 0 0,0-1 0,0 0-1,-1 0 1,0 0 0,0-1 0,-1 0 0,7-16-1,-6 9-164,0-1 0,-1 0 0,0-1 0,-2 1 0,0 0 0,0-1 0,-2 0 0,-2-24 0,2 40-73,0 1-1,0-1 1,0 0 0,0 0-1,0 0 1,0 0 0,0 0-1,0 1 1,-1-1 0,1 0-1,0 0 1,-1 0 0,1 0-1,-1 1 1,1-1-1,0 0 1,-1 1 0,0-1-1,1 0 1,-1 1 0,1-1-1,-2 0 1,-20-2-3330,11 3-548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4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3729,'0'0'3633,"-27"4"-3016,-89 19-188,110-21-386,1 0-1,-1 0 0,0 0 0,1 1 0,0 0 1,0 0-1,0 0 0,0 1 0,0 0 0,1 0 1,-1 0-1,1 0 0,-5 8 0,3-3 40,1 0 1,0 0-1,1 0 0,0 1 0,-3 11 1,3-8 20,0 0 1,2 0-1,-1 0 1,2 0 0,0 0-1,0 15 1,1-23-35,0 0-1,1 0 1,0 0 0,-1 0 0,1 0 0,1 0-1,-1 0 1,1 0 0,0 0 0,0-1 0,0 1-1,1-1 1,0 1 0,0-1 0,0 0 0,0 0 0,0 0-1,5 3 1,0-1 56,0-1-1,1 0 1,-1-1-1,1 0 1,0 0 0,0-1-1,0 0 1,0 0-1,13 1 1,7-1 92,50-1-1,-68-2-259,0 0-369,0-1-1,-1-1 0,1 0 0,-1 0 0,0-1 0,1-1 0,-1 1 0,-1-2 0,1 1 0,0-1 0,-1-1 1,16-12-1,13-10-4284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4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5089,'0'0'6073,"28"138"-5769,-11-58 33,2 8-137,-5-2-112,0-4-16,-2-11-72,-7-11-96,1-15-505,2-10-767,-2-12-1040,-1-10-1801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5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4745,'0'0'4068,"29"-9"-2960,93-30-539,-35 17-314,-77 21-270,-1 0 1,1 1-1,0 0 0,14 3 1,-22-3-3,0 1 0,0 0 0,0-1 1,0 1-1,0 0 0,0 0 0,0 1 1,0-1-1,-1 0 0,1 0 1,0 1-1,-1-1 0,1 1 0,-1 0 1,0-1-1,1 1 0,-1 0 0,0 0 1,0 0-1,0 0 0,0 0 1,-1 0-1,2 2 0,2 9-55,-1 0 1,4 22-1,-5-22 52,-1-8 38,2 19-44,2-1 0,0-1 0,2 1 0,17 41 0,-21-58 75,0-1-1,0 0 0,1 1 0,-1-1 0,1-1 0,1 1 1,-1 0-1,0-1 0,1 0 0,0 0 0,0-1 1,0 1-1,1-1 0,-1 0 0,1 0 0,0-1 0,-1 0 1,1 0-1,0 0 0,0-1 0,0 0 0,1 0 1,10 0-1,-7 0 110,0 0 0,0-1 0,0 0-1,0-1 1,0 0 0,0-1 0,-1 0 0,1 0 0,0-1 0,-1 0 0,0-1 0,0 0 0,10-6 0,-7 2-34,0 0 1,0-1 0,-1-1-1,0 0 1,-1 0 0,0-1-1,10-16 1,-16 21-39,0-1 1,0 0-1,-1 0 0,0 0 1,0 0-1,-1 0 1,0-1-1,0 1 0,0-1 1,-1 1-1,-1-1 0,1 0 1,-1 0-1,0 1 1,-3-14-1,2 17-88,-1-1 0,1 1 0,-1-1 0,0 1 0,-1 0 0,1-1 1,-1 1-1,1 0 0,-1 1 0,-1-1 0,1 1 0,0-1 0,-1 1 0,0 0 0,1 0 0,-1 0 0,0 1 0,-1-1 0,1 1 0,-9-3 0,0 0-251,0 0-1,-1 1 0,0 1 1,0 0-1,0 1 0,-16-1 1,21 3-200,1-1 0,-1 2 1,0-1-1,1 1 0,-1 0 0,0 1 1,1 0-1,0 1 0,-1-1 1,-7 5-1,-20 17-4148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5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1 3777,'0'0'3220,"-27"0"-1951,-89 2-354,110-1-849,0 0 0,-1 0 1,1 1-1,0 0 0,0 0 1,0 0-1,0 0 0,0 1 1,0 0-1,1 1 0,-1-1 1,1 1-1,0 0 0,0 0 1,1 1-1,-1-1 0,1 1 1,-7 10-1,6-7 18,1 0 1,0 0-1,0 1 1,0 0-1,1 0 1,1 0-1,0 0 1,0 0-1,0 0 1,1 14-1,0-13 51,1 0 0,0 0 0,1 1-1,0-1 1,1 0 0,2 11 0,-2-17-92,0 1 0,0 0 1,0-1-1,1 0 0,0 1 1,0-1-1,0 0 1,0 0-1,1-1 0,-1 1 1,1-1-1,0 0 0,0 0 1,6 4-1,2-1 21,0 0-1,0-1 1,0 0-1,1-1 1,0-1 0,0 0-1,0 0 1,25 1-1,103-5-1016,-139 1 911,63-8-2404,-10-6-2080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5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156 171 4049,'0'0'7516,"24"-13"-7465,71-43-25,-93 55-21,0 0-1,0-1 1,0 1-1,0-1 1,-1 0-1,1 0 1,0 1-1,-1-1 1,1 0-1,-1 0 1,0-1-1,1 1 1,-1 0-1,1-4 1,-1 4-2,-1 1 0,0 0 0,0-1 0,0 1 0,0 0 0,0-1 0,-1 1 0,1 0 0,0 0 0,0-1 0,-1 1 0,1 0 0,-1 0-1,1-1 1,-1 1 0,0 0 0,1 0 0,-1 0 0,-1-1 0,-1-2 5,-1 1 0,1 0 0,-1 0 0,0 0 0,0 0 0,0 1 0,0 0 0,-9-4 0,3 3-28,1 0 0,-1 0 0,0 1 0,0 0 0,0 1 0,0 0 0,-1 0 0,1 1 0,-11 2-1,16-2-34,-1 1 0,1 0 0,0 0 0,0 1 0,1 0-1,-1 0 1,0 0 0,1 0 0,-1 1 0,1-1 0,-1 1-1,1 0 1,0 1 0,1-1 0,-1 1 0,0-1-1,1 1 1,0 0 0,-4 7 0,-1 4 4,1 0 1,1 0 0,0 0-1,1 1 1,1 0-1,-4 31 1,4-9 427,3 68 0,1-102-274,1 0-1,-1 0 1,1 0-1,-1 0 0,1 0 1,0-1-1,1 1 1,-1 0-1,1-1 0,-1 1 1,1-1-1,0 0 1,0 1-1,1-1 1,4 5-1,-2-4 79,-1 0-1,1-1 1,0 1 0,0-1 0,0 0-1,0-1 1,1 1 0,-1-1 0,10 2-1,8 1 272,1-1-1,0-2 0,0 0 1,28-2-1,-34 0-444,-2-1 32,0 0 1,-1 0 0,1-2 0,0 0-1,27-9 1,-37 10-231,0-1-1,0 0 1,0 0 0,0 0-1,-1-1 1,1 0-1,6-6 1,-9 7-193,-1 1 1,0-1-1,1 0 1,-1 0-1,0 0 1,-1 0-1,1 0 1,-1 0-1,1-1 1,-1 1-1,0 0 1,0-1-1,0 1 1,0-7-1,0-7-5201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0:56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85 113 5857,'0'0'1350,"0"23"-745,0 78-434,1-88-161,-1 0 1,0 0-1,-1 1 1,-1-1-1,0 0 1,-1 0-1,-1-1 0,1 1 1,-2-1-1,-9 19 1,14-30 12,-1 0 1,1 0-1,0 0 1,-1 0-1,1 0 1,-1 0-1,1 0 1,-1-1-1,1 1 1,-1 0-1,0 0 1,1-1-1,-1 1 1,0 0-1,0-1 1,1 1-1,-1-1 1,0 1-1,0-1 1,0 1-1,0-1 1,0 0-1,0 1 1,0-1-1,0 0 1,0 0-1,1 0 1,-1 0-1,0 0 1,0 0-1,0 0 0,0 0 1,0 0-1,0 0 1,0 0-1,0-1 1,0 1-1,0 0 1,0-1-1,0 1 1,0-1-1,0 1 1,1-1-1,-1 1 1,0-1-1,0 1 1,1-1-1,-1 0 1,0 1-1,1-1 1,-1 0-1,1 0 1,-1 0-1,1 1 1,-1-1-1,1 0 1,-1 0-1,1 0 1,0 0-1,-1 0 1,1 0-1,0 0 1,0 0-1,0-1 1,-3-14-84,1-1 0,0 1 0,1 0 0,1 0 0,1-1 0,0 1 0,1 0 1,1 0-1,0 0 0,1 0 0,7-16 0,-7 26-137,0-1 1,0 1-1,1-1 1,-1 1-1,2 1 1,-1-1-1,0 1 1,1 0-1,0 0 1,1 0-1,-1 1 1,1 0-1,-1 0 1,1 1-1,9-3 1,11-3-1162,0 1 0,52-8 1,-27 7 1166,-35 5 372,3 0 881,0 0 0,40-2 0,-59 7-1030,-1-1 0,1 1 1,0-1-1,-1 1 0,1 0 0,-1 0 0,1-1 0,-1 1 1,0 0-1,1 0 0,-1-1 0,1 1 0,-1 0 1,0 0-1,0 0 0,0 0 0,1 0 0,-1 0 0,0-1 1,0 1-1,0 0 0,0 0 0,-1 0 0,1 0 0,0 0 1,0 1-1,-1 1 73,0 9 130,0-1 0,-1 1 0,0-1 0,-1 0 0,-1 0 0,0 0 0,-6 13 0,5-13-151,0 0-1,1 0 0,0 0 1,1 1-1,1-1 0,0 1 0,-1 15 1,2-23-48,1-1 0,0 1 1,0 0-1,1-1 0,-1 1 1,1 0-1,0-1 0,0 1 1,0-1-1,0 1 0,1-1 1,3 6-1,-3-7 49,0 0-1,0 0 1,0 0 0,1 0 0,-1-1-1,1 1 1,-1-1 0,1 0 0,0 0 0,-1 0-1,1 0 1,0 0 0,0 0 0,0-1-1,0 1 1,0-1 0,3 0 0,5 1 196,0 0 0,0-1 0,0 0 1,0-1-1,0 0 0,0-1 0,0 0 1,0-1-1,12-5 0,-15 4-152,1 0 0,-2 0 0,1-1 0,0 0 0,-1-1 0,0 0 0,-1 0 0,1 0 0,-1-1 0,0 0 0,9-13 0,-9 9 52,0 1 0,0-1 0,-1 0 0,-1 0 0,0 0 0,0-1 0,-1 1 0,-1-1 0,0 0 0,0 0 0,-1 0 0,-1-14 0,0 23-180,0-1-1,0 1 1,-1-1 0,0 1-1,1 0 1,-1-1 0,0 1 0,-1 0-1,1 0 1,0 0 0,-1 0-1,0 0 1,0 0 0,0 0-1,0 0 1,0 1 0,-1-1-1,1 1 1,-1 0 0,1-1-1,-1 1 1,0 1 0,0-1 0,0 0-1,0 1 1,0-1 0,0 1-1,0 0 1,-1 0 0,-3-1-1,-10-2-366,-1 1 0,0 1 0,1 1 0,-27 0 0,35 1 155,-61 0-2165,5 0-1747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4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1 4945,'0'0'4266,"-26"0"-3319,-87 5-224,107-5-635,-1 1 0,1 0 1,-1 1-1,1-1 0,-1 1 0,1 1 1,0-1-1,0 1 0,0 0 0,0 0 1,0 1-1,1 0 0,0 0 0,-1 0 1,1 1-1,1-1 0,-1 1 0,-6 9 0,1-2 60,-5 6-47,1 0-1,1 1 0,1 1 0,0 0 0,2 1 1,0 0-1,2 0 0,-12 42 0,11-22-75,1 1 0,3 0 0,-1 81 0,6-115-26,1 0 0,-1 0-1,2 0 1,-1 0 0,1 0 0,1 0 0,-1-1-1,1 1 1,1-1 0,-1 1 0,1-1 0,1 0-1,-1-1 1,1 1 0,0-1 0,1 0 0,-1 0 0,1-1-1,0 1 1,1-1 0,-1-1 0,1 1 0,12 5-1,-2-1 16,1-2 0,-1 0 0,1-1 0,1-1-1,-1 0 1,1-2 0,0 0 0,0-1 0,20 0-1,-17-2 30,-1-1-1,1-1 0,-1 0 0,33-9 1,-47 8 41,1 1 0,-1-1 0,1 0 0,-1-1 0,0 1 0,0-1 1,0-1-1,-1 1 0,0-1 0,0 0 0,0-1 0,0 0 0,-1 0 1,0 0-1,7-11 0,-10 14-21,0-1 0,0 0 0,0 0 0,-1 1 1,1-1-1,-1 0 0,0 0 0,0 0 0,-1-1 0,1 1 0,-1 0 0,0 0 0,0 0 1,0 0-1,-1 0 0,1-1 0,-1 1 0,0 0 0,0 0 0,-1 0 0,1 1 0,-1-1 1,0 0-1,0 0 0,0 1 0,0-1 0,-1 1 0,1 0 0,-1 0 0,0 0 0,0 0 1,0 0-1,-5-3 0,-6-2-21,0 1-1,-1 0 1,0 1 0,1 1 0,-2 1 0,-26-5-1,8 4-158,-68 0-1,98 5 21,-1 0 0,0 0 1,1 0-1,-1 1 0,1 0 0,-1 0 0,1 0 0,-1 0 0,1 1 0,0-1 1,-5 4-1,6-3-74,0 0 1,1 1-1,-1-1 1,1 1-1,0-1 0,0 1 1,0 0-1,0 0 1,0 0-1,0 0 1,1 0-1,0 0 0,-1 0 1,0 6-1,-7 33-3229,8-3-1799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4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4825,'0'0'6926,"26"9"-6352,86 32-158,-102-36-369,0 0 1,-1 1-1,1 0 0,-1 0 0,-1 1 0,1 0 0,-1 0 0,9 11 0,1 1 20,-2-3-39,102 93 233,-102-96-287,1-1 1,0-1-1,1 0 1,0-1 0,31 12-1,-48-21-98,16 4-231,-8-5-3599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4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 0 1256,'0'0'10861,"-6"15"-10711,-119 244 1349,-23 46-1022,134-282-1018,14-22-633,5-1-3904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5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3593,'0'0'10394,"140"0"-9410,-76 0-536,3 0-208,-3-10-240,-5 0-104,-9 0-632,-14 5-864,-11 5-1177,-14 0-2584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5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2473,'0'0'3907,"-12"23"-3057,-37 72-197,47-88-581,-1-1-1,1 0 1,0 1-1,0-1 1,0 1-1,1 0 1,0 0-1,1 0 1,-1-1 0,2 14-1,0-1 74,-1-12-76,0-1 0,1 1 0,0 0 0,0 0 0,0-1 0,1 1 0,0-1 0,0 0 0,0 1 0,1-1 0,0 0 0,1 0 0,-1-1 0,1 1 0,0-1 0,0 1 0,1-1 0,0-1 0,-1 1 0,2-1 1,-1 1-1,0-2 0,1 1 0,0 0 0,0-1 0,11 4 0,2 0 242,0-1 0,0-1 0,1-1 0,0-1 1,0-1-1,0 0 0,37-2 0,-48-2-310,0 1 0,0-1 1,0 0-1,0-1 0,-1 0 0,1-1 0,-1 0 0,0 0 1,0 0-1,-1-1 0,15-11 0,-12 7-2,1 0 1,-2-1-1,1 0 0,-1 0 0,-1-1 1,0 0-1,9-16 0,-16 26-50,-1 0 1,1 0-1,0 0 0,-1-1 1,1 1-1,-1 0 0,1-1 1,-1 1-1,0 0 0,1-1 0,-1 1 1,0 0-1,0-1 0,0 1 1,0 0-1,-1-3 0,1 3-155,-1 0-1,1 1 0,-1-1 0,0 0 1,0 1-1,1-1 0,-1 0 0,0 1 0,0-1 1,0 1-1,1-1 0,-1 1 0,0-1 1,0 1-1,0 0 0,0 0 0,0-1 1,0 1-1,0 0 0,-1 0 0,-18-5-5356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6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81 2681,'0'0'4406,"-11"0"-3865,-58 0 625,68 0-975,4 0-61,83-3 1647,118-17-1,82-34-140,-235 50-4475,-39 4-296,-1 0-2402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7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72 2112,'0'0'5811,"-16"19"-5460,-47 61-39,61-77-284,0 0-1,0 0 1,0 1 0,0-1 0,1 0 0,0 1-1,-1-1 1,1 1 0,0-1 0,1 1 0,-1-1-1,0 1 1,1 0 0,0-1 0,0 1-1,0 0 1,1 5 0,1 5 92,-1-3-49,0-1 0,1 1 0,1-1 0,-1 0 0,2 0 0,-1 0 0,1 0 0,1 0 1,0-1-1,0 0 0,1 0 0,0 0 0,1-1 0,-1 0 0,2 0 0,-1 0 0,1-1 0,0-1 0,15 10 0,-9-6 40,1-2 0,0 1 0,1-2 0,-1 0 1,2-1-1,-1-1 0,1 0 0,-1-1 0,1-1 0,0-1 0,25 1 0,-32-2-72,1-1 0,-1 0 0,0-1 0,0 0 1,0-1-1,0 0 0,-1-1 0,1 0 0,0 0 0,-1-1 0,0 0 1,0-1-1,0 0 0,-1 0 0,1-1 0,13-12 0,-12 9 128,0-1 1,-1-1-1,-1 0 0,1 0 0,-2 0 0,0-1 0,0 0 0,-1-1 0,0 0 0,-1 1 0,-1-2 1,0 1-1,-1 0 0,0-1 0,-1 0 0,-1 1 0,0-1 0,-1 0 0,-1-14 0,0 21-106,0 0-1,-1 0 0,0 0 0,-1 0 0,1 0 1,-1 1-1,-1-1 0,1 1 0,-1 0 0,0 0 0,0 0 1,-1 1-1,1-1 0,-1 1 0,-1 0 0,-5-4 1,0-1-33,-1 2 0,0-1 1,0 2-1,0 0 1,-1 0-1,0 1 1,-16-5-1,10 6-155,-1 2 0,1 0 0,0 2 0,-1 0 0,-36 3 0,47-1-76,1 0 1,-1 0 0,1 1 0,0 1-1,-1-1 1,1 1 0,0 1 0,-14 8 0,5-2-893,2 2-1,-27 24 1,4 4-2653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7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29 2593,'0'0'7026,"-22"26"-6666,-65 84 71,84-106-405,0 0-1,1 0 0,0 1 0,-1-1 1,2 1-1,-1-1 0,0 1 1,1 0-1,0-1 0,0 1 1,0 0-1,1 0 0,-1 0 1,1 0-1,0 0 0,1-1 1,-1 1-1,3 10 0,0-9 18,0 1 0,0-1-1,0 0 1,1 0 0,0 0 0,0 0-1,0-1 1,1 0 0,6 6-1,0-1 72,0 0 0,1-1 0,0 0-1,0-1 1,1 0 0,0-1 0,0-1-1,1 0 1,-1 0 0,2-2 0,-1 0-1,0 0 1,1-1 0,-1-1-1,1 0 1,0-2 0,0 1 0,0-2-1,-1 0 1,17-3 0,-22 1 11,0 0 0,0 0-1,-1-1 1,1-1 0,-1 1 0,0-1 0,0-1-1,-1 1 1,0-1 0,0-1 0,0 1 0,0-1 0,-1 0-1,10-16 1,-10 13-17,1 0 0,-2-1-1,1 0 1,-2 0 0,1 0-1,-1 0 1,-1-1 0,0 0-1,-1 0 1,0 0 0,0-14 0,-2 20-84,0 0 1,-1 0 0,1 0 0,-1 0-1,0 1 1,-1-1 0,1 0-1,-1 0 1,0 1 0,-1-1 0,1 1-1,-1-1 1,-4-5 0,2 5-28,-1 1 1,0-1-1,1 1 0,-2 0 1,1 0-1,0 1 1,-1 0-1,0 0 0,-12-5 1,-1 1-370,-1 1 0,0 1-1,0 1 1,0 1 0,-1 1 0,1 0 0,-1 2 0,0 1 0,-28 2 0,4 8-3064,13 6-2254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8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0 224 3441,'0'0'9266,"137"-153"-8274,-104 128-360,-5 2-224,-3 8-264,-11 8-144,-2 7-192,-1 0-928,-6 17-1337,6 3-1800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4417,'0'0'8139,"29"19"-7462,2 2-489,7 3 43,-2 3 1,59 53-1,30 48 1,-33-31-979,-78-84-702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9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 6249,'0'0'4143,"-21"30"-3669,-70 101 53,-11 32 512,65-100-558,-69 86 1,101-143-854,-15 19 836,13-11-2201,8-3-3340,7-11-1596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9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3993,'0'0'10090,"92"5"-8738,-44-5-456,2 0-399,0 0-345,-2-5-152,-1 0-280,-2 3-857,-3-1-871,-9 1-1137,-11-1-3080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09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2905,'0'0'10922,"193"-2"-10082,-118 4-72,0 1-184,-8-3-256,-11 0-296,-14 0-32,-14 0-568,-26 0-832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10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3225,'0'0'3098,"-23"21"-2936,-73 70-82,70-60-63,23-17-14,3-9-1,0-4 10,1-1 0,-1 1 0,0 0 0,0-1 0,1 1 0,-1-1 0,0 1 0,0-1 0,1 1 0,-1 0 0,1-1 0,-1 1 0,1-1 0,-1 1 0,0-1 0,1 0 0,0 1 0,-1-1 0,1 0 0,-1 1 0,1-1 0,-1 0 0,1 1 0,0-1 0,-1 0 0,1 0 0,0 0 0,-1 0 0,1 0 0,-1 0 0,2 0 0,25 2 630,-21-3-443,35 0 916,-1-2 0,62-13 0,-62 10-500,1 1 0,56 1-1,-93 4-607,-1 0 0,1 1-1,0-1 1,-1 1 0,1-1-1,-1 1 1,1 0-1,-1 1 1,1-1 0,-1 1-1,0-1 1,1 1-1,-1 0 1,0 0 0,0 0-1,3 4 1,-2-1-4,0-1-1,0 1 1,-1 0 0,0 0-1,0 0 1,0 1 0,0-1-1,-1 1 1,2 7 0,1 8-90,-1 0 1,-1 0-1,-1 0 1,-1 33-1,-1-49 61,0 1 0,0 0 0,-1-1 0,0 1 0,0 0-1,-1-1 1,1 1 0,-1-1 0,0 0 0,-1 0 0,1 0 0,-1 0 0,0 0 0,-7 8 0,4-7 32,0 0 1,0-1-1,-1 0 1,1 0-1,-1 0 1,0-1-1,0 0 1,-1-1-1,-10 5 1,-6-1 108,0-1-1,-1-1 1,1-1 0,-1-1 0,-44-1 0,66-2-94,0-1-1,0 1 1,-1-1 0,1 1-1,0-1 1,0 0 0,0 0 0,1 0-1,-1-1 1,0 1 0,0-1 0,1 0-1,-4-2 1,-30-32-394,12 11-2989,18 20-775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10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4385,'0'0'6001,"195"-13"-4977,-142 8-407,-5 0-385,-12 0-232,-14 3-440,-19 2-745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10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11586,'0'0'3033,"165"-30"-6202,-129 23-111,-5-1-2409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11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30 3937,'0'0'4630,"-23"18"-4110,-75 59-30,92-72-449,1-1 1,0 1-1,1 0 1,-1 0 0,1 1-1,0-1 1,0 1-1,0 0 1,1 0-1,0 0 1,0 1-1,1-1 1,0 1 0,0-1-1,0 1 1,1 0-1,0-1 1,0 1-1,1 0 1,0 0 0,1 11-1,-1-4 20,0-10-44,0 0 1,1-1 0,-1 1 0,1 0 0,0 0 0,0 0 0,1-1 0,-1 1-1,1 0 1,-1-1 0,1 0 0,0 1 0,0-1 0,4 4 0,-1-2 30,0 1 1,0-1 0,1-1 0,0 1 0,0-1-1,0 0 1,8 3 0,5 2 57,0-2 0,0 0 0,1-1 0,32 5 0,-31-7-61,1-1 1,0-1-1,0-1 1,-1-1-1,1-1 0,28-5 1,-37 3 33,-1 0 0,0 0 0,0-1 0,0-1 1,-1 0-1,1-1 0,-1 0 0,0-1 0,-1 0 0,0 0 1,0-1-1,10-11 0,-11 10 103,-2 0 1,1-1-1,-1 0 1,-1 0-1,1 0 1,-2-1 0,0 0-1,0 0 1,-1 0-1,0 0 1,2-15-1,-4 19-88,-1 1 0,0-1 0,-1 1 0,0-1 0,0 0 0,0 1 0,-1-1 0,0 1 0,0-1 0,-1 1 0,1-1 0,-1 1 0,-1 0 0,1-1 0,-1 2 0,0-1 0,-1 0 0,0 0 0,1 1 0,-2 0 0,-6-8 0,3 7-143,0 0 0,0 0 0,0 1 0,-1 0 0,0 0 0,1 1 0,-2 0 0,1 1 0,0 0 0,-1 0 0,0 1 0,1 0 0,-20 0 0,7 1-635,0 1 0,0 2 1,0 0-1,1 1 0,-25 8 0,-31 12-3846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12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77 1608,'0'0'4675,"-4"-1"-3973,-3 0-42,11-1-139,23-3 195,46-4 15,-2 3-135,-19 2 129,1-1 0,-1-3 0,70-21 0,-109 24-810,-15 4-882,-21 6-1740,-7 8-2242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3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16 304,'0'0'10040,"8"-4"-8649,-3 2-1154,-3 1-172,-1 0 0,1 0 0,0 0 0,0 0 0,0 0-1,0 0 1,0 0 0,1 1 0,-1-1 0,0 1 0,0 0 0,0 0 0,0 0-1,1 0 1,-1 0 0,0 0 0,0 0 0,0 1 0,0-1 0,1 1 0,-1-1-1,0 1 1,0 0 0,0 0 0,3 2 0,20 21 534,-1 1 1,22 30 0,-3-4-233,4 4-345,102 108 383,-123-137-883,1-2 0,1 0-1,60 37 1,-87-61 384,-1 0-1,1 1 1,-1-1-1,0 1 1,1-1-1,-1 0 1,1 1-1,-1-1 1,1 0 0,-1 0-1,1 1 1,-1-1-1,1 0 1,-1 0-1,1 0 1,-1 0-1,1 1 1,-1-1 0,1 0-1,0 0 1,-1 0-1,1 0 1,-1 0-1,1 0 1,-1-1-1,1 1 1,-1 0-1,1 0 1,-1 0 0,1 0-1,-1-1 1,2 1-1,-6-20-3459,-8-2-1041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3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4257,'0'0'7458,"-9"20"-7249,-89 245 1551,75-199-1438,9-28-157,-68 214 355,81-244-571,0-4-32,0-1-1,0 1 1,0 0 0,0 0 0,0-1-1,-1 1 1,-2 4 0,1-8-4508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5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76 135 1032,'0'0'5099,"-12"0"-4082,-52 0 4078,68 0-4585,13-2-158,1 0-1,-1-2 1,0 0-1,0-1 1,20-9-1,5 0 113,32-11 95,146-40-355,-220 76-7886,-8 3 6066,-6 3-1022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6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2425,'0'0'7042,"15"0"-5525,98-6 504,154-28 1,-255 33-2068,-11 1 16,0 0 0,1 0 0,-1-1 0,0 1 0,0 0 0,0 0 0,0-1 0,0 1 0,0 0 0,0-1 0,0 1 1,0-1-1,0 1 0,2-2 0,4-14-3585,-4 6-60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1880,'0'0'5160,"-19"25"-4397,-58 82-64,73-103-641,1 1-1,0 0 1,1-1 0,-1 1-1,1 0 1,0 0 0,0 0-1,0 0 1,1 1 0,0-1-1,0 0 1,0 1 0,0-1-1,1 0 1,1 11 0,0 2 104,-1-7-78,-1 11 199,2 0-1,6 41 1,-6-55-244,2 0 1,-1 0 0,1 0-1,0-1 1,1 1-1,0-1 1,0 0 0,0 0-1,1 0 1,11 12-1,-7-10 29,1 0-1,0-1 1,0 0-1,0-1 1,1 0-1,0 0 0,1-1 1,-1-1-1,1 0 1,0-1-1,0 0 1,1-1-1,-1 0 1,1-1-1,0 0 0,-1-1 1,1 0-1,0-1 1,0-1-1,14-2 1,-20 1 1,0 0 0,0 0 0,-1-1 0,1 1 0,-1-2-1,0 1 1,0-1 0,0 0 0,0 0 0,-1 0 0,0-1 0,1 0 0,-2 0 0,1-1 0,-1 1 0,7-11 0,-4 5 58,-1 0 0,0 0-1,-1-1 1,0 0 0,-1 1-1,-1-1 1,0-1-1,3-20 1,-4 14 18,-1-1 0,-1 1 0,0 0 0,-2-1 1,-4-23-1,3 32-113,0 0 0,0 0 0,-1 1 1,-1-1-1,0 1 0,0 0 1,-1 1-1,-1-1 0,1 1 0,-11-11 1,10 13-83,0 0 1,-1 0-1,1 1 1,-1 0 0,0 0-1,-1 1 1,1 0-1,-1 1 1,0-1 0,-1 2-1,1-1 1,-1 1-1,1 1 1,-1 0-1,0 0 1,0 1 0,-11 0-1,16 1-87,1 0-1,-1 1 1,0-1 0,1 1-1,-1 0 1,1 0 0,-1 0-1,1 1 1,0 0 0,-1 0-1,1 0 1,0 0-1,0 1 1,0-1 0,1 1-1,-1 0 1,-5 6 0,-2 4-752,1 0 1,1 0-1,-14 26 1,-7 21-3320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7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36 2192,'0'0'4359,"-25"1"-3403,-75 7-80,60-2 19,39-6-870,1 0 0,0 1-1,-1-1 1,1 0 0,-1 0 0,1 0 0,0 0 0,-1 1 0,1-1-1,0 0 1,-1 0 0,1 1 0,0-1 0,-1 0 0,1 1-1,0-1 1,0 0 0,-1 1 0,1-1 0,0 0 0,0 1-1,0-1 1,-1 0 0,1 1 0,0-1 0,0 1 0,0-1-1,0 0 1,0 1 0,0-1 0,0 1 0,31 1 807,269-14 3201,-177-6-3369,78-8 287,-67 20-3997,-126 7-109,-5 5-1828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28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13 2729,'0'0'5857,"-25"-1"-5052,-8-3-478,9 1 70,1 0 0,-1 2 0,0 1 0,-32 4-1,45-2-288,0 0 0,1 1-1,-1 1 1,1 0-1,0 0 1,0 1-1,1 1 1,-1-1-1,-15 14 1,12-9-102,0 1 1,1 1 0,1 0 0,0 0 0,-18 26 0,24-27 22,0 0 1,1 0 0,0 0-1,1 1 1,0-1 0,1 1-1,0 0 1,1-1 0,0 1-1,1 0 1,2 22 0,-1-27-18,0-1-1,1 1 1,0-1 0,0 0 0,1 0-1,-1 0 1,1 0 0,1 0 0,-1 0-1,1-1 1,0 0 0,0 1 0,1-2-1,-1 1 1,1 0 0,0-1 0,0 0-1,11 7 1,1-1-4,0 0-1,1 0 1,0-2-1,0 0 0,22 5 1,-24-9 17,-1 0 0,1-1 1,0-1-1,-1 0 0,1-1 0,0-1 1,0-1-1,0 0 0,18-4 0,-28 4 17,1 0 1,-1-1-1,0 0 0,0 0 0,0-1 0,-1 0 0,1 0 0,-1 0 1,1 0-1,-1-1 0,0 0 0,0 0 0,-1 0 0,1-1 1,-1 0-1,0 0 0,0 0 0,0 0 0,-1 0 0,0-1 0,0 0 1,-1 1-1,1-1 0,-1 0 0,2-9 0,-3 9 53,0 1 0,0-1 1,0 1-1,-1-1 0,0 0 0,0-8 0,-1 12-67,1 0 0,0 1 0,-1-1 1,1 0-1,-1 0 0,0 1 0,0-1 0,1 0 0,-1 1 1,0-1-1,-1 1 0,1-1 0,0 1 0,0 0 0,0-1 1,-1 1-1,1 0 0,-1 0 0,1 0 0,-1 0 0,0 0 1,-2-1-1,-9-3 31,0 2 0,0-1 1,0 1-1,-1 1 1,1 1-1,-27-1 0,19 3-91,1 0 0,0 1 1,0 1-1,-21 6 0,24-3-442,-1 0 0,1 1 0,0 1 0,1 0 0,0 1 0,0 1 0,1 1 0,0 0 0,-20 20 0,13-7-2601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3833,'0'0'4206,"7"12"-3179,10 14-479,1-2-1,1 1 1,1-2-1,27 24 1,14 4-220,3-3-1,2-3 1,1-2 0,93 42 0,-160-85-365,1 1 0,-1-1 1,1 0-1,-1 1 0,1-1 0,-1 0 1,1 1-1,-1-1 0,1 0 0,0 0 0,-1 0 1,1 0-1,0 0 0,-1 0 0,1 0 1,-1 0-1,1 0 0,0 0 0,-1 0 1,1 0-1,-1 0 0,2-1 0,-2 1-112,0-1 0,1 0-1,-1 1 1,0-1 0,0 1-1,0-1 1,0 0 0,0 1 0,-1-1-1,1 0 1,0 1 0,0-1-1,0 0 1,0 1 0,-1-1-1,1 1 1,0-1 0,-1 0 0,1 1-1,0-1 1,-1 1 0,0-1-1,-11-14-4532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0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0 2713,'0'0'8371,"-12"23"-7915,-80 158 760,86-171-1194,-235 415 835,235-414-1727,18-17-1599,6-5-1666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1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1512,'0'0'8909,"27"3"-7329,10 1-1101,5 1 332,71 0 1,-89-6-585,0-2 0,0 0 1,35-10-1,6-2-3554,-54 15-2437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1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2192,'0'0'10299,"168"12"-9707,-129-12-192,0 0-216,5-7-160,4-8-24,-1 0-456,1-3-616,24-7-553,-13 2-743,-9 8-1553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2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17 472,'0'0'7706,"-5"0"-7283,1-1-372,3 1-23,-1 0 0,1-1 1,-1 1-1,1 0 0,-1 0 1,1 0-1,-1 0 0,0 0 1,1 0-1,-1 0 0,1 1 1,0-1-1,-1 0 0,1 1 1,-1-1-1,1 1 0,-1 0 0,1 0 1,0-1-1,0 1 0,-1 0 1,1 0-1,-2 2 0,-5 8 77,1 1 0,1-1-1,0 1 1,0 0 0,1 1-1,1 0 1,-4 13 0,4-3-32,1 0 0,0 0 1,2 30-1,1-46-71,-1-1 0,1 1 0,1 0 0,-1-1 0,1 1 0,1 0 0,-1-1 0,1 1 0,0-1 0,1 0 0,-1 1 0,1-1 0,0 0 0,1-1 0,-1 1 0,1-1 0,1 1 0,-1-1 0,1 0 0,-1-1 0,1 1 0,9 5 0,-5-3 16,1-1 1,0-1 0,0 0-1,0 0 1,0-1 0,1 0-1,0 0 1,-1-2 0,15 3-1,-1-2 108,-1-1 0,0-1-1,34-3 1,-49 1-37,0-1-1,0 0 1,0 0-1,-1-1 1,1 0 0,0 0-1,-1-1 1,0 0-1,0 0 1,0 0 0,0-1-1,-1 0 1,0-1-1,0 1 1,0-1 0,8-12-1,-7 9 32,0 0 0,-1-1 0,0 0 0,-1 0 0,0-1-1,0 0 1,-1 1 0,-1-1 0,0-1 0,0 1 0,1-16 0,-3 15 16,-1 1 0,0 0 0,0-1 0,-1 1 0,-1-1 0,0 1 0,0 0 0,-1 0 0,-8-19 0,8 24-108,-1 0 1,0-1-1,-1 1 1,1 0-1,-1 1 1,0-1-1,0 1 1,-1 0-1,1 1 1,-1-1-1,0 1 1,-1 0-1,1 0 1,-1 1-1,1 0 1,-10-3-1,4 2-347,-1 1 0,1 0 0,-1 1-1,1 0 1,-1 1 0,1 1 0,-1 0 0,0 0 0,1 1 0,-1 1-1,0 0 1,1 1 0,0 0 0,0 1 0,-23 10 0,-16 13-4040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6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0 338 256,'0'0'3493,"1"-4"-3396,2-11 472,2-1 0,0 1-1,7-16 1,-8 22 579,0 0 1,-1-1-1,0 0 0,2-12 1,-7 52-1278,-9 51 0,-3 27 209,14-102-75,-2 29 21,5 41 0,-2-64-23,0-1-1,2 0 0,-1 0 1,1 0-1,1 0 0,0 0 1,9 16-1,-3-11-5,0-1 0,1 0 0,1-1-1,0 0 1,1-1 0,0 0 0,1-1 0,1-1 0,0 0-1,0-1 1,1-1 0,0 0 0,1-1 0,32 11 0,-18-10-28,-1-1 1,2-2 0,-1 0 0,1-3-1,0 0 1,0-2 0,56-6 0,-68 2 10,-1-1 1,-1-1 0,1-1-1,-1 0 1,1-1-1,-2-1 1,1-1 0,-1 0-1,-1-2 1,0 0-1,19-16 1,-24 18 70,0-1 0,0 0 0,-1 0 0,-1-1-1,0-1 1,0 0 0,-1 0 0,-1 0 0,0-1 0,0 0 0,-2-1 0,1 1 0,-2-1-1,0 0 1,4-24 0,-7 22 317,-2 23-701,-2 23-36,-1-7 326,1 1 1,1-1 0,2 28-1,0-45 34,1 1 0,-1-1 0,1 0 0,1 0 0,-1 1 0,1-1 1,0 0-1,1 0 0,-1-1 0,1 1 0,0-1 0,1 1 0,-1-1 0,1 0 0,0 0 0,0 0 0,6 4 0,-1-2-15,2 0 1,-1 0-1,1-1 1,0-1-1,0 0 1,1 0-1,-1-1 0,1-1 1,18 4-1,3-2-31,0-2 1,44-1-1,-55-3-26,0-1 1,1-1 0,-1-1-1,0 0 1,-1-2 0,1-1-1,-1-1 1,0 0 0,-1-2-1,0 0 1,-1-1 0,31-24-1,-21 12 104,-1-2 0,-1 0-1,-1-2 1,-1-1 0,-2-1-1,39-62 1,-60 87 24,2-2 61,-1 1 1,0 0-1,0-1 0,0 0 0,-1 1 1,0-1-1,0 0 0,0 0 0,-1 0 1,1-9-1,-2 14 122,0 11-482,0 26 37,-1-10 112,4 39 0,-3-62 93,1 0 1,-1 0-1,1 0 1,0 0-1,0 0 1,1 0-1,-1 0 1,0-1-1,1 1 0,0-1 1,0 1-1,-1-1 1,2 1-1,-1-1 1,0 0-1,4 3 1,-1-1-2,1-1 1,0 1 0,0-1-1,0 0 1,0-1 0,1 0 0,7 2-1,10 1-1,0-1-1,0-2 1,28 0-1,-49-2 12,24 0-118,1 0 0,-1-2 0,0-1 0,43-11 1,-52 9 33,0-1 1,-1-1-1,0-1 1,0 0 0,-1-1-1,0-1 1,24-19-1,-26 17 209,0 0 0,-1-1 0,-1-1 0,0 0 0,-1-1 0,0 0 1,-1-1-1,-1 0 0,0 0 0,-2-1 0,0 0 0,0-1 0,6-30 0,-12 44 74,-3 56-579,1-32 351,0 0 0,2 0 0,5 35 0,-5-48 39,1 0 0,0 0 0,1-1 0,0 1 1,0 0-1,0-1 0,1 0 0,-1 0 0,2 0 0,-1 0 1,1-1-1,0 1 0,0-1 0,7 5 0,-3-2-1,2-1 1,-1-1-1,0 0 0,1 0 0,0-1 0,1-1 0,-1 0 1,1 0-1,13 2 0,4-1 16,0-2 0,48 0 0,-58-4 24,0-1 1,-1-1-1,0-1 1,0 0-1,0-1 1,0-1-1,-1-1 1,1 0 0,-2-2-1,1 0 1,-1 0-1,-1-1 1,0-1-1,0-1 1,23-24-1,-12 9 116,-1-2 0,-1-1 0,-1-1-1,-2 0 1,-1-2 0,27-61 0,-40 78-259,-1-1 0,0 1 0,-2-1 1,1 0-1,-2 0 0,0-1 0,-2 1 0,1-1 1,-2 1-1,-2-20 0,2 36-44,-1 1 1,1 0 0,0-1-1,-1 1 1,1 0-1,0-1 1,-1 1-1,1 0 1,-1 0-1,1 0 1,-1 0-1,1-1 1,0 1-1,-1 0 1,1 0 0,-1 0-1,1 0 1,-1 0-1,1 0 1,-1 0-1,1 0 1,-1 0-1,1 0 1,-1 0-1,1 0 1,0 1-1,-2-1 1,2 0-391,-9 2-4584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5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36 2128,'0'0'10549,"-3"-8"-9876,-2-15-437,5 23-232,0 0 0,0 0 0,0-1 0,0 1 0,0 0 0,0 0 0,0 0 0,0-1 0,0 1 0,0 0 0,0 0 0,0 0 0,0 0 0,0-1 0,0 1-1,0 0 1,1 0 0,-1 0 0,0 0 0,0 0 0,0-1 0,0 1 0,0 0 0,1 0 0,-1 0 0,0 0 0,0 0 0,0 0 0,0 0 0,1 0 0,-1 0 0,0 0 0,0 0 0,0 0 0,0-1 0,1 1 0,-1 0 0,0 0 0,0 0-1,0 1 1,1-1 0,-1 0 0,0 0 0,0 0 0,0 0 0,0 0 0,1 0 0,-1 0 0,0 0 0,0 0 0,38 29 422,-14-9-161,217 195 939,-124-108-1174,-62-61-2796,-62-46-3828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6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1 2761,'0'0'8047,"-11"16"-7599,-176 296 1549,148-253-1898,3-6-58,-53 106 0,85-146-25,5-10-2942,4-3 220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7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26 1744,'0'0'4411,"-2"-4"-3965,-5-11 87,3 8 258,4 12 614,3 4-1278,1 1 0,0-1-1,0-1 1,1 1 0,0-1 0,0 0-1,13 15 1,-9-12-24,-1 0-1,0 0 1,10 20-1,-15-23-411,1 1-1,1-2 0,-1 1 1,1-1-1,10 12 1,-6-9-2483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7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1032,'0'0'9162,"39"-10"-8418,5 10-120,15-3-135,5 1-81,3-1-272,-3 1-136,-2 2-488,-9 0-921,-14 0-1335,-20 10-1265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38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3777,'0'0'5473,"143"0"-3273,-74 0-679,-4-5-577,-10 2-392,-7 3-352,-15 0-200,-8 0-184,-11 0-776,-5 0-961,-6 0-1167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1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64 912,'0'0'7092,"31"-7"-5541,0-1-1148,22-5 632,100-11 0,-56 16-387,0 5-1,109 9 1,-122 6-1163,-84-12 421,1 1-1,0-1 0,-1 0 1,1 0-1,0 1 0,-1-1 1,1 0-1,0 1 0,-1-1 1,1 1-1,-1-1 1,1 1-1,0-1 0,-1 1 1,0-1-1,1 1 0,-1-1 1,1 1-1,-1 0 0,0-1 1,1 1-1,-1-1 1,0 1-1,1 0 0,-1 0 1,0-1-1,0 1 0,0 0 1,0-1-1,0 1 0,0 0 1,0 0-1,0-1 1,0 1-1,0 0 0,0-1 1,-1 2-1,1 3-1063,0 6-2767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2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3145,'0'0'2835,"-21"17"-2247,-63 58-10,78-70-518,1 0 0,0 0 0,0 0 0,0 1 1,1 0-1,0 0 0,0 0 0,-3 8 1,5-9-39,1 0 1,0 1 0,0-1 0,0 0 0,1 0 0,-1 1-1,2 6 1,-1-4 15,0-6-23,0-1-1,0 0 0,0 0 0,1 0 0,-1 0 0,0 0 1,1 1-1,-1-1 0,1 0 0,-1 0 0,1 0 1,-1 0-1,1 0 0,0 0 0,0-1 0,-1 1 0,1 0 1,0 0-1,0 0 0,0-1 0,0 1 0,0 0 1,0-1-1,0 1 0,0-1 0,0 1 0,0-1 0,1 0 1,-1 1-1,0-1 0,0 0 0,2 0 0,47 1 932,-33-2-535,-5 0-259,1 0 0,-1-2 0,1 1 0,-1-2 0,0 0 0,0 0 0,14-7 0,-14 5-69,0 1 1,1 0-1,-1 1 0,1 0 1,0 1-1,0 1 0,18-1 1,-25 2-83,1 1 0,0 1 0,-1-1 0,1 1-1,0 0 1,-1 1 0,0 0 0,1 0 0,-1 0 0,0 1 0,0 0 0,0 0 0,0 0 0,0 1 0,-1 0 0,0 0 0,0 0 0,0 1 0,7 8-1,-5-7 1,0 1-1,-1 1 0,0-1 0,0 1 0,-1 0 0,0 1 0,-1-1 0,1 1 0,-2 0 0,1 0 0,-1 0 0,-1 1 0,1-1 1,-2 1-1,1-1 0,-1 1 0,-1 9 0,1-11 3,-1 0 0,0 0 0,0 0 0,-1 0 0,0 0 0,-1-1 0,0 1 0,0 0 0,0-1 0,-1 0 0,0 1 0,-1-1 0,1 0 0,-2-1 0,1 1 0,0-1 0,-1 1 0,0-1 0,-1-1 0,0 1 0,1-1 0,-9 5 0,2-2 82,0 0 0,0-1-1,-1-1 1,0 0 0,0 0-1,0-2 1,-1 0 0,0 0-1,-16 2 1,4-3 292,0-1 0,0-1 0,0-2 0,-30-3-1,19-2-398,3 0-1473,12 4-2606,15 2-2324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8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96 113 5977,'0'0'3096,"-15"30"-3015,-47 101 18,58-119-78,1 0 1,-1 0 0,2 1 0,0-1 0,0 1 0,1-1-1,1 1 1,0-1 0,3 18 0,-2-6 37,0-14-32,0 0 0,1 0 0,0 0 0,0 0-1,1 0 1,1 0 0,-1-1 0,2 0 0,-1 0 0,1 0 0,0 0 0,1-1-1,0 1 1,0-2 0,12 11 0,-9-9 8,2 0 0,-1-2 0,1 1 0,0-1 0,1-1 0,0 0 0,0-1 0,0 0 0,1-1 0,-1 0 0,23 3 0,1-1 10,0-3 1,0-1-1,0-1 1,0-2-1,1-2 1,-2-1 0,1-2-1,0-1 1,-1-2-1,-1-1 1,62-28-1,-61 21-57,0-1 0,-1-2-1,36-28 1,-58 38 223,1 0-1,-2-1 1,0 0-1,0-1 0,-1 0 1,0-1-1,-1 0 1,-1 0-1,0-1 1,10-23-1,-26 85-473,3-29 235,0 1-1,2-1 0,1 1 1,0 0-1,3 38 0,0-51 21,0 0 0,0 0 0,1 1 0,0-1 0,0 0 0,0 0 0,1-1 0,0 1 0,1-1 0,0 1 0,0-1 0,0 0 0,0 0 0,1-1 0,0 1 0,0-1 0,1 0 0,-1-1 0,9 6 0,-3-4 2,1 0-1,-1 0 0,1-1 0,1-1 0,-1 0 0,1-1 1,-1 0-1,22 2 0,9-3-30,53-2 1,-76-2 20,1 0 0,0-2-1,-1 0 1,1-1 0,-1-1 0,-1-1 0,1-1 0,-1-1 0,-1 0 0,1-2 0,-2 0 0,1-1 0,-2 0 0,0-2 0,0 0 0,-1 0 0,-1-1 0,0-1 0,-1-1-1,-1 0 1,-1 0 0,11-23 0,-14 25 193,-6 10-81,-3 7-51,-11 31-147,7-18 89,2-1-1,0 1 1,0-1-1,2 1 1,0 0-1,0 0 1,3 27-1,-1-34-8,1 1 1,-1-1-1,2 1 0,-1-1 0,1 0 0,0 1 1,0-2-1,1 1 0,1 0 0,-1-1 1,1 1-1,0-1 0,1-1 0,9 11 1,0-6-79,0 0 0,1-1 0,-1-1 0,2 0 0,-1-1 0,1-1 0,1-1 0,-1 0 0,1-2 0,0 0 0,22 3 0,22-2-455,-1-1 1,62-6-1,-88-1 711,0-1 0,-1-2 0,0-1 0,0-2 0,0-1 0,-1-1 0,-1-2 1,0-2-1,-1-1 0,0-1 0,-2-1 0,0-2 0,-1-1 0,-1-1 0,-1-2 0,-1 0 0,-1-2 0,-1 0 0,-2-2 0,-1 0 0,0-2 0,18-40 0,-29 51-76,-1-1 0,-1-1 0,0 1-1,-2-1 1,0 0 0,2-33 0,-6 41-263,-1 0 1,0 1 0,-1-1-1,0 0 1,-1 0-1,0 1 1,-1-1 0,-1 1-1,0 0 1,0 0-1,-1 0 1,-7-12 0,-21-23-3388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8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84 672,'0'0'2530,"-3"24"-1955,-9 78-138,12-99-401,-1 1 1,1-1-1,0 1 0,0-1 0,0 1 1,1-1-1,-1 0 0,1 1 0,0-1 1,0 0-1,0 1 0,0-1 0,1 0 1,-1 0-1,1 0 0,0 0 0,0 0 1,0 0-1,0-1 0,0 1 0,1-1 1,-1 1-1,1-1 0,0 0 0,0 0 0,-1 0 1,1 0-1,5 2 0,2-1 155,-1 0-1,0-1 0,1 0 1,-1 0-1,1-1 0,-1-1 1,13 0-1,-13 0-28,-1-1 1,1 0-1,-1 0 0,1-1 0,-1 0 0,0-1 1,0 0-1,0 0 0,0-1 0,-1 0 1,0 0-1,1-1 0,-1 0 0,-1 0 0,1 0 1,-1-1-1,0 0 0,6-8 0,-5 5 95,0 0 0,-1 0 1,0-1-1,-1 0 0,0 0 0,0 0 0,-1-1 0,-1 1 0,0-1 0,0 0 0,-1 0 0,0 0 0,0-18 1,-2 26-192,0 1 0,0-1 0,0 0 0,-1 1 1,1-1-1,-1 0 0,0 1 0,1-1 1,-1 1-1,-1-1 0,1 1 0,0 0 1,0-1-1,-1 1 0,1 0 0,-1 0 1,-4-4-1,3 3-39,-1 1 0,1-1 1,-1 1-1,0 0 0,0 0 0,0 1 1,0-1-1,0 1 0,0-1 0,-6 1 1,-5-1-164,-1 0 1,1 2-1,-1 0 0,0 0 1,-20 5-1,25-2-222,0 0 1,0 1-1,0 0 0,0 1 0,1 0 0,0 1 0,0 0 0,0 1 0,1 0 0,0 1 0,0-1 0,-11 15 0,-10 9-3408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49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1 239 1816,'0'0'7786,"190"-143"-6978,-135 113-224,1 5-264,-3 2-232,-3 8-88,3 13-504,-11 2-1408,-14 0-2697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1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4305,'0'0'11465,"0"-8"-11020,0-3-341,0-6-7,1 31-63,20 354 613,-19-305-558,-1 17-29,3 0-1,20 107 1,-15-162-41,-8-25-34,-1 0 0,0 1 0,0-1-1,0 0 1,0 0 0,1 0 0,-1 0 0,0 1 0,0-1 0,1 0 0,-1 0 0,0 0 0,0 0 0,1 0 0,-1 0 0,0 1 0,0-1 0,1 0 0,-1 0 0,0 0-1,0 0 1,1 0 0,-1 0 0,0 0 0,0 0 0,1 0 0,-1 0 0,0 0 0,0 0 0,1-1 0,-1 1 0,0 0 0,0 0 0,1 0 0,-1 0 0,0 0 0,0 0-1,1-1 1,-1 1 0,0 0 0,3-4-259,0 0 1,-1 0-1,1 0 0,-1-1 0,0 1 1,2-6-1,-3 7 127,13-31-2891,-3-1-2586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6161,'0'0'6146,"173"-23"-5386,-106 18-280,-3 2-192,-6 1-216,-7 2-72,-10 0-768,4 5-977,-11 10-727,-12 0-1569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2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13 1384,'0'0'5851,"-27"-2"-4898,-83-8-240,104 10-644,-1-1 0,0 1 1,1 1-1,-1-1 1,0 1-1,1 1 0,-1-1 1,1 1-1,-1 0 1,1 0-1,0 1 0,0 0 1,0 0-1,0 0 1,-9 8-1,6-3-18,1 0 0,0 1-1,1 0 1,-1 0 0,2 1-1,-9 15 1,10-17-20,1 1-1,0 0 1,1 0-1,-1 0 0,2 0 1,-1 1-1,1-1 1,1 1-1,0 0 1,0 11-1,1-16-16,0-1-1,0 1 1,1-1-1,-1 0 1,1 1-1,0-1 1,1 0-1,-1 0 1,1 0-1,0 0 1,0 0-1,0 0 1,0 0-1,1-1 1,-1 1-1,1-1 1,0 1-1,0-1 1,1 0-1,-1-1 1,0 1-1,1 0 1,7 3-1,2 0 35,1-1-1,-1 0 1,1-1 0,0 0 0,0-2-1,14 2 1,86 0 92,-93-4-150,-16 0-45,0 0 0,0 0 0,0 0 0,0-1 0,-1 0 1,1 0-1,6-2 0,-10 3-71,1-1 1,-1 0-1,0 0 1,1 0-1,-1 0 1,0 0 0,0 0-1,0 0 1,1-1-1,-1 1 1,-1 0-1,1-1 1,0 1-1,0 0 1,0-1 0,-1 1-1,1-1 1,-1 1-1,1-1 1,-1 0-1,0 1 1,1-1 0,-1-3-1,0-7-2576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3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35 384,'0'0'9914,"17"0"-8874,28-2-15,10-3-113,10 0-400,2-3-304,0 1-208,-6 2-152,-2 2-840,13 3-737,-13 0-1015,-12 0-2113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3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53 2417,'0'0'4059,"-25"8"-3365,-79 28-84,100-34-582,0 0 0,1 0 0,-1 0 0,0 0 0,1 0-1,-1 1 1,1-1 0,0 1 0,0 0 0,0 0 0,0 1 0,0-1-1,1 0 1,-1 1 0,1 0 0,0-1 0,0 1 0,0 0 0,1 0-1,-1 0 1,1 0 0,0 0 0,0 1 0,1-1 0,-1 5 0,-1 1-5,-1 4-11,1-1-1,1 1 1,0 0-1,0-1 1,1 1-1,1 0 1,3 20-1,-2-29-5,-1-1-1,0 0 1,1 0-1,0 1 1,0-1-1,0-1 1,0 1-1,0 0 1,1 0-1,0-1 1,0 0-1,0 1 1,0-1-1,0 0 1,1-1-1,0 1 1,-1 0-1,1-1 1,0 0-1,0 0 1,0 0-1,0-1 1,0 1-1,1-1 1,-1 0-1,8 1 1,0 0 70,1 0 1,0-1 0,-1 0 0,1-1 0,0-1-1,-1 0 1,1 0 0,17-5 0,-22 3-61,0 0 1,0 0 0,0-1-1,0 0 1,-1-1-1,1 1 1,-1-1-1,0-1 1,-1 1-1,1-1 1,-1 0-1,0-1 1,5-7-1,-4 4 48,-1 0-1,0 0 0,-1-1 1,0 0-1,-1 0 1,0-1-1,0 1 0,-1-1 1,-1 0-1,1-13 0,0-11 908,-2 0 0,-4-39 1,3 72-822,0 0 1,0 0 0,-1 0 0,1 0 0,-1 0 0,0 0 0,0 0 0,0 0 0,0 0 0,0 1 0,-1-1 0,1 0 0,-1 1 0,-2-3 0,4 4-72,0 10-577,0 30 410,1 1 1,2 0-1,2-1 0,12 47 0,-3-32 106,32 76-1,-45-129-294,-1 0 0,1 0 0,-1 0 0,1 0 0,0 0 0,-1 0-1,1-1 1,0 1 0,-1 0 0,1 0 0,0 0 0,0-1 0,0 1 0,0 0 0,0-1 0,0 1 0,1 0-1,9 2-3444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4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 3793,'0'0'5080,"-26"14"-4876,-83 48 24,104-59-195,0 1 1,1 0-1,0 0 1,-1 0-1,2 1 1,-1-1-1,0 1 1,1 0 0,0 0-1,0 0 1,0 0-1,1 1 1,0-1-1,0 1 1,0-1-1,1 1 1,0 0-1,0 0 1,0-1-1,0 1 1,1 0 0,1 7-1,-2 1 69,0-5-36,1 0-1,0 0 0,0 0 1,1 0-1,0 0 1,0 0-1,1 0 0,1 0 1,3 10-1,-3-14-14,0 1 0,0-1-1,0-1 1,1 1 0,0 0 0,0-1-1,0 0 1,0 0 0,1 0-1,-1 0 1,1-1 0,0 1 0,0-1-1,1-1 1,6 4 0,5 0 193,1-1 1,-1 0-1,1-2 1,0 0-1,1 0 1,-1-2-1,0 0 0,1-2 1,32-4-1,-43 4-357,0-1-1,0 0 0,0 0 1,-1-1-1,1 0 0,-1 0 0,0-1 1,0 0-1,0-1 0,0 1 1,0-1-1,6-8 0,-5 6-864,0-1 0,-1 0 1,-1-1-1,1 1 0,5-12 0,0-7-5597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4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2593,'0'0'8771,"4"26"-8517,39 187 740,10 29 78,-13-53-740,-30-155-1404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5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0 189 3713,'0'0'4443,"24"-6"-3434,177-31-285,-150 27-942,-35 6 167,1 1 0,0 1-1,18-1 1,-34 4 62,0-1 0,0 1-1,0 1 1,0-1 0,0 0 0,0 0-1,0 0 1,0 0 0,0 1 0,0-1-1,-1 0 1,1 1 0,-1-1 0,1 1-1,-1-1 1,1 0 0,-1 1 0,0-1-1,0 3 1,3 5 81,-3-7-60,10 30 235,2-1 0,1-1-1,21 38 1,-30-61-232,0 0 0,0-1 0,0 0 0,1 0 0,0 0 0,0-1 0,0 0 0,1 0 0,-1 0 0,1 0 0,1-1 0,-1 0 0,1 0 0,-1-1 0,1 0 0,0 0 0,0-1 0,0 0 0,1 0 0,13 2-1,-14-3 101,1-1-1,-1 0 0,0-1 0,1 1 0,-1-1 0,0-1 0,0 1 0,14-6 0,-17 5-66,1-1 0,-1 0 0,0 0 0,0 0 0,0 0 0,0 0 0,-1-1 0,1 0 0,-1 0-1,0 0 1,0 0 0,-1 0 0,5-9 0,-1-2 87,-1 0 0,-1 0-1,0-1 1,-1 1 0,0-1-1,-2 0 1,0 0 0,0 0 0,-3-22-1,1 31-101,0 0 0,-1 0 0,1 0-1,-2 0 1,1 0 0,-1 0 0,0 0 0,0 1 0,0-1-1,-1 1 1,0 0 0,-1 0 0,1 0 0,-1 1-1,0-1 1,0 1 0,-1 1 0,0-1 0,0 1-1,-12-7 1,9 5-248,-1 1 0,1 0 0,-1 1 0,-1 0 0,1 1 0,0 0 1,-1 1-1,0 0 0,0 0 0,1 1 0,-1 1 0,0 0 0,-19 2 0,26-1-18,1 0 1,-1 0-1,0 0 1,1 1-1,-1 0 1,1 0-1,-1 0 0,1 0 1,0 0-1,0 1 1,0-1-1,0 1 1,0 0-1,0 0 1,-3 5-1,-1 4-963,0-1 0,0 1-1,-5 15 1,-2 14-4385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5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3777,'0'0'5221,"5"23"-4517,6 37-224,6 87-1,-16-57 1115,-1-86 318,-14-202-1174,13 170-627,0 15-77,1 0-1,2-22 1,-2 32-50,1-1 0,-1 1 0,1 0 0,0 0 0,1 0 0,-1-1 0,0 1 0,1 0 0,-1 0 0,1 1 0,0-1 0,0 0 0,0 1 0,1-1 0,2-2 0,6-4-128,1 2 0,0-1 1,0 1-1,0 1 0,1 0 1,0 1-1,0 1 0,27-7 1,-8 6-1354,1 1 0,54 1 0,-43 3-3067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6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71 3689,'0'0'8618,"-25"-12"-7893,-78-36-253,101 46-463,-1 1 0,0 0 0,1 0 0,-1-1 0,0 2 0,0-1 0,1 0 0,-1 1 0,0-1 0,0 1 0,0 0 0,0 0 1,0 0-1,0 0 0,0 0 0,0 1 0,1 0 0,-1-1 0,0 1 0,0 0 0,1 0 0,-1 0 0,0 1 0,1-1 0,-1 1 0,1-1 0,0 1 0,-1 0 0,1 0 0,0 0 0,0 0 0,0 0 0,0 1 0,1-1 0,-1 0 0,1 1 0,-2 3 0,-4 3-4,1 0-13,0 1 0,1-1 0,0 1 0,0 1 0,1-1 1,0 0-1,1 1 0,0 0 0,1 0 0,-1 16 0,2-20 3,0 0 1,1-1 0,1 1-1,-1-1 1,1 1 0,0-1 0,0 1-1,1-1 1,0 1 0,0-1-1,0 0 1,1 0 0,0 0-1,0 0 1,1 0 0,-1-1 0,1 0-1,7 8 1,-3-6 10,0-1-1,0 0 1,1 0-1,-1-1 1,1 0-1,0-1 1,1 0 0,-1 0-1,1-1 1,-1 0-1,14 1 1,2 0-1,0-2 0,1-1 1,33-2-1,-51 0 1,1 0 0,0-1 0,0 1 0,-1-2 0,1 1 0,-1-1 0,0-1 0,0 1 0,0-2 0,0 1 0,0-1 0,-1 0 0,10-9 0,-11 9 101,-1 0 0,0-1-1,0 1 1,-1-1-1,0 0 1,0-1 0,0 1-1,-1-1 1,1 1-1,-2-1 1,1 0 0,-1 0-1,0 0 1,0-1-1,-1 1 1,0 0-1,0-10 1,-17 69-726,14-41 599,1-1 0,0 1 0,1 0-1,1-1 1,-1 1 0,2-1 0,-1 1 0,1-1-1,1 0 1,0 0 0,1 0 0,7 16 0,-7-18 4,1-1 0,0 0 1,0 0-1,1-1 0,0 0 1,0 0-1,0 0 1,1-1-1,0 1 0,0-2 1,0 1-1,0-1 1,1 0-1,0 0 0,0-1 1,10 3-1,-10-4-1,-1 0 1,0 0-1,1 0 0,0-1 1,-1-1-1,1 1 0,0-1 1,-1 0-1,1-1 0,13-2 1,-17 2 22,0-1 0,1 0 0,-1 0 0,0 0 0,0 0 0,0-1 0,0 1 0,-1-1 0,1 0 0,-1 0 1,1-1-1,-1 1 0,0-1 0,0 1 0,-1-1 0,1 0 0,-1 0 0,3-6 0,1-6 73,0-1 0,-1 1 0,-1-1 0,0 0 0,-2 0 0,0-1 0,0 1 0,-2 0-1,0-1 1,-3-17 0,1 26-88,0 0-1,0 0 1,0 1-1,-1-1 0,-1 1 1,1 0-1,-1 0 1,-1 0-1,1 1 0,-1-1 1,-1 1-1,1 0 1,-1 1-1,0-1 0,-1 1 1,0 0-1,0 1 1,0 0-1,0 0 0,-1 0 1,0 1-1,0 0 1,0 1-1,0-1 0,-1 2 1,1-1-1,-1 1 1,0 1-1,0-1 0,-10 1 1,15 1-137,1 0 1,0 1-1,0-1 1,0 1-1,0 0 1,0 0 0,0 0-1,0 0 1,0 1-1,0-1 1,0 1-1,1-1 1,-1 1-1,0 0 1,1 0-1,0 0 1,-1 1-1,-1 2 1,-3 4-741,0 0 0,1 1 0,-8 16 0,-2 12-3039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7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76 3817,'0'0'4817,"0"27"-4464,0 171 26,0-145-156,-8-64 1582,3-17-1641,2 1-1,1-1 0,1 1 0,3-31 0,-1 40-20,-1 7 24,1 1 0,0-1-1,0 1 1,2 0 0,-1-1-1,1 1 1,6-14-1,-7 20-129,0 1 0,0 0 0,0-1 0,0 1 0,0 0-1,0 0 1,1 0 0,0 0 0,-1 1 0,1-1-1,0 1 1,0 0 0,1 0 0,-1 0 0,0 0-1,1 0 1,-1 1 0,1-1 0,-1 1 0,1 0-1,0 0 1,0 0 0,7 0 0,-5 1-56,0 0 1,0 0 0,1 1-1,-1 0 1,0 0 0,0 0-1,0 1 1,0 0 0,0 0-1,0 0 1,0 1 0,-1 0-1,11 7 1,-8-3 2,0 0 0,0 0 0,-1 1 0,0 0 0,-1 0-1,1 1 1,7 15 0,-3-2-186,0 1-1,-2 1 0,-1-1 1,10 49-1,-18-69 93,0-2 228,0-11 333,0-186-89,0 193-335,0 0 0,1 0-1,-1 0 1,0 0 0,1 0-1,0 0 1,0 0 0,0 0-1,0 0 1,0 0 0,1 0-1,-1 1 1,1-1 0,-1 1 0,1-1-1,0 1 1,0-1 0,0 1-1,1 0 1,-1 0 0,0 0-1,1 0 1,-1 1 0,1-1-1,0 1 1,0-1 0,-1 1-1,1 0 1,0 0 0,0 0-1,0 1 1,0-1 0,0 1-1,5-1 1,-2 0-22,-1 1 0,1 0 0,0 0-1,0 1 1,0 0 0,0 0 0,0 0 0,0 0-1,0 1 1,-1 0 0,1 0 0,-1 1 0,1 0-1,-1 0 1,0 0 0,0 0 0,5 5 0,-3 0 4,0 0 0,0 0 0,-1 1 0,0 0 0,-1 0 0,0 0 0,0 1 0,-1-1 1,4 13-1,0 6-895,-2 1 0,3 30 1,-5-48-4663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7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18 2617,'0'0'3896,"-9"27"-2939,-27 86-281,32-100-471,1 0 1,1 1 0,-1-1-1,2 1 1,0-1 0,1 1-1,2 23 1,0-20 78,-2-14-183,1 1 0,-1 0 0,1-1 0,0 1-1,0-1 1,0 1 0,1-1 0,-1 1-1,1-1 1,0 0 0,0 0 0,0 0-1,0 0 1,0 0 0,1 0 0,-1-1-1,4 4 1,-1-3 79,1 1 0,-1-1 0,1 0-1,-1 0 1,1-1 0,0 1 0,0-2-1,0 1 1,10 2 0,-7-3-44,1 0 1,-1 0-1,1-1 0,-1 0 1,0-1-1,1 0 0,-1 0 0,0-1 1,1 0-1,-1-1 0,0 0 1,-1 0-1,15-8 0,-14 4-140,0 0 1,0-1-1,0 0 0,-1-1 0,0 0 0,-1 0 0,0-1 0,0 0 0,-1 0 0,-1 0 0,1-1 1,-2 0-1,0 0 0,0 0 0,0 0 0,-2-1 0,1 1 0,-2-1 0,1 0 0,-2 0 1,0 0-1,0 1 0,-1-1 0,-2-13 0,2 21-107,0 0-1,0 1 1,-1-1 0,1 1 0,-1 0 0,1-1-1,-1 1 1,0 0 0,0 0 0,-1 0-1,1 0 1,-1 1 0,1-1 0,-1 1-1,0-1 1,-4-2 0,-5-2-754,0 1 0,0 0 1,-14-5-1,25 11 816,-38-14-4129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7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4545,'0'0'9154,"108"-52"-10178,-88 84-1593,-1 8-1672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8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3185,'0'0'4710,"0"28"-4219,3 167 200,-3-154-489,-2 63 95,1-91-276,0-1-1,-1 0 1,-1 0 0,0 0-1,0 0 1,-7 13 0,6-43 1575,2-15-1609,1-35 22,3-90 802,-2 149-684,1 0 0,1 1 0,0-1 0,0 1 0,0-1 0,1 1 0,0 0 0,1 0 0,0 0 0,0 1 1,1-1-1,0 1 0,7-9 0,-7 11-81,0 1 0,0-1 0,0 1 0,0 0 0,1 0 0,0 0 0,0 1 0,0 0 1,0 0-1,0 0 0,1 1 0,-1 0 0,1 0 0,-1 1 0,1 0 0,0 0 0,10 0 0,-10 1-59,1 0 0,-1 0-1,0 0 1,1 1 0,-1 0-1,0 1 1,1 0 0,-1 0-1,0 0 1,0 1 0,-1 0-1,1 1 1,-1-1 0,1 1-1,-1 0 1,0 1 0,-1 0-1,7 5 1,-2 0 7,0 1 0,0 0 0,-1 0 0,-1 1 1,0 0-1,0 0 0,-1 1 0,-1 0 0,7 21 0,-6-13-62,-2 1 1,-1 0-1,0 0 0,-2 0 0,0 33 1,-2-42-395,0-6-348,0 0-1,0 1 1,-1-1 0,0 0 0,0 1 0,-3 7-1,-3 3-6085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1:58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3441,'0'0'7457,"-36"13"-12514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3:48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0 3809,'0'0'4634,"0"4"-4610,0 105 1520,-19 163-1,3-156-1064,1 182-1,15-295-476,-1 1-1,1 0 1,1-1 0,-1 1 0,1 0 0,-1-1 0,1 1 0,0-1 0,0 1 0,0-1 0,1 1 0,-1-1-1,1 0 1,0 0 0,0 0 0,3 4 0,-2-5 10,-1 0 0,2 0 0,-1 0-1,0 0 1,0-1 0,0 1 0,1-1 0,-1 0-1,1 0 1,-1 0 0,1-1 0,-1 1 0,1-1 0,0 1-1,-1-1 1,5-1 0,33-1 84,-1-3-1,1-1 1,-1-2-1,59-19 0,-82 22-80,388-83-447,9 30 354,-263 38 148,68-2-107,240 7 1,385 13-596,888 5 632,-1182 7 20,202 2-23,205-2 27,-203-6 571,-430-6-566,-283-1 11,1-1 1,-1-2-1,-1-3 0,54-16 1,2-1 4,-13 6-26,0-3 1,-2-4-1,106-51 1,-156 62-13,0-1 1,-1-2-1,0-1 1,-2-1-1,0-1 1,-2-2-1,0 0 0,-2-2 1,-1-1-1,39-58 1,-57 76-39,1 0 1,-1-1 0,-1 1-1,0-1 1,0-1 0,-1 1-1,-1 0 1,1-1 0,-1 0-1,-1 1 1,0-13 0,-7 21-649,-58 3-3263,25 7-387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3:34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1144,'0'0'4274,"20"0"-3928,254-5 1026,1860 55 1346,-1071-12-2411,-1061-38-344,1 0 1,-1 0-1,1 0 0,-1 0 1,1 1-1,0-1 1,-1 1-1,0-1 0,1 1 1,-1 0-1,1 0 1,-1 0-1,0 1 0,1-1 1,-1 0-1,0 1 1,0-1-1,0 1 0,3 4 1,-2-2-303,0 1 1,0 0 0,-1 1 0,0-1 0,0 0-1,0 1 1,1 10 0,1 17-2136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4:35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92 1568,'0'0'7931,"3"-6"-7118,8-19-423,-169 444 2455,32 14-1977,116-397-634,2 0 0,1 1 0,3 0 0,-1 41 0,24-86-85,-3-1-178,0 0 0,0 1 0,1 1-1,0 1 1,0 0 0,1 1 0,23-4 0,132-9-133,-129 15 82,559-4-927,-339 19 977,56 0-30,239-37 62,-184 13 15,-22 1-3,-238 2-35,145-14-54,-240 19 86,0 0 0,0-1-1,0-1 1,-1-1 0,0-1 0,-1-1 0,1 0 0,20-15-1,-29 15-4,1-1-1,-1-1 0,-1 0 0,0 0 1,0-1-1,-1 0 0,-1-1 1,10-22-1,4-3 1,-14 27-6,0-1 1,-1 0-1,-1 0 1,0 0-1,-1 0 1,0-1-1,-1 0 1,0 0 0,-1 0-1,0 0 1,-1 0-1,-1 0 1,0-1-1,-2-13 1,0 22-14,1 0 0,-1 0 0,0 1 0,0-1 0,0 1 0,-1-1-1,0 1 1,0 0 0,0 0 0,0 0 0,0 0 0,-1 1 0,0 0 0,0-1 0,-7-4 0,-8-4-33,-1 1-1,-24-11 1,31 16 62,-296-141 76,282 136-113,-1 1 0,0 1-1,0 2 1,-48-7 0,-118 0-89,119 11 96,-429-2-83,279 7-218,156-1 287,0-4 1,0-2-1,1-4 0,-1-3 0,-73-22 0,83 19-21,0 2-1,-74-5 1,27 4 71,32 3-56,0 4 0,-1 3 1,-84 6-1,130 1 18,-1 2 0,1 1 0,0 1 0,-48 19-1,18-1 1,-61 36 0,107-54-8,0 0 0,0 2 0,1-1 0,0 2 0,1 0 0,0 0 0,0 1 0,-8 12 0,12-14 12,2 0-1,-1 1 0,1-1 0,1 1 1,0 0-1,0 1 0,1-1 1,0 1-1,1-1 0,0 1 0,0 20 1,0 3 32,4 37 0,-1-60 3,1 1 0,0-1 1,0 1-1,1-1 1,1 0-1,10 21 1,1-2 4,2-1 0,1 0-1,26 31 1,-35-50-19,1 1 0,0-1 0,0-1-1,1 0 1,0 0 0,1-1 0,0 0-1,0-1 1,0-1 0,19 7 0,36 9 53,2-3 0,0-4 0,1-2 0,0-4 0,112 2 0,111-9 2,214-2-15,-302-18-5,23 1-49,289 34 21,-400-8 41,155-8-1,-261-3-21,0 0 0,0 0 0,-1-1 0,1 0 0,-1-1 0,0-1 0,0 1 0,0-1 0,0-1 0,-1 0 0,0 0 0,0-1 0,-1 0 0,1-1 0,-2 0-1,1 0 1,7-11 0,9-13-14,-2-2 0,0-1 0,19-46-1,-30 56 20,-2-1-1,-1 0 0,0 0 0,-2 0 0,-2-1 0,0 0 0,-1 0 1,-2 0-1,-1 0 0,-4-29 0,4 49-51,-2 0 0,1 0 0,-1 0 0,0 0 0,0 0 0,-1 1-1,0-1 1,0 1 0,-1 0 0,0-1 0,0 1 0,0 1 0,-1-1 0,1 1 0,-1 0 0,-1 0 0,1 0-1,-1 1 1,0-1 0,-7-3 0,-13-7-25,-1 1-1,-1 2 1,-40-14-1,51 20 62,-267-85-60,214 74-12,0 2 0,-84-5 0,-714 3-555,582 19 429,184-1 83,-151 21 0,176-11 67,17-4-27,-1 2 1,2 3-1,-1 3 0,-64 26 1,42-9 66,-46 21 152,112-45-174,1 1-1,1 0 1,-1 1 0,2 1-1,-1 0 1,-12 14 0,15-13 1,1 1 0,0 0 0,1 0-1,0 1 1,1 0 0,1 0 0,0 1 0,1 0 0,1 1 0,0-1 0,1 1 0,1 0 0,0 0 0,1 0 0,0 30-1,2-35 9,0-2-14,-1 1 0,1 0 0,1 0 0,0-1 0,1 1 0,-1-1 0,2 1 0,-1-1 0,1 1 0,5 9 0,2-1 6,0 0 1,2-1-1,0 0 0,0-1 1,2-1-1,0 0 1,0 0-1,2-1 0,0-1 1,0-1-1,1 0 1,1-1-1,0-1 1,0-1-1,30 11 0,39 9 14,2-4-1,0-4 0,1-4 0,171 10 1,455 49-48,-701-74 39,77 10-13,34 5 2,142 1 0,-133-16 2,193-7 5,-263-1 19,0-3 0,78-22 0,122-49 81,-152 44-137,-64 22-800,-16 7-2558,-16 3-808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4:38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2192,'0'0'5702,"2"-12"-5230,-1 6-511,4-35 706,-3 36-281,-1 31-259,-2 47 220,-1-23-119,7 68 0,-5-113-202,1 1 0,1-1 0,-1 1 0,1-1 0,0 0 0,0 1 0,0-1 0,1 0 0,0 0 0,0-1 0,0 1 0,0-1 0,1 1 0,0-1 0,0 0 0,0 0 0,0-1 0,1 1 0,-1-1 0,1 0 0,0 0 0,0-1 0,0 1 0,0-1 0,0 0 0,1-1-1,-1 1 1,1-1 0,-1 0 0,1 0 0,-1-1 0,1 0 0,0 0 0,-1 0 0,1 0 0,-1-1 0,1 0 0,0 0 0,-1-1 0,0 0 0,6-2 0,22-15 121,-1-1 0,52-42 0,-14 8-106,-33 26-35,-27 19-14,1 0 0,0 0 0,0 2 0,1-1 0,0 1 0,0 1 0,24-8 0,-29 12 0,1 1-1,0 1 0,-1-1 1,1 1-1,0 1 1,0-1-1,-1 2 1,1-1-1,0 1 0,-1 0 1,1 0-1,-1 1 1,0 0-1,0 0 1,0 1-1,0-1 0,-1 2 1,0-1-1,7 7 1,12 10-3,-2 2-1,0 1 1,25 36 0,1-1-17,-46-56 36,0 0-1,1 0 0,-1-1 1,1 0-1,0 1 1,0-1-1,0-1 0,0 1 1,0-1-1,0 1 1,0-1-1,0 0 1,1-1-1,-1 1 0,0-1 1,0 1-1,1-1 1,-1-1-1,0 1 1,6-2-1,10-1 44,0-2-1,37-13 1,-48 15-57,9-3 8,17-8-7,0 2 1,1 2 0,0 1-1,1 1 1,66-3 0,-92 10-12,0 1 1,1 0 0,-1 1 0,0 0 0,1 1 0,-1 0 0,0 1 0,0 0 0,-1 1-1,1 0 1,11 7 0,42 31-3,-34-22 22,45 24-1,-64-39 8,0 0 0,0-1 0,0 0 0,1-1 0,-1 0-1,1-1 1,0-1 0,17 1 0,-16-1 2,0-1 0,0-1 0,1 0 0,-1-1 0,0-1 0,0 0 0,0 0 0,24-11 0,113-68 80,15-6-184,-158 85 70,0 0 1,-1 1-1,1 0 1,1 0 0,-1 1-1,0 0 1,0 0-1,0 0 1,1 1-1,-1 0 1,0 1 0,0 0-1,13 3 1,0 2 14,-1 1 1,-1 0-1,27 16 1,16 6-37,-54-26 61,1-1-1,0 1 1,0-2 0,0 1-1,-1-1 1,1-1 0,0 1-1,0-1 1,0-1 0,0 1-1,0-1 1,13-4 0,6-3 18,-1-1 1,33-16-1,1 0-44,-46 20-9,0 1-1,0 1 1,0 0 0,1 1-1,-1 1 1,1 0 0,-1 1-1,1 0 1,-1 1-1,1 1 1,-1 0 0,0 1-1,0 0 1,0 2 0,0-1-1,-1 2 1,15 7-1,-5-1 23,1 0 0,0-2 0,1-1 0,0 0 0,0-2 0,1-1 0,0-1 0,49 2 0,-56-7 31,-4 1-26,0-1 0,-1 0 1,1-2-1,-1 0 0,1 0 1,15-6-1,31-12-30,0 2-1,0 2 1,2 3 0,0 3 0,0 3-1,118 2 1,-174 6 7,0 0-1,-1 0 1,1 1-1,-1 0 1,0 0-1,1 1 1,-1 0-1,0 0 1,7 5 0,-6-4 20,0 0 0,-1-1 0,2 1 0,-1-1 0,0-1 0,14 4 0,-5-4 19,0-1-1,0-1 1,0 0 0,0 0-1,0-2 1,0 0 0,-1-1 0,1-1-1,-1 0 1,1-1 0,21-11-1,-6 3 54,-9 2-66,2 1 0,-1 1 0,35-7 0,-52 14-26,0 1 1,1 0-1,-1 1 1,1-1 0,-1 1-1,1 1 1,-1-1-1,1 1 1,-1 0 0,0 0-1,1 1 1,-1 0-1,0 0 1,0 1 0,0-1-1,-1 1 1,1 1-1,6 3 1,-6-2 42,0 0 1,0 0-1,0-1 0,1 0 1,0 0-1,0-1 0,0 0 1,0 0-1,1-1 0,-1 0 1,1 0-1,-1-1 0,1 0 1,0 0-1,14 0 0,5-3 78,-1 0 0,1-1-1,0-2 1,-1 0 0,43-16-1,-37 10-114,84-23 24,-101 30-53,1 1 0,0 1-1,0 1 1,0 0 0,24 2-1,-36 0 14,-1 0 0,1 0-1,-1 1 1,0-1-1,1 1 1,-1-1-1,0 1 1,0 0 0,0 0-1,0 0 1,0 1-1,-1-1 1,1 1-1,-1-1 1,0 1 0,1 0-1,-1 0 1,3 6-1,-3-5 25,-1-1 0,1 0 0,0 0 0,1 0 0,-1 0 0,0-1 0,1 1 0,0 0 0,-1-1 0,1 0 0,0 0 0,0 0-1,1 0 1,-1 0 0,0 0 0,1-1 0,-1 0 0,1 0 0,-1 0 0,6 1 0,9-1 44,1-2-1,0 0 1,0-1 0,-1-1-1,1-1 1,25-8 0,105-48 207,-42 15-134,-79 34-101,-18 7-16,0 0 0,1 0 0,-1 1 0,1 0 0,-1 1 1,1 0-1,12-1 0,-23 4-50,0 0 1,0 1-1,0-1 1,0 0-1,1 0 1,-1 0 0,-1 0-1,1 0 1,0 0-1,0 0 1,0 0-1,-1 0 1,1 0-1,0 0 1,-1 0-1,0 2 1,-6 10-511,-1-1 1,0 0-1,0 0 0,-16 16 0,-12 8-3476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4:45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40 101 176,'0'0'2875,"-2"-13"-2344,-6-38 4,8 50-409,0-1 0,0 1 0,0-1 0,-1 1 0,1-1-1,-1 1 1,1 0 0,-1-1 0,1 1 0,-1 0 0,0 0 0,0-1 0,-1 0 0,2 2-84,0 0 0,0 0 1,0 0-1,-1 0 0,1 0 1,0 0-1,0 0 0,0 0 0,0 0 1,-1 0-1,1 0 0,0 0 0,0 0 1,0 0-1,-1 0 0,1 0 0,0 0 1,0 0-1,0 0 0,0 0 1,0 1-1,-1-1 0,1 0 0,0 0 1,0 0-1,0 0 0,0 0 0,0 1 1,0-1-1,0 0 0,-1 0 0,1 0 1,0 0-1,0 0 0,0 1 0,0-1 1,0 0-1,0 0 0,0 0 1,0 1-1,0-1 0,0 0 0,0 0 1,0 0-1,0 0 0,0 1 0,0-1 1,0 0-1,0 0 0,0 0 0,1 1 1,-9 189 833,-1 11-213,9-201-641,44-2 57,-1-3 0,0-1-1,65-19 1,65-10-159,60-4-55,72-7 165,-161 35-15,133-7 27,-125 13-20,270-3-12,387 8-139,-765 2 89,0 3 0,0 1 0,51 15 0,-52-11 18,0-1 0,1-3 1,50 2-1,-89-8 28,17 1 6,0-1 0,0-2-1,0 0 1,37-9 0,-55 9 1,1 1 0,0 0 0,-1-1 0,0 0 0,1 0 0,-1 0 0,0-1 0,0 0 0,0 1 0,0-1 0,-1-1 0,1 1 0,-1 0 0,0-1 0,0 0 0,0 0 0,0 0 0,-1 0 0,1 0 0,-1 0 0,0-1 0,-1 1 0,1-1 0,-1 1 0,0-1 0,0 0-1,0 1 1,0-7 0,0-2 230,-1 1-1,0-1 0,0 0 0,-2 1 1,1-1-1,-2 1 0,0-1 0,0 1 1,-1 0-1,-6-12 0,0 10 201,2 16-1982,6 0 1091,1 0 0,0 0 0,0 1 0,0-1 0,0 0 0,0 0 0,1 1 0,-1-1 0,1 4 0,-3 14-3435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33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246 173 1032,'0'0'3386,"-5"-9"-3216,-16-28-141,18 33-119,1 0 0,-1 1 0,1-1 0,0 0 0,0-1 0,1 1 0,-1 0 0,1 0 0,0-1 0,0 1 0,0-1 0,1 1 0,-1-1 0,2-8 0,-1 0 205,1 1 465,0-14 2935,-3 22-870,-3 15 396,-52 136-1961,17-50-779,5 2 1,-23 103-1,55-168-317,3-34-25,7-1-220,1 0 234,0-1 1,0 0-1,-1 0 1,1-1-1,-1 0 1,8-4-1,17-7-24,54-15 35,2 4-1,0 4 0,1 4 0,132-9 0,501 49-1024,-516-11 743,87 7-318,-281-17 594,0-1-1,0-1 1,-1 0-1,1-1 1,18-3-1,-22 2 33,-1-1-1,0 1 1,0-1 0,-1 0-1,1-1 1,-1 0 0,0 0-1,1 0 1,8-10 0,-6 6 12,0-1 1,-1 0-1,0 0 1,-1-1 0,0 0-1,-1 0 1,0-1-1,0 1 1,-1-1-1,-1-1 1,1 1-1,2-17 1,-1-5 294,-2 0 1,-1 0-1,-2-42 1,-1 62-100,0 9-483,0 5-254,0 24-937,0 7-1185,3-1-1661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42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18 2865,'0'0'6005,"-18"-4"-5845,-54-9-133,55 12 169,14 4-104,8 2 24,4-1-40,0-1 0,0 1 1,0-1-1,0-1 0,0 0 0,1 0 1,-1-1-1,1 0 0,9 0 1,15 2 144,1073 78 1834,414-59-1762,-1144-23-137,-390 2-336,0 0-1,0 2 0,0-1 0,0 2 0,1 0 0,-21 8 1,-20 8-1343,-13-2-1364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46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4 3489,'0'0'3865,"0"-4"-3792,-24 77 792,-2-3-390,18-44-358,2 2 0,0-1 0,1 1 0,2 0 0,0 38 0,21-66 21,98 1-4,305-15-144,-334 4 0,631-47 12,-565 58-53,167-3-99,-313 2 216,1-1 1,-1-1-1,0 1 0,1-1 1,-1 0-1,0-1 0,0 0 1,0 0-1,0 0 0,-1-1 0,8-6 1,5-5 373,-1 0-1,20-24 1,10-8-60,-48 47-485,-1 18-4569,-4-6 2181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49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1608,'0'0'5924,"-3"0"-5178,132 0 3545,135 0-5119,-255 0 194,0 0 1,0 1-1,0 0 0,0 0 1,17 5-1,-7 2-2416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49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1168,'0'0'9018,"179"-3"-8498,-132 3-312,-8 0-104,-8 0-104,-6-2-128,0-1-304,22-7-472,-5 0-784,0-2-1249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0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146 118 128,'0'0'5324,"-18"23"-4645,-54 76-38,67-92-571,1 0 1,0 1-1,1-1 0,-1 1 1,1-1-1,1 1 0,0 0 1,0 0-1,0 1 0,1-1 1,0 11-1,-1-1 72,0 2-9,0 1 1,2 0 0,0-1 0,4 31 0,-2-43-114,0 0 1,0 0-1,1 0 0,0 0 1,0-1-1,1 1 0,0-1 1,0 0-1,1 0 1,-1-1-1,2 1 0,-1-1 1,1 0-1,6 5 1,-2-3 11,1 0 0,0 0 1,0-2-1,1 1 1,-1-1-1,1-1 1,1 0-1,-1-1 1,23 5-1,-9-5 109,-1 0-1,1-2 1,0-1-1,27-3 0,-38 0-70,-1 0 0,0-1 1,0 0-1,0-1 0,0-1 0,-1-1 0,0 1 0,0-2 0,0 0 0,-1 0 0,0-2 0,0 1 0,-1-1 0,17-18 0,-16 15-4,-1-1 1,0 0-1,-1-1 1,-1 0-1,0 0 1,-1-1-1,0 0 1,-1-1-1,-1 1 1,0-1-1,-2-1 1,5-20-1,-6 18 126,-1-1 0,-1 1 0,-1 0 0,0-1 0,-2 1 0,-4-24 0,4 33-76,-1 0 0,0 0 0,-1 0 0,0 0 1,-1 1-1,0-1 0,0 1 0,-1 0 0,0 1 0,0 0 0,-1 0 0,-15-14 0,11 13-88,-1 1 1,1 1-1,-1 0 1,-1 0-1,1 1 0,-1 1 1,0 0-1,0 1 0,0 0 1,-1 1-1,-18-2 0,-3 2-246,0 1-1,0 2 1,-47 6 0,67-4-157,0 1 0,0 1 1,0 0-1,0 1 0,1 1 1,0 0-1,0 1 0,1 1 1,0 0-1,0 0 0,1 1 1,0 1-1,0 0 0,-19 22 1,-11 21-3503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4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51 544,'0'0'9070,"2"-9"-8903,4-26-101,-1 28-173,1 14 55,1 10 47,2 20 116,-2 0 1,5 58-1,-10-66-93,1 0 1,1 0 0,2-1-1,1 0 1,16 42 0,-22-66-5,2 0-1,-1-1 1,0 1 0,1-1 0,-1 0 0,1 1 0,0-1-1,0-1 1,0 1 0,1 0 0,-1-1 0,1 1 0,-1-1-1,1 0 1,0 0 0,-1-1 0,1 1 0,0-1 0,0 0-1,9 1 1,5 1 35,1-2 0,-1 0 1,31-4-1,-4 1-73,200 3 73,744-27-16,-947 20-14,16 0 105,-57 6-168,-3 4-3571,-8 7 698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4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3145,'0'0'3987,"22"-2"-3211,522-7 2298,15 37-2001,-527-26-1111,592 46-1321,-610-44 916,-10-2-157,-11 0-1536,-109 8-1306,47-7 717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4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1984,'0'0'5178,"31"6"-3853,-9-1-1067,21 5 301,1-2 0,0-2 0,57 1 0,178-9 1206,387 22-888,-650-18-1343,0 0 0,0 1 0,-1 1 0,0 0-1,1 1 1,-2 1 0,1 0 0,-1 1 0,15 9 0,-2 4-3479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5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28 888,'0'0'1901,"-30"-4"-1417,-98-15 288,108 17-413,0 0 0,-29 1 0,24 2 122,13 2-130,14 5-184,0-6-142,0 0 0,0-1 0,0 1 1,0-1-1,1 1 0,-1-1 1,0 0-1,1 1 0,-1-1 0,5 1 1,40 8 462,1-3 0,62 4 1,-93-10-423,1244 24 2764,-1208-27-2563,0-3 1,85-17-1,-136 21-535,-7 5-642,-58 40-2993,19-19 999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59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58 1192,'0'0'3056,"-24"-9"-2731,-72-27 168,57 24 382,53 13-317,427 12 2462,1764 2-2238,-2187-17-1843,-42 4-608,-20 8-722,-8 3-300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6:00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4033,'0'0'2114,"46"-1"-1822,416 10 911,-120 12 157,744 25 1483,-766-46-2697,-311 1-174,1-1 0,0 0 0,0-1 1,0 0-1,-1 0 0,1-1 0,0 0 0,-1-1 1,0 0-1,11-5 0,-20 8 3,1 0 0,-1-1 0,1 1 0,-1 0 1,1 0-1,-1 0 0,0-1 0,1 1 0,-1 0 0,1-1 0,-1 1 0,0 0 0,1-1 0,-1 1 0,0 0 0,1-1 0,-1 1 0,0-1 1,0 1-1,1 0 0,-1-1 0,0 1 0,0-1 0,0 1 0,0-1 0,0 1 0,1-1 0,-1 1 0,0-1 0,0 1 0,0-1 0,0 1 1,0-1-1,-1 1 0,1-1 0,0 1 0,0-1 0,0 1 0,0 0 0,0-1 0,-1 1 0,1-1 0,0 1 0,0-1 0,-1 1 0,1 0 1,0-1-1,-1 1 0,1 0 0,0-1 0,-1 1 0,0-1 0,-23-8-3067,5 6 477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4: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28 160,'0'0'72,"0"-25"-224,0 22 472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4:31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0 128,'0'0'56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6:02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16,'0'0'5393,"0"2"-9026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6:02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89 968,'-91'-23'1801,"90"23"-1731,0 0 0,0-1 0,0 1 0,0-1 1,0 0-1,0 1 0,0-1 0,0 0 1,0 1-1,0-1 0,0 0 0,0 0 0,0 0 1,1 0-1,-1 0 0,0 0 0,1 0 1,-1 0-1,0 0 0,1 0 0,0 0 0,-1 0 1,1 0-1,0-1 0,-1 1 0,1 0 1,0 0-1,0 0 0,0-1 0,0 1 0,0 0 1,0 0-1,0 0 0,1-1 0,-1 1 1,0 0-1,1 0 0,-1 0 0,0 0 0,1 0 1,0 0-1,-1 0 0,1 0 0,0 0 0,-1 0 1,1 0-1,0 0 0,0 0 0,0 0 1,0 1-1,1-2 0,0 1-10,2-1 132,0-1 1,1 1-1,-1 1 1,0-1-1,1 1 1,6-2-1,-11 3 57,2 0-223,-1 0-1,1 0 1,-1 0-1,1 0 1,-1 0-1,1 1 1,-1-1 0,0 0-1,1 1 1,-1-1-1,0 1 1,1 0-1,-1-1 1,2 2-1,0 2-29,-1 1 0,1-1 0,-1 1 0,0-1 0,0 1 0,0 0 0,0 0-1,-1 0 1,0 0 0,0 0 0,-1 0 0,1 9 0,0 1-1,-2 0 1,1 0-1,-5 19 0,1-20-10,-1 0 0,0 0-1,-1 0 1,-1 0 0,0-1 0,-1 0-1,0-1 1,-15 17 0,22-28 17,0 0-24,0 1 1,0-1-1,0 0 1,0 0-1,0 1 1,0-1 0,-1 0-1,1 0 1,0 0-1,-1-1 1,1 1-1,0 0 1,-1 0 0,1-1-1,-1 1 1,1-1-1,-1 1 1,-2-1-1,9-6 121,-1 2-107,1-1 0,0 1-1,0 1 1,0-1 0,0 1 0,1-1 0,-1 2-1,1-1 1,0 1 0,0 0 0,0 0-1,10-2 1,4 1-29,0 2 0,33 0 0,-32 1 28,0 0 0,26-4 0,-45 3-103,0 1 0,1-1 0,-1 0 0,0 0 0,0 1 0,0-1 0,0-1 0,0 1 0,0 0 0,0 0 0,0-1 1,0 1-1,3-4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17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1115 204 2369,'0'0'2613,"-13"-5"-2214,-30-9 303,-72-15-1,67 21-236,-58-10 645,-198-9 1,259 27-863,24-2-156,0 2-1,0 0 0,0 2 0,0 0 0,0 1 0,0 1 0,-22 8 1,29-7-50,1 1 0,0 0 0,0 1 0,0 1 0,1 0 0,0 0 0,1 2 0,0-1 0,0 1 0,1 1 0,-15 19 0,14-16-25,1 1 1,0 1 0,1 0 0,0 0 0,2 0 0,0 1-1,0 1 1,2-1 0,0 1 0,1-1 0,1 1-1,1 1 1,0 32 0,2-41-2,-1 8 42,1 1 0,1 0 0,0-1 0,2 1 0,0-1 0,10 30-1,12 24 9,-13-34-40,1 0 0,2-2 0,2 0 0,28 47 1,-36-71 12,1 0 0,-1-1 1,2 0-1,0 0 0,0-1 0,1-1 1,14 10-1,-6-7 364,1-1-1,0-1 0,42 13 1,-19-8-186,109 31 60,-126-39-233,1-2 0,0 0 0,46 0 1,-56-4-14,0-1 1,0-1 0,0 0 0,0-2-1,0 0 1,-1 0 0,1-2-1,28-11 1,-25 6-20,-1-1 0,0-1 0,-1-1 0,0-1 0,-1-1 0,-1 0 0,0-1 0,-1-1 0,-1 0 0,19-27 0,-13 9 7,-1 0 0,-2-1 1,-1-1-1,-2-1 1,11-41-1,-15 43-12,35-127 30,-39 131-32,-2 0 0,-1-1 0,1-37 0,-5 53 0,0-19 104,-5-40-1,3 63-79,0 0 1,-1 1-1,-1-1 0,0 1 0,-1 0 1,-10-20-1,11 22-29,-1 1-1,-1 1 1,0-1 0,0 1-1,0 0 1,-1 0 0,0 1-1,-1-1 1,0 2-1,0-1 1,0 1 0,-1 1-1,0-1 1,0 1 0,0 1-1,0 0 1,-1 0 0,0 1-1,0 0 1,0 0 0,0 1-1,-17-1 1,5 2-54,11 0-48,0 1 0,-1-1 1,1 2-1,-17 2 0,26-3-9,0 1 0,0-1 0,0 1 0,1-1 0,-1 1 0,0 0 1,0 0-1,0 0 0,0 0 0,1 0 0,-1 0 0,0 1 0,1-1 0,0 0 0,-1 1 0,1-1 1,-1 1-1,1 0 0,0-1 0,0 1 0,0 0 0,0 0 0,0-1 0,1 1 0,-1 0 0,0 0 1,1 0-1,0 0 0,-1 4 0,0 24-3069,1-5-1355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33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33 472,'0'0'1826,"-18"14"-1531,-57 44 50,63-48-123,1 0-1,0 1 1,0 0 0,1 0 0,1 1 0,0 0-1,-10 20 1,3-7 183,4-4-220,0 0-1,2 0 1,0 1 0,2 0-1,0 1 1,1 0-1,2 0 1,0 1 0,2-1-1,0 1 1,2 0-1,0 0 1,4 29 0,-1-45-157,0 0 0,1 0 0,0 0 1,0 0-1,0-1 0,1 0 0,0 0 0,1 0 1,0 0-1,0-1 0,9 10 0,10 8 68,36 28 0,-59-52-94,30 25 22,0-2 1,2-1-1,38 19 0,-53-32-11,1-1 0,-1-1-1,2-1 1,-1 0 0,1-1-1,-1-2 1,40 3-1,-45-5 7,19 0 42,0-1 0,40-5 0,-62 4-27,0-1 0,-1-1 0,1 0 0,-1 0 0,0-1 0,0 0 0,0-1 0,-1 0-1,1-1 1,16-12 0,-7 1 10,-1-1 0,-1 0 0,0-1 0,-1-1 0,-1-1 0,-1 0 0,-1-1 0,-1 0 0,-1-1 0,16-47-1,-15 26 303,-2 0 0,-1-1 0,-3 0 0,-2 0-1,-1-56 1,-3 93-343,0 1 1,0-1-1,-1 1 0,0-1 1,0 1-1,-1-1 0,0 1 1,0 0-1,-1 0 0,0 0 0,0 0 1,-1 0-1,1 1 0,-2 0 1,1-1-1,-1 2 0,1-1 1,-2 0-1,1 1 0,-9-7 0,-4-2-22,0 2-1,0 0 1,-2 0-1,1 2 1,-1 1-1,-1 0 0,1 1 1,-1 2-1,-1 0 1,-39-6-1,-2 5-608,0 3-1,-93 6 1,72 5-1930,14 7-1481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38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46 928,'0'0'4228,"26"-6"-3703,-9 3-401,25-7 292,1 3 0,66-3 1,764 5 2200,-560 5-5331,-325 0 1166,-16-5-620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39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1560,'0'0'4061,"35"4"-2917,-4 0-858,45 5 647,94-1 0,1011-56 2207,-1106 41-3762,-47 3-525,-27 3-254,-11 0-789,-23 1-730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39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2497,'0'0'2196,"28"0"-844,357-15 2142,231-25-903,-154 10-3608,-392 27-2333,-132 3-344,8 0 33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5:39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2561,'0'0'4689,"229"0"-3449,-73 0 240,37-3-168,-6-9-255,-37-1-217,-46 6-336,-35 2-264,1 0-192,0 2-48,-9 1-320,-22 2-544,-22 0-753,-9 2-1127,-8 11-353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50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1002 127 1240,'0'0'2988,"-28"-4"-2310,-92-15-130,90 15-167,-1 2-1,1 1 1,-32 3-1,30-1 10,2 1-267,0 1 0,1 2 1,0 1-1,0 1 1,0 1-1,1 1 0,0 2 1,1 1-1,0 1 1,1 1-1,1 2 1,0 0-1,1 2 0,1 0 1,0 2-1,2 0 1,0 2-1,1 0 0,2 1 1,0 1-1,1 1 1,2 0-1,-13 28 1,13-20-83,2 1-1,2 0 1,0 0 0,3 1 0,0 0 0,3 0 0,1 1 0,1 0 0,2 0 0,4 41 0,0-63-16,1 0 0,0 0 0,0 0 0,2-1-1,0 1 1,0-1 0,1-1 0,1 1 0,0-1 0,0 0-1,2-1 1,-1 0 0,1-1 0,1 0 0,19 15 0,2-2 25,1-1 1,1-1 0,0-2-1,60 23 1,-17-14-14,2-3 1,0-4-1,1-3 0,1-4 0,1-3 0,-1-4 0,1-4 1,112-8-1,-153 0 15,0-1 1,0-1 0,-1-3-1,-1-1 1,1-2-1,-2-2 1,0-1 0,52-31-1,-63 30 75,1 0-1,-2-2 0,-1-2 1,0 0-1,-2-1 0,0-1 1,-1-1-1,-2-1 1,-1-1-1,0-1 0,17-36 1,-27 43-55,-1 0 1,-2-1-1,0 0 1,-1 0-1,-1 0 1,0 0 0,-2-1-1,-1 1 1,-1-1-1,0 1 1,-2-1-1,0 1 1,-2-1-1,0 1 1,-1 0 0,-1 1-1,-2-1 1,1 1-1,-2 0 1,-1 1-1,-12-19 1,1 6-25,-1 1 0,-1 0-1,-2 2 1,-1 0 0,-1 2 0,-1 1 0,-1 2 0,-2 0-1,0 2 1,-2 2 0,0 0 0,-1 3 0,-70-27-1,38 23-15,0 3 0,-133-18-1,99 27-37,-137 3-1,89 15-75,125-6-68,-1 1 0,2 1 0,-45 16 0,52-13-112,0-1 0,1 2 0,0 0 0,0 0 0,1 2 0,0-1 0,1 2 0,0-1 0,1 2 0,-14 18 0,15-18-31,-68 86-2806,5 4-1661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4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24,'0'0'10596,"0"-4"-9411,0 3-1153,0 0 0,0 0-1,0 0 1,0 0 0,1 0 0,-1 0-1,0 1 1,0-1 0,1 0 0,-1 0-1,0 0 1,1 0 0,-1 0 0,1 1-1,-1-1 1,1 0 0,-1 0 0,1 1-1,-1-1 1,1 0 0,0 1-1,-1-1 1,1 1 0,0-1 0,0 1-1,1-2 1,0 2 4,1-1 0,-1 0 0,0 1 0,1 0 0,-1 0-1,1-1 1,-1 1 0,1 0 0,-1 1 0,4 0 0,6 1 43,-1 1-1,0 1 1,1 0 0,13 7 0,4 5 97,-1 1 1,0 1-1,-1 2 0,36 33 1,89 105 229,26 22-254,-125-135-536,-52-44-151,-6-1-3157,-10 0-275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4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0 2713,'0'0'8457,"0"8"-8317,-2 22 196,-1 0 0,-1 0-1,-2 0 1,-1-1-1,-1 0 1,-20 47 0,-92 168 1030,109-223-1334,-24 45 103,-61 118 461,96-184-637,0 1 0,0-1 0,-1 0 0,1 1 0,0-1 0,0 0 0,0 0 1,0 1-1,0-1 0,0 0 0,0 1 0,0-1 0,0 0 0,0 1 0,1-1 0,-1 0 0,0 0 1,0 1-1,0-1 0,0 0 0,0 1 0,0-1 0,1 0 0,-1 0 0,0 1 0,0-1 0,0 0 1,1 0-1,-1 0 0,0 1 0,0-1 0,1 0 0,-1 0 0,0 0 0,0 0 0,1 0 0,-1 1 1,0-1-1,0 0 0,1 0 0,-1 0 0,0 0 0,1 0 0,-1 0 0,0 0 0,1 0 0,-1 0 1,0 0-1,0 0 0,1 0 0,-1 0 0,0 0 0,1 0 0,-1-1 0,0 1 0,0 0 0,1 0 1,-1 0-1,0 0 0,1-1 0,25-5-2183,-23 5 1691,35-11-4779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5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4889,'0'0'7794,"142"-20"-7162,-89 10-264,0 2-216,0-2-152,-8 5 0,-6 0-456,-12 5-808,-10 0-809,-8 0-1160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3137,'0'0'8132,"26"-3"-7342,83-11-76,-41 8-167,113 4 0,-89 4-580,-17 0-1411,-26 1-2903,-32-3 97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6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1736,'0'0'7218,"19"-1"-5694,130-13 611,181-36-217,-324 50-2468,-8 8-9310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7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3529,'0'0'9921,"2"-5"-9556,6-14-195,-5 16-153,-2 11-63,12 55 164,-3 0-1,1 70 0,-6 133-175,-5-226-50,0-32-48,0 16-56,0-20 263,0-14 156,0-3-135,-1-5 24,2 0-1,3-27 1,-2 38-80,0 0 1,0 0 0,0 0-1,1 1 1,0-1 0,1 1 0,-1-1-1,1 1 1,6-7 0,0 0 30,1 0 0,0 1 0,1 1 0,1 0 0,-1 0 1,1 1-1,20-10 0,-21 14-58,0 0 0,0 2 0,0-1 0,1 1 0,0 1 0,-1 1 1,1-1-1,0 2 0,22 0 0,-27 0-16,0 1 0,0 1 0,0 0 0,0 0 0,13 3 0,-17-2-7,0 0 0,0 0 1,0 0-1,-1 0 0,1 1 1,-1-1-1,0 1 0,0 0 0,0 0 1,0 0-1,0 0 0,3 6 1,1 2-87,0 0 1,-1 0 0,0 0-1,-1 1 1,0 0 0,-1 0-1,0 0 1,-1 1 0,-1-1 0,0 1-1,0 0 1,-1-1 0,-1 1-1,0 0 1,-1 0 0,-3 16-1,2-23 142,0 0 0,0 0 0,-1 0 1,1 0-1,-1-1 0,-1 1 0,1-1 0,-1 0 0,0 0 0,0 0 0,-1-1 0,1 1 0,-1-1 0,0 0 0,0 0 0,0-1 1,-1 1-1,0-1 0,1 0 0,-1-1 0,-11 4 0,-2 0 165,0-1-1,0 0 1,0-2 0,-1 0-1,-36 0 1,50-3-162,1 0 0,-1 0 0,0-1 1,1 0-1,-1 0 0,0 0 0,1-1 0,-1 0 0,-9-4 1,13 5-134,0-1 0,0 1 0,0-1 0,0 0 1,0 1-1,0-1 0,0 0 0,1 0 1,-1 0-1,1 0 0,-1-1 0,1 1 0,0 0 1,0-1-1,0 1 0,0 0 0,0-1 1,1 1-1,-1-1 0,1 1 0,0-1 0,-1 0 1,1-3-1,2-13-2501,5-1-1953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7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5089,'0'0'9089,"0"-4"-8892,39 213 985,-31-154-753,-3-21 37,1-1-1,16 53 0,-19-84-1468,-1-10 159,-1-11-2908,-1 5-1614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4745,'0'0'7314,"164"-13"-6546,-116 11-392,-6 2-224,-3 0-144,-3 0-8,-5 0-336,2 0-760,-5 5-1121,-9 5-920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8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3105,'0'0'7344,"7"0"-6056,223 1 3109,15 1-3743,-210 3-2038,-14 5-3424,-12-5 141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9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1456,'0'0'12499,"0"-10"-11329,0-45 211,10 58-1335,-2 3-64,0 0 1,-1 1 0,1 0 0,-2 1-1,1-1 1,5 10 0,7 6 14,112 154 39,13 13 6,-144-189-84,1-1 0,-1 1 0,1 0 0,-1 0 0,1-1 0,-1 1 0,1 0 0,0-1 0,-1 1 0,1 0 0,0-1 0,-1 1 0,1-1 0,0 1 0,0-1 0,0 0 0,-1 1 0,1-1 0,0 0 0,0 0 0,0 1 0,0-1 0,0 0 0,0 0 0,-1 0 0,1 0 0,0 0 0,0 0 0,0 0 0,0-1 0,0 1 0,0 0 0,0 0 0,-1-1 0,1 1 0,0 0 0,0-1 0,0 0 0,2-1-665,0-1 1,-1 0-1,0 0 0,0-1 1,0 1-1,0 0 1,2-6-1,5-11-5443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7:59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4953,'0'0'8417,"0"-5"-7855,1-11-516,1 33-54,4 36 76,19 121 542,-7 0-1,-5 207 1,-11-309-602,-2-72-5,0 0 0,0 1 0,0-1 0,0 0 0,0 0 0,0 1 0,0-1 0,0 0 0,0 0 0,0 1 0,0-1 0,0 0 0,1 0 0,-1 1 0,0-1 0,0 0 0,0 0 0,0 0-1,0 1 1,0-1 0,1 0 0,-1 0 0,0 0 0,0 0 0,0 1 0,1-1 0,-1 0 0,0 0 0,0 0 0,0 0 0,1 0 0,-1 0 0,0 1 0,1-1 0,13-5 27,53-47-2036,-24 18-1731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269 123 1736,'0'0'4740,"-27"-5"-3782,-8-2-597,-89-11 1153,42 15 1386,92-2-2309,220-22 444,-166 22-926,898-39 480,16 43-459,-484 3-10,-129 1 5,218-2-39,-568-1 22,-5 1 91,1-2-1,-1 1 1,0-1 0,1 0-1,-1-1 1,0-1 0,13-4 0,-22 9-158,-1-1 0,1 1 0,-1 0 1,1-1-1,-1 1 0,1 0 0,-1-1 1,0 1-1,0 0 0,0-1 0,0 1 1,0 0-1,0 2 0,0-2 23,0 233-1160,-1-234 885,1 1 1,-1-1 0,1 0 0,-1 1-1,1-1 1,-1 0 0,0 0-1,1 0 1,-1 0 0,0 0-1,0 0 1,0 0 0,0 0-1,0 0 1,0 0 0,0 0-1,0 0 1,0-1 0,-1 1 0,1 0-1,0-1 1,0 1 0,-1-1-1,1 1 1,0-1 0,-1 0-1,1 0 1,0 1 0,-3-1-1,-20 3-4547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1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5249,'0'0'7374,"5"3"-7333,-3-1-42,0 0 0,0 0 1,-1 0-1,1 0 0,0 0 0,-1 0 0,1 0 1,-1 1-1,0-1 0,1 1 0,-1-1 0,-1 1 1,1-1-1,0 1 0,0 0 0,-1 4 0,2 53 178,-3-36-45,1-23-128,1 61 292,-3 1 1,-18 118-1,-1-62-182,20-214 1415,4 82-1494,0 0 1,0 0-1,2 1 0,-1 0 0,2 0 0,-1 0 0,2 1 1,-1-1-1,2 2 0,-1-1 0,14-14 0,-10 14 50,-1 0 1,2 1-1,-1 0 0,1 0 1,1 1-1,0 1 0,0 0 1,1 1-1,21-9 0,-28 14-107,1 0-1,-1 0 1,0 1-1,1 0 1,-1 0 0,0 0-1,1 1 1,-1 0-1,1 1 1,-1 0-1,11 2 1,-13-2-3,0 1 1,-1 0-1,1 0 0,-1 0 1,0 1-1,1-1 0,-1 1 1,0 0-1,0 0 1,-1 0-1,1 1 0,-1-1 1,0 1-1,0 0 0,0 0 1,0 0-1,0 0 0,1 6 1,1-1-56,-2 1 0,1-1 0,-2 1 0,1-1 0,-1 1 1,0 0-1,-1 0 0,-1 0 0,1 0 0,-1 0 0,-2 13 0,1-16 63,-1 1 0,0 0-1,0-1 1,0 1 0,-1-1-1,0 0 1,0 0-1,-1 0 1,0 0 0,0-1-1,-1 1 1,0-1 0,0 0-1,-10 9 1,3-6 97,0 0 0,-1 0 0,0-1 0,0-1 1,-1 0-1,-27 9 0,30-13-24,0 0 0,0 0 0,0-1 0,0-1 0,0 0-1,-1 0 1,1-1 0,-1 0 0,1-1 0,-12-3 0,21 4-116,0-1 1,0 1-1,0-1 0,0 0 0,0 0 1,1 0-1,-1 0 0,0 0 0,0 0 1,1 0-1,-1 0 0,1-1 0,-1 1 1,1-1-1,0 1 0,-1-1 0,1 1 1,0-1-1,0 0 0,-1-3 0,0 0-738,0 1-1,1-1 0,0 0 1,0 0-1,1 0 0,-1 0 0,1-7 1,0-5-6412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2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1880,'0'0'9821,"24"-9"-9109,76-24-101,-90 29-493,0 1 1,0 1-1,1 0 0,-1 1 1,1 0-1,-1 0 0,1 1 1,12 1-1,8 1-143,-29-2 14,0 0 0,-1 0 0,1 0-1,-1 1 1,1-1 0,-1 0-1,1 1 1,-1-1 0,1 1 0,-1-1-1,1 1 1,-1 0 0,0 0 0,1 0-1,-1 0 1,0-1 0,0 2-1,0-1 1,0 0 0,1 0 0,-1 0-1,-1 0 1,1 1 0,0-1 0,0 0-1,0 1 1,-1-1 0,1 1-1,-1-1 1,1 1 0,-1-1 0,1 2-1,-1 0-35,0 0 0,1 0 0,-1 0 0,0 0 0,-1 0 0,1-1 0,0 1 1,-1 0-1,1 0 0,-1 0 0,0-1 0,0 1 0,0 0 0,-1-1 0,1 1 0,0-1 0,-3 3 0,-6 6 27,0-1 1,0-1 0,-19 13 0,20-16-60,-1 1 1,1 1 0,0 0 0,1 0 0,0 1 0,-9 10 0,17-18 97,0-1 0,0 0 1,0 1-1,-1-1 1,1 0-1,0 1 1,0-1-1,0 1 1,0-1-1,0 0 0,0 1 1,0-1-1,0 0 1,0 1-1,0-1 1,0 0-1,0 1 0,0-1 1,0 1-1,0-1 1,0 0-1,0 1 1,0-1-1,1 0 1,-1 1-1,0-1 0,0 0 1,0 1-1,1-1 1,-1 0-1,0 0 1,0 1-1,1-1 1,-1 0-1,0 0 0,1 1 1,-1-1-1,0 0 1,0 0-1,1 0 1,-1 1-1,1-1 0,-1 0 1,0 0-1,1 0 1,-1 0-1,0 0 1,1 0-1,-1 0 1,0 0-1,1 0 0,-1 0 1,1 0-1,-1 0 1,1 0-1,30 0 596,-22-1-407,22 1 267,-1-2 0,36-8 0,-15 10-6020,-34 0 620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2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1272,'0'0'6550,"3"0"-5170,126 11 3409,10 1-4129,-106-12-924,-16 1-763,0-1 0,-1 0 0,26-5-1,-12-4-3065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3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9 1816,'0'0'9497,"5"-8"-9297,-47 57 191,-10-4-276,-3-2-1,-64 38 1,115-78-300,3-3 107,0 1 0,0-1 0,0 1-1,0-1 1,0 1 0,0 0 0,0-1 0,0 1 0,0 0 0,0 0 0,1 0 0,-1 0-1,0 0 1,1 0 0,-1 0 0,0 0 0,1 0 0,0 0 0,-1 0 0,1 0-1,-1 0 1,1 2 0,8-3 733,2 0-618,473-15 993,-472 15-1484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3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3041,'0'0'9462,"0"-8"-9081,0-17-380,0 17-42,0 19-14,1 68 951,13 91-1,-8-128-583,2 0 1,2 0 0,29 75-1,-38-115-339,-1 0-1,1-1 1,0 1 0,0-1 0,0 1-1,-1-1 1,1 1 0,1-1-1,-1 0 1,0 1 0,0-1 0,0 0-1,1 0 1,2 2 0,23 2-4160,-22-5 3325,9 3-2765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4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52 1400,'0'0'4523,"-9"13"-3875,-28 41-28,35-49-470,-1-1 0,1 1 1,0 0-1,0-1 0,1 1 0,0 0 0,-1 0 1,1 0-1,1 0 0,-1 1 0,1-1 1,0 0-1,0 0 0,1 0 0,1 9 0,-1-1 393,0-11-456,0 1 0,0 0 0,1-1 0,-1 1 0,0-1 0,1 1 1,0-1-1,-1 1 0,1-1 0,0 0 0,0 0 0,0 0 0,1 0 0,-1 0 0,0-1 1,1 1-1,3 1 0,3 2 73,0 0-1,0-1 1,17 6 0,-17-8-45,0 0 0,1 0 0,-1-1 0,0-1 0,0 1-1,1-1 1,-1-1 0,0 0 0,1 0 0,-1-1 0,0 0 0,0 0 0,0-1 0,12-6 0,-16 7-25,0-1 1,0 0 0,0 0-1,-1-1 1,1 1-1,-1-1 1,0 0 0,0 0-1,0-1 1,0 1-1,-1-1 1,0 1 0,0-1-1,0 0 1,0 0-1,-1-1 1,0 1 0,0 0-1,0-1 1,-1 0-1,0 1 1,0-1 0,0 0-1,-1-8 1,0 0 117,1 5-131,-1 1 1,-1 0-1,1-1 1,-4-14-1,3 20-81,-1 0 0,1 0-1,-1-1 1,1 1 0,-1 0-1,0 0 1,0 0 0,0 1-1,-1-1 1,1 0 0,-1 1 0,1 0-1,-1-1 1,-5-2 0,1 0-285,-1 1 1,-1 0 0,1 0 0,0 1 0,-1 0 0,0 0 0,1 1-1,-1 0 1,0 1 0,0 0 0,0 0 0,-1 1 0,-8 1-1,15-1 123,0 0-1,0 0 1,0 1-1,0 0 1,0-1-1,0 1 0,0 0 1,0 0-1,0 1 1,1-1-1,-1 1 0,0-1 1,1 1-1,-1 0 1,1 0-1,0 0 1,0 0-1,-1 0 0,2 1 1,-1-1-1,-2 4 1,-1 2-529,0 1 0,1 0 0,0-1 0,0 2 1,-3 14-1,0 12-3437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4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5249,'0'0'8678,"3"-4"-8185,9-13-227,-12 17-266,0 0-1,1 0 1,-1 0 0,1 0 0,-1 0 0,1 0-1,-1-1 1,1 1 0,-1 0 0,1 0 0,-1 0-1,0 0 1,1 0 0,-1 1 0,1-1 0,-1 0 0,1 0-1,-1 0 1,1 0 0,-1 0 0,0 1 0,1-1-1,-1 0 1,1 0 0,-1 1 0,0-1 0,1 0-1,-1 1 1,0-1 0,1 0 0,-1 1 0,0-1-1,0 0 1,1 1 0,-1-1 0,0 1 0,0-1-1,0 1 1,1-1 0,-1 0 0,0 1 0,0 0-1,11 23-29,-10-23 35,36 109 2,4 8 33,-39-117-296,0 0 0,0 0 1,0 0-1,0 0 0,0 0 0,0-1 0,0 1 0,0-1 1,0 0-1,1 1 0,-1-1 0,0 0 0,0 0 1,1 0-1,-1-1 0,0 1 0,2-1 0,3 0-2202,4 1-4298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49 96,'0'0'9015,"-22"-8"-8756,-72-26-116,90 33-132,1 0-1,-1 0 1,1 0 0,-1 0 0,1 1 0,-1-1-1,1 1 1,-1 0 0,0 0 0,1 0 0,-1 1-1,1-1 1,-1 1 0,1 0 0,-1 0 0,1 0-1,-1 0 1,1 0 0,0 1 0,0 0 0,0 0-1,0 0 1,0 0 0,0 0 0,0 0 0,1 1-1,-1-1 1,1 1 0,-4 5 0,-6 4 17,3-3-4,0 0 1,0 1-1,1 0 0,0 0 1,0 1-1,1 0 0,1 0 1,0 1-1,1 0 1,0 0-1,0 0 0,1 0 1,1 1-1,0 0 0,1 0 1,1 0-1,-1 13 1,2-23 21,0 0 1,1 0 0,-1-1-1,0 1 1,1 0 0,0 0 0,0-1-1,0 1 1,0-1 0,0 1-1,0-1 1,1 1 0,-1-1 0,1 1-1,0-1 1,-1 0 0,4 2-1,-1 0 59,1 0-1,0-1 0,0 0 0,0 0 0,0 0 0,0-1 1,11 4-1,5 0 179,0-1 0,1-1 0,29 1 1,-51-5-282,43 3 237,51-3 0,-93-1-339,0 1-1,1 0 1,-1 0 0,0 0 0,0 0 0,0-1-1,1 1 1,-1-1 0,0 1 0,0-1-1,0 1 1,0-1 0,0 0 0,0 0 0,0 1-1,0-1 1,0 0 0,0 0 0,0 0-1,0 0 1,-1 0 0,1 0 0,0 0-1,-1 0 1,1 0 0,-1 0 0,1-1 0,-1 1-1,1 0 1,-1 0 0,0 0 0,0-1-1,0 1 1,1 0 0,-1-1 0,0 1 0,-1 0-1,1-2 1,1-10-4621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7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2080,'0'0'4655,"21"0"-3815,140 2 1330,-138-2-1960,607-5 3289,144-2-2383,-735 8-1110,660 2 98,-77-38 213,-495 27-147,49-1 108,338 1-136,293 1-36,-469 9-101,692 1 1538,-1095-3-5709,11 0-1643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8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57 1720,'0'0'6834,"23"-10"-5970,78-26-272,-95 33-529,0 1 0,0 1-1,0-1 1,1 1 0,-1 0-1,1 1 1,-1-1 0,10 2 0,0-1 72,-11 1-120,0-1 1,0 1-1,1 0 0,-1 0 0,0 1 0,0-1 0,0 1 0,0 0 0,0 1 0,-1-1 0,1 1 1,-1 0-1,1 0 0,-1 0 0,0 1 0,0-1 0,-1 1 0,1 0 0,-1 0 0,1 0 1,-1 1-1,-1-1 0,1 1 0,2 5 0,0 2 6,1 1 1,-2 0-1,0 0 0,0 0 1,-1 0-1,-1 0 0,0 1 0,0 19 1,-3-19 42,-1 0 1,0-1 0,-1 1-1,0-1 1,-1 1 0,-1-1-1,0 0 1,0-1 0,-1 1-1,-1-1 1,0 0 0,-1-1-1,0 0 1,-19 20 0,-11 7 47,-2-2-1,-65 47 1,94-75-129,-4 4-115,6-5-110,-1 1 0,0-1 0,0-1 1,0 0-1,-21 9 0,28-15 198,10-1 89,0 0 0,-1 0 0,1-1 0,0 0 0,-1 0 0,1-1 0,7-4 0,18-6 202,-4 5-52,0 2 0,1 0 0,57-2 1,90 8 46,-69 2 657,-105-2-879,1 0-1,-1 0 1,0 0 0,1-1 0,-1 1 0,0-1 0,0 0 0,1 0 0,-1 1 0,0-1 0,0-1 0,0 1 0,0 0 0,0-1 0,0 1 0,0-1 0,0 1 0,1-3 0,0 0-49,0 0 1,0 0-1,0-1 1,-1 1-1,0-1 0,0 0 1,3-9-1,-1-3-738,-1 1 0,0 0-1,-2-1 1,0-20-1,-1 14-2471,0 5-2505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9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65 1632,'0'0'4763,"-8"22"-3922,-24 70-105,29-83-601,1-1 1,-1 1-1,2 0 0,-1-1 0,1 1 0,1 0 0,0 0 0,1 15 0,0-3 72,0-15-168,0 1-1,0 0 1,1-1-1,0 1 0,0-1 1,0 1-1,1-1 1,0 0-1,0 0 1,0 0-1,1-1 1,0 1-1,0-1 0,1 0 1,-1 0-1,1 0 1,0 0-1,1-1 1,8 6-1,-7-6 34,0 1 1,0-1-1,1-1 1,0 1-1,-1-1 1,1-1-1,0 1 1,1-2-1,-1 1 1,0-1-1,0 0 1,1 0-1,-1-1 1,0-1-1,15-1 1,-18 0-25,0 1 1,0-2-1,0 1 0,-1 0 1,1-1-1,-1 0 1,1 0-1,-1 0 0,0-1 1,0 1-1,0-1 1,-1 0-1,1 0 0,-1 0 1,0-1-1,0 1 1,0-1-1,1-5 0,2-2 23,-1 1-1,0-1 1,-1 0-1,-1 0 0,0 0 1,2-22-1,-3 14 53,0 0-1,-2-1 1,-1 1 0,0 0-1,-6-27 1,5 41-134,1-1 1,-2 1-1,1-1 1,-1 1-1,0 0 1,0 0-1,0 0 1,-1 1-1,0-1 1,0 1-1,-1 0 1,1 0-1,-1 0 1,0 0-1,-1 1 1,1 0-1,-1 0 1,1 1-1,-12-6 1,8 6-394,0 1 1,0 0 0,1 0 0,-1 0 0,-1 1 0,1 1 0,0-1 0,0 2 0,0-1 0,0 1 0,0 1 0,0-1 0,-12 5 0,-11 8-2303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09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2777,'0'0'7804,"1"-5"-7948,7-6-126,-5 19 281,-3 37 504,-1-19-127,-2 352 2850,6-338-7668,-3-32-290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3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260 293 8978,'0'0'5056,"2"-22"-4975,7-71-48,-8 88-16,-1 0 0,1-1 0,-2 1 0,1 0 0,0-1 0,-1 1-1,0 0 1,-1-1 0,1 1 0,-1 0 0,0 0 0,0 0 0,0 0-1,-1 0 1,-4-6 0,0 3-265,0 0 0,-1 1 0,0 0 0,0 0 0,-14-8 1,3 2-1194,13 9 1204,-1 1 0,0 0 0,0 0-1,0 1 1,0 0 0,0 0 0,0 0-1,-1 1 1,1 0 0,-1 0-1,1 1 1,-1 0 0,-8 2 0,-3-2-825,-23 0-1900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4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48 2961,'0'0'5009,"-13"2"-4282,-40 5-155,49-5-518,-1 0 0,1 1 0,-1-1 0,1 1 0,0 0 0,0 0 0,1 0 0,-1 0 0,1 1 0,-1-1 0,1 1 0,0 0 0,0 0 0,1 0 0,-1 1 0,1-1 0,0 0 0,-2 8 1,-1-2 57,0 0 1,1 0 0,0 0 0,1 0 1,0 1-1,1-1 0,0 1 1,-1 22-1,3-28-90,0 0 1,0 0 0,0 0-1,1 0 1,0 0-1,0 0 1,0 0-1,0-1 1,1 1 0,0 0-1,0-1 1,0 1-1,1-1 1,-1 1-1,1-1 1,0 0-1,0 0 1,1-1 0,3 5-1,2-2 65,1 0 0,0 0 0,1-1 0,-1 0 0,1-1 1,0 0-1,0 0 0,0-1 0,0-1 0,19 2 0,9-1 158,67-5 1,-100 2-219,-1-1-1,1 0 1,-1 0 0,1-1 0,-1 0 0,1 0 0,-1 0-1,0-1 1,0 1 0,0-1 0,-1-1 0,1 1 0,0-1-1,-1 1 1,0-1 0,0 0 0,0-1 0,-1 1 0,6-9-1,-4 5 32,0 0-1,-1-1 0,0 1 0,0-1 0,-1 0 0,0 0 0,-1 0 0,0-1 0,0 1 0,-1 0 0,1-11 0,-2 4 55,0-1-1,-1 1 0,0-1 1,-2 1-1,-7-29 0,8 40-116,0 1 0,0 0 0,0-1 1,0 1-1,-1 0 0,0 0 0,0 0 0,0 0 0,0 1 0,-1-1 0,1 1 0,-1 0 0,0 0 0,0 0 1,0 0-1,0 1 0,-1 0 0,1-1 0,-1 2 0,1-1 0,-1 0 0,0 1 0,1 0 0,-7 0 1,0-2-407,0 2 0,0 0 0,0 0 0,0 1 1,0 0-1,0 1 0,-1 0 0,2 1 0,-1 0 1,0 1-1,0 0 0,1 1 0,-1 0 0,1 0 1,0 1-1,1 1 0,-11 6 0,-12 14-3273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5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1400,'0'0'10915,"4"-8"-9994,10-25-335,-14 32-584,0 1 0,0 0 1,0 0-1,0 0 0,0-1 0,0 1 1,0 0-1,0 0 0,0 0 1,0-1-1,0 1 0,0 0 1,0 0-1,0 0 0,1-1 0,-1 1 1,0 0-1,0 0 0,0 0 1,0-1-1,0 1 0,0 0 1,0 0-1,1 0 0,-1 0 1,0 0-1,0-1 0,0 1 0,0 0 1,1 0-1,-1 0 0,0 0 1,0 0-1,0 0 0,1 0 1,-1 0-1,0 0 0,0 0 0,0 0 1,1-1-1,-1 1 0,0 0 1,0 0-1,0 1 0,1-1 1,-1 0-1,0 0 0,0 0 1,0 0-1,1 0 0,-1 0 0,0 0 1,0 0-1,0 0 0,1 0 1,-1 0-1,0 0 0,0 1 1,0-1-1,1 0 0,2 10-55,-3-10 64,11 41 176,-3-1 1,-2 1-1,3 61 0,-7-55-81,3 0 0,13 54 0,-18-99-106,0-1 1,1 0-1,-1 1 0,1-1 1,0 0-1,-1 0 0,1 1 0,0-1 1,0 0-1,0 0 0,0 0 1,0 0-1,0 0 0,0 0 0,0 0 1,0 0-1,0-1 0,1 1 1,-1 0-1,0-1 0,1 1 0,-1-1 1,2 1-1,12-5-2935,-9-2-1162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8 312,'0'0'6858,"14"0"-5746,-14-3-4529,0-2-832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8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74 1904,'-91'-13'1317,"77"11"5123,73-1-5237,0-3 0,77-18 0,9 0-1055,-141 23-4605,-9 1 998,3 1 3892,-7 3-2727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1568,'0'0'7221,"6"1"-6664,39-1 576,-1-2 1,1-1-1,58-13 0,-47 7-790,97-5-1,-153 14-839,12 0-6299,-4 0 2502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9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84 856,'0'0'760,"4"-5"-754,4-2-15,0 1 1,1 0-1,0 0 1,0 1-1,0 1 0,0-1 1,0 1-1,1 1 1,15-4-1,-7 1-109,1 0-1,0 2 1,0 0-1,0 2 1,0 0-1,0 0 1,35 4-1,-36 2-429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40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12 118 96,'0'0'1523,"-1"0"-1505,1 0-1,-1 0 1,0 0 0,1-1-1,-1 1 1,1 0 0,-1 0-1,0-1 1,1 1 0,-1-1-1,1 1 1,-1 0 0,1-1-1,-1 1 1,1-1-1,0 1 1,-1-1 0,1 0-1,0 1 1,-1-2 0,1 1-8,-1 0 1,1 0-1,0 0 0,0 0 1,0 0-1,0 0 0,0 0 1,0 0-1,1 0 1,-1 0-1,0 0 0,0 0 1,1 0-1,-1 0 0,1 0 1,-1 0-1,1 0 1,-1 0-1,1 0 0,0 0 1,-1 0-1,1 1 0,0-1 1,0 0-1,-1 0 1,2 0-1,27-20 2571,-23 17-1536,6-4-624,0 1 0,1 0 1,-1 0-1,1 1 0,1 1 1,-1 1-1,1 0 0,19-4 0,-24 7-391,1 1-1,-1-1 1,0 2-1,1-1 1,-1 1-1,0 1 0,0-1 1,1 2-1,-1-1 1,-1 1-1,1 1 1,0-1-1,14 10 0,-14-7 7,0-1 0,0 0 0,0 0 0,1-1-1,-1 0 1,1-1 0,0 0 0,0-1 0,0 0-1,0 0 1,18 0 0,-27-2-105,-1-1 1,0 1-1,1 0 1,-1 0 0,0-1-1,0 1 1,1 0-1,-1 0 1,0-1-1,0 1 1,1 0-1,-1-1 1,0 1-1,0 0 1,0-1-1,0 1 1,1 0-1,-1-1 1,0 1-1,0 0 1,0-1-1,0 1 1,0 0-1,0-1 1,0 1-1,0-1 1,0 1-1,0 0 1,0-1-1,0 1 1,0 0 0,-1-1-1,1 1 1,0 0-1,0-1 1,0 0-209,-3-6-3861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41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2561,'0'0'8481,"26"-10"-8238,84-34-140,-104 41-96,0 1 1,-1-1 0,1 1-1,0 1 1,0-1-1,0 1 1,1 0-1,-1 1 1,0-1 0,0 1-1,8 1 1,7 1 13,12-3 67,42 2 248,-73 0-325,-1-1 0,1 1 1,0 0-1,0-1 0,0 1 0,-1 0 1,1 0-1,0 0 0,-1 0 0,1 1 1,-1-1-1,1 0 0,-1 1 0,0-1 1,1 1-1,-1-1 0,0 1 0,0 0 1,0-1-1,0 1 0,0 0 1,-1 0-1,1 0 0,-1 0 0,1 0 1,-1-1-1,1 1 0,-1 4 0,1 6 101,0 0 0,0 0 0,-2 16 0,0-25-102,0 4 26,0-1 1,-1 1-1,0 0 0,0 0 1,0-1-1,-1 1 0,0-1 1,-1 0-1,-7 11 0,-46 53 201,37-46-182,-50 55-191,-105 93 1,175-172 477,1-20-52,0 17-294,0 0-1,0 0 0,1 1 0,-1-1 1,1 1-1,0-1 0,0 1 0,0-1 1,0 1-1,0 0 0,1 0 0,-1 0 1,1 0-1,-1 1 0,1-1 0,0 1 1,-1-1-1,1 1 0,0 0 0,6-2 1,6-1-28,1 0 0,24-3 1,26 2 11,112 5 0,-75 2 78,-53-2 230,-50 0-372,1 0 0,-1-1 0,0 1 0,0 0 0,0-1-1,0 1 1,0 0 0,0-1 0,0 1 0,0 0 0,0-1 0,0 1-1,0 0 1,0-1 0,0 1 0,0 0 0,0 0 0,0-1 0,0 1-1,0 0 1,0-1 0,0 1 0,-1 0 0,1-1 0,0 1 0,0 0-1,0 0 1,-1-1 0,1 1 0,0 0 0,-1-1 0,-12-1-3453,-4-1-2886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29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2577,'0'0'10066,"1"-8"-9757,0 1-244,2-13-189,0 22-19,1 16 0,20 164 645,-15-101-424,3 0 0,26 90 0,-38-170-59,0-1 0,0 1 1,0-1-1,0 0 0,0 1 0,0-1 1,0 0-1,0 1 0,0-1 0,0 0 1,0 1-1,0-1 0,1 0 1,-1 1-1,0-1 0,0 0 0,0 1 1,1-1-1,-1 0 0,0 1 0,0-1 1,1 0-1,-1 0 0,0 1 0,0-1 1,1 0-1,-1 0 0,0 0 1,1 0-1,-1 1 0,0-1 0,1 0 1,0 0-1,4-13 274,3-41-217,-5 30 23,0 8-58,2-1 1,-1 2-1,2-1 1,9-20 0,-11 29-4,-1 0 1,1 1 0,0 0 0,0 0 0,1 0-1,0 0 1,0 1 0,0 0 0,0 0 0,1 0-1,0 0 1,8-4 0,-5 7-58,-1 0-1,1 0 1,-1 1-1,1 0 1,0 0 0,-1 1-1,1 0 1,15 3-1,-3-2-54,-14 0 50,0 0 0,0 0 0,-1 0 0,1 1 0,-1 0 0,1 1 0,-1-1 0,0 1 0,0 0 0,0 1 0,0 0 1,0 0-1,-1 0 0,0 0 0,0 1 0,0 0 0,5 7 0,-4-6-30,-1 1 0,0 1-1,-1-1 1,0 1 0,0-1 0,0 1-1,-1 0 1,-1 0 0,1 1 0,-1-1 0,-1 0-1,1 1 1,-1 12 0,-1-18 26,0 1 0,0-1 0,0 0 0,-1 0 0,1 1 0,-1-1 0,0 0 0,0 0 0,0 0 0,-1 0 0,1 0 0,-1 0 0,1 0 0,-1 0 0,-3 4-1,1-4 62,0 1 0,-1-1 0,1 0 0,-1 0 0,1 0 0,-1 0 0,0-1 0,0 0 0,-6 2 0,-5 1 90,0-1 1,0-1-1,0 0 0,0-2 0,0 0 0,-1 0 1,-21-3-1,34 1-129,-1 0-1,1 0 1,-1 0 0,1 0 0,0-1 0,-1 0-1,1 0 1,0 0 0,0 0 0,0-1-1,1 0 1,-1 0 0,0 0 0,1 0 0,0 0-1,-5-6 1,6 6-433,0 0 0,0 0 0,0 0 0,0 0 0,1-1 0,-1 1 0,1 0 0,0-1 0,0 1 0,0-1 0,0 0 0,0-7 0,1-1-3449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0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2208,'0'0'10483,"145"-17"-9995,-106 9-280,-3 1-144,1 2-56,-4 0-8,-2 2-536,-6 1-753,3-3-767,-6 2-961,-11 3-2936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0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2481,'0'0'7841,"13"0"-7173,18 3-71,0-2 0,0-1-1,-1-2 1,59-10 0,-23-9-449,-23 6-3046,52-9 0,-64 18-771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47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24 760,'0'0'6408,"-3"-3"-5672,1 1-418,1 2-215,0-1 0,0 1 0,1-1 0,-1 1 0,0-1 1,0 0-1,1 1 0,-1-1 0,1 0 0,-1 1 0,1-1 1,-1 0-1,1 0 0,-1 0 0,1 0 0,0 1 0,-1-1 0,1 0 1,0 0-1,0 0 0,-1 0 0,1-1 1039,4 2-290,265 6 1663,7 0-5170,-278-3-995,-12-1 4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47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1688,'0'0'6234,"-7"13"-5692,-11 19-278,2 0 0,2 1 0,1 1 0,-15 60-1,52-105 836,-1-1-1055,38-14-1,-29 20 74,1 1 1,0 1-1,0 2 1,49 3-1,-32 0-40,-46-1-82,0 0 1,-1 0-1,1 0 0,-1 1 0,1 0 0,-1 0 1,1 0-1,-1 0 0,1 0 0,-1 1 0,0-1 0,0 1 1,0 0-1,0 0 0,0 0 0,5 5 0,-4-2-20,0-1-1,-1 1 0,0 0 0,0 0 0,0 0 0,0 1 0,-1-1 0,0 1 0,2 7 0,1 10-154,-1 0 0,-1 0 0,-2 0 0,0 25 0,-1-45 160,-1 3 4,0 0 0,-1-1 1,1 1-1,-1 0 0,0 0 1,0-1-1,-1 1 0,0-1 1,0 0-1,0 0 1,-1 0-1,1 0 0,-1 0 1,-1-1-1,1 0 0,0 0 1,-8 6-1,-6 3 28,0 0 1,-1-1-1,-29 14 0,33-19 133,0-1-1,0 0 1,-1-1-1,1 0 1,-1-2-1,0 0 1,-1 0-1,1-2 1,0 0-1,-1-1 1,-28-3-1,41 2-99,1 0 0,0-1 0,0 1 0,0-1 0,0 1 0,0-1 0,0 0 0,0-1 0,0 1 0,1 0 0,-1-1 0,1 1 0,0-1 0,0 0 0,-2-3 0,2 3-168,1 1 0,-1-1 0,1 0 0,0 1 0,0-1 0,0 0 0,0 0 0,0-4 0,1 6-146,0-1 0,0 1 0,0-1 0,0 1 0,0-1 0,0 1 0,0-1 0,1 1 0,-1-1 0,0 1 0,1 0 0,0-1 0,-1 1 0,1-1 0,0 1 0,1-2 0,10-7-5412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1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12 80,'0'0'9701,"-18"-2"-9058,3 0-518,-6-1 143,1 0-1,-1 2 0,1 1 0,-27 2 0,41 0-253,0 0 0,0 0-1,0 1 1,0-1 0,1 2 0,-1-1-1,1 0 1,0 1 0,0 0 0,0 0-1,0 1 1,1 0 0,-6 7 0,-1 2-24,1 0 1,0 0-1,-13 29 1,19-33 5,-1 0 0,1 1 0,1 0-1,0-1 1,1 1 0,0 0 0,0 1 0,1-1 0,1 0 0,0 0-1,2 18 1,-1-23 49,0 0-1,1-1 1,-1 1-1,1-1 1,0 1-1,1-1 1,0 1-1,0-1 1,0 0 0,0 0-1,1-1 1,-1 1-1,1-1 1,0 0-1,1 0 1,-1 0-1,1 0 1,0-1-1,0 0 1,0 0-1,0 0 1,0 0-1,8 2 1,2-1 208,0 0 0,0-1 0,0 0 0,1-2 0,-1 1 0,0-2 0,1 0 0,-1-1 1,1 0-1,-1-2 0,16-3 0,-15 2-730,-1-1 1,1 0 0,-1-1-1,0-1 1,0 0 0,13-9-1,-5-2-2694,-5 3-1874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2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1960,'0'0'6706,"41"0"-3040,24-3-2791,-1-4 0,94-21 1,-152 27-907,0 0-296,-14 1-10960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32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1904,'0'0'8378,"165"12"-7258,-126-12-55,-6-2-225,-5-6-104,-5 1-232,-7 2-280,-4 0-112,-10 2-112,1 1-456,-3-1-984,0 1-1265,0-3-3296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5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1344,'0'0'6532,"0"0"-6458,0-1 0,0 1 0,0 0 0,0 0 0,0 0 0,0-1 0,-1 1 0,1 0 0,0 0 0,0 0 0,0 0 0,0-1 0,0 1 0,0 0 0,0 0 0,0 0 0,0-1 0,0 1 0,0 0 0,0 0 0,0-1 0,0 1 0,0 0 0,0 0 0,0 0 0,0-1 0,0 1 0,1 0 0,-1 0 0,0 0 0,0 0 0,0-1 0,0 1-1,0 0 1,0 0 0,1 0 0,-1 0 0,0 0 0,0-1 0,0 1 0,0 0 0,1 0 0,-1 0 0,0 0 0,0 0 0,0 0 0,1 0 0,-1 0 0,0 0 0,0 0 0,0 0 0,1 0 0,-1 0 0,0 0 0,0 0 0,0 0 0,1 0 0,-1 0 0,0 0 0,0 0 0,0 0 0,1 0 0,-1 0 0,96 2 764,-24 0 292,88-9 0,-140 4-565,1-1 0,22-8 0,-38 11-339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8:53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1432,'0'0'6363,"28"-10"-5411,90-32-302,-111 39-592,-1 0 0,1 1 1,0 0-1,0 0 0,0 1 0,0 0 1,0 0-1,0 1 0,14 1 1,0 0-37,-15-1-23,0 1 1,-1 0-1,1 0 0,0 0 0,-1 0 0,1 1 1,-1 0-1,0 0 0,0 1 0,1-1 0,-2 1 1,1 0-1,0 1 0,0-1 0,4 6 0,-7-8 3,-1 1 0,1 0 0,-1-1 0,0 1 0,1 0 0,-1 0-1,0 0 1,0 0 0,-1 0 0,1 0 0,0 0 0,-1 1-1,1-1 1,-1 0 0,1 0 0,-1 5 0,-1-5 10,1 1 0,-1-1 1,0 1-1,1-1 0,-1 1 0,-1-1 0,1 1 1,0-1-1,0 0 0,-1 0 0,0 1 1,1-1-1,-1 0 0,0 0 0,0-1 0,0 1 1,-3 2-1,-15 12-146,0 0 0,-1-2-1,-1 0 1,0-2 0,0 0 0,-26 9 0,69-33 1012,25-6-394,-27 15-451,-1 0 1,1 1-1,0 0 1,0 2-1,0 0 1,20 4-1,-35-3-42,0-1-1,0 1 1,0 1-1,0-1 0,0 0 1,-1 1-1,1 0 1,-1 0-1,1 0 0,-1 0 1,0 0-1,1 1 1,-1 0-1,-1-1 0,1 1 1,0 0-1,-1 0 1,1 1-1,-1-1 0,0 0 1,0 1-1,0 0 1,-1-1-1,1 1 0,0 4 1,2 8-42,-1-1-1,-1 1 1,-1 0 0,0 30 0,-1-36 44,-1-4 9,0 0-1,0 0 0,-1-1 1,0 1-1,0-1 0,0 1 1,-1-1-1,1 0 1,-1 0-1,-1 0 0,1 0 1,-1 0-1,0-1 0,0 1 1,0-1-1,0 0 1,-8 5-1,-9 7 127,0-2 0,-37 20-1,51-30-23,0 0 0,0 0 1,0-1-1,0 0 0,-1-1 0,1 1 0,-1-2 0,1 1 0,-1-1 0,0 0 0,0 0 0,1-1 0,-1 0 0,0-1 1,0 0-1,0 0 0,1 0 0,-1-1 0,1 0 0,-1-1 0,-13-6 0,-15-11-3058,29 17 146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02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3881,'0'0'8580,"0"-9"-7798,0-30-170,0 30 507,0 11-1083,2 48 108,3-1 1,19 81-1,-3-18-21,27 154 752,-48-265-869,-1-1 0,1 0 1,0 0-1,0 0 0,0 0 1,0 0-1,0 0 0,0 1 1,0-1-1,0 0 0,0 0 1,0 0-1,0 0 0,0 0 1,0 1-1,0-1 0,1 0 1,-1 0-1,0 0 0,0 0 1,0 0-1,0 0 0,0 1 1,0-1-1,0 0 0,0 0 1,0 0-1,0 0 0,1 0 1,-1 0-1,0 0 0,0 0 0,0 0 1,0 1-1,0-1 0,0 0 1,1 0-1,-1 0 0,0 0 1,0 0-1,0 0 0,0 0 1,0 0-1,0 0 0,1 0 1,-1 0-1,0 0 0,0 0 1,0 0-1,0 0 0,0 0 1,1 0-1,4-9-613,3-13-3794,-5 11-1774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03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0 167 800,'0'0'10416,"4"-16"-9640,14-50-5,-17 63-702,1 0 0,0-1 0,0 1 1,0 0-1,0 0 0,0 0 0,1 0 0,-1 1 1,1-1-1,0 1 0,-1-1 0,1 1 0,0 0 1,1 0-1,-1 0 0,0 0 0,0 1 0,1 0 1,-1-1-1,5 0 0,5-3 146,10-2-145,-1 1 1,1 1-1,0 1 0,0 1 0,0 0 1,0 2-1,31 3 0,-29-2-60,-10 0-28,0 1-1,-1 1 1,1 0-1,-1 1 1,1 1-1,-1 0 1,0 1-1,-1 1 1,22 11 0,-27-13 4,0 1 1,-1 0 0,1 0 0,-1 1 0,-1 0 0,1 0-1,-1 0 1,0 1 0,-1 0 0,1 0 0,-1 1 0,-1 0 0,0-1-1,0 1 1,0 1 0,-1-1 0,3 10 0,-2 2-42,0 1 1,-2 0 0,0-1-1,-2 1 1,0 0-1,-1 0 1,-7 40-1,4-46 23,0-1 0,-1 1 1,0 0-1,-1-1 0,-1 0 0,0-1 0,-1 0 0,0 0 0,-1 0 0,-1-1 0,-15 16 0,13-18 123,-1 1 0,0-2 0,0 0 0,-1 0-1,0-1 1,0-1 0,-1 0 0,0-1 0,0-1 0,-1 0 0,0-1 0,1-1 0,-1-1-1,0 0 1,-1-1 0,1 0 0,0-1 0,-27-4 0,29 1-478,0 0 0,0-1 0,1 0 0,-1-1 0,1-1 1,0 0-1,0-1 0,-13-9 0,12 6-3395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0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3625,'0'0'6852,"6"0"-6191,97-8 866,129-7-317,-78 10-9270,-147 5 4261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04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1 117 1712,'0'0'8610,"26"-8"-7583,9-1-748,110-25 577,133-30 1000,-256 62-3187,-22 2 1165,1 0 0,-1 0 0,1 0 0,-1 1 0,0-1 0,1 0 0,-1 0-1,1 0 1,-1 0 0,0 0 0,1 1 0,-1-1 0,1 0 0,-1 0 0,0 1 0,1-1-1,-1 0 1,0 1 0,1-1 0,-1 0 0,0 1 0,0-1 0,1 0 0,-1 1 0,0-1 0,0 1-1,0-1 1,1 0 0,-1 1 0,0-1 0,0 1 0,0-1 0,0 1 0,0-1 0,0 1 0,0 9-3823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23 824,'0'0'12121,"2"-6"-11435,2-10-440,-4 16-242,0 0 0,1 0 0,-1 0 0,0 0 1,0 0-1,0 0 0,0 0 0,0 0 0,0 0 0,0 0 0,0 0 0,0 0 0,0 0 0,0 0 0,0 0 0,0 0 0,0 0 0,0 0 0,0 0 0,0 0 0,0 0 0,0 0 0,1 0 0,-1 0 0,0 0 0,0 0 0,0 0 0,0 0 0,0 0 0,0 0 0,0 0 0,0 0 0,0 0 0,0 0 0,0 0 0,0 0 0,0 0 0,0 0 0,0 0 0,0 0 0,0 0 0,0 0 0,0 0 0,0 0 0,0 0 0,1 0 0,-1 0 0,0 0 0,0-1 1,0 32 355,0-7-139,0 564 1168,1-555-1588,0-26 202,0-20 75,-1-152-158,1 158 106,1 0 0,-1-1 0,2 1 0,-1 0-1,1 0 1,0 1 0,0-1 0,0 1 0,1-1-1,0 1 1,1 0 0,0 0 0,-1 1 0,2 0-1,-1-1 1,12-7 0,-2 1 64,1 1-1,1 0 1,0 1-1,1 1 1,20-7 0,-25 11-98,1 0 1,0 1 0,0 1 0,0 1 0,1 0-1,19-1 1,-29 3-3,0 0 0,0 0 0,0 1 0,0-1 0,0 1-1,0 0 1,-1 1 0,1-1 0,0 1 0,-1 0 0,1 0 0,-1 0-1,0 1 1,1-1 0,-1 1 0,0 0 0,-1 0 0,1 1 0,-1-1-1,1 1 1,4 6 0,-1 4-12,-1-1 1,-1 1-1,0 0 0,0 0 0,-2 0 1,0 1-1,0 0 0,-2-1 0,0 1 1,0 0-1,-1 0 0,-4 23 0,3-29 8,-2 0 1,1 0-1,-1-1 0,0 1 0,-1-1 0,0 1 0,0-1 0,-1 0 0,0-1 0,-1 1 0,1-1 0,-1 0 0,-1-1 0,1 1 0,-1-1 0,0 0 0,-1-1 0,-10 7 0,0-1-11,-1-1 0,0 0 0,0-2 0,-1 0 0,0-1 0,-40 9 0,45-13-95,0-1 0,0-1 0,0 0 0,-30-2-1,42 1 44,0 0 0,0 0 0,0-1 0,0 0 0,0 0 0,0 0-1,0 0 1,0 0 0,0 0 0,0-1 0,0 1 0,0-1 0,1 0-1,-1 0 1,1 0 0,-1 0 0,1 0 0,0-1 0,0 1 0,0-1-1,0 1 1,1-1 0,-1 0 0,0 0 0,1 0 0,0 1 0,0-1-1,0-1 1,-1-4 0,0-62-4955,2 40-1132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3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91 832,'0'0'9917,"9"-9"-9088,-1 0-610,-4 5-124,0-1-1,0 1 1,0 0-1,0 0 1,1 1 0,0-1-1,0 1 1,0 0-1,0 0 1,0 1 0,10-4-1,11-1 87,-1 0 0,1 2 0,0 1 0,0 1 0,1 2 0,32 1 0,-56 0-194,0 1 0,0-1-1,-1 1 1,1 0 0,0 0 0,-1 0-1,1 0 1,0 1 0,-1-1 0,1 1-1,-1-1 1,0 1 0,0 0-1,1 0 1,-1 0 0,0 0 0,-1 0-1,1 0 1,0 1 0,-1-1 0,1 1-1,-1-1 1,0 1 0,1-1 0,-1 1-1,-1 0 1,1 0 0,0 0 0,-1-1-1,1 6 1,0-2-20,0 0 0,-1 0-1,0 0 1,0 0 0,0 1-1,-1-1 1,0 0 0,0 0-1,0 0 1,-1 0 0,0 0-1,0 0 1,-4 8 0,-11 9-83,-26 31 0,28-38-48,1 1 1,1 0-1,1 1 1,-12 22-1,24-40 179,0 0-1,-1 1 1,1-1-1,0 1 1,0-1-1,-1 1 1,1-1-1,0 1 1,0-1 0,0 1-1,0 0 1,0-1-1,0 1 1,0-1-1,0 1 1,0-1 0,0 1-1,0-1 1,0 1-1,0-1 1,1 1-1,-1-1 1,0 1 0,0-1-1,1 1 1,-1-1-1,0 1 1,0-1-1,1 0 1,-1 1 0,1-1-1,-1 1 1,0-1-1,1 0 1,-1 1-1,1-1 1,-1 0 0,1 0-1,-1 1 1,1-1-1,-1 0 1,1 0-1,-1 0 1,1 1 0,-1-1-1,1 0 1,-1 0-1,1 0 1,-1 0-1,2 0 1,36-1 871,-24 1-703,195-8 1159,-162 8-4181,-24 0-989,2 0-3619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4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3041,'0'0'5600,"8"0"-4610,57-1 1936,93 13-1,-11-1-1807,-77-10-1999,-43-1-2598,-13 0-807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0 4241,'0'0'8311,"-8"8"-8196,-309 262 1725,294-253-2008,-37 30-472,22-14-3601,69-32 3073,327-28 2660,-345 27-1499,118-11 64,-116 9-848,1-2 0,-1 0 0,21-8 0,-18 3-1348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5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5881,'0'0'8414,"6"13"-8054,5 20-183,-1 0-1,-2 0 0,7 52 1,-7 270 173,-10-217-403,2-137 29,0 0 0,0 0 1,0 0-1,0 0 0,0 0 0,0 1 0,0-1 1,0 0-1,1 0 0,-1 0 0,0 0 0,1 0 0,-1 0 1,1 0-1,-1 0 0,1 0 0,-1 0 0,1-1 1,0 1-1,-1 0 0,1 0 0,0 0 0,0-1 1,1 2-1,25 1-4199,-22-3 3366,11 0-3933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1720,'0'0'6402,"-27"19"-5878,-83 65-179,105-81-325,1 1-1,-1 0 1,1 0-1,1 1 1,-1-1 0,0 1-1,1 0 1,0 0-1,0 0 1,1 0-1,-1 0 1,1 0-1,0 1 1,0-1 0,1 1-1,0 0 1,0-1-1,0 1 1,1 0-1,-1 0 1,1 0-1,1 5 1,0 4 18,-2-10-18,1 1-1,1-1 1,-1 1-1,1-1 1,0 1-1,0-1 1,0 0-1,1 1 1,0-1-1,0 0 1,0 0-1,1 0 1,5 8-1,-4-9 38,1 1 1,-1-1-1,1 0 0,0-1 0,0 1 0,0-1 0,1 0 1,-1 0-1,1 0 0,0-1 0,-1 0 0,9 2 1,8 1 103,0-1 1,1-1-1,-1 0 1,1-2-1,-1-1 1,1 0-1,28-5 1,-45 4-136,-1-1-1,1 1 1,-1-1 0,1 0-1,-1 0 1,0 0 0,1-1-1,-1 1 1,-1-1 0,1-1-1,0 1 1,-1-1 0,1 0-1,-1 0 1,0 0 0,-1 0-1,1-1 1,-1 1 0,0-1-1,5-10 1,-3 3 75,0 0 1,-2 0-1,1-1 0,-1 1 1,-1-1-1,-1 0 0,1 1 1,-2-17-1,0 22-84,-1 1 1,0-1-1,-1 1 1,1-1-1,-1 1 1,0 0-1,-1 0 0,1 0 1,-1 0-1,0 0 1,-1 0-1,0 1 1,0 0-1,0 0 1,0 0-1,-1 0 1,1 0-1,-1 1 0,-1 0 1,1 0-1,0 0 1,-1 1-1,0 0 1,-8-3-1,5 2-209,0 0 1,-1 0-1,0 2 0,0-1 0,0 1 0,-18-1 0,20 2-332,0 1 0,1 0 0,-1 1 0,0 0 0,0 0-1,1 1 1,-1 0 0,-13 5 0,-7 12-4763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6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4521,'0'0'8188,"7"19"-7607,-1-2-446,3 6 50,-1 0 0,-1 1 0,6 37 1,-3 25 58,-7-52-220,1 0 0,2 0 1,13 44-1,-18-76 12,0 1 1,0-1-1,0 0 0,0 0 0,1 0 1,-1 0-1,1 0 0,-1 0 1,1 0-1,0-1 0,0 1 0,0-1 1,2 2-1,-3-2-131,0-1 0,-1 1 0,1-1 0,0 1 0,0-1 0,0 0 0,0 1 0,-1-1 0,1 0 0,0 0 0,0 0 0,0 0 0,0 0 0,0 0 0,0 0 0,-1 0 0,1 0 0,0 0 0,0 0 0,0 0 0,0-1 0,0 1 0,-1 0 0,1-1 0,0 1 0,0-1 0,0 1 0,-1-1 0,1 1 0,0-1 0,-1 1 0,1-1 0,0 0 0,-1 1 0,1-1 0,-1 0 0,1 0 0,5-9-4925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16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26 200,'0'0'7724,"-27"-4"-7046,-90-15-150,111 18-441,0 0 0,0 1 0,0-1 0,0 1 0,-1 0 0,1 1 0,0 0 0,0 0 0,0 0-1,0 0 1,0 1 0,0 0 0,0 0 0,1 1 0,-7 3 0,5-1 20,1 1 0,-1 0 0,1 0 1,0 1-1,0 0 0,1 0 0,-6 9 0,7-11-64,-4 8 28,1-1-1,0 1 1,1 0-1,0 1 1,1-1 0,0 1-1,-4 25 1,8-33-50,0 1 0,0 0 0,1-1 0,-1 1 0,1 0 0,1 0 1,0-1-1,-1 1 0,2 0 0,-1-1 0,1 1 0,0-1 0,1 1 0,-1-1 0,1 0 0,1 0 0,-1 0 1,8 8-1,-1-3 146,1-1 0,0-1 0,0 0 0,1 0 1,1-2-1,-1 1 0,1-1 0,0-1 1,1 0-1,-1-1 0,1-1 0,26 5 0,1-2 224,-1-3-1,1-1 1,53-4-1,-88 1-641,35-3 702,-40 3-603,0 0 1,0 0 0,0 0-1,0-1 1,0 1 0,0 0-1,0-1 1,0 1 0,0-1-1,0 1 1,0-1 0,0 1-1,0-1 1,0 1-1,0-1 1,0 0 0,0 0-1,-1 1 1,1-1 0,0 0-1,-1 0 1,1 0 0,-1 0-1,1 0 1,-1 0 0,1 0-1,-1 0 1,1 0 0,-1-2-1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6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1616,'0'0'4060,"17"3"-3688,34 5 359,431 44 986,-287-52-2217,-217 1-1039,-1 6-733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3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5 384,'0'0'12356,"2"-2"-11729,-2 2-616,0 0 0,1 0-1,-1-1 1,0 1 0,0 0 0,0 0 0,1 0 0,-1-1-1,0 1 1,0 0 0,1 0 0,-1 0 0,0 0 0,1 0-1,-1 0 1,0-1 0,0 1 0,1 0 0,-1 0 0,0 0-1,1 0 1,-1 0 0,0 0 0,1 0 0,-1 0 0,0 0-1,1 0 1,-1 1 0,0-1 0,0 0 0,1 0 0,-1 0-1,1 0 1,4 12 187,-1 28 67,-4-31-163,3 294 1955,-2-44-1628,-1-251-397,0 0-1,1 0 0,0-1 1,0 1-1,1 0 1,0 0-1,0-1 1,6 12-1,-8-19-29,0 1 1,0-1 0,0 0-1,0 1 1,0-1-1,1 0 1,-1 1-1,0-1 1,0 0-1,1 0 1,-1 1-1,0-1 1,0 0-1,1 0 1,-1 1-1,0-1 1,1 0-1,-1 0 1,0 0-1,1 0 1,-1 1-1,0-1 1,1 0-1,-1 0 1,0 0-1,1 0 1,-1 0-1,1 0 1,-1 0-1,0 0 1,1 0-1,-1 0 1,0 0-1,1 0 1,-1 0-1,0-1 1,1 1-1,-1 0 1,0 0-1,1 0 1,-1 0-1,0-1 1,1 1-1,-1 0 1,0 0 0,0 0-1,1-1 1,-1 1-1,0 0 1,0-1-1,1 1 1,-1 0-1,0-1 1,0 1-1,0 0 1,0-1-1,1 1 1,-1 0-1,0-1 1,0 1-1,0 0 1,0-1-1,0 1 1,0 0-1,0-1 1,8-24-1070,-7 24 916,4-19-2554,-2 0-2221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3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0 134 5569,'0'0'6796,"26"-21"-6190,84-64-151,-104 81-401,1 0 1,-1 0-1,1 0 1,0 1 0,8-3-1,13 4 193,-13 2-148,7 0-6,1 1 1,-1 1-1,1 1 1,-1 1-1,0 1 1,0 0-1,0 2 1,-1 1-1,0 0 1,0 2-1,21 13 1,-30-15-98,0-1-1,0 2 1,-1 0 0,0 0-1,0 1 1,-1 0 0,-1 1-1,0 0 1,0 1 0,-1 0 0,0 0-1,-1 0 1,-1 1 0,0 0-1,-1 1 1,0-1 0,-1 1 0,4 22-1,-6-20-3,0 1 0,-1-1 0,-1 1 1,-1-1-1,-4 29 0,3-36 25,-1 0 0,0-1 1,0 1-1,0 0 0,-1-1 0,0 0 1,-1 0-1,0 0 0,0 0 1,-1-1-1,-10 10 0,5-6 24,-2 0 0,1-1 0,-2 0 0,1-2-1,-1 1 1,0-1 0,-1-1 0,0-1 0,0 0 0,0-1-1,-20 4 1,0-3 119,1-1 0,-1-2-1,0-2 1,-40-2 0,67 0-126,1-1 0,-1 1 0,1-1 1,-10-4-1,-7-1-1733,0 3-5439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4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3393,'0'0'8516,"19"-4"-7578,4 0-656,5-2 272,57-3-1,173 6-401,-193 4-6910,-83-1 4089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8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18 488,'0'0'9650,"0"0"-9616,0-1 0,0 1 0,0-1 1,0 1-1,0 0 0,0-1 0,0 1 0,0-1 0,0 1 0,0 0 0,0-1 0,0 1 0,0-1 1,0 1-1,0-1 0,0 1 0,0 0 0,1-1 0,-1 1 0,0 0 0,0-1 0,1 1 1,-1 0-1,0-1 0,0 1 0,1 0 0,-1-1 0,0 1 0,1 0 0,-1 0 0,0-1 0,1 1 1,-1 0-1,1 0 0,292 0 2213,-129 0-1660,-69 0-3061,-106-1-902,3-3-3532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1672,'0'0'6999,"27"-4"-5589,3-1-1025,18-3 443,75-2 1,37 3 442,163-4-1294,-325 15-1549,-1 1 871,-1 0 1,0-1 0,0 0 0,0 1 0,-1-1 0,0-1-1,-6 5 1,-19 10-3080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29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 3673,'0'0'4301,"-11"25"-3903,-33 81-95,39-95-265,1 0 0,-1 0 1,2 0-1,0 0 0,0 0 0,1 1 0,0-1 0,1 1 0,0 14 1,3-26-7,-1 1 0,1 0 0,-1-1 0,1 1 0,-1-1 1,1 1-1,0-1 0,-1 0 0,1 0 0,0 0 1,-1 0-1,1 0 0,-1 0 0,4-1 0,0 1 184,29-1 130,-1-2 0,0-1 0,64-18-1,-75 17-239,0 0-1,41-3 1,-56 8-77,0 0 1,0 0-1,0 0 1,0 1-1,0 0 0,0 1 1,0-1-1,0 1 1,-1 0-1,1 1 0,-1 0 1,1 0-1,6 5 1,-4-2-41,-1 1 0,-1 0 0,1 1 0,-1-1 0,-1 1 1,1 1-1,-1-1 0,-1 1 0,0 0 0,0 1 1,-1-1-1,0 1 0,0 0 0,2 12 0,-1 2-92,-1 1-1,-1 0 0,-2-1 0,-2 47 0,1-66 94,-1 0 0,0-1 0,0 1-1,0 0 1,-1 0 0,0-1 0,0 1 0,0-1 0,0 0-1,-1 1 1,1-1 0,-1 0 0,0 0 0,0-1 0,-1 1-1,1-1 1,-1 0 0,0 1 0,0-2 0,0 1-1,0 0 1,0-1 0,-1 0 0,1 0 0,-1 0 0,-5 2-1,-8 1 257,1 0 0,-1-2 0,0 0 0,1 0 0,-35-1-1,41-2-211,0-1 0,1 0 0,-1-1 0,0 0 0,1 0 0,-1-1 0,1-1-1,0 1 1,0-2 0,0 1 0,1-2 0,-1 1 0,1-1 0,1 0 0,-1-1 0,-14-14-1,21 18-210,0 0 0,0 0 0,0-1-1,0 1 1,1 0 0,-1-1 0,1 1-1,0 0 1,0-1 0,0 0 0,0 1 0,1-1-1,0 1 1,-1-1 0,1 0 0,1 1-1,-1-6 1,1-1-1114,-1-13-3212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1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94 2513,'0'0'9440,"26"-14"-9080,87-44-189,-108 55-166,0 0-1,0 0 1,1 1-1,-1 0 1,1 0-1,-1 0 1,1 0 0,0 1-1,0 0 1,0 1-1,0-1 1,0 1-1,0 0 1,8 1 0,10 1-43,-21-2 28,0 0-1,-1 1 1,1-1 0,-1 0 0,1 1 0,0 0 0,-1-1 0,1 1 0,-1 0 0,1 0 0,-1 0-1,0 1 1,1-1 0,-1 1 0,0-1 0,0 1 0,0 0 0,0-1 0,0 1 0,2 4-1,-1-2-3,0 1 0,-1-1-1,0 1 1,0 0-1,0 0 1,0 0-1,-1 0 1,0 1-1,0-1 1,0 6 0,0 0 2,-1 1 0,0 0 1,-1-1-1,0 1 1,-1-1-1,0 1 1,-1-1-1,0 1 0,-6 12 1,-2-2-92,-2-1 0,0 0 0,0 0 0,-2-2 0,-1 0 0,0 0 0,-2-2 0,0 0 0,-37 27 0,52-43 95,3-1 164,0-2-141,0 0 0,1 0 0,-1 1 0,1-1 0,-1 0 0,1 1 0,0-1-1,0 0 1,0 1 0,0-1 0,0 1 0,0-1 0,0 1 0,1 0 0,-1-1-1,0 1 1,1 0 0,-1 0 0,1 0 0,-1 0 0,1 0 0,-1 0 0,1 1 0,0-1-1,-1 0 1,1 1 0,3-1 0,4-2-36,0 1 1,0 1-1,0-1 0,10 1 1,122 2-117,35-3 1339,-174 2-1118,1-1-1,-1 1 0,1-1 0,-1 0 0,0 0 0,0 0 1,1 0-1,-1 0 0,0 0 0,0 0 0,0-1 1,0 1-1,0-1 0,0 0 0,-1 1 0,1-1 0,-1 0 1,1 0-1,-1 0 0,1 0 0,-1 0 0,1-4 1,1 0-133,-1 1 0,0-1 0,0 0 0,-1 0 1,0 0-1,0 0 0,1-12 0,-2 17-27,-1 1 0,1-1 0,0 0 0,0 1 0,0-1 0,0 0 0,-1 1 0,1-1 0,0 0 0,0 1 0,-1-1-1,1 1 1,-1-1 0,1 1 0,0-1 0,-1 1 0,1-1 0,-1 1 0,1-1 0,-1 1 0,0-1 0,1 1 0,-1 0 0,1-1 0,-1 1-1,0 0 1,1 0 0,-1-1 0,0 1 0,1 0 0,-1 0 0,0 0 0,1 0 0,-1 0 0,0 0 0,0 0 0,-3 0-502,-16-3-3693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2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3385,'0'0'6755,"-25"0"-6239,-74 1-183,494 3 3092,-159-4-3105,-236 10-5369,0-7 325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3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0 1016,'0'0'8322,"-7"8"-7941,-99 103 994,-196 232-2132,302-343 709,-1 0 0,1 1 1,-1-1-1,1 0 0,0 1 1,0-1-1,-1 0 0,1 1 0,0-1 1,0 1-1,-1-1 0,1 0 0,0 1 1,0-1-1,0 1 0,0-1 1,0 1-1,0-1 0,-1 1 0,1-1 1,0 1-1,0-1 0,0 0 1,1 1-1,-1-1 0,0 1 0,0-1 1,0 1-1,0-1 0,0 1 0,0-1 1,1 0-1,-1 1 0,0-1 1,0 1-1,1-1 0,0 1 0,21 4-226,43-11 1032,-53 4-951,85-6 1372,132 7 0,-143 4-400,-1-4-1,116-15 1,-195 15-915,-4 1 71,-1 0-1,0 0 0,0 0 1,1 0-1,-1 0 0,0 0 1,0 0-1,1-1 1,-1 1-1,0 0 0,0-1 1,1 1-1,-1-1 0,0 1 1,0-1-1,0 0 0,0 1 1,0-1-1,0 0 1,0 0-1,0 0 0,0 0 1,0 0-1,-1 0 0,1 0 1,0 0-1,0-1 0,-4-1-2411,-11 1-2051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3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1816,'0'0'10621,"5"-10"-9670,15-32-268,-10 31-54,-4 16-429,1 17-200,-7-20 45,11 53 247,-3 1 1,0 64-1,-8 115-60,0-234-231,-12 124 55,6-82 127,0 49 0,6-92 280,8 0-14082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8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5129,'0'0'5859,"-6"7"-5631,-12 16-84,2 1-1,1 0 1,1 1 0,1 1 0,1 0 0,1 1 0,1 0-1,2 0 1,1 1 0,1 0 0,1 1 0,-2 55-1,7-65-138,1 111 5,1-112-10,0 0-1,1 0 1,1-1-1,0 1 1,9 18-1,-1-6-31,34 57-1,-39-76 105,0 0 0,1-1-1,0 0 1,1 0 0,0-1 0,0 0-1,1-1 1,11 8 0,-18-14 97,-1 0 1,1 0 0,0-1 0,-1 0-1,1 1 1,0-1 0,0 0 0,0 0-1,0-1 1,0 1 0,0 0 0,0-1-1,1 0 1,2 0 0,-4 0-324,1-1-1,-1 0 1,0 0-1,0 0 1,0 0 0,0 0-1,-1 0 1,1 0 0,0-1-1,0 1 1,-1-1-1,1 1 1,-1-1 0,1 0-1,-1 1 1,0-1 0,0 0-1,2-3 1,6-10-4478,-1 2-3123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8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5025,'0'0'7127,"29"-22"-6471,89-65-194,-112 83-422,0 1 0,0-1 0,0 1 0,1 0 0,10-3 1,8 6 104,-10 1-81,-8 0-55,1 0-1,-1 0 1,0 1-1,1 0 0,-1 0 1,0 0-1,0 1 1,0 0-1,-1 1 1,1-1-1,-1 1 0,0 0 1,0 1-1,0 0 1,0 0-1,-1 0 1,0 0-1,0 1 0,0 0 1,-1 0-1,0 0 1,0 1-1,-1-1 1,1 1-1,-1 0 1,-1 0-1,0 0 0,0 0 1,0 1-1,1 12 1,-2-10-9,-1 0 0,-1 0 1,0 0-1,0 0 0,-1 0 1,0 0-1,0 0 0,-1-1 1,-1 1-1,0-1 1,0 0-1,-1 0 0,0 0 1,0 0-1,-1-1 0,0 0 1,0 0-1,-14 11 0,-20 23-591,-2-3 0,-1-1 0,-86 56 0,116-87 485,16-10 312,23-10-185,6 9-31,0 1 0,0 2-1,41 4 1,-48-1 315,1-1 0,0-2-1,0 0 1,0-1 0,-1-2 0,28-7 0,-49 10-254,0 0 1,1-1-1,-1 0 1,0 1-1,-1-2 0,1 1 1,0 0-1,0-1 1,-1 1-1,0-1 1,1 0-1,-1-1 1,0 1-1,-1 0 1,5-6-1,-5 5-456,0 0-1,-1 0 0,1 0 1,-1 0-1,0-1 0,0 1 1,0 0-1,-1-1 1,1-7-1,-1 1-3310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39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2633,'0'0'8479,"1"-1"-8462,-1 1 1,0 0 0,0-1 0,0 1-1,0 0 1,1-1 0,-1 1 0,0 0-1,0-1 1,1 1 0,-1 0-1,0 0 1,0-1 0,1 1 0,-1 0-1,0 0 1,1-1 0,-1 1 0,0 0-1,1 0 1,-1 0 0,1 0-1,-1 0 1,0-1 0,1 1 0,-1 0-1,1 0 1,-1 0 0,0 0 0,1 0-1,-1 0 1,0 0 0,1 0-1,-1 1 1,1-1 0,-1 0 0,0 0-1,1 0 1,-1 0 0,1 1 0,8 4 242,1 0 0,-1 0 1,0 1-1,-1 1 1,1 0-1,-1 0 1,9 11-1,1-1 12,18 17-96,-1 2 0,-2 1 1,-1 2-1,38 62 0,-56-79-188,-2 1-1,-1 0 0,-1 1 0,0 0 1,-2 1-1,-1 0 0,-1 0 0,-1 0 1,-2 1-1,2 37 0,-4-51-2,-1 1 0,0-1-1,-1 0 1,-1 1 0,0-1-1,0 0 1,-1 0 0,-1 0 0,0 0-1,0 0 1,-1-1 0,-1 0-1,0 0 1,-9 13 0,-4 1-35,0-2 0,-2-1 1,-23 21-1,32-39-3159,7 0-535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41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9338,'0'0'6229,"0"2"-6230,-2 7-5,1 0 0,-2-1 1,1 1-1,-1-1 0,0 1 0,-1-1 0,0 0 1,-9 12-1,-5 14 43,1 5-37,2 1 0,1 1-1,2 0 1,3 0 0,0 1 0,3 0-1,2 1 1,1 56 0,3-77-46,-1 1-53,1 1 1,1-1-1,1 0 0,1 0 1,12 43-1,11 2-88,4-1-1,58 98 0,-87-162 234,1 0-1,0 0 0,0 0 0,0-1 0,0 1 1,0 0-1,1-1 0,-1 0 0,1 1 1,4 2-1,-4-4-209,-1 0 0,1 0 0,-1-1 0,0 1 0,1-1 0,0 0 0,-1 1 0,1-1-1,-1 0 1,1 0 0,-1-1 0,1 1 0,-1-1 0,5-1 0,10-2-3747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42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1 696,'0'0'6691,"-3"0"-6130,-12 0-54,11 0 400,11 0 357,221 9 2908,-82-1-2837,-22-5-1709,-127 7-3624,-11-3 1643,-3-1-458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4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 2721,'0'0'8100,"23"-12"-7377,74-33-135,-92 43-541,0 0 0,0 0 1,0 0-1,1 1 0,-1-1 0,0 2 0,1-1 1,-1 0-1,1 1 0,-1 0 0,7 1 0,5 0 62,-6-1-71,0 2 0,0-1 0,-1 1 1,1 1-1,0 0 0,-1 0 0,1 1 1,-1 0-1,15 10 0,-19-11-52,-1 0-1,1 1 1,-1-1-1,-1 1 1,1 0 0,0 0-1,-1 1 1,0-1-1,0 1 1,0 0-1,-1 0 1,1 1-1,-1-1 1,0 1 0,-1-1-1,1 1 1,-1 0-1,2 8 1,-4-6-12,1-1 1,-1 0 0,0 1-1,-1-1 1,1 0-1,-1 0 1,-1 1 0,0-1-1,0 0 1,0 0 0,-6 11-1,2-8-36,0 1-1,-1-1 0,0 0 1,0 0-1,-2-1 1,-11 11-1,-10 5-280,-2-1 1,-1-1-1,-43 22 0,74-45 330,-2 3-17,0 0-20,0-1 0,-1 1 0,1-1 0,-1 0 0,0 0 0,1 0 1,-1-1-1,0 0 0,0 0 0,-7 1 0,14-13 698,1 8-599,1 1-1,-1-1 1,1 0 0,-1 1-1,1 0 1,0 0-1,0 0 1,0 0 0,0 1-1,0 0 1,5-1 0,51-10 442,-27 10-318,1 0 0,37 4 0,-66-1-172,0-1 1,-1 1-1,1 1 1,-1-1-1,1 1 1,-1 0-1,0 0 1,0 0-1,0 0 1,0 1 0,0-1-1,0 1 1,-1 0-1,1 0 1,-1 1-1,0-1 1,0 1-1,0-1 1,0 1-1,3 6 1,-2-2 5,0 0 1,0 0-1,-1 0 0,0 1 0,0-1 1,-1 1-1,0-1 0,-1 1 1,1 17-1,-2-20 1,0 1 0,0-1 0,-1 1 0,0-1 0,-1 0 0,1 1 0,-1-1 0,-1 0 0,1 0 0,-1 0 0,0 0 0,0-1 0,0 1 0,-1-1 0,0 0 0,0 0 0,-1 0 0,1 0 0,-1-1 0,-6 5 0,0 0 62,1 0 0,-1-1 0,-1-1 0,0 0 1,1 0-1,-2-1 0,1-1 0,-1 0 0,0 0 0,0-2 0,0 1 0,-1-2 0,1 0 0,-1 0 1,-18-1-1,23-1-49,-1 0 1,1 0 0,-1-1-1,1 0 1,0-1 0,-12-3-1,18 3-267,0 1 1,1 0-1,-1-1 0,1 0 1,-1 1-1,1-1 0,-1 0 1,1 0-1,0 0 0,0-1 0,0 1 1,1 0-1,-1-1 0,0 1 1,1-1-1,0 0 0,-1 0 1,1 1-1,0-1 0,1 0 1,-1 0-1,0 0 0,0-4 0,0-8-4557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39:43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1592,'0'0'8870,"31"16"-7975,99 57-303,-116-64-540,-1 0 0,0 1-1,0 0 1,-1 1 0,0 0-1,-1 1 1,-1 0 0,0 1-1,0 0 1,7 15 0,-4-9-26,4 9-12,-1 0 0,-1 0 0,-2 2 1,0-1-1,-3 2 0,8 31 0,-9-20-19,-2-1 1,-3 1-1,-1 1 1,-2 44-1,-2-71-60,-1 0 0,-1-1-1,0 1 1,-2-1 0,1 0 0,-2 0-1,0-1 1,0 1 0,-1-1 0,-13 18 0,4-9 187,0-1 0,-2-1 1,0-1-1,-1 0 1,-25 18-1,42-36-159,-1 0 1,1-1-1,0 0 0,-1 1 0,1-1 0,-1 0 0,0 0 0,1-1 1,-1 1-1,0 0 0,1-1 0,-1 1 0,0-1 0,0 0 0,1 0 0,-5-1 1,4 1-582,-6 0-2397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0:28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1 760,'0'0'122,"3"1"-110,-2 0-46,0 0 0,0 0 0,1 0 0,-1 0 1,0 0-1,0 0 0,0 1 0,0-1 1,-1 0-1,1 1 0,0-1 0,-1 0 1,1 1-1,0-1 0,-1 1 0,0-1 1,1 1-1,-1-1 0,0 1 0,0-1 1,0 1-1,0 0 0,0-1 0,0 1 1,0-1-1,-1 3 1,1 2 81,0 208 208,0-213-245,0 0 1,0 0 0,0 0 0,0 0-1,0-1 1,0 1 0,0 0 0,0 0-1,1 0 1,-1 0 0,0-1 0,1 1-1,-1 0 1,1 0 0,-1-1-1,0 1 1,1 0 0,0-1 0,-1 1-1,1 0 1,-1-1 0,1 1 0,0-1-1,-1 1 1,1-1 0,0 1 0,0-1-1,0 1 1,2 0 6,-1-1-1,1 0 1,-1 1 0,1-1-1,-1 0 1,1 0-1,-1 0 1,1 0 0,4-2-1,4 0 3,1-2-1,-1 0 0,14-6 0,3-2-32,0 1 0,1 1 0,0 2-1,0 1 1,59-6 0,152 9-316,-209 6 305,59 13-1,-61-9 96,0-1 0,45 2 0,-72-7-132,0 0 0,0-1-1,1 1 1,-1 0 0,0-1 0,0 1 0,0-1-1,0 0 1,0 1 0,0-1 1,0 0-1,-1 0-1,4-2 1,-3 1 277,0-1 0,1 1 0,-1-1 1,0 1-1,0-1 1,-1 0-1,1 1 0,0-1 1,-1 0-1,0 0 1,0 0-1,2-6 0,-1-1 610,0 0 0,-1 0 0,0 1-1,-1-1 1,0 0 0,-2-15-1,1 24-831,1 1-1,0-1 1,0 1-1,0-1 1,-1 1-1,1 0 1,0-1-1,-1 1 1,1-1-1,0 1 1,-1-1-1,1 1 1,-1 0-1,1-1 1,0 1-1,-1 0 1,1 0-1,-1-1 1,1 1-1,-1 0 1,1 0-1,-1 0 1,1-1-1,-1 1 1,1 0-1,-1 0 1,0 0-1,0 0 1,-20 0-845,14 1 129,-10-1-1688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3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6 176 144,'0'0'6980,"0"-24"-5263,0-127 2142,-2 273 88,-1 187-3964,3-290 45,1 0-1,1 0 0,1 0 1,1 0-1,0-1 0,2 0 1,10 26-1,-16-44-101,0 1 0,0-1 1,0 0-1,0 1 0,1-1 0,-1 1 0,0-1 1,0 0-1,1 0 0,-1 1 0,0-1 0,1 0 0,-1 1 1,0-1-1,0 0 0,1 0 0,-1 0 0,1 1 1,-1-1-1,0 0 0,1 0 0,-1 0 0,0 0 1,1 0-1,-1 0 0,1 0 0,-1 1 0,0-1 1,1 0-1,-1 0 0,1-1 0,-1 1 0,0 0 1,1 0-1,-1 0 0,1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3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3609,'0'0'6832,"9"-15"-6024,28-46-20,-33 56-700,0 1-1,0-1 0,0 1 1,1 0-1,-1 0 0,1 0 0,0 1 1,0 0-1,1 0 0,-1 0 1,0 0-1,1 1 0,7-3 1,9-3 159,-7 1-64,1 1 1,0 0-1,31-6 0,-43 11-187,1 1-1,0-1 0,-1 0 0,1 1 1,0 0-1,0 0 0,-1 1 1,1-1-1,0 1 0,-1 0 1,1 1-1,0-1 0,-1 1 1,0-1-1,1 1 0,-1 1 0,0-1 1,7 5-1,3 8-13,0-1 0,-1 2 1,-1 0-1,0 0 0,-1 1 0,-1 1 1,0 0-1,-2 0 0,0 1 0,-1 0 0,0 0 1,-2 1-1,-1-1 0,0 1 0,-1 1 1,-1-1-1,-1 27 0,-1-28 15,0 10-14,-1 1 0,-6 40 1,5-61 23,1 0 0,-2-1 1,0 1-1,0-1 1,0 0-1,-1 1 0,0-2 1,0 1-1,-1 0 0,0-1 1,-1 0-1,-8 9 1,10-13 68,0 1 0,-1-1 1,0 0-1,1-1 0,-1 1 1,0-1-1,0 0 1,0 0-1,0-1 0,-1 1 1,1-1-1,-9 1 0,-9 0 210,-39-2 0,30-1-315,-53-5-1694,40 1-2852,30 3 169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3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1712,'0'0'10475,"81"-8"-9435,-39 0-352,5-2-384,3-2-128,3-1-176,-5 6-392,-9 2-712,-6 5-705,-10 0-791,-12 0-1465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3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97 1136,'0'0'6743,"-5"0"-6296,-11-2 60,18-1 768,34-1 1152,-25 2-2287,204-41 2757,-38 5-2039,-165 36-1146,0 1 0,0 0-1,0 1 1,16 1 0,-27 0 206,-1-1 0,1 0 0,-1 1 0,1-1 0,0 0 1,-1 1-1,1-1 0,-1 1 0,1-1 0,-1 1 0,0-1 1,1 1-1,-1-1 0,1 1 0,-1-1 0,0 1 0,0 0 1,1-1-1,-1 1 0,0 0 0,0-1 0,0 1 0,0 0 1,1-1-1,-1 1 0,0 0 0,-1 1 0,1 24-1931,0-17 655,0 14-2639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4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60 124 928,'0'0'11336,"2"-12"-10756,-1 3-465,-1 6-88,1-1-1,-1 1 0,0 0 0,1-1 0,0 1 0,-1 0 0,1 0 0,1 0 0,-1 0 0,0 0 0,1 0 1,0 0-1,-1 0 0,1 1 0,0-1 0,0 0 0,1 1 0,-1 0 0,0-1 0,1 1 0,3-2 1,4-1 34,1-1 0,1 2 1,-1-1-1,1 2 0,-1 0 1,1 0-1,13-1 0,11 1-75,38 1 0,-59 3 21,-10-1-16,-1 0-1,1 0 1,0 1-1,-1 0 1,1 0 0,-1 0-1,0 0 1,1 1 0,-1-1-1,0 1 1,0 0-1,0 1 1,0-1 0,0 1-1,-1 0 1,1 0-1,-1 0 1,0 0 0,1 0-1,-1 1 1,-1 0 0,1-1-1,-1 1 1,1 0-1,-1 0 1,0 0 0,0 1-1,-1-1 1,0 0-1,2 6 1,0 4-4,-1 0 0,0 1 0,-1-1 1,0 0-1,-1 0 0,-1 1 0,0-1 0,-6 27 0,0-19 28,0 0 1,-1 0-1,-1-1 0,-20 32 0,-56 78 27,55-90-114,-61 65 0,71-86-434,0-1 0,-2-1 1,0-1-1,-44 25 0,53-37 180,10-7 362,7-6-18,1 3-39,0 0 1,1 1-1,-1 0 1,1 0-1,0 0 0,0 1 1,0 0-1,1 0 1,7-3-1,67-18-23,-77 23 46,68-14 35,108-9 1,43-8 2481,-212 29-2289,-8 3-228,0 0 0,-1 0 0,1-1 0,0 1 0,0-1 0,-1 0 0,1 0 0,0 0 0,-1 0 0,1 0 0,-1-1 0,0 1 0,1-1 0,-1 0 0,0 1 0,0-1 0,0 0 0,0 0 0,0 0 0,0-1 0,-1 1 1,1 0-1,2-6 0,14-45-4430,-9 24-1041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4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2336,'0'0'5524,"25"-1"-4090,165-11 963,-63-3-843,132-7-1691,-240 24-2188,-19-2 2099,1 1 1,-1-1-1,1 1 1,-1-1 0,1 1-1,-1 0 1,0-1-1,1 1 1,-1-1 0,0 1-1,0 0 1,1-1-1,-1 1 1,0 0 0,0-1-1,0 1 1,0 0 0,0-1-1,0 1 1,0 0-1,0-1 1,0 2 0,0 11-4206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4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2713,'0'0'4913,"-17"18"-4427,-48 55-172,45-43-81,20-14-38,2-10-80,-2-5-70,1 0 0,-1 0 0,1 0 0,0 0 0,0 0 1,-1 0-1,1 0 0,0-1 0,0 1 0,0 0 0,0 0 1,0-1-1,0 1 0,0-1 0,0 1 0,0-1 1,0 1-1,0-1 0,0 0 0,1 0 0,-1 1 0,0-1 1,0 0-1,0 0 0,2 0 0,38 1 716,-32-1-607,324-3 703,-328 3-861,0 0 1,0 1 0,0 0-1,-1-1 1,1 2 0,0-1-1,0 0 1,-1 1 0,1 0-1,-1 0 1,1 0 0,-1 1-1,0 0 1,0 0 0,0 0-1,4 4 1,-2-1 4,-1 0 1,1 1-1,-1 0 0,-1 0 0,1 1 0,-1-1 0,-1 1 1,6 14-1,-4-3 1,0 0 1,-1 1 0,-1-1 0,-1 1-1,-1 0 1,0-1 0,-4 30 0,1-36 3,-1-1 1,0 0 0,-1-1-1,-1 1 1,0-1 0,0 1-1,-1-1 1,-1-1 0,-13 19 0,9-16 5,0 1 1,-1-1 0,-1-1-1,0 0 1,-1-1 0,-20 13 0,25-19 55,-1 0-1,1-1 1,-1 0 0,0-1 0,0 0 0,-1-1 0,1 0 0,0 0 0,-1-1 0,1-1 0,-1 0 0,1 0 0,-1-1 0,-10-2 0,6 0-440,0 0 0,0-1 0,0-1 0,1 0 0,0-1 0,0-1 0,0 0 0,-20-15 0,15 6-3633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5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41 288,'0'0'5138,"-4"0"-4451,-2 0-304,0 0-219,0-1-1,0 1 1,0 1 0,0-1 0,0 1 0,0 0 0,0 1 0,0-1 0,0 1-1,0 0 1,1 0 0,-1 1 0,-5 3 0,5-2-112,4-2 19,-1 1 0,0-1 0,0 0-1,0-1 1,-1 1 0,1-1 0,0 1 0,-1-1-1,-6 2 1999,30-11-1045,75-13-539,2 4 0,124-7 0,-132 16-284,-6 3-94,-83 5-82,-10 0-2017,-6 0 44,-3 0-1575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5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40 2312,'0'0'3509,"-14"25"-3159,-42 77 111,55-100-407,0 1-1,-1-1 1,1 0 0,0 1-1,0-1 1,0 1 0,0-1-1,1 1 1,-1 0-1,1-1 1,0 1 0,-1 0-1,1-1 1,0 1 0,1 0-1,-1-1 1,0 1-1,1 0 1,-1-1 0,1 1-1,0 0 1,0-1 0,0 0-1,0 1 1,3 3 0,0-2 29,-1-1 0,1 0 0,0 0 0,0 0 0,0 0 0,0-1 0,1 1 0,-1-1 0,6 2 0,-2-1 23,10 3 56,-1-1 0,1 0 1,0-2-1,1 0 0,-1-1 0,0-1 0,1 0 0,35-4 0,-48 2-120,0 0 0,0 0 0,0 0 0,-1 0 0,1-1 1,-1 0-1,1 0 0,-1-1 0,0 1 0,0-1 0,0 0 0,0-1 0,0 1 0,-1-1 0,1 0 0,-1 0 0,0 0 0,0-1 0,-1 1 0,1-1 0,-1 0 0,0 0 0,0 0 0,-1 0 0,1-1 0,-1 1 1,-1-1-1,1 0 0,-1 1 0,0-1 0,0 0 0,0 0 0,-1-11 0,0 10-25,0 0 1,0 0 0,-1 0-1,0 0 1,0 0-1,-1 0 1,1 0 0,-6-10-1,5 13-8,-1-1 0,0 1-1,0 0 1,0 0-1,0 1 1,-1-1 0,0 1-1,0-1 1,0 1 0,0 0-1,0 1 1,-8-4 0,3 1-209,0 1 0,-1 0 0,1 0 0,-1 1 0,0 1 0,0 0 0,0 0 0,0 1 0,0 0 1,-1 0-1,1 2 0,0-1 0,0 1 0,-1 0 0,1 1 0,0 1 0,1-1 0,-1 1 0,0 1 1,1 0-1,0 0 0,0 1 0,0 0 0,0 1 0,1 0 0,0 0 0,-11 11 0,-17 23-2476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5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3 3017,'0'0'3964,"-17"9"-3623,-53 33 15,64-37-321,1-1 1,0 1 0,0 1-1,0-1 1,1 1-1,0-1 1,0 1 0,0 1-1,1-1 1,0 0 0,0 1-1,0 0 1,1-1 0,0 1-1,-1 11 1,1-12-33,-2 14 20,2 1-1,0 0 1,1 29 0,1-45 5,1-1 1,0 1-1,0 0 1,0-1-1,1 1 1,-1-1-1,1 1 1,0-1-1,1 0 1,-1 0-1,1 0 1,0 0-1,0 0 1,0-1-1,0 1 1,0-1-1,1 0 1,0 0-1,-1 0 1,1-1-1,0 1 1,1-1-1,4 3 1,11 4 223,0 0-1,0-2 1,37 9 0,-31-9-93,0-3 0,1 0 0,0-1 0,-1-2 0,1 0 0,47-7 0,-70 6-80,0-1-1,0-1 0,1 1 0,-1 0 1,-1-1-1,1 0 0,0 0 0,0 0 1,-1 0-1,1 0 0,-1-1 0,0 0 1,1 0-1,-1 0 0,3-4 0,-2 1 90,1-1 0,-2 1 0,1-1 0,-1 0-1,0 0 1,0 0 0,3-15 0,-2 2 99,-1-1 1,-1 0 0,-1 0 0,-1 0-1,-3-26 1,1 38-251,0 0-1,0 0 1,-1 0-1,0 0 1,-1 1-1,0 0 1,0-1-1,-1 1 1,0 1-1,0-1 0,-10-10 1,11 13-238,-1 0 0,1 0 0,-1 1 0,0-1 0,0 1-1,-1 0 1,1 1 0,-1-1 0,1 1 0,-1 0 0,0 1 0,-1-1 0,1 1 0,0 0 0,-1 1 0,-10-2 0,3 4-3140,7 3-2328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1:59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13 4281,'0'0'9490,"0"-1"-9456,0 1 1,0-1-1,0 1 1,0-1-1,0 1 1,0 0-1,0-1 0,0 1 1,0-1-1,0 1 1,0-1-1,0 1 0,0-1 1,-1 1-1,1-1 1,0 1-1,0-1 1,0 1-1,-1 0 0,1-1 1,0 1-1,-1-1 1,1 1-1,0 0 1,-1-1-1,0 1 0,-2 1-20,0 0-1,1 0 1,-1 0-1,0 1 0,0-1 1,1 1-1,-1 0 0,1-1 1,-1 1-1,1 1 0,0-1 1,0 0-1,-3 5 0,-26 37 105,30-43-118,-6 12 2,0 0 1,1 1-1,1-1 1,0 1-1,1 0 1,0 1-1,1-1 1,-1 18-1,1 16-12,3 56 0,1-77 6,0 1-25,2 0 0,1-1-1,1 1 1,17 52 0,-14-60-31,0 1 0,1-2 0,0 1 0,2-1 0,1-1-1,26 34 1,-30-43 122,1-1 0,0 1 0,1-2 0,0 1 0,0-1-1,1-1 1,16 8 0,-17-13-4353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0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56 24,'0'0'6935,"-6"-2"-6416,-16-5-99,22 7-396,0 0 1,0 0 0,0 0 0,0 0 0,0 0-1,1 0 1,-1 0 0,0 0 0,0 0-1,0 0 1,0 0 0,0 0 0,0 0 0,0 0-1,0 0 1,0 0 0,0-1 0,0 1-1,0 0 1,0 0 0,0 0 0,0 0 0,0 0-1,0 0 1,0 0 0,0 0 0,0 0 0,0 0-1,0 0 1,0 0 0,0 0 0,0 0-1,0-1 1,0 1 0,0 0 0,0 0 0,0 0-1,0 0 1,0 0 0,0 0 0,0 0-1,0 0 1,0 0 0,0 0 0,0 0 0,0 0-1,0 0 1,0 0 0,0 0 0,0 0-1,0 0 1,0-1 0,-1 1 0,1 0 0,0 0-1,0 0 1,0 0 0,0 0 0,0 0-1,0 0 1,0 0 0,0 0 0,10-2 542,12-1 0,71 1 1292,-19 0-401,79-10 1,-141 10-1175,0-1 0,1-1 1,21-9-1,-33 13-615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1040,'0'0'9112,"26"-13"-8343,86-41-156,-105 50-551,0 1-1,1 1 0,-1-1 0,1 1 0,0 1 1,0-1-1,0 1 0,0 1 0,0-1 1,0 1-1,10 2 0,8-1 46,-23-1-104,1 0-1,0 0 1,-1 0 0,1 1-1,-1-1 1,1 1-1,-1 0 1,1 0 0,-1 0-1,0 1 1,1-1 0,-1 1-1,5 2 1,-6-2-11,0 0 1,-1 0-1,1 1 0,0-1 1,-1 0-1,1 1 0,-1-1 0,0 1 1,1-1-1,-1 1 0,-1-1 1,1 1-1,0 0 0,-1-1 1,1 1-1,-1 0 0,0 4 1,1-1-22,-1 0 1,0-1 0,-1 1 0,1-1-1,-1 1 1,0-1 0,0 0 0,-1 1-1,0-1 1,0 0 0,0 0 0,0 0-1,-1 0 1,0 0 0,0-1 0,0 1-1,-1-1 1,1 0 0,-1 0 0,0 0-1,-9 6 1,-19 16-729,-61 39 0,18-16-1278,69-45 2952,10-5-297,6-1-402,1-1 0,-1 0 1,16-6-1,-16 4-101,1 1-1,-1 1 1,1 0 0,0 0 0,15-1-1,-11 3-56,0 1 0,0 0 0,0 1 1,18 3-1,-24-2-57,-1 1 0,0 0 0,0 0 0,0 0 0,-1 1 0,1 1 0,-1-1 0,12 10 0,-13-9-6,0 1-1,0-1 1,-1 1-1,0 0 0,0 1 1,0-1-1,-1 1 0,0 0 1,-1 0-1,1 0 1,-1 1-1,3 12 0,-3-8 28,-1 0 0,0 0 0,-1-1 0,0 1 0,-1 0 0,-1 0 0,-3 23 0,3-30 59,0 0 0,-1 0 0,0-1 0,0 1 0,0-1 0,0 1 0,-1-1 0,0 0 0,0 0 0,0 0 0,0 0 0,0 0 1,-1-1-1,0 1 0,0-1 0,0 0 0,0 0 0,0-1 0,0 1 0,-1-1 0,0 0 0,1 0 0,-1 0 0,0-1 0,-10 2 1,-10 2 134,0-2 1,-1 0 0,-46-3-1,49 0-455,19 0 118,-16-2-751,20 2 742,-1-1-1,1 1 1,-1 0-1,1-1 1,-1 1-1,1-1 0,-1 1 1,1 0-1,-1-1 1,1 1-1,0-1 1,-1 0-1,1 1 0,0-1 1,-1 1-1,1-1 1,0 1-1,0-1 1,0 0-1,-1 1 0,1-1 1,0 0-1,0 1 1,0-1-1,0 1 1,0-1-1,0-1 0,0-5-2781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1712,'0'0'9996,"0"0"-9956,0 0 1,0-1-1,0 1 1,0-1-1,0 1 1,0 0-1,0-1 1,0 1-1,0-1 1,0 1-1,0-1 1,0 1-1,0 0 1,0-1-1,1 1 1,-1 0-1,0-1 0,0 1 1,0-1-1,0 1 1,1 0-1,-1-1 1,0 1-1,0 0 1,1-1-1,-1 1 1,0 0-1,1 0 1,-1-1-1,0 1 1,1 0-1,-1 0 1,1-1-1,5 3 34,0 0 0,0 0 0,0 0 1,-1 1-1,1-1 0,-1 1 0,1 1 0,-1-1 0,0 1 0,5 4 0,50 49 467,-57-54-533,16 18 18,0 1 0,-1 0-1,-2 1 1,0 1 0,-1 1-1,-2 0 1,0 1-1,15 48 1,-17-33-53,-1 1 1,-2 0-1,-1 0 0,-3 1 1,-1 51-1,-2-67-19,0-20 43,-1 1 0,0-1 0,0 1 0,0 0 1,-1-1-1,0 1 0,-1-1 0,0 1 0,0-1 1,-5 12-1,-16 20-5393,15-24 687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3705,'0'0'4980,"0"-3"-4416,0-3 949,0 11-703,0 5-734,1 1 0,1-1 0,0 1 0,4 14 0,0-15-47,2 1 1,-1-1-1,1 0 1,1-1-1,-1 1 1,2-2-1,-1 1 1,1-2-1,0 1 1,1-1-1,0-1 1,0 0-1,0 0 0,23 7 1,14 2 45,-1-1 1,69 8-1,-108-20-71,125 16 63,265 2 1,-383-21-45,1-1 0,0 0 0,-1-1 0,1-1 0,-1 0 0,0-1 0,0-1 1,-1 0-1,26-16 0,-18 8 98,-1 0 1,0-1-1,-1-2 1,-1 0-1,23-26 1,-40 40-114,0 1-15,0 0-1,0 0 1,0-1 0,0 1 0,0-1 0,-1 1 0,0-1-1,1 0 1,0-3 0,-16 21-12040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2617,'0'0'6462,"0"0"-6439,0 0-1,1 0 0,-1 0 1,1 0-1,-1 0 1,0 0-1,1-1 1,-1 1-1,1 0 0,-1 0 1,1 0-1,-1 0 1,0 0-1,1 1 0,-1-1 1,1 0-1,-1 0 1,0 0-1,1 0 0,-1 0 1,1 0-1,-1 1 1,0-1-1,1 0 0,-1 0 1,0 1-1,1-1 1,-1 0-1,0 1 0,0-1 1,1 0-1,-1 1 1,0-1-1,1 1 0,2 5 114,0 0-1,0 1 0,0 0 1,-1-1-1,0 1 0,0 0 1,-1 0-1,1 0 0,-1 11 1,3 11 121,65 360 816,-68-386-1382,2 8 968,5-8-4617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3305,'0'0'7953,"13"-13"-7412,43-45-11,-49 53-476,1 1-1,-1 0 0,1 0 1,0 0-1,0 1 1,0 0-1,0 1 0,1-1 1,-1 2-1,1-1 1,-1 1-1,1 1 0,0-1 1,-1 1-1,16 2 1,1-1-41,-13-1-27,-1 1-1,0 0 1,0 1-1,0 0 1,0 0-1,-1 2 0,1-1 1,-1 1-1,0 0 1,0 1-1,0 1 0,0-1 1,-1 2-1,0-1 1,0 1-1,-1 0 1,0 1-1,0 0 0,-1 0 1,0 1-1,0 0 1,-1 0-1,0 1 0,-1-1 1,0 1-1,0 1 1,-1-1-1,0 0 0,-1 1 1,0 0-1,2 21 1,-4-19 0,0 0 1,-1 0-1,0 0 0,-1 0 1,0-1-1,-1 1 0,0 0 1,-1-1-1,-1 0 1,0 1-1,0-1 0,-1-1 1,-1 1-1,-14 21 1,11-21 103,-1 0 1,0 0 0,-1-1-1,0-1 1,-1 0 0,0 0-1,0-1 1,-1 0 0,-1-2 0,1 1-1,-1-1 1,-1-1 0,1-1-1,-1 0 1,0-1 0,0 0-1,0-1 1,0-1 0,-1 0-1,-18-1 1,16-1-152,11 1-80,1-1 0,-1 0 0,1 0 1,-1 0-1,1-1 0,-1 0 0,1 0 0,-1 0 0,1-1 0,0 0 0,0 0 0,0-1 0,-6-3 0,11 6-42,1-1 0,-1 1 0,1-1 0,-1 1 0,1-1 0,-1 1 0,1-1 0,-1 0 0,1 1 0,0-1 0,-1 1 0,1-1 0,0 0 0,-1 1 0,1-1-1,0 0 1,0 1 0,0-1 0,0 0 0,0 0 0,0 1 0,0-2 0,0-6-3603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4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2665,'0'0'9522,"156"-11"-8738,-106 9-352,-2-1-280,-6 1-144,-6-3-8,-5 5-304,-6 0-472,-3 0-729,-8 0-823,-3 0-1617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56 312,'0'0'7275,"-8"0"-6566,-26 0-150,26 0 596,10 0-472,118-6 2743,62-16-2623,-109 12-659,-35 1-90,10 0-623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5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4369,'0'0'7269,"15"-12"-6690,48-38-91,-58 47-453,0-1 0,1 1-1,0 1 1,0-1-1,0 1 1,0 0-1,0 0 1,0 1 0,0 0-1,1 0 1,-1 0-1,1 1 1,-1 0 0,0 0-1,8 1 1,8 0-58,-18-1 14,0 0 1,1 1-1,-1 0 0,0-1 0,0 2 0,0-1 1,1 0-1,-1 1 0,0 0 0,-1 0 0,1 0 1,0 0-1,-1 1 0,1-1 0,-1 1 1,1 0-1,-1 0 0,0 0 0,-1 0 0,1 1 1,0-1-1,-1 1 0,0 0 0,0 0 0,0 0 1,0 0-1,1 4 0,2 7-19,-1 0 0,0 0 0,-2 0 0,1 1 1,-2-1-1,0 21 0,-1-25-6,-2 1 0,1-1 1,-2 0-1,1-1 0,-2 1 1,1 0-1,-1-1 0,-1 0 1,0 1-1,0-2 0,-1 1 1,0-1-1,-1 0 0,-10 11 1,-4 2-160,-1 0 0,-1-2 1,-1 0-1,-27 16 0,32-22-261,33-18 250,11-5 133,20-1 341,90-11 1,-32 7 622,-73 9-924,65-14 1157,-36-2-5114,-47 13-653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4457,'0'0'7890,"170"-15"-6850,-111 15-320,-4 0-120,-7 0-288,-9 0-184,-3 0-128,-5 0-64,-3 0-296,-6 0-552,-2 3-416,-12 7-681,-5 0-911,-3 0-1889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0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3281,'0'0'2838,"-9"18"-2522,-24 54-127,25-44-31,8-27-136,0-1-1,0 1 1,0 0 0,0-1 0,0 1 0,0 0 0,0-1-1,0 1 1,1 0 0,-1-1 0,0 1 0,0 0-1,1-1 1,-1 1 0,0-1 0,1 1 0,-1-1 0,0 1-1,1-1 1,0 2 0,1-2 49,0 1 0,0 0 1,-1-1-1,1 1 0,0-1 0,0 0 0,0 1 1,0-1-1,0 0 0,0 0 0,0 0 0,0-1 1,2 0-1,7 1 66,95-1 1423,118 2 269,-219-1-1830,0 1 0,0-1 0,-1 1 0,1 0 0,0 0 0,-1 1 1,1-1-1,-1 1 0,1 0 0,-1 0 0,0 1 0,1-1 1,-1 1-1,-1 0 0,1 0 0,0 0 0,-1 1 0,0-1 0,1 1 1,-1 0-1,-1 0 0,1 0 0,-1 0 0,1 0 0,-1 0 1,2 8-1,0 1 4,0 0 1,-2 0-1,1 0 0,-2 0 1,1 1-1,-2-1 1,0 0-1,-3 20 1,2-28 50,0-1 1,0 0-1,0 0 1,-1 0-1,0 0 1,0 0-1,0 0 1,0 0 0,-1 0-1,0-1 1,1 0-1,-1 1 1,0-1-1,-1 0 1,1 0 0,0-1-1,-1 1 1,0-1-1,1 1 1,-1-1-1,0 0 1,0-1-1,0 1 1,-6 1 0,-4 1 196,-1 0 0,0 0 0,0-2 0,-1 0 1,-25 0-1,22-2-307,1-1 0,-29-6-1,-8-6-2871,32 9-631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69 3689,'0'0'6781,"15"-10"-6178,50-32-90,-60 39-451,0 1 0,0 0 0,0 0 0,1 0-1,-1 0 1,0 1 0,1 0 0,-1 1 0,1-1-1,0 1 1,-1 0 0,1 0 0,8 2 0,9-1 97,-15-1-135,0 0-1,0 0 1,0 1 0,-1 0 0,1 1 0,0 0 0,-1 0 0,1 0 0,13 7 0,-17-6-28,0 0 1,0 0-1,0 0 0,0 1 1,0 0-1,-1-1 1,1 1-1,-1 1 1,0-1-1,-1 0 1,1 1-1,-1-1 1,1 1-1,-1 0 0,-1 0 1,3 6-1,-1-1 9,-1 0-1,0 1 0,0-1 0,-1 0 0,0 1 0,-1-1 0,0 0 0,-1 1 0,0-1 1,-1 0-1,0 1 0,0-1 0,-1 0 0,0-1 0,-1 1 0,0 0 0,-1-1 0,0 0 1,0 0-1,-1 0 0,0-1 0,-1 0 0,-13 14 0,6-8-45,0-1 0,-1 0 0,-1 0-1,0-2 1,0 0 0,-1-1 0,0 0 0,-1-2 0,0 0-1,-1-1 1,0-1 0,0 0 0,0-2 0,0 0-1,-38 2 1,56-7 35,1 1-1,-1-1 0,1 1 0,0-1 1,-1 1-1,1-1 0,0 1 0,-1-1 1,1 1-1,0-1 0,0 0 0,0 1 1,0-1-1,-1 1 0,1-1 0,0 0 1,0 1-1,0-1 0,0 0 0,0 1 1,0-1-1,1 1 0,-1-1 0,0 0 1,0 1-1,0-1 0,1 1 0,-1-1 1,0 0-1,0 1 0,1-1 0,-1 1 1,1-1-1,3-2-14,-1 1 1,0 0-1,1-1 0,0 2 1,0-1-1,-1 0 1,1 1-1,0 0 0,0 0 1,1 0-1,5-1 0,55-3-9,-45 3 31,222-21 1013,-191 16-152,0-3 1,83-28 0,-132 38-871,0-1 1,0 0 0,0 1 0,0-1-1,0 0 1,0 0 0,0 0 0,0 0 0,-1-1-1,1 1 1,0 0 0,-1-1 0,3-2-1,0-16-4147,-4 9-656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3441,'0'0'6220,"3"6"-6054,-1-3-128,-1 0 0,1-1 0,-1 1-1,0 0 1,0 0 0,0 1-1,0-1 1,-1 0 0,1 0 0,-1 0-1,0 0 1,0 1 0,0-1 0,0 0-1,-1 0 1,1 0 0,-1 0-1,0 0 1,0 1 0,0-1 0,0 0-1,0-1 1,-1 1 0,1 0-1,-1 0 1,0-1 0,-2 4 0,-70 83 293,52-66-748,1 1 1,1 1-1,2 1 0,-24 42 0,42-67 387,0-1-1,0 1 1,-1-1-1,1 1 1,0-1 0,0 1-1,0-1 1,0 1-1,-1-1 1,1 1-1,0-1 1,0 1-1,0 0 1,0-1 0,0 1-1,0-1 1,1 1-1,-1-1 1,0 1-1,0-1 1,0 1-1,0-1 1,1 1 0,-1-1-1,0 1 1,0-1-1,1 1 1,-1 0-1,18 6-170,31-6 512,-36-2-374,65 1 521,119-17 0,-21-6-2105,-158 21-788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1400,'0'0'7781,"0"-2"-6827,2 7-703,83 273 2350,-72-229-2460,8 24-49,15 62 399,-33-122-210,-1-18-403,-3-19-2723,-6 4-2299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2473,'0'0'8355,"0"-7"-7685,0-20-129,0 20-9,0 15-398,2 41 361,3 0 0,15 62 0,3 28-289,-18-93-179,6 79 297,-8-124-1105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1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2777,'0'0'7619,"27"-3"-6711,5-2-675,19-3 215,56-1-1,18 1 217,65-1-2048,-190 24-3873,-4 0 810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0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4929,'0'0'6173,"3"3"-5957,1 4-135,-1 0 0,0 0 0,0 0-1,0 0 1,-1 0 0,0 1 0,0-1 0,1 13-1,3 73 941,-4-63-777,1 26 133,0 17 37,24 136 0,-22-205-1735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4049,'0'0'6303,"26"-16"-5499,84-52-235,-105 64-527,1 1 0,0 0 0,0 1 0,0-1 0,0 1 0,0 0 0,0 0 0,0 1 0,1 0 0,-1 0 0,0 0 0,1 1 0,-1 0-1,1 0 1,6 2 0,14 0 15,-7 0-43,0 0-1,-1 2 0,1 0 0,-1 1 0,0 1 1,0 1-1,-1 0 0,0 2 0,0 0 1,-1 1-1,0 0 0,20 18 0,-29-21-14,-1-1 1,0 2-1,0-1 0,-1 1 0,0 0 0,0 1 0,-1-1 0,0 1 1,-1 0-1,1 1 0,-2-1 0,1 1 0,3 17 0,-3 4 4,0 0 1,-2 1-1,-2 33 0,0-41-5,0-18 17,-1-1 0,0 1 0,0-1 1,0 1-1,-1-1 0,1 0 0,-1 1 0,-1-1 0,1 0 1,-1-1-1,0 1 0,0 0 0,0-1 0,-1 1 0,1-1 0,-1 0 1,0 0-1,0-1 0,-1 1 0,1-1 0,-1 0 0,1 0 0,-8 3 1,-8 4 234,0-1 1,-1-1-1,0-1 1,-34 6-1,33-8-19,-1-1-1,-43 1 0,57-5-270,0 0 0,0 0-1,1-1 1,-1 0-1,0-1 1,0 0 0,1-1-1,-1 0 1,1 0-1,-10-5 1,17 7-137,-1 0 0,1 0 0,0 0 0,-1 0 1,1 0-1,0 0 0,0 0 0,0 0 0,0-1 0,0 1 0,0 0 0,0-1 0,1 1 0,-1-1 0,0 1 0,1-1 0,-1 1 1,1-1-1,-1 1 0,1-1 0,0 1 0,0-1 0,0 0 0,0 1 0,0-1 0,0 1 0,1-4 0,-1-2-1484,0-8-4499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1408,'0'0'10202,"153"-3"-8889,-86 1-401,0-6-480,-5 3-280,-6 0-152,-6-2 0,-6 4-648,-7 3-616,-4 0-969,-11 0-1768,-10 0-1248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10898,'0'0'1873,"154"-23"-3914,-112 16-2528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2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18 1584,'0'0'5003,"-10"3"-4403,-31 5 71,31-6 354,30-2-838,158 1 942,196-2-46,-364 0-1019,0 0 0,0 0 0,0-1 0,0 0 0,14-6 0,1-7-4979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0 3953,'0'0'6323,"3"15"-5895,0-3-298,0-4-52,-1-1-1,0 1 1,0-1-1,-1 1 1,0 0 0,-1 0-1,1-1 1,-2 1-1,1 0 1,-1 0 0,-2 10-1,-3-3 65,0 0 0,-1 0 0,-1 0-1,0-1 1,-13 16 0,-55 66 232,66-85-351,-31 36-134,-85 74 0,-1-25-4186,167-101 3869,87-27 1306,156-19 0,-177 34-483,53-18-1137,-157 34 620,16-8-2051,-15 4-150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2801,'0'0'7787,"0"-8"-6867,5 102 16,4-1 0,23 96-1,-9-54-831,-19-115-102,-1 6 2,2 0-1,0-1 1,18 47-1,-23-71-82,1 0 0,0-1-1,-1 1 1,1 0 0,0 0 0,0-1-1,0 1 1,0-1 0,0 1-1,0-1 1,0 1 0,0-1 0,0 0-1,0 1 1,0-1 0,0 0 0,0 0-1,0 0 1,0 0 0,0 1 0,2-2-1,26-1-4209,-27 2 3881,17-4-6322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2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9 1200,'0'0'4592,"-27"-2"-4149,-84-4-71,102 6-253,0 0 1,0 0 0,0 1-1,0 0 1,0 0 0,0 1 0,0 0-1,1 1 1,-1 0 0,1 0-1,0 1 1,-1 0 0,-9 6-1,-1 2 122,11-8-134,0 1 0,0-1-1,0 2 1,1-1 0,0 1-1,0 1 1,1-1 0,0 1 0,-8 11-1,11-13-84,0 0 0,0 0 0,1 0-1,0 0 1,0 1 0,0-1 0,1 1 0,0-1-1,0 1 1,0-1 0,1 1 0,0 0 0,0 0-1,0-1 1,1 1 0,1 7 0,0-8-15,-1 0 0,2 0 0,-1-1 0,0 1 0,1 0 0,0-1 0,0 0 0,0 1 0,1-1 0,-1-1 0,1 1 0,0 0 0,0-1 0,0 0 0,1 0 0,7 4 0,3 2-38,1-2 1,-1 0-1,31 9 0,-27-12-76,0 0 0,0-1 0,0-1 0,0-1-1,0 0 1,26-4 0,-41 3 110,1 0-1,-1-1 1,0 0-1,0 0 1,1 0-1,-1-1 1,0 1-1,0-1 1,0 0-1,-1 0 1,1-1-1,0 1 0,-1-1 1,1 1-1,5-7 1,-5 3-1,0 0-1,0 0 1,0 0-1,0 0 1,-1-1 0,0 1-1,0-1 1,3-13 0,-1-7 374,-1-1 0,-1 0 0,-1-53 1,-2 66 37,-2-29 1455,1 40-1137,3 15-483,0 4-420,5 20 202,20 61-1,-4-20 25,4 49 31,-15-67-121,1-1-1,24 59 1,-34-108 72,-2-3 46,1 0 0,0-1 0,0 1 1,0 0-1,0-1 0,1 0 0,-1 1 0,1-1 1,0 0-1,1 0 0,6 6 0,-5-9-1195,-10-1-2941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2:4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3849,'0'0'4233,"0"3"-5514,-9-3-1999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6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1 568,'0'0'10520,"6"0"-10003,3 3-262,1 0-1,-1 0 1,0 1 0,-1 0-1,1 0 1,-1 1-1,1 0 1,-1 1 0,9 8-1,72 67 596,-76-68-785,20 24-66,-1 2 1,-1 1-1,26 46 1,-54-81-30,9 8-251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1856,'0'0'11552,"-3"2"-11644,-2 2 96,0 1 1,0 1-1,1-1 0,0 0 0,0 1 0,0 0 1,1 0-1,0 0 0,0 1 0,0-1 0,-1 9 1,-8 14 132,-62 113 281,42-85-337,-34 86 0,66-142-106,0-1-1,0 1 1,0-1-1,0 1 0,0-1 1,0 1-1,1-1 1,-1 1-1,0-1 0,0 1 1,0-1-1,0 1 1,1-1-1,-1 0 1,0 1-1,1-1 0,-1 1 1,0-1-1,1 0 1,-1 1-1,0-1 0,1 0 1,-1 1-1,0-1 1,1 0-1,-1 0 1,1 1-1,-1-1 0,1 0 1,-1 0-1,1 0 1,-1 0-1,1 1 0,-1-1 1,1 0-1,-1 0 1,1 0-1,-1 0 0,1 0 1,-1 0-1,1-1 1,-1 1-1,1 0 1,33 0-2277,-25 0 1044,28 0-4468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2593,'0'0'8531,"8"-7"-7779,26-21-189,-33 27-547,0 0 0,0 0 0,0 0 0,0 0 0,1 1 0,-1-1 0,0 0 0,1 1 0,-1-1 0,0 1 0,1-1 0,-1 1 0,1 0 0,-1 0 0,0-1 0,1 1 0,-1 0 0,1 0-1,-1 1 1,1-1 0,-1 0 0,1 0 0,-1 1 0,0-1 0,1 1 0,-1-1 0,0 1 0,1-1 0,-1 1 0,0 0 0,0 0 0,1 0 0,-1-1 0,0 1 0,0 0 0,0 1 0,0-1 0,0 0 0,-1 0 0,2 2 0,1 2-21,0 0 0,0 1-1,-1-1 1,0 0 0,0 1 0,0-1-1,1 11 1,-3-11-5,1 0 0,-1 0-1,0 0 1,0 0 0,0 0 0,-1 0 0,0 0-1,0 0 1,0 0 0,-1 0 0,1 0 0,-1 0-1,-3 5 1,-2 0-26,0 0 1,0-1-1,-1 0 0,-10 9 0,-15 18-395,32-36 433,1 0 1,0 1 0,-1-1 0,1 0-1,0 1 1,-1-1 0,1 0 0,0 1-1,0-1 1,-1 1 0,1-1 0,0 0-1,0 1 1,0-1 0,0 1 0,-1-1-1,1 1 1,0-1 0,0 1 0,0-1-1,0 1 1,0-1 0,0 0 0,0 1-1,0-1 1,1 1 0,-1-1 0,0 1-1,0-1 1,0 1 0,0-1 0,1 1-1,15 5 337,33-5 360,-37-1-658,86 0-2627,-79 0-1343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6 208,'0'0'11795,"145"-5"-11011,-103 5-240,-6 0-384,-2 0-160,-9 5-472,-3 2-792,-5 1-1057,-11 2-2280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4257,'0'0'7546,"170"8"-6466,-126-8-528,-4 0-352,-1 0-200,11 0-856,-6 0-1833,-5 0-5065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8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1640,'0'0'5863,"23"0"-4481,166 0 2728,-64 0-968,-83 0-5086,0 0-4483,-31 0-795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18 992,'0'0'11299,"156"-18"-10435,-98 18-160,-2 0-136,0 0-192,-8 0-216,-9 0-160,-9 0-192,-7 0-792,-12 0-824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2633,'0'0'4251,"-20"13"-3716,-62 41-168,79-51-329,-1-1 1,1 1 0,0 0-1,-1-1 1,1 2 0,1-1-1,-1 0 1,-4 7 0,6-8-20,1-1 1,-1 1-1,1 0 0,-1 0 1,1 0-1,-1 0 1,1-1-1,0 1 1,0 0-1,0 0 0,1 2 1,-1 5 45,0-8-49,1-1 0,-1 1-1,0-1 1,1 1 0,-1-1-1,0 1 1,1-1 0,-1 1-1,1-1 1,-1 1 0,1-1-1,-1 1 1,1-1-1,-1 0 1,1 1 0,-1-1-1,1 0 1,-1 1 0,1-1-1,0 0 1,-1 0 0,1 0-1,0 0 1,-1 1-1,1-1 1,-1 0 0,1 0-1,0 0 1,0-1 0,26 2 231,-22-1-163,60-2 615,-36 0-428,1 2-1,-1 1 0,40 5 0,-63-4-268,-1-1 0,1 1 0,-1 0 0,1 0 0,-1 0 0,1 1 1,-1 0-1,0 0 0,0 0 0,-1 1 0,1 0 0,-1 0 0,1 0 0,-1 0 0,-1 1 0,1-1 0,0 1 0,-1 0 1,0 0-1,4 11 0,-3-6 2,0 1 0,-1 0 0,-1 0 0,1 0 1,-2 0-1,0 1 0,0-1 0,-1 0 0,-2 22 0,1-29 27,0 0 0,0 0 0,-1 0-1,1 0 1,-1 0 0,0 0 0,0 0-1,0-1 1,-1 1 0,1-1 0,-1 1-1,0-1 1,0 0 0,0 0 0,0 0-1,-1-1 1,1 1 0,-1-1 0,1 0-1,-1 0 1,0 0 0,0 0 0,0-1-1,0 0 1,-5 2 0,-8 1 253,0 0 0,0-1 0,0-1 1,-32 0-1,19-1-158,19 0-175,-1 0 0,1-1 0,0-1 0,0 0 0,0 0 1,-14-5-1,24 6-67,0-1 0,0 1 0,-1-1 0,1 1 1,0-1-1,0 0 0,0 0 0,0 0 0,0 1 0,0-1 0,0 0 1,1 0-1,-1 0 0,0-1 0,0 1 0,1 0 0,-1 0 0,1 0 1,-1 0-1,1-1 0,-1 1 0,1 0 0,0 0 0,0-1 0,0 1 1,-1 0-1,1-1 0,0 1 0,1 0 0,-1-1 0,0 1 0,0 0 1,0 0-1,1-1 0,-1 1 0,1 0 0,-1 0 0,2-2 1,12-10-3685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0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0 144,'0'0'6032,"-11"0"-4812,-30 0 5,31 0-207,113 8 2164,-30-1-2321,25-5 783,-26-2-2200,-25 3-4367,-32-3 293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37 600,'0'0'7351,"21"-6"-6908,72-15-6,-84 18-385,1 1-1,-1 0 0,1 1 1,0 0-1,-1 1 0,1 0 1,0 0-1,-1 1 0,13 3 1,-16-3-49,-1 1 0,0 0 0,0 0 0,0 1 0,0-1 1,0 1-1,0 0 0,-1 1 0,1-1 0,-1 1 0,0-1 1,0 2-1,-1-1 0,1 0 0,-1 0 0,0 1 0,0 0 0,0 0 1,0 0-1,-1 0 0,0 0 0,0 0 0,1 7 0,2 8 181,0-1-1,-1 1 1,-2 0-1,0 0 0,-1 21 1,1-1 185,0-29-293,-2 0 1,1 0-1,-1-1 0,-1 1 0,0 0 0,0 0 0,-1 0 1,-3 10-1,-6-7-1137,-1-12-2927,4-2-547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4049,'0'0'8218,"187"8"-7706,-143-3-224,-2 0-256,0 0-32,8 2-768,-8 3-1249,-6-5-2944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2457,'0'0'6095,"24"0"-4479,288-3 1219,248-8-2144,345-15-685,-590-6 45,-149 12 21,-124 17-719,-51 19-2151,-19 5 923,-8 0-499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1144,'0'0'6058,"-24"14"-5620,-80 43-142,-39 11 10,107-53-607,0 2-1,-38 25 1,61-30-216,13-11 520,0-1 0,0 0 0,0 0 0,0 0 0,0 1 0,0-1 0,0 0 0,0 0 0,0 0 0,0 1 0,0-1 0,0 0 0,0 0 0,0 0 0,0 1 0,0-1 0,0 0 0,0 0 0,0 0 0,0 1 0,0-1 0,1 0 0,-1 0 0,0 0 0,0 0 0,0 0 0,0 1 0,0-1 0,1 0 0,-1 0 0,0 0 1,0 0-1,0 0 0,1 0 0,-1 0 0,0 0 0,0 1 0,0-1 0,1 0 0,30 2 626,-26-2-649,269 2 2791,1 1-3976,-248-6-2715,-20-2-613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4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 2737,'0'0'10678,"0"-4"-10330,-14 170 576,6 126-521,8-290-383,0 0 1,-1 0-1,2 0 0,-1 0 1,0 0-1,0 0 0,1 0 1,-1 0-1,1 0 0,-1 0 1,1 0-1,0 0 1,0-1-1,0 1 0,0 0 1,0-1-1,0 1 0,0 0 1,1-1-1,-1 1 0,0-1 1,1 0-1,-1 0 1,3 2-1,0-1-497,1-1 0,-1 1 0,1-1 0,-1 0 1,1 0-1,0-1 0,-1 1 0,1-1 0,5 0 0,4 0-5200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963 1 3633,'0'0'2404,"-13"-1"-2125,-44 2-124,54 0-153,0-1 1,0 1 0,0-1-1,0 1 1,0 0 0,1 0-1,-1 1 1,0-1 0,1 1-1,-1-1 1,1 1 0,-1 0-1,1 0 1,0 0 0,0 0-1,-3 3 1,-5 5 24,3-3 13,-64 55 336,3 4 0,-86 106 0,137-150-343,0 2 1,2 0 0,1 1-1,0 0 1,2 1 0,1 1-1,1 0 1,2 0 0,0 1-1,2-1 1,1 2 0,-2 44-1,5-20 19,3 0-1,3 0 1,9 54-1,-9-88-59,1 1 0,0-1-1,2 0 1,0-1 0,1 1 0,1-1-1,0-1 1,2 0 0,0 0 0,1-1-1,18 19 1,37 33 63,64 68 258,-111-112-273,-2 1 1,-1 0 0,0 1 0,15 35 0,-15-21 19,-3 1-1,0 1 1,-3 0 0,-2 1-1,-1 0 1,-3 0 0,-1 1-1,-2-1 1,-6 60-1,1-72 41,-2-1 0,-1 0 0,-2 0 0,-1-1 0,-16 38 0,-75 137 428,74-155-397,-47 89 175,-118 240-53,157-300-219,3 3 0,-38 162 1,54-164-29,5 0 1,-2 143 0,14-196 8,2-1 0,0 1 0,2-1 1,0 0-1,20 47 0,4 13-13,-12-8-54,16 145-1,-19-108 55,-5-38-14,1 119 0,-11-161-1,-2 0 0,-2 0 0,-1 0 0,-2 0 0,-20 61 0,-135 265 36,-9 26-21,153-336 1,3 2 1,1-1-1,4 2 1,1-1 0,-3 103-1,12-127 9,8 173 63,-5-177-62,1-1 0,2 1 0,0-1-1,1 0 1,1-1 0,17 32-1,21 20 28,2-2 0,109 121 0,-124-154-41,-12-14 12,14 15 25,42 63 0,-68-87-14,1 1-1,-2-1 0,0 1 0,-1 1 0,-1-1 0,-1 1 0,6 34 0,-6-6 156,-2 1-1,-1 0 0,-11 89 1,-2-61-80,-33 120 0,14-90-88,-189 627 273,176-622-226,26-74 8,3 1-1,-18 69 1,-23 114 55,1-3 0,45-169-61,2 1 1,-2 77-1,8-90 118,1 36 133,0-67-297,1 0 0,0 0 0,0-1 0,0 1 0,0 0 0,1 0 0,0-1 0,0 1 0,0-1 1,0 0-1,5 6 0,9 7 12,1-1-1,0-1 1,1-1 0,1 0 0,0-1 0,28 13-1,-23-13-21,-1 1 1,-1 1-1,0 1 0,29 27 0,-30-20-8,0 1 1,-1 1-1,-2 1 0,0 0 1,15 33-1,-24-39 15,0 0 0,-2 0-1,0 1 1,-1 0 0,-1 0 0,-2 0 0,0 0 0,1 33-1,-4-29 37,1-1 58,-2 0 1,0 0-1,-9 46 0,-53 237 358,53-236-433,3 1 1,4 97 0,4-151-23,2 0 0,0 0 1,0 0-1,2 0 1,0-1-1,1 1 1,1-2-1,13 24 0,9 9-9,48 61 0,14 22-15,-80-112 18,0-1 1,-2 1-1,0 1 0,-1-1 0,5 26 0,8 40 6,1 3 88,19 166 0,-41-255-91,31 317 1987,-29-312-752,4-17-917,25-83-2832,-12 30-1828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1 184,'0'0'8731,"0"0"-8637,-1 0 0,1 0-1,0 0 1,-1 0-1,1 0 1,-1 0 0,1 0-1,0 0 1,-1 0 0,1 0-1,-1 0 1,1 0 0,0 0-1,-1 0 1,1 1 0,-1-1-1,1 0 1,0 0-1,-1 0 1,1 0 0,0 1-1,-1-1 1,1 0 0,0 1-1,-1-1 1,1 0 0,0 0-1,0 1 1,-1-1-1,1 0 1,0 1 0,0-1-1,0 1 1,0-1 0,-1 0-1,1 1 1,5 7-60,0-1 0,1 0 0,0 0 0,0 0 0,0-1 0,14 10 0,1 3 116,456 381 756,-439-377-2440,-38-33-4221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3609,'0'0'5972,"-10"25"-5422,-74 166 989,-159 274 355,239-457-1969,2-6-19,1 0 1,-1 0-1,1 1 0,0-1 0,0 1 0,0-1 0,0 1 0,0 0 1,-1 4-1,5-8-1520,8-1-1953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41 1608,'0'0'5283,"-8"-1"-4608,-24-1-45,58 0 2773,18-1-2895,351-22 481,-339 18-2250,-55 7-313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3993,'0'0'5504,"28"-2"-4421,195-17 1440,-67-8-2878,-120 27-5664,-29 0 2971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8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18 912,'0'0'3505,"-7"0"-2981,3 0-336,0 1 71,0-1 0,0 1 0,0-1 1,-1 0-1,1 0 0,0-1 0,0 1 0,0-1 1,0 0-1,0 0 0,-4-2 0,4 1-22,-1 1 1,1-1-1,0 1 0,0 0 0,-1 0 0,1 0 1,-8 0-1,-4-1 244,189 4 1409,200 15 137,-373-17-1907,-32 1-6513,17 1-293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1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1664,'0'0'6522,"26"-2"-5814,10-2-484,111-3 693,-14 5 575,2-1-3336,-137 11-3486,-10-1 1201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3105,'0'0'3767,"0"6"-3269,-3 41 54,-7 48 0,1-30-494,8-16 11,2-48-41,0-1 1,0 1 0,-1-1-1,1 1 1,0-1 0,0 1-1,-1-1 1,1 0 0,0 0-1,0 1 1,0-1 0,-1 0 0,1 0-1,0 0 1,0 0 0,0 0-1,0 0 1,-1 0 0,1 0-1,0 0 1,0-1 0,1 0 0,-1 1 28,9-2 20,0-2 1,0 1-1,0-1 0,0-1 0,-1 0 1,1 0-1,12-11 0,19-9-84,-27 18 65,0 1-1,1 0 1,0 0 0,-1 2 0,2 0 0,-1 0 0,0 2-1,1 0 1,19-1 0,-27 4-9,1-1 1,0 1-1,0 0 0,-1 1 1,1 0-1,-1 0 1,1 1-1,-1 0 0,0 1 1,0 0-1,-1 0 1,1 0-1,-1 1 0,0 0 1,0 1-1,0 0 0,9 10 1,-8-6-47,0 0 1,-1 0 0,-1 1-1,1 0 1,-2 0 0,0 0-1,0 1 1,6 22-1,-6-11-29,-2 0-1,0 0 1,0 42-1,-4-57 19,0 0-1,-1 0 0,1 0 0,-2-1 0,1 1 0,-1 0 0,0-1 0,-1 0 0,0 1 1,0-1-1,-1-1 0,1 1 0,-1-1 0,-1 0 0,1 0 0,-12 9 0,4-3 32,-1-2-1,0 0 1,0 0-1,-1-1 0,0-1 1,-1-1-1,-17 7 0,10-8 265,1-1 0,-1-1 0,0-1-1,-1-1 1,1-1 0,0-1 0,-38-4-1,58 4-280,0-1 0,0 1-1,0-1 1,0 1 0,0-1 0,0 0-1,1 0 1,-1 0 0,0 0-1,0-1 1,1 1 0,-1-1 0,1 0-1,-1 0 1,1 0 0,-4-4-1,4 3-191,0-1-1,1 1 1,-1-1-1,1 1 1,0-1-1,0 0 1,0 0 0,0 1-1,1-1 1,0 0-1,-1 0 1,2-5-1,-1-13-2752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0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25 928,'0'0'11284,"0"-6"-10944,0-12-153,1 45 27,1 34 295,5 79 541,16 198 956,-19-328-2140,-2-26-4281,-1 9 996,1-5-4355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10 808,'0'0'6823,"2"-1"-5915,11-2-404,0 1 1,0 0-1,0 1 0,0 1 1,0 0-1,16 2 0,13 0 4,33-4 53,86 4-403,-96 12-3976,-43-11 757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29 984,'0'0'5187,"13"-5"-4393,-5 3-629,3-3 110,1 1 1,-1 1-1,1 0 1,0 1-1,0 0 0,19 0 1,441 2 5860,-463-1-6065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4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45 808,'0'0'10028,"4"-8"-9394,-3 5-592,0 1-21,0 1 1,-1-1 0,1 0-1,0 0 1,0 0 0,0 1-1,0-1 1,0 1-1,0-1 1,0 1 0,1-1-1,-1 1 1,0-1 0,1 1-1,0 0 1,-1 0 0,1 0-1,-1 0 1,1 0 0,0 0-1,0 0 1,0 1 0,-1-1-1,1 1 1,0-1-1,0 1 1,0 0 0,0 0-1,0-1 1,0 2 0,0-1-1,0 0 1,0 0 0,2 1-1,2 1 7,0 1-1,0-1 0,0 2 0,0-1 0,0 0 1,0 1-1,-1 0 0,0 1 0,0-1 0,6 7 1,45 58 71,-50-61-87,93 139 173,-71-101-79,1-1-1,3-1 0,2-2 0,47 46 0,-76-83-66,-3-3-13,-1 0 0,1-1 0,-1 0 0,1 1 1,-1-1-1,1 0 0,0 1 0,0-1 0,0 0 1,-1 0-1,1-1 0,0 1 0,0 0 0,0-1 1,1 1-1,3 0 0,-7-31-4419,-4 14-616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4793,'0'0'7427,"2"-14"-6696,5-43-183,-2 41-43,-2 20 870,-3-3-1244,2 7-179,0 1 0,-1 0 0,0 0-1,0-1 1,-1 14 0,1 10 40,7 446 285,-10-281-234,2-196-203,0-10-4459,2-7-166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1144,'0'0'6059,"30"0"-4041,102 0-1314,383 4 523,-2 28-1715,-484-28 397,35 1 1159,-61 17-834,4 13-452,-2-13-161,0 1 1,1 38-1,-9-51-2312,-8-4-2819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6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2841,'0'0'4361,"-13"27"-3805,-44 87-83,46-94-351,-1-1-1,-1 1 1,-1-2-1,0 0 1,-1 0 0,-1-2-1,-23 20 1,-10 9-40,48-45-122,0 1 1,1-1-1,-1 1 1,0-1-1,1 1 0,-1 0 1,0-1-1,1 1 0,-1 0 1,0-1-1,1 1 1,-1 0-1,1 0 0,0 0 1,-1-1-1,1 1 1,-1 0-1,1 0 0,0 0 1,0 0-1,0 0 0,-1 0 1,1 1-1,20 0-1145,-9-2 1493,58-4 552,-1-3 0,135-33 0,-116 21-42,-78 18-881,3-1-74,-6 0-2732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1 472,'0'0'6479,"0"9"-5635,0 31-157,-1 98 814,27 214 0,-25-345-1454,-1-5-65,0 0 0,0 0 0,1 0 0,-1 1 1,1-1-1,0 0 0,-1 0 0,1 0 0,2 3 0,-2-5-81,-1 1 0,1-1 0,0 1 0,0-1 0,-1 0 0,1 1 0,0-1 0,0 0 0,0 0 0,-1 1 0,1-1 0,0 0 0,0 0 0,0 0 0,0 0 0,0 0 0,-1 0 0,1-1 0,0 1 0,0 0 0,0 0 0,0-1 0,-1 1 0,1 0 0,0-1 0,0 1 0,-1 0 0,1-1 0,0 0 0,0 0 0,13-10-4271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35 2216,'0'0'3811,"-18"-2"-3690,-53-6-48,67 8-69,0-1-1,0 1 1,0 1-1,0-1 1,0 0-1,0 1 1,1 0-1,-1 0 1,0 0-1,0 0 1,1 1 0,-1-1-1,0 1 1,1 0-1,0 0 1,-6 5-1,2-1 11,1 0 0,0 1-1,0 0 1,-8 13 0,13-18-13,-3 4-3,0 1 1,1 1-1,0-1 1,0 0-1,1 1 1,0-1-1,0 1 1,0 0-1,1-1 0,1 1 1,-1 0-1,1 0 1,1 9-1,-1-16 2,1 1 10,-1 1 0,0 0 0,1-1 0,0 1 0,-1-1 0,1 1 0,0 0 0,0-1-1,1 0 1,-1 1 0,0-1 0,1 0 0,0 0 0,-1 0 0,1 0 0,0 0 0,0 0 0,0 0 0,0 0-1,0-1 1,1 1 0,-1-1 0,0 0 0,1 0 0,-1 0 0,1 0 0,-1 0 0,1 0 0,-1 0 0,6 0-1,9 2 84,0-1-1,0 0 0,28-2 0,-34 0-82,-9 0-12,1-1 0,-1 1 0,0-1 1,1 0-1,-1 0 0,0 0 0,0 0 1,0 0-1,0 0 0,0 0 0,0-1 0,0 1 1,0-1-1,0 0 0,-1 1 0,1-1 1,-1 0-1,1 0 0,-1 0 0,0 0 0,1 0 1,-1 0-1,0 0 0,-1-1 0,1 1 1,1-4-1,2-9 122,0 0 0,4-28 0,-6 32 28,2-29 2395,1-66 402,-5 115-3359,-2 110 199,4 140 472,7-217 281,-1-12-1534,-6-9-2799,-2-6-3511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28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13 1016,'0'0'1417,"-11"-12"-961,5 12-456,1 0-112,-12 0-377,0 0-695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3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10 179 1304,'0'0'3841,"-6"0"-2612,3 0-947,4 0 981,263-17 3076,-40 1-4064,-61 10 261,146-3 95,-302 9-626,329 10 308,69-3-150,-238-9-128,533-46 336,-379 34-287,-93 8-39,-78-7-3,119-4-37,191-9-18,-323 14 11,71 11-263,-9 0 4386,-193 0-3963,-3 2-108,0-1 0,0 0 0,-1 0 0,1-1 0,0 1 0,-1 0 0,1-1 0,-1 0 0,1 1 1,0-1-1,3-2 0,-6 2-265,-13 1-3328,-8 0-1442,-3 0-2226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3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41 3617,'0'0'6320,"25"-7"-5773,77-18-117,-93 23-350,-1 0 0,0 0 0,1 1 0,-1 0-1,1 1 1,15 1 0,-3 0 44,-17-1-115,-1 0 0,1 0 0,-1 1 0,1-1 0,-1 1 0,0 0 0,1 0 0,-1 0 0,0 0 0,1 1 0,-1-1 1,0 1-1,0 0 0,0 0 0,-1 0 0,1 0 0,4 5 0,-3-3-7,-1 1-1,0-1 1,0 1 0,-1 0 0,1-1 0,-1 1 0,0 0-1,-1 1 1,1-1 0,1 10 0,-2-6-2,0 1 0,0-1 0,-1 1 0,-1-1 0,1 1-1,-1-1 1,-1 0 0,0 1 0,0-1 0,-1 0 0,0 0 0,-1 0 0,-5 9 0,-4 1 20,0-1 1,-2-1 0,0 0 0,0-1 0,-2-1 0,-25 19 0,15-15-94,-1-1 0,0-2 0,-55 23 0,84-39 76,-1-1 0,0 1 0,0 0-1,1 0 1,-1-1 0,0 1 0,0 0 0,0-1 0,1 1-1,-1 0 1,0-1 0,0 1 0,0 0 0,0-1 0,0 1-1,0 0 1,0-1 0,0 1 0,0-1 0,0 1 0,0 0-1,0-1 1,0 1 0,0 0 0,0-1 0,0 1 0,-1 0-1,1-1 1,0 1 0,0 0 0,0-1 0,0 1 0,-1 0-1,1-1 1,0 1 0,0 0 0,-1 0 0,1-1-1,0 1 1,0 0 0,-1 0 0,1 0 0,0-1 0,-1 1-1,1 0 1,0 0 0,-1 0 0,1 0 0,0 0 0,-1 0-1,1 0 1,-1 0 0,1 0 0,0 0 0,-1 0 0,1 0-1,0 0 1,-1 0 0,1 0 0,0 0 0,-1 0 0,1 0-1,0 0 1,-1 0 0,1 0 0,0 1 0,-1-1 0,1 0-1,1-2-13,0-1 0,0 1 0,0 0 0,1-1-1,-1 1 1,1 0 0,-1 0 0,1 0 0,0 0-1,3-2 1,4-1-4,0 1-1,1 0 1,-1 1 0,1 0-1,0 0 1,0 1 0,0 0-1,17 0 1,88 4-33,-87-1 50,7 3-24,55 12 1,-60-10 514,1 0 1,53 2 0,-81-8-424,1 0 0,-1 0-1,1 0 1,-1 0 0,1-1 0,-1 1 0,1-1 0,-1 0 0,0 0 0,1 0 0,-1 0-1,0-1 1,0 1 0,0-1 0,0 0 0,0 0 0,0 0 0,4-4 0,-4 2-312,-1 0 0,1 0 0,-1 0 1,0 0-1,0 0 0,-1 0 0,1-1 1,-1 1-1,1-6 0,2-8-3384,-2 3-3705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3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30 1616,'0'0'12528,"4"-5"-11763,9-15-297,-10 15-215,-6 12-160,-14 16-83,0 1 0,2 0 0,1 1 0,0 1 0,2 0 0,1 1 0,2 0-1,0 0 1,2 1 0,1 0 0,-4 46 0,9-67-9,-1 24 2,2-1 1,3 32 0,-2-52-2,0-1 0,1 0 0,1 0 0,-1 0 0,2 0 0,-1 0 0,1 0 0,0-1 1,1 0-1,10 14 0,-14-21-1,47 55 144,-44-51-73,1 0-1,0-1 1,0 1 0,1-1 0,-1 0 0,1-1-1,0 1 1,11 3 0,-12-6-143,0 0-55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89 1816,'0'0'6620,"1"-35"-410,-1 34-6191,1-1 0,-1 1 0,1-1 0,0 1 0,0-1 1,0 1-1,0 0 0,0-1 0,0 1 0,1 0 0,-1 0 0,0 0 0,0 0 1,1 0-1,-1 0 0,1 0 0,-1 0 0,3 0 0,34-14-55,-33 13 52,8-1-15,0-1 0,0 2 0,1 0 0,-1 0 0,0 1 0,1 1 1,21 2-1,-28-1-12,0-1 1,0 2 0,0-1 0,0 1 0,0 0 0,0 1 0,0-1-1,-1 2 1,1-1 0,-1 0 0,0 1 0,0 0 0,0 1-1,-1-1 1,8 9 0,-10-10-14,0 1 0,-1 0 0,1 0 0,-1 1 0,0-1 0,0 0 0,-1 1 1,1-1-1,-1 1 0,0 0 0,0-1 0,-1 1 0,1 0 0,-1 0 0,0-1 0,0 1 0,-1 0 0,1 0 0,-1-1 0,-2 7 0,1-3-8,-1 1 1,-1-1-1,1 0 0,-1 0 1,-1 0-1,0 0 0,0-1 0,0 0 1,-11 11-1,4-5-180,-1 0 1,-1-1-1,0-1 0,0-1 0,-1 0 1,-1 0-1,1-2 0,-2 0 0,1 0 1,-1-2-1,0 0 0,0-1 0,0-1 1,-1 0-1,0-1 0,-32 0 1,49-3 128,1-1 24,1 0 0,-1 0 0,1 0 0,-1-1 0,1 1 0,0 0 0,-1 0 1,1 0-1,0 0 0,0 0 0,-1 1 0,1-1 0,0 0 0,0 0 0,0 0 0,0 1 0,0-1 0,0 0 0,0 1 0,0-1 1,1 1-1,-1 0 0,0-1 0,0 1 0,2-1 0,32-8-115,11 3 212,0 2 1,0 2-1,71 6 0,-8-1 2158,-102-3-1961,-1 0 0,1 0 0,-1-1 0,1 0 0,-1 0 0,1-1 0,-1 1 0,0-1 0,0-1 1,7-2-1,-9 2-598,0 0 1,0 0-1,0 0 1,0-1-1,0 1 1,-1-1-1,1 0 1,3-6 0,-1 0-3129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0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3089,'0'0'6782,"0"-1"-6779,0 1-1,0 0 0,0 0 0,0 0 0,0 0 0,0 0 0,0 0 0,0 0 0,0 0 0,0 0 0,-1 0 0,1-1 0,0 1 1,0 0-1,0 0 0,0 0 0,0 0 0,0 0 0,0 0 0,0 0 0,0-1 0,0 1 0,0 0 0,0 0 0,0 0 1,0 0-1,0 0 0,0 0 0,0 0 0,0-1 0,0 1 0,0 0 0,0 0 0,1 0 0,-1 0 0,0 0 0,0 0 1,0 0-1,0 0 0,0 0 0,0-1 0,0 1 0,0 0 0,0 0 0,0 0 0,0 0 0,1 0 0,-1 0 0,0 0 0,0 0 1,0 0-1,0 0 0,0 0 0,0 0 0,0 0 0,1 0 0,-1 0 0,0 0 0,0 0 0,0 0 0,0 0 0,0 0 1,0 0-1,0 0 0,1 0 0,17 20 344,-1 1 0,-1 1 0,15 28 0,-23-38-315,8 13 5,-1 0 1,-1 1-1,-1 1 0,-1 0 1,-2 0-1,0 1 0,-2 1 1,-1 0-1,-2 0 0,4 48 1,-8-47 10,-7 56 1,4-72-28,-1-1 0,0 0 0,-1 0 1,0 0-1,-1-1 0,-10 18 0,6-12 192,-1-2 0,-1 1 0,0-1 0,-1-1 0,-22 22 0,31-36-1253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1512,'0'0'8996,"3"1"-8439,3 1-402,0 1 1,-1 0-1,1-1 1,-1 2-1,0-1 0,0 0 1,0 1-1,8 8 1,39 44 441,-31-32-421,119 141 40,25 26-106,-164-190-116,21 19-1255,-22-20 1187,1 1 1,-1-1-1,1 1 1,-1-1-1,1 0 1,-1 1-1,1-1 1,-1 0-1,1 0 1,0 1-1,-1-1 1,1 0-1,-1 0 1,1 0-1,-1 0 1,1 0-1,0 0 1,-1 0-1,1 0 1,0 0-1,-1 0 1,1 0-1,-1 0 1,1 0-1,-1 0 1,1 0-1,0-1 1,-1 1-1,1 0 1,-1 0-1,1-1 1,-1 1-1,1 0 1,-1-1-1,1 1 0,-1-1 1,1 1-1,-1-1 1,0 1-1,1-1 1,2-8-4872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5025,'0'0'7418,"-6"10"-7318,-152 323 1197,40-55-1182,117-275 63,1 0-832,6-3-978,9 0-1277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2761,'0'0'7513,"170"-2"-6769,-112-1-168,-2-2-199,-3 0-217,-3 2-160,-8 1-104,-5 2-329,-12 0-719,-6 2-536,-10 11-801,-4 2-295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4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3713,'0'0'6177,"162"0"-5209,-112 0-232,-5 0-191,-6-2-217,-5-1-152,-7-2-96,-4 3-80,-4-1-120,-5 3-352,3 0-441,5 0-823,-2 0-1177,-3 3-2984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2 160,'0'0'7787,"-3"0"-6909,106 0 3350,220 0-1958,-320-2-2149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4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1712,'0'0'8401,"25"0"-7157,160-3 559,159-4-559,-368 22-7921,-4 0 2919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0 536,'0'0'5012,"-16"17"-4548,-49 52-89,62-66-355,0 0 1,0 1-1,0-1 1,0 1 0,1 0-1,0 0 1,0 0-1,0 0 1,0 0-1,0 1 1,1-1 0,0 0-1,0 1 1,0-1-1,0 1 1,1-1-1,0 1 1,0-1-1,1 7 1,-1 3-16,0-13 9,1-1 0,-1 1 0,1-1 0,-1 1 0,1-1 1,-1 1-1,1-1 0,-1 0 0,1 1 0,0-1 0,-1 0 0,1 1 1,-1-1-1,1 0 0,0 0 0,-1 0 0,1 0 0,0 0 0,-1 1 1,1-1-1,0 0 0,-1 0 0,1-1 0,1 1 0,25 0 634,-19 0-452,6-1 85,1-1-1,-1 0 0,23-7 1,-22 5-31,0 1 0,1 0 0,25-1 0,-22 4-166,-5-1 16,-1 1 0,0 1 0,1 0 0,-1 1 0,15 3 0,-24-3-91,-1-1 0,1 1-1,0-1 1,0 1-1,-1 0 1,1 1-1,-1-1 1,1 1 0,-1-1-1,0 1 1,0 0-1,0 0 1,-1 0-1,1 1 1,-1-1 0,0 1-1,0-1 1,0 1-1,0 0 1,2 7-1,-1-3-36,-1-1-1,0 0 1,-1 1-1,1 0 1,-1-1-1,-1 1 1,0 0-1,0-1 1,0 1-1,-1 0 1,-2 12-1,1-15 9,0 1 0,0-1 1,0 0-1,-1 0 0,0 0 0,0 0 0,0 0 0,0-1 0,-1 0 0,0 1 1,0-1-1,0 0 0,0-1 0,-1 1 0,1-1 0,-7 4 0,1-2 99,1-1 0,-1 0 0,0 0 0,0-1 0,0 0 0,-1-1-1,-12 2 1,-76 0 653,91-4-721,6 0-33,0 0 1,1 0 0,-1 0-1,0 0 1,0 0-1,1 0 1,-1-1 0,0 1-1,1-1 1,-1 1-1,0-1 1,1 0 0,-1 1-1,1-1 1,-1 0-1,1 0 1,-1 0 0,1 0-1,0 0 1,-1-1-1,1 1 1,0 0-1,-2-3 1,2 2-334,0-1 1,0 1-1,0-1 0,1 1 1,-1-1-1,1 0 0,-1 1 0,1-1 1,0-4-1,0-5-2415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2633,'0'0'9172,"-1"-5"-8749,-1-7 16,1 22-276,2 43-107,-1-28 173,-2 47 255,0-35-34,2 1 0,5 44 1,2-56 710,-1-15-1509,-6-11 260,0 0-1,0 0 0,0 0 0,0 0-88,0 0 88,0 0 0,1 0 0,-1 0 1,0 1-1,0-1 0,0 0 0,0 0 0,0 0 1,0 0-1,1 0 0,-1 0 0,0 0 1,0 0-1,0 0 0,0 0 0,0 0 1,1 0-1,-1 0 0,0 0 0,0 0 0,0 0 1,0 0-1,0 0 0,1 0 0,-1 0 1,0 0-1,0 0 0,0-1 0,0 1 0,0 0 1,0 0-1,0 0 0,1 0 0,-1 0 1,0 0-1,0 0 0,0 0 0,0-1 1,0 1-1,0 0 0,0 0 0,0 0 0,0 0 1,0 0-1,0 0 0,1-1 0,1-5-4408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1616,'0'0'8098,"156"-2"-6874,-108 2-295,-6 0-545,-9 0-256,-5 0-120,0 0-8,0 0-216,14 0-665,-3 5-1007,-9 0-2089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3:56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21 464,'0'0'7146,"-4"-2"-6297,1-2 422,12 0-358,29-1 135,50 0 6,368 5 2175,-443-1-3632,-36 2-4595,-8 12 872,-2 4-1121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 96,'0'0'3993,"3"-3"-3993,-6 3-1064,-8 0 584,3 0-481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21 912,'-48'-6'585,"-2"0"66,-3 5 5488,248-3-3076,-50 3-3051,-45-2-6,-98 4-17,0-1 0,-1 0 0,1 1 0,-1-1 0,1 1 0,-1-1 0,1 1 0,-1 0 0,1 0 0,-1 0 0,0 0 0,1 0 0,-1 0 0,0 0 1,0 0-1,0 0 0,0 0 0,0 1 0,0-1 0,0 0 0,0 1 0,0-1 0,-1 1 0,1-1 0,0 1 0,-1-1 0,1 1 0,-1 0 0,0 2 0,3 7-26,-2 0-1,1 0 0,-1 13 0,-1-17 22,1 239-65,-2-132 250,1-111-109,0 0 0,0 1 0,1-1 0,-1 1 0,1-1 0,0 0 0,0 1 0,0-1 0,0 0 0,0 0 0,3 5 0,2-4-4749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4 568,'0'0'5467,"29"-1"-4371,179-1 927,-137 2-947,23-1-332,124 15 1,-215-14-1042,0 1 0,0-1 0,-1 1 0,1 0 0,0-1 0,-1 1 0,1 1 0,-1-1 0,1 0 0,2 3 0,1-1-2650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17 165 176,'0'0'4194,"-17"3"-213,35 1-3651,-1-1 0,1 0 1,0-1-1,0-1 0,-1-1 0,19-2 0,7 1 141,102 2 71,413-17 27,-67-27-538,-489 43-32,507-22 171,78-25-142,-216 9 81,-220 35 278,-95 4 462,94-10 0,-145 8-1217,-7 0-1125,-11 1-851,-15 2-1900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4 24,'0'0'7347,"0"0"-7305,0-1 1,0 1 0,0 0-1,0 0 1,0 0-1,0 0 1,0-1-1,0 1 1,-1 0-1,1 0 1,0 0-1,0 0 1,0-1 0,0 1-1,0 0 1,0 0-1,-1 0 1,1 0-1,0 0 1,0 0-1,0 0 1,0 0-1,-1-1 1,1 1 0,0 0-1,0 0 1,0 0-1,-1 0 1,1 0-1,0 0 1,0 0-1,0 0 1,0 0-1,-1 0 1,1 0 0,0 0-1,0 0 1,0 0-1,-1 0 1,1 0-1,0 1 1,0-1-1,0 0 1,0 0-1,-1 0 1,1 0 0,0 0-1,0 0 1,0 0-1,0 1 1,0-1-1,0 0 1,-1 0-1,1 0 1,0 0-1,0 0 1,0 1-1,0-1 1,0 0 0,0 0-1,-4 6 88,-23 31 790,-57 59 0,-49 20-670,39-35-515,80-64-564,14-17 806,0 1 0,0-1 0,0 0 0,0 0-1,0 0 1,0 1 0,0-1 0,0 0 0,0 0 0,1 0 0,-1 1-1,0-1 1,0 0 0,0 0 0,0 0 0,1 0 0,-1 0 0,0 1 0,0-1-1,0 0 1,0 0 0,1 0 0,-1 0 0,0 0 0,0 0 0,0 0 0,1 0-1,-1 0 1,0 0 0,0 0 0,1 0 0,-1 0 0,0 0 0,0 0-1,0 0 1,1 0 0,-1 0 0,0 0 0,0 0 0,1 0 0,-1 0 0,0 0-1,0-1 1,40-11-553,-19 5 550,0 1 1,1 0-1,0 2 0,38-4 1,88 6 302,-91 3 272,65-6 0,-107 3-377,0-1 0,0-1 0,-1 0 0,28-11 0,-36 12-334,0 0 0,0 0 0,0-1 0,-1 0 0,10-9 1,-12 11-172,-1 0 1,0-1 0,0 1 0,0-1 0,-1 1 0,1-1 0,-1 0 0,1 0 0,-1 0-1,0 0 1,0 0 0,0 0 0,0-4 0,0-3-2179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06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 2865,'0'0'7291,"0"0"-7221,0-1 0,-1 0 1,1 1-1,0-1 1,-1 0-1,1 1 1,-1-1-1,1 1 1,-1-1-1,1 1 1,-1-1-1,1 1 1,-1 0-1,0-1 1,1 1-1,-1 0 1,0-1-1,1 1 1,-2 0-1,13 568 2416,-11-454-1842,20-114-4950,-3 3-1442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2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3 824,'0'0'6502,"24"0"-5053,2-1-1023,-11 0-160,1 1-1,-1 0 0,0 1 0,0 0 0,0 2 0,0 0 0,28 9 0,-11-1-12,0 1-1,-1 2 0,0 1 0,-1 1 0,-1 2 0,0 1 1,-2 1-1,0 2 0,-1 0 0,-2 2 0,36 42 0,-46-48-463,18 25 111,-30-40-252,0 0 0,0 1 0,0-1 0,-1 1 0,1-1 0,-1 1 1,0 0-1,0 0 0,0-1 0,0 7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5369,'0'0'4933,"-4"19"-4074,2-8-714,-5 23 312,-1-1 1,-13 34 0,-98 263 1065,117-320-2372,11-14-1796,-5 1 1704,15-7-5225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2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17 568,'0'0'10000,"-2"-4"-9656,-5-9-311,2 14-100,-3 25-87,5-11 187,-3 8-19,1-1-1,2 1 1,-2 37 0,5-60 280,0-7 828,3-84 277,-1 45-4624,-2 59 930,0 0-1555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29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21 888,'0'0'4438,"13"2"-3473,57 5 948,-1-3 1,93-6 0,-148 0-1692,0-1 0,-1 0 0,18-7 0,14-3-221,-42 12-107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1 304,'0'0'9049,"26"0"-7966,160 0 693,-60 0-1379,-42 0-4706,-54 0 194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1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77 680,'0'0'8907,"-4"-2"-7928,-6-7-76,10 4 995,31-2-186,375-45-653,-403 52-1381,23-2-3172,-9 5-2681,-6 3 28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2513,'0'0'8096,"26"-1"-7220,163-3 616,97 4-809,-285 0-783,-1 0 0,0 0 0,0 0-1,1 0 1,-1 0 0,0 0 0,0 0 0,1 0-1,-1 0 1,0 0 0,0 0 0,1 0-1,-1 1 1,0-1 0,0 0 0,1 0 0,-1 0-1,0 0 1,0 1 0,0-1 0,1 0 0,-1 0-1,0 0 1,0 1 0,0-1 0,0 0-1,1 0 1,-1 1 0,0-1 0,0 0 0,0 0-1,0 1 1,0-1 0,0 0 0,0 0 0,0 1-1,0-1 1,0 0 0,0 1 0,0-1-1,0 0 1,0 0 0,0 1 0,0-1 0,0 0-1,0 0 1,0 1 0,-1-1 0,1 0 0,0 0-1,0 1 1,0-1 0,0 0 0,-1 0-1,1 0 1,0 1 0,0-1 0,0 0 0,-1 0-1,1 0 1,0 0 0,0 1 0,-1-1 0,1 0-1,0 0 1,0 0 0,-1 0 0,1 0-1,-15 8-3011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0 912,'0'0'4675,"-12"19"-4255,-35 59-207,35-49-65,11-28-128,1-1-1,0 1 1,0-1 0,0 1 0,0 0 0,0-1 0,0 1 0,0-1 0,0 1 0,0 0 0,0-1 0,1 1 0,-1-1 0,0 1 0,0-1 0,0 1 0,1-1 0,-1 1 0,0 0 0,1-1 0,-1 1 0,0-1 0,1 1 0,1 0 59,0-1 1,0 1-1,0-1 1,0 1-1,0-1 0,0 0 1,0 1-1,-1-1 0,1 0 1,0 0-1,0-1 1,0 1-1,4-1 0,6 0 126,2 0 31,1-1 0,-1 0 0,0-1 0,26-9-1,-26 7 5,0 1 0,1 1 0,-1 0 0,30-2 0,-37 4-242,0 1-1,-1 1 1,1-1-1,0 1 0,0 0 1,-1 0-1,1 1 1,0 0-1,-1 0 1,0 1-1,0 0 0,1 0 1,-2 0-1,1 1 1,0 0-1,-1 0 1,1 0-1,-1 1 1,0-1-1,-1 1 0,1 1 1,-1-1-1,0 1 1,-1-1-1,6 10 1,-6-8-13,0 1 0,0-1 0,-1 1 1,0 0-1,0 0 0,0-1 0,-1 1 1,-1 0-1,1 0 0,-1 0 1,-1 0-1,1 1 0,-4 11 0,3-14 39,0 1-1,-1-1 0,-1 1 0,1-1 1,-1 0-1,0 0 0,0 0 1,-1 0-1,1 0 0,-2-1 0,1 1 1,0-1-1,-1 0 0,0-1 0,0 1 1,-6 3-1,4-4 169,0-1-1,0 0 1,-1 0 0,1 0-1,-1-1 1,1 0 0,-1-1 0,0 0-1,0 0 1,0-1 0,0 0-1,1 0 1,-1 0 0,-9-3-1,2 1-367,1-1 0,0-1 0,1 0-1,-1-1 1,1-1 0,-22-12 0,34 18 149,-6-4-933,1 0-1,-1 0 1,1-1-1,-9-8 1,8 1-5126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 2921,'0'0'10183,"0"-6"-9812,-3-14-321,2 41 7,4 48 313,21 105 449,-11-99 28,4 126 0,-16-191-2465,1-22-2663,-2-1-1492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2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26 488,'0'0'7954,"151"-13"-7394,-95 11-328,-1 2-232,29-5-352,-17 2-1593,-6 1-3128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22 936,'0'0'9083,"5"-3"-8390,1 0-642,0 0 0,0 0 0,0 1 0,1 0 0,-1 1 0,1-1 1,-1 1-1,1 0 0,0 1 0,-1-1 0,13 2 0,-12-1-58,1 1 0,-1 0 0,0 0-1,1 0 1,-1 1 0,0 0 0,0 1-1,0 0 1,0 0 0,-1 0 0,9 6-1,-4 1-9,0 1 0,0 0-1,-2 1 1,1 0 0,-1 1-1,-1 0 1,0 0-1,-1 1 1,-1 0 0,0 0-1,-1 0 1,0 1-1,3 16 1,0 11 292,-1 0 0,-3 0 0,0 63 0,-4-97-676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3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3185,'0'0'7609,"162"-3"-6552,-95 3-281,2 0-160,-4 0-240,-7 0-376,-8 0-48,-11 8-816,1 7-817,-13-3-975,-10 1-2201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4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2529,'0'0'4729,"16"0"-3624,827 15 1857,-718-15-2874,634-17 1486,-435 1-1460,-321 16-642,-7 2-601,-60 16-3599,20-5-652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4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3289,'0'0'6342,"-4"14"-5661,1-1-505,1-6-81,0 1-1,0-1 0,-1 0 1,1 0-1,-1 0 1,-1 0-1,1-1 0,-1 1 1,-1-1-1,-9 11 0,-30 25 164,-3-2 0,-53 35-1,8-6-3121,92-69 2828,0 0-1,0 0 0,-1 0 1,1 0-1,0 0 0,0 0 0,0 0 1,-1 0-1,1 0 0,0 1 1,0-1-1,0 0 0,0 0 0,0 0 1,-1 0-1,1 0 0,0 1 1,0-1-1,0 0 0,0 0 1,0 0-1,0 0 0,0 1 0,0-1 1,0 0-1,0 0 0,-1 0 1,1 1-1,0-1 0,0 0 0,0 0 1,0 0-1,0 1 0,0-1 1,0 0-1,1 0 0,-1 0 1,0 0-1,0 1 0,0-1 0,0 0 1,0 0-1,0 0 0,0 1 1,0-1-1,0 0 0,1 0 0,-1 0 1,0 0-1,0 0 0,0 1 1,0-1-1,0 0 0,1 0 1,-1 0-1,0 0 0,20 4-378,39-3 1346,-44-1-1000,112-2 1319,207-29 0,-295 26-4020,-25 5 387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35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4689,'0'0'6737,"-3"13"-5615,2 125 928,3 158-1707,-1-276-316,0 1 0,2-1 0,0 0 0,1 0 0,14 39 0,-18-59-105,0 1 1,1-1-1,-1 1 0,0-1 0,1 0 1,-1 1-1,1-1 0,-1 0 0,1 1 0,-1-1 1,1 0-1,-1 1 0,1-1 0,-1 0 1,1 0-1,-1 0 0,1 1 0,-1-1 1,1 0-1,0 0 0,-1 0 0,1 0 0,-1 0 1,1 0-1,-1 0 0,1 0 0,0 0 1,0-1-1,3 1-2186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5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96,'0'0'288,"-56"189"-288,51-96-56,2-18-264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58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33 864,'0'0'6936,"-6"-6"-5719,-14-15-161,15 15 3609,12 22-4456,34 34 67,90 85 0,-80-85-174,-22-23-92,180 189-147,-197-205-427,-6-11-1254,-4-26-3283,-5 7-970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5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1384,'0'0'10973,"-3"3"-10682,-3 9-132,0 1 0,0 0 0,1 0 0,1 0-1,-4 19 1,-5 17 444,-8 16-103,11-28-388,-3 0 0,0-1 0,-3 0 0,-19 34 1,33-68-386,-1 2 171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4:5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21 104,'0'0'10477,"0"0"-10477,0 0 0,0 0 0,0 0-1,0 0 1,0 0 0,0 0 0,0 0 0,0 0 0,1 0 0,-1 0 0,0 0 0,0 0-1,0 0 1,0 0 0,0 0 0,0 0 0,0 0 0,0 0 0,0 0 0,0 0-1,1 0 1,-1 0 0,0 0 0,0 0 0,0 0 0,0 0 0,0 0 0,0 0 0,0 0-1,0 0 1,0 0 0,0 0 0,1-1 0,-2 21-37,1-7 44,-1-1 1,2 0 0,0 1 0,0-1-1,6 24 1,-4-35 1436,0-8-783,-1-7-348,-2-47-242,0 20-2918,0 26-884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1 336,'0'0'11595,"164"30"-10867,-116-30-240,-4 0-296,-2 0-104,-8 0-88,-1 0-576,-5 0-897,-9-10-1287,-10 0-2105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0 568,'0'0'11066,"145"18"-9913,-106-18-505,-5 0-416,-4 0-160,-4 0-72,-4 0-200,-3 0-616,4 0-625,-4 0-935,-5-3-2009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50 392,'0'0'7539,"-1"3"-6312,-2 7 439,11-14 163,9-7-1946,2 2 88,1 1 0,0 1-1,1 1 1,-1 0 0,1 2 0,0 1 0,0 0-1,43 1 1,-63 2 17,1 0-1,0 1 1,-1-1 0,1 0-1,-1 1 1,1-1-1,-1 1 1,1 0-1,-1-1 1,0 1 0,1 0-1,-1 0 1,0 0-1,1 0 1,-1 0-1,0 0 1,0 0 0,0 0-1,0 1 1,0-1-1,0 0 1,0 1-1,-1-1 1,1 0 0,0 1-1,-1-1 1,1 1-1,-1-1 1,0 1-1,1 0 1,-1 2 0,2 7-39,-1 0 1,0 1 0,-2 16 0,1-15 33,-1-3 14,0-1 0,-1 0 0,0 1 0,0-1 0,-1 0 0,-1 0 0,1-1 0,-1 1 0,-1-1 0,1 0 0,-12 14 0,-4 5-7,-47 45 0,62-67 10,-70 64-9,67-63 2,-1 0 1,1 0-1,-1-1 1,0 0 0,0-1-1,0 1 1,-19 4-1,27-9 5,1 0 0,-1-1 0,1 1 0,0 0 0,-1 0-1,1-1 1,-1 1 0,1 0 0,0-1 0,-1 1 0,1 0 0,0-1 0,-1 1 0,1-1-1,0 1 1,-1 0 0,1-1 0,0 1 0,0-1 0,0 1 0,-1-1 0,1 1 0,0-1-1,0 1 1,0-1 0,0 1 0,0-1 0,0 1 0,0-1 0,0 1 0,0-1 0,0 1-1,0-1 1,1 0 0,1-18-27,-1 18 13,0 0-1,0-1 1,1 1-1,-1 0 1,0 0-1,1 0 0,-1 0 1,1 0-1,-1 0 1,1 1-1,-1-1 0,1 0 1,0 1-1,-1 0 1,1-1-1,0 1 0,0 0 1,-1 0-1,3-1 1,41 2-34,-28 0 50,-5-2-9,1 1 1,-1 1-1,0 0 0,1 1 1,-1 0-1,0 1 0,23 9 1,-18-6 79,1-1 0,-1 0 0,1-1 1,-1-1-1,1-1 0,0 0 0,0-2 0,0 0 1,24-3-1,-35 2-49,0-1 0,0 1-1,0-2 1,0 1 0,0-1 0,-1 0 0,1 0 0,-1 0 0,0-1 0,0 0-1,0-1 1,0 1 0,-1-1 0,6-6 0,-8 5-435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7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0 224,'0'0'5233,"-11"3"-4654,-34 9-94,34-9-123,11-2 107,0 0-457,0-1-1,0 0 1,0 1-1,0-1 0,0 0 1,0 1-1,0-1 0,0 0 1,0 1-1,0-1 1,0 0-1,0 1 0,1-1 1,-1 0-1,0 1 0,0-1 1,0 0-1,0 1 1,1-1-1,-1 0 0,0 1 1,0-1-1,1 0 0,-1 0 1,0 0-1,0 1 1,1-1-1,11 4 265,-1-1 0,1 0 0,0-1 0,-1 0 0,1-1 0,0 0 0,15-1-1,3 1 97,439 3 1668,-278-5-1569,93-2-272,-285 23-3233,-9-10 1082,-6-2-933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 4489,'0'0'6648,"5"6"-6405,-3-4-196,1 0 0,-1 1 0,0-1 0,-1 0 0,1 1 0,0 0 1,-1-1-1,1 1 0,-1 0 0,0-1 0,0 1 0,0 0 0,0 0 0,0 0 0,-1 0 0,1 0 1,-1 0-1,0 0 0,0 0 0,0 0 0,-1 0 0,1 0 0,0 0 0,-1 0 0,0 0 1,0 0-1,0 0 0,0 0 0,0 0 0,-4 4 0,-5 7 180,0-1-1,-1 0 1,0-1-1,-25 20 1,-60 39 100,66-51-348,-84 48-1931,171-67 445,94-5 2065,166-25 1,-311 29-710,11-6-475,-13-6-3279,-4 5 1091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0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32 3497,'0'0'9519,"-1"-6"-8787,-1-20-221,-7 60-16,3 50-68,8 155-1,4-178-363,16 74-1,-14-95-69,-7-35-950,0-9-32,-1-11-1524,0 13 1679,0-16-5725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3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3953,'0'0'7147,"12"2"-6455,45 11 73,-28-5-444,0-2-1,43 5 1,-22-12-304,11 0-1494,-22 8-3546,-28-4 1212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5033,'0'0'6017,"145"-23"-4728,-112 21-601,-2-1-448,-6 1-240,-6 2-104,-2 0-712,5 0-801,-2 0-1527,0-3-4266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0 257 5225,'0'0'4584,"9"-17"-4278,69-136 1966,-70 137-1803,-5 10-196,0-1 1,0 1-1,0-1 0,0 0 0,-1 0 0,0 0 0,-1 0 0,1-8 0,-1 13 398,1 7-566,1 11-161,-6 591 699,3-534-638,0-72-19,0-18-6077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39 3089,'0'0'6072,"-11"-6"-5358,-36-17-95,35 17 373,16 5-900,0 0-1,0 0 1,0 1-1,0 0 1,-1 0-1,1 0 0,0 0 1,6 1-1,7 1 245,452 10 4900,-234-12-4968,-235 2-669,0 0 0,-1-1 0,1 1 0,0 0 0,0-1 0,-1 1-1,1-1 1,-1 1 0,1 0 0,-1-1 0,0 1 0,-1 1 0,-10 9-3836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68 3369,'0'0'7956,"25"-10"-7168,79-33-4,-97 40-660,0 1-1,1 0 1,-1 0-1,1 0 1,-1 1-1,1 0 0,-1 0 1,1 1-1,13 1 1,1 0 104,-20-1-217,1 0 0,-1 0 0,1 0 0,-1 1 0,1-1 0,-1 1 0,0 0 0,1-1 0,-1 1 0,0 0 0,0 0-1,0 1 1,0-1 0,0 0 0,0 1 0,0-1 0,0 1 0,0 0 0,0-1 0,2 4 0,-2 0-5,1-1 0,-1 0 1,0 1-1,0-1 1,-1 1-1,1 0 0,-1-1 1,0 1-1,0 0 0,0 5 1,0-1 3,-1 0 1,0 0-1,-1 0 1,1 0 0,-2 0-1,1 0 1,-1 0 0,-1 0-1,0-1 1,0 1 0,-6 10-1,-9 7 39,-2 0 0,0-2 1,-2 0-1,-39 32 0,-109 71-2335,156-119 1880,14-8 209,24-13 146,-5 6-9,0 0-1,0 1 0,1 1 1,-1 1-1,40-3 0,102 6-394,-73 3 673,-83-2-113,1 0 1,0-1 0,0 1-1,0-1 1,-1-1 0,1 1-1,0-1 1,-1 0 0,0 0-1,1-1 1,-1 1 0,0-1-1,0-1 1,0 1 0,-1-1-1,1 1 1,-1-1 0,0 0-1,0-1 1,0 1-1,0-1 1,-1 0 0,0 0-1,0 0 1,0 0 0,1-6-1,1 2-58,-1-1-1,-1 0 0,5-19 0,-7 25-314,0-1 0,0 1 0,-1 0 1,1-1-1,-1 1 0,0-1 0,-1 1 0,1 0 0,-1-1 0,0 1 0,-2-8 0,-11-2-4869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2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1 680,'0'0'5485,"-7"27"-5078,0-4-302,0 1 35,0 1-1,2 0 1,0 0 0,2 1-1,0 34 1,3-48-48,-1 20 124,1 0 1,1 0 0,2 0-1,2-1 1,0 1 0,12 32-1,-6-36-152,1 0-1,1-1 1,2 0-1,1-1 1,0 0-1,2-2 1,1 0-1,1-1 1,2-1-1,0 0 1,0-2-1,2-1 1,31 19-1,-18-16-50,2-1 0,0-2 0,1-1 0,1-3 0,0-1 0,1-2 0,1-2 0,70 8 0,-57-13-18,-1-1 1,1-3-1,1-3 1,69-10-1,-99 8 8,-1-2-1,0-1 0,-1 0 1,0-2-1,0-1 1,0-1-1,-2-1 1,1-1-1,-2-2 1,0 0-1,22-19 0,-34 25 168,-1 0 0,0 0-1,0 0 1,-1-1-1,-1-1 1,1 1 0,-2-1-1,0-1 1,0 1-1,-1-1 1,0 0 0,-1 0-1,0 0 1,-1-1-1,0 1 1,-1-1 0,0-20-1,-5 101-659,1-40 460,1 0 0,4 38 0,-2-57 19,0-1 0,1 0 0,0 1 0,1-1 0,0 0 0,0 0 0,0 0 0,1 0 0,0-1 0,1 0 0,0 1 0,5 5 0,-1-4-1,1 0 0,-1-1 1,2 0-1,-1 0 0,1-1 0,0-1 0,0 0 0,0 0 0,1-1 0,0-1 0,0 0 0,1 0 0,21 2 0,-2-2-54,0-1 0,0-2-1,0-1 1,43-6 0,-47 2-59,-1-2 1,1 0-1,-1-2 1,-1-1 0,0-1-1,33-17 1,-37 15 111,-1 0 1,-1-2 0,0 0-1,0-1 1,-2-1 0,0 0-1,25-30 1,-43 45 27,5-5 84,0 1 0,0-1-1,-1 0 1,0 0 0,0-1-1,-1 1 1,0-1-1,0 0 1,0 0 0,-1 0-1,0 0 1,1-7 0,-8 69-419,3-40 265,1 0 1,0 0-1,3 28 1,-2-39 31,1 1 1,0-1 0,0 0 0,1 1 0,-1-1 0,1 0 0,0 0 0,0 0 0,0 0-1,1 0 1,-1 0 0,1-1 0,0 1 0,0-1 0,0 0 0,1 0 0,3 4-1,6 1-30,0-1-1,0 0 1,1-1-1,0 0 0,0-1 1,0 0-1,1-1 1,0-1-1,21 2 1,0-2 7,1-1 0,63-6 0,-80 1 43,1-1 1,-1 0-1,0-2 1,0 0-1,-1-1 1,0-1-1,0-1 1,-1-1-1,0 0 1,-1-1-1,26-22 1,-9 4 223,-2-2 0,-1-1 1,-2-2-1,33-47 0,-61 79-194,0 1 0,0-1-1,0 1 1,1 0 0,-1 0-1,0 0 1,1 0 0,-1 0-1,1 0 1,-1 0 0,1 0-1,-1 0 1,1 1 0,0-1-1,-1 1 1,1-1 0,0 1-1,0 0 1,-1-1 0,1 1-1,0 0 1,0 0 0,-1 0 0,1 1-1,0-1 1,-1 0 0,1 1-1,0-1 1,0 1 0,-1-1-1,1 1 1,-1 0 0,1 0-1,2 1 1,7 5-137,-1 0 0,0 1 1,18 17-1,-12-11 213,-5-4-89,0-2 0,1 1 1,0-2-1,0 0 1,0 0-1,1-1 0,0 0 1,1-1-1,-1-1 0,1 0 1,0-1-1,-1-1 1,29 2-1,-25-3-1,1 0-1,-1-2 1,0 0-1,0-1 1,0-1 0,0-1-1,0 0 1,0-1-1,-1-1 1,26-13 0,5-8-132,59-45 1,-61 39-260,51-28 1,-95 60 346,0 1 1,0 0-1,0-1 1,0 1-1,0-1 1,0 1 0,0 0-1,0 0 1,0 0-1,0 0 1,0 0-1,0 0 1,0 0 0,0 0-1,0 0 1,0 0-1,0 0 1,0 1-1,0-1 1,0 0 0,0 1-1,0-1 1,0 1-1,0-1 1,0 1 0,0-1-1,0 1 1,0 0-1,-1-1 1,1 1-1,0 0 1,-1 0 0,2 1-1,17 34 190,-13-24-228,0 1 89,1 0 0,1 0-1,0-1 1,1 0 0,0-1 0,20 20-1,-23-26-5,-1-1 0,2 1-1,-1-1 1,0 0 0,1 0 0,-1-1-1,1 0 1,0 0 0,0-1 0,1 1-1,-1-2 1,0 1 0,1-1 0,14 1-1,-11-2 8,-4 1-11,0-1 0,0 0-1,0 0 1,0 0 0,0-1 0,0 0 0,-1 0-1,1-1 1,0 0 0,0 0 0,-1-1 0,0 0-1,1 0 1,-1 0 0,8-6 0,93-91 418,-90 89-278,-7 14-132,-9-1-28,0 0 0,0 1 0,0-1 0,0 1 1,0-1-1,0 1 0,-1-1 0,1 1 0,-1 3 1,4 12 38,-2-10-19,0-1 1,0 0 0,1 0-1,1 0 1,-1 0 0,1-1 0,0 1-1,0-1 1,1 0 0,0 0-1,0-1 1,0 1 0,11 7 0,-9-8 12,1-1-1,0 1 1,0-1 0,1-1 0,-1 1 0,1-2 0,0 1 0,0-1 0,0 0 0,0-1 0,10 1 0,3-1 17,-1 0-1,1-1 1,-1-1 0,1-1 0,-1-1-1,0-1 1,0-1 0,27-10-1,-10 0 40,0-2 0,-2-2-1,37-24 1,-54 30-29,-1 0 0,0-2 1,-1 0-1,-1-1 0,-1 0 0,0-1 0,15-23 1,-24 30-81,-1 0 1,-1 0-1,0 0 1,0-1 0,-1 1-1,0-1 1,-1 0 0,0 0-1,-1 0 1,0 0 0,-1-19-1,0 28-96,0 1-1,0-1 0,0 1 0,0-1 0,0 1 0,0-1 0,-1 1 0,1-1 0,0 1 0,-1-1 0,1 1 1,-1-1-1,0 1 0,1 0 0,-1-1 0,0 1 0,0 0 0,0 0 0,0 0 0,0-1 0,0 1 0,0 0 1,0 0-1,-1 1 0,1-1 0,0 0 0,-1 0 0,1 1 0,0-1 0,-1 0 0,1 1 0,-1-1 0,1 1 0,-1 0 1,1 0-1,-2-1 0,-14 0-4670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3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11 336,'0'0'9370,"-4"-10"-4082,12 11-5299,0 1 1,0 1-1,0-1 1,-1 1-1,1 1 1,-1-1-1,1 1 1,-1 1-1,-1-1 1,13 11-1,5 2 24,175 128 96,-147-105-98,-37-29-38,3 2-36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4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3169,'0'0'5528,"0"26"-4510,-1 85-212,0-89-639,-1 0 1,-2-1 0,0 0-1,-1 0 1,-1 0-1,-1 0 1,-1-1-1,-17 32 1,0 3 28,24-54-380,-10 22 859,3-13-1544,-1-5-3867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4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2873,'0'0'7234,"11"-3"-6731,4-1-207,0 0-1,1 2 1,-1 0 0,1 0-1,27 2 1,-38 1-251,0-1 0,0 1 0,0 0 0,0 0 0,-1 1 0,1-1 0,0 1 0,-1 0 0,1 0 1,-1 1-1,5 2 0,-7-2-64,1-1 1,-1 0 0,0 0-1,0 1 1,0-1-1,-1 1 1,1 0 0,0-1-1,-1 1 1,0 0 0,1 0-1,-1 0 1,0 0 0,-1 0-1,1 0 1,-1 0-1,1 1 1,-1-1 0,0 5-1,0-4-12,0 1-1,0-1 1,-1 0-1,1 1 1,-1-1-1,0 0 0,0 0 1,0 0-1,-1 0 1,0 0-1,-3 7 1,0-5 20,0 0 0,0 0 0,-1-1 0,1 1 0,-10 5 0,-20 13-152,-14 13-787,48-37 1306,12 0 664,139 0-836,-146 0-526,-1 0 0,0-1-1,0 1 1,0-1 0,1 0 0,-1 0 0,0 0 0,0 0-1,0 0 1,0-1 0,3-1 0,16-10-4791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4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2056,'0'0'8050,"1"0"-7904,-1 1-1,1 0 1,0-1 0,-1 1-1,1-1 1,0 0-1,0 1 1,0-1 0,0 1-1,0-1 1,-1 0-1,1 0 1,0 0 0,0 1-1,0-1 1,0 0-1,0 0 1,0 0-1,0 0 1,0-1 0,0 1-1,1 0 1,196 0 637,-197 0-897,0 0-1,0 0 1,0 0 0,-1 0 0,1 0 0,0 0-1,0 0 1,0 0 0,-1 0 0,1 1 0,0-1-1,0 0 1,-1 1 0,1-1 0,0 0 0,-1 1 0,1-1-1,0 1 1,-1-1 0,1 1 0,0 0 0,3 18-5697,-4-7 1360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4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18 304,'0'0'11595,"176"3"-10779,-143-3-376,-2 0-264,-6 0-176,-5-5-176,-9 0-608,0 0-817,-3 0-1639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88 1336,'0'0'2938,"0"-4"-2815,3-17-406,-34 16 3471,-34-9 396,40 9-3301,0 2 1,-27 0 491,55 4-632,1 0 0,-1-1 0,1 1 0,-1-1 0,1 0 0,-1 0 0,1 0 1,4-2-1,7 1 216,74 2 1050,163-6 421,-251 5-1892,-1 0 0,0 0-1,1 0 1,-1 0-1,1 0 1,-1 0 0,1 0-1,-1 0 1,0 0 0,1 0-1,-1 0 1,1 0-1,-1 0 1,1 0 0,-1 0-1,0 0 1,1 0 0,-1-1-1,1 1 1,-1 0-1,0 0 1,1 0 0,-1-1-1,1 1 1,-1 0 0,0-1-1,0 1 1,1 0-1,-1-1 1,0 1 0,1 0-1,-1-1 1,0 1 0,0 0-1,0-1 1,1 1-1,-1-1 1,0 1 0,0-1-1,0 1 1,0 0 0,0-1-1,0 0 1,2-8-2576,3-1-1972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4433,'0'0'8678,"3"-5"-8361,72-133 1078,-75 138-1395,0 0 1,0 0-1,0-1 0,0 1 0,0 0 0,0 0 1,0 0-1,0 0 0,1 0 0,-1-1 0,0 1 0,0 0 1,0 0-1,0 0 0,0 0 0,0 0 0,1 0 1,-1 0-1,0 0 0,0-1 0,0 1 0,0 0 1,0 0-1,1 0 0,-1 0 0,0 0 0,0 0 1,0 0-1,0 0 0,1 0 0,-1 0 0,0 0 1,0 0-1,0 0 0,0 0 0,1 0 0,-1 0 1,0 0-1,0 1 0,0-1 0,0 0 0,1 0 0,-1 0 1,0 0-1,0 0 0,0 0 0,0 0 0,0 0 1,0 1-1,1-1 0,-1 0 0,0 0 0,0 0 1,0 0-1,0 0 0,0 1 0,0-1 0,0 0 1,0 0-1,0 0 0,0 0 0,0 1 0,0-1 1,0 0-1,0 0 0,0 0 0,7 23-4,1 29 53,-3 132-58,1 7-331,-6-189 334,0-1-1,0 1 1,0-1-1,1 1 0,-1-1 1,0 1-1,1-1 0,-1 1 1,1-1-1,-1 0 0,1 1 1,0-1-1,-1 0 0,1 1 1,0-1-1,0 0 1,1 2-1,-1-3-310,1 0 0,-1 0-1,0 1 1,0-1 0,1 0 0,-1 0 0,0 0 0,0 0-1,1 0 1,-1-1 0,0 1 0,0 0 0,0-1 0,1 1-1,-1-1 1,0 1 0,0-1 0,0 1 0,0-1-1,2-1 1,11-5-7435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0 101 264,'0'0'11206,"3"-16"-10640,12-50-309,-15 65-254,1 0-1,0 0 0,0-1 1,-1 1-1,1 0 0,0 0 1,0 0-1,0 0 0,0 0 0,0 0 1,1 0-1,-1 0 0,0 1 1,0-1-1,0 0 0,1 1 1,-1-1-1,0 1 0,1-1 1,-1 1-1,0 0 0,1 0 1,-1-1-1,1 1 0,-1 0 1,1 0-1,-1 0 0,0 0 0,1 1 1,-1-1-1,1 0 0,1 1 1,5 0-1,8-1 25,0 0 1,0 2-1,-1-1 0,1 2 0,0 0 1,-1 1-1,18 7 0,-27-8-23,0 0 1,0 0-1,0 0 0,0 1 1,-1 0-1,1 0 0,-1 1 0,0-1 1,0 1-1,-1 0 0,1 1 1,-1-1-1,0 1 0,-1 0 1,1 0-1,-1 0 0,0 0 0,-1 0 1,3 8-1,-3-4-10,1-1 0,-2 0-1,1 0 1,-1 1 0,-1-1-1,0 1 1,0-1 0,0 1 0,-2-1-1,1 0 1,-1 1 0,-4 12 0,1-11 0,0 0 0,0 0 0,-1-1 0,0 0 0,-1 0 0,0-1 1,-1 0-1,0 0 0,-13 11 0,1-3-194,-2-1 0,-41 23 1,33-22-604,57-15 309,42-13 1279,29-3-122,105-8-982,-194 22-1126,-1 0-1397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23 1592,'0'0'6724,"-24"-4"-5942,-97-15 33,141 20-38,69 8 1016,178 14 66,380 5-158,-466-21-1268,-159-4-494,-22-3 42,0 0-1,0 0 0,0 0 1,0 0-1,0 0 0,1 0 1,-1 0-1,0 0 0,0 0 1,0 0-1,0 0 1,0 0-1,1 0 0,-1 1 1,0-1-1,0 0 0,0 0 1,0 0-1,0 0 1,0 0-1,0 0 0,0 0 1,0 1-1,0-1 0,1 0 1,-1 0-1,0 0 0,0 0 1,0 0-1,0 1 1,0-1-1,0 0 0,0 0 1,0 0-1,0 0 0,0 0 1,0 1-1,0-1 0,0 0 1,0 0-1,0 0 1,0 0-1,0 0 0,-1 1 1,1-1-1,0 0 0,0 0 1,0 0-1,0 0 1,0 0-1,0 0 0,0 1 1,-27 13-3735,17-9 2441,-10 5-4162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4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3017,'0'0'7745,"-20"24"-7475,-67 77-80,75-87-172,-1 0 0,0-1 0,-1-1 0,-1-1 0,0 0 0,0 0 0,-1-2 0,-22 11 0,12-7-86,7-5-202,15-6-193,-1-1 0,1 1 0,0 0-1,0 0 1,0 0 0,0 1 0,-4 3-1,31-6-305,230 10 1139,-93-7 989,-103-3-1024,-51-1-717,1 1-1,-1-1 1,0 0-1,0 0 1,0-1 0,0 0-1,-1 0 1,1 0-1,0-1 1,-1 0-1,0 0 1,8-6-1,2-2-3280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5:5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96,'0'0'10917,"-1"-4"-10106,11 144 1571,-10 305-3492,0-444 662,-5-12-5016,1-3-1128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0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2713,'0'0'5181,"12"1"-3782,369 42 4562,-301-40-5370,-49-3-2946,-16 0-1617,-32 0-345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0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2441,'0'0'5757,"-4"1"-5017,-5 6-136,11-1-23,24 3 498,44 2 616,138-6 745,-126-7-2047,-72 3-377,-5-1-27,-1 1-1,1-1 1,-1 0-1,0-1 1,1 1-1,-1-1 1,0 1-1,1-1 0,-1-1 1,7-2-1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2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88 1960,'0'0'7521,"0"0"-7465,0-1 0,-1 1 0,1 0 0,0 0 0,0-1 0,-1 1 1,1 0-1,0-1 0,0 1 0,0 0 0,0-1 0,-1 1 0,1 0 1,0-1-1,0 1 0,0-1 0,0 1 0,0 0 0,0-1 0,0 1 0,0-1 1,0 1-1,0 0 0,0-1 0,0 1 0,0 0 0,1-1 0,-1 1 1,0 0-1,0-1 0,0 1 0,1-1 0,3-3 37,1 1-1,0 0 0,0 0 1,0 1-1,0-1 1,0 1-1,0 0 1,1 0-1,-1 1 1,10-2-1,-5 0 11,46-10 435,0 1-1,1 4 1,109-4-1,-165 12-547,0 0-1,1 0 1,-1 1-1,0-1 1,0 0-1,0 1 1,1-1-1,-1 0 0,0 1 1,0 0-1,0-1 1,0 1-1,0 0 1,0-1-1,0 1 1,0 0-1,0 0 1,0 0-1,-1 0 1,1 0-1,0 0 1,0 0-1,-1 0 1,1 0-1,-1 0 1,1 0-1,-1 0 1,1 0-1,-1 1 1,0-1-1,0 0 1,1 2-1,1 45-260,-3-35 222,0-6 29,0 0 0,0 0-1,-1 0 1,0 0 0,0-1 0,-1 1-1,0-1 1,0 1 0,0-1 0,-1 0-1,0 0 1,0-1 0,0 1 0,-1-1-1,0 0 1,0 0 0,-1 0-1,-6 4 1,-7 5-139,0 0 0,-1-2 0,-1 0 0,-25 9 0,45-20 149,-13 6-220,0-1 0,-1 0 0,0-1 0,0-1 0,0 0 0,-26 2 0,40-6 642,8 0-283,242-13 686,-245 13-802,-1 0-1,1 1 1,-1-1-1,1 1 1,-1-1-1,0 1 1,1 0-1,-1 0 1,0 0-1,0 1 1,1-1-1,-1 1 1,0 0-1,-1 0 1,1 0-1,0 0 1,0 0-1,-1 1 1,0-1-1,1 1 1,-1-1-1,0 1 1,0 0-1,0 0 1,2 5-1,-1 0 6,0 1 0,-1-1 0,1 1 0,-2-1 0,1 1 0,-1 0-1,-1 0 1,1 0 0,-2 9 0,0-13-6,0 0 0,0 0 0,-1 0 0,0 0 0,0 0 0,0-1 0,-1 1 0,1 0 0,-1-1 0,0 0 1,-1 0-1,1 1 0,-1-2 0,1 1 0,-1 0 0,0-1 0,0 0 0,-1 0 0,-6 4 0,0-1 183,-1 1-1,1-2 1,-1 0 0,0 0 0,-1-1 0,-24 5-1,24-7 19,0 0-1,1-1 1,-1-1-1,1 0 0,-1-1 1,0 0-1,-22-6 0,28 5-305,0-1 0,0 0 0,0 0 0,0 0 1,0-1-1,1 0 0,0 0 0,-1-1 0,2 0 0,-1 0 0,1 0 0,-1-1 0,-7-11 0,-7-11-3057,3 2-3585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2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 1608,'0'0'7282,"-9"0"-6654,-2 0-485,-7-1 44,-1 1 0,0 1 0,0 1 0,1 0 0,-1 1 0,-27 9 0,46-12-181,0 1-1,0-1 0,0 0 1,0 0-1,0 0 0,0 0 0,0 1 1,0-1-1,0 0 0,0 0 1,0 0-1,0 1 0,0-1 0,0 0 1,0 0-1,0 0 0,0 0 1,0 1-1,0-1 0,0 0 0,0 0 1,0 0-1,0 0 0,1 1 1,-1-1-1,0 0 0,0 0 0,0 0 1,0 0-1,0 0 0,0 1 1,1-1-1,-1 0 0,0 0 1,0 0-1,0 0 0,0 0 0,0 0 1,1 0-1,-1 0 0,0 0 1,0 0-1,0 0 0,0 0 0,1 1 1,-1-1-1,0 0 0,0 0 1,0-1-1,1 1 0,-1 0 0,0 0 1,0 0-1,0 0 0,0 0 1,1 0-1,-1 0 0,0 0 1,0 0-1,0 0 0,68 7 674,0-3 1,76-6-1,-42 0-236,-65 2-304,42 0-2152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6:3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3 111 5545,'0'0'518,"0"31"-334,-1 1-153,0 0 29,1 0 1,2 0-1,1 0 1,10 45-1,-5-43 10,3 1 0,1-1-1,1-1 1,2 0 0,1-1-1,2-1 1,1 0 0,1-1 0,2-2-1,38 41 1,-41-50-94,1-1 0,0-1 0,1-1 0,1 0 0,0-2 0,1-1 0,1 0 0,0-2 0,1-1 0,0-1 0,0-1 0,1-1 0,0-1 0,51 4 0,-56-9 48,0 0 1,1-2-1,33-5 1,-44 4 61,0-1 1,0-1-1,0 1 1,-1-2-1,1 0 1,-1 0-1,0 0 1,12-10-1,-4 0 413,0-1 0,-2-1 0,0 0 0,-1-1 0,0 0 0,-2-1 1,0-1-1,10-22 0,-23 42-505,0 0 1,0 0 0,1 0-1,-1 0 1,0 0 0,0 0-1,1 0 1,-1 0 0,0 0 0,0 0-1,0 0 1,1 0 0,-1 0-1,0 0 1,0 0 0,0 1-1,1-1 1,-1 0 0,0 0-1,0 0 1,0 0 0,0 0 0,1 0-1,-1 1 1,0-1 0,0 0-1,0 0 1,0 0 0,0 1-1,1-1 1,-1 0 0,0 0-1,0 0 1,0 1 0,0-1 0,0 0-1,0 0 1,0 0 0,0 1-1,0-1 1,0 0 0,0 0-1,0 1 1,5 13-184,1 3 157,0 0 0,2 0 1,-1-1-1,2 1 0,0-2 0,1 1 1,1-1-1,0-1 0,1 0 0,1-1 0,0 0 1,0-1-1,1 0 0,1-1 0,0-1 1,0 0-1,1-1 0,1-1 0,-1 0 1,1-2-1,24 7 0,6-3-1,1-2 0,0-2 0,0-2 0,0-3 1,94-8-1,-103 2 158,0-2 1,0-2 0,-1-1 0,0-2 0,-1-1 0,0-2-1,-1-2 1,-1-1 0,-1-2 0,0-1 0,-2-2-1,0-1 1,-2-1 0,46-50 0,-72 97-357,-4-13 214,0 1 1,0-1-1,1 0 1,1 0-1,0 1 0,0-1 1,0-1-1,7 14 1,-6-16 1,0 0 0,1-1 0,-1 0 0,1 0 0,1 0 0,-1 0 0,1-1 0,0 0 0,-1 0 0,2 0 0,-1 0 0,0-1 0,11 5 0,1-1 7,1 0 0,1-1 0,-1-1 0,1-1-1,0-1 1,25 2 0,121-2-130,-125-4 92,1 0-48,-1-2 0,0-1 0,0-3 1,0-1-1,-1-2 0,0-1 0,66-30 0,-79 29 153,-2-1 1,1-2-1,-2 0 0,0-2 1,-1 0-1,0-1 0,-2-2 0,0 0 1,-1-1-1,-1-1 0,-1 0 1,14-26-1,-28 42 143,1 0 1,-1 0-1,0 0 1,0 0-1,-1-1 1,0 1-1,0-1 1,-1 0-1,1 0 1,-1-7-1,11 37-779,-8-13 524,-1 0 0,2 0 1,-1 0-1,1-1 0,1 0 1,-1 0-1,2 0 1,13 15-1,-14-19 49,-1 0 0,1-1 1,0 1-1,1-1 0,-1-1 0,1 1 0,0-1 1,0 0-1,0 0 0,0-1 0,0 0 0,0 0 1,15 1-1,0-1 14,1-1 1,-1-1 0,1-1-1,0-1 1,28-7-1,-36 6-4,0-1 0,-1-1 0,0-1 0,0 0 0,0-1 0,-1 0 0,0-1 0,23-18 0,-16 9 6,-2-2 0,1 0 0,-2-1 0,-1-1-1,22-35 1,53-121 59,-48 88-14,-43 89-61,0 1 1,0-1-1,0 0 1,0 0-1,0 0 1,0 0-1,1 1 1,-1-1-1,0 0 1,0 0 0,0 0-1,0 0 1,0 0-1,0 0 1,1 1-1,-1-1 1,0 0-1,0 0 1,0 0-1,0 0 1,0 0-1,1 0 1,-1 0-1,0 0 1,0 0-1,0 0 1,1 0-1,-1 0 1,0 0-1,0 0 1,0 0-1,0 0 1,1 0-1,-1 0 1,0 0-1,0 0 1,0 0-1,0 0 1,1 0-1,-1 0 1,0 0-1,0 0 1,0 0-1,0 0 1,1 0-1,-1-1 1,0 1-1,0 0 1,0 0-1,0 0 1,0 0-1,0 0 1,1 0-1,-1-1 1,0 1 0,0 0-1,0 0 1,0 0-1,0 0 1,0-1-1,0 1 1,4 23-241,-2-11 184,2 5 23,0-1-1,1 0 1,1 0 0,0-1 0,1 0 0,1 0 0,0 0-1,1-1 1,19 23 0,-19-28 16,0 0-1,1 0 1,0-1 0,0 0 0,1-1-1,0 0 1,0-1 0,1 0 0,0-1-1,0 0 1,0-1 0,0 0 0,20 2-1,2-1 75,-1-1-1,1-2 0,0-1 1,-1-2-1,1-1 0,52-11 1,-41 3 97,-2-3 0,1-1 0,-2-2 0,55-28 0,-24 2 222,-2-3 0,-2-3 0,-2-2 0,116-116 0,-181 164-382,1-1 0,0 0 0,-1 0 1,1 0-1,-1 0 0,0 0 0,0 0 0,0-1 1,2-3-1,-2-22-3250,-5 15-1871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49:1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4113,'0'0'1784,"-25"40"-2832,16-30-3801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0:0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1 744,'0'0'4386,"18"0"-4147,-3 0-163,336 10 1023,423 107-539,-559-93-1115,-173-22 257,-39-1 191,-3-2 61,1 1-1,-1 0 1,1 0 0,0 0 0,-1 0-1,1 1 1,0-1 0,-1 0 0,1 0 0,-1 0-1,1 0 1,0 1 0,-1-1 0,1 0-1,-1 0 1,1 1 0,-1-1 0,1 1 0,-1-1-1,2 1 1,-2 2-1174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2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9 108 3481,'0'0'8858,"2"-8"-7978,-1 4-806,0 0 0,0 0 0,1 1 0,-1-1 0,1 1 0,0-1 0,0 1 0,0 0 0,1 0 0,-1 0 0,1 0 0,-1 0 0,1 0 0,0 1 0,0-1 0,0 1 0,1 0 0,-1 0 0,1 0 0,-1 0 0,1 0 0,5-1 0,18-5 73,0 1 1,1 1 0,0 1-1,0 2 1,0 1 0,1 1-1,33 3 1,-60-2-167,0 0 1,-1 0-1,1 1 0,0-1 1,0 0-1,-1 1 1,1-1-1,0 1 0,-1 0 1,1-1-1,0 1 0,-1 0 1,1 0-1,-1 0 0,0 0 1,1 0-1,-1 0 0,0 1 1,1-1-1,-1 0 0,0 1 1,0-1-1,0 1 0,0-1 1,-1 1-1,1-1 0,0 1 1,0 0-1,-1-1 0,1 1 1,-1 0-1,0 0 0,0-1 1,1 1-1,-1 0 1,0 0-1,0 0 0,-1 2 1,1 1-24,-1 1 1,0-1 0,0 0 0,0 1 0,-1-1 0,0 0-1,0 0 1,0 0 0,0 0 0,-1-1 0,-4 7 0,-16 15-56,-1-1 0,-1-1 1,-32 23-1,-89 56-622,121-87 503,-22 16-490,46-31 644,9-2 208,45-23 192,-41 18-257,0 0-1,0 1 1,20-6 0,1 5-34,-1 2 0,1 1 1,47 1-1,-77 2-56,1 0 0,0 1 0,-1-1 0,1 1 0,-1 0 0,1 0 0,-1 0 0,1 0 0,-1 1 0,0-1 0,1 1 0,-1 0 0,0 0-1,0 0 1,4 4 0,-2-1-7,-1 0 0,0 0 0,0 0 0,-1 0-1,1 0 1,-1 1 0,-1 0 0,5 9-1,-4-5 5,0 1 0,0-1 0,-1 1 0,0 0 0,-1-1 0,-1 1 0,1 0 0,-2 0 0,1 0 0,-4 15 0,1-18 19,1 0 1,-2 0-1,1-1 0,-1 1 0,0-1 0,-1 0 0,0 0 0,0 0 1,0-1-1,-1 0 0,0 0 0,0 0 0,0-1 0,-1 0 1,0 0-1,-13 7 0,8-6 190,0 0 0,-1 0 0,0-1 0,0-1 0,0 0 0,-1-1 0,1-1 0,-1 0 1,-19 1-1,20-3-47,8 0-75,0 0-1,0 0 1,0 0-1,0-1 1,0 1 0,0-1-1,-8-3 1,11 3-105,0 0-1,1 0 1,-1 0 0,1 0-1,-1-1 1,1 1 0,0 0-1,-1-1 1,1 0 0,0 1-1,0-1 1,0 1 0,0-1 0,0 0-1,1 0 1,-1 0 0,1 1-1,-1-1 1,1 0 0,-1 0-1,1 0 1,0 0 0,0 0-1,0-3 1,0 1-315,0 0 1,0 0-1,0 0 0,0 0 1,1 0-1,0 0 0,-1 0 1,2 0-1,-1 0 1,0 1-1,1-1 0,0 0 1,0 1-1,0-1 0,0 1 1,0-1-1,1 1 0,-1 0 1,1 0-1,4-4 0,21-14-5150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3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3721,'0'0'8852,"11"3"-8417,3 1-360,0 2 0,0 0 0,-1 1 0,0 0 1,0 1-1,-1 0 0,0 1 0,0 0 0,19 21 0,5 9 184,58 86 0,5 4-29,-94-123-226,-1-1 0,2-1 0,-1 1-1,0-1 1,1 0 0,0 0 0,0-1 0,0 1-1,0-2 1,1 1 0,-1 0 0,1-1 0,-1 0-1,1-1 1,0 0 0,0 0 0,0 0 0,0-1-1,13-1 1,-19 1-302,-1-1-1,1 1 0,-1-1 1,0 0-1,1 1 1,-1-1-1,0 0 0,1 0 1,-1 1-1,0-1 1,0 0-1,0 0 0,0 1 1,0-1-1,0 0 1,0 0-1,0 1 0,0-1 1,0 0-1,0 0 1,0-1-1,-1-1-1392,1-12-4632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3625,'0'0'6576,"-8"22"-6340,2-5-157,-44 148 825,33-94-383,-66 243 1930,82-312-2310,-3 11-602,4-11-665,4-8-800,8-9-2197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4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1360,'0'0'10608,"16"-2"-9496,241-6 1697,-256 8-2826,0 1 0,-1-1 0,1 1 0,0-1 1,0 1-1,-1 0 0,1-1 0,-1 1 0,1 0 1,0 0-1,-1 0 0,1-1 0,-1 1 0,0 0 1,1 0-1,-1 0 0,0 0 0,1 0 0,-1 0 0,0 0 1,0 0-1,0 0 0,0 0 0,0 0 0,0 0 1,0-1-1,0 1 0,-1 1 0,-1 32-102,0-27 68,-1 1-1,0-1 1,0 1 0,0-1-1,-1 0 1,-9 12 0,9-14-25,1 0 1,-1 1 0,1 0 0,0-1-1,0 1 1,1 0 0,0 0-1,0 1 1,0-1 0,0 0-1,0 12 1,3-18 103,-1 1-1,1 0 1,0-1-1,-1 1 1,1 0 0,0-1-1,0 1 1,0-1-1,-1 1 1,1-1 0,0 0-1,0 1 1,0-1-1,0 0 1,0 0 0,0 1-1,0-1 1,0 0-1,0 0 1,0 0 0,-1 0-1,1 0 1,0 0-1,1-1 1,2 1 102,43 3 635,63-5 0,-20-1-6928,-73 3 782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2192,'0'0'6815,"-4"2"-6292,-6 7-199,11-4 245,28 3 859,-20-7-1186,63 11 1222,114 2-1,-72-12-7988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1144,'0'0'9726,"28"-12"-8695,91-39-171,-109 47-730,-1 0 0,1 1-1,0 1 1,0 0-1,0 0 1,0 1-1,0 0 1,0 0-1,18 3 1,2-1 93,-28-1-222,0 0 0,0 0-1,0 0 1,0 0 0,0 0-1,0 0 1,0 1 0,0-1-1,-1 1 1,1 0 0,0-1-1,0 1 1,0 0 0,-1 0 0,1 0-1,0 0 1,-1 0 0,1 1-1,-1-1 1,1 0 0,-1 1-1,0-1 1,1 1 0,-1 0-1,0-1 1,0 1 0,0 0-1,0-1 1,-1 1 0,2 2-1,-1 4-4,1 1 0,-1-1 0,0 1 0,-1-1 0,-1 16 0,0-1 51,0-9-23,-1-1 0,0 1-1,-1-1 1,0 0-1,-1 0 1,-1 0 0,0 0-1,0-1 1,-1 0-1,-1 0 1,0 0-1,-10 11 1,4-6-113,0-2-1,0 0 1,-2 0-1,0-1 1,-1-1-1,0 0 0,-28 15 1,43-27 75,0 0-41,-1 1 1,0-1-1,0 0 1,0 0-1,0 0 1,0 0-1,0-1 0,0 1 1,0-1-1,0 1 1,0-1-1,0 1 1,-1-1-1,1 0 0,0 0 1,0 0-1,0 0 1,-2-1-1,3 1 43,1-1-1,0 1 1,0 0-1,-1 0 1,1 0-1,0-1 1,0 1-1,0 0 1,-1 0-1,1-1 1,0 1-1,0 0 1,0 0-1,0-1 1,0 1-1,-1 0 1,1-1-1,0 1 1,0 0-1,0-1 1,0 1-1,0 0 1,0 0-1,0-1 1,0 1-1,0 0 1,0-1-1,0 1 1,0 0-1,1-1 1,-1 1-1,0 0 1,0 0-1,0-1 1,0 1-1,12-9-121,15 1 14,23 5 86,0 2 1,50 5-1,14 1 1254,-106-5-1154,1 0 0,0-1 0,0 0 0,-1 0 0,1-1 0,-1 0 0,1 0 0,9-5 0,-10 3-1537,0-1 0,-1 1 0,0-1 0,13-12-1,-6 5-4837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72,'0'0'12819,"24"8"-12062,-1-2-580,-9-2-105,0 0 1,0 0-1,-1 1 0,1 1 1,-1 0-1,-1 1 0,1 1 1,-1 0-1,12 10 0,20 24 78,-2 2 0,54 70-1,-19-20-24,-75-90-177,1 0 1,0 0-1,1-1 0,-1 1 0,1-1 1,-1 0-1,1 0 0,0 0 1,0 0-1,0 0 0,1-1 1,-1 0-1,1 0 0,-1 0 0,1-1 1,7 2-1,-11-3-92,-1 0-1,1-1 0,-1 1 1,0 0-1,1-1 1,-1 1-1,1-1 1,-1 1-1,0-1 1,1 1-1,-1-1 1,0 1-1,1-1 1,-1 1-1,0-1 1,0 1-1,1-1 1,-1 1-1,0-1 1,0 1-1,0-1 1,0 0-1,0 1 0,0-1 1,0 1-1,0-1 1,0 0-1,0 1 1,0-1-1,0 1 1,-1-1-1,1-1 1,0-2-940,0-14-4113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1144,'0'0'10744,"-3"3"-10393,-8 14-175,1-1 0,1 1 0,0 1 0,1 0 0,1 0 0,-5 21 0,-6 14 96,-104 217 526,42-100-330,79-170-514,1 1 1,-1 0-1,0 0 1,1 0-1,0 0 1,-1 0 0,1 0-1,0 0 1,-1 0-1,1 0 1,0 0-1,0 0 1,0 0 0,0 0-1,0 0 1,0 1-1,0-1 1,0 0-1,1 0 1,-1 0 0,0 0-1,0 0 1,1 0-1,0 1 1,0-2-15,0 1 0,0-1 0,0 1 0,0-1 0,0 1 0,0-1 0,0 0 0,0 1-1,0-1 1,0 0 0,0 0 0,0 0 0,0 0 0,0 0 0,0 0 0,0 0 0,0 0 0,0-1 0,2 1 0,9-3-984,0-1 0,0 0 1,12-7-1,-21 9 495,47-20-7263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96,'0'0'9161,"-4"11"-8166,-12 34 273,16-45-1227,0 1 0,0-1 0,0 1 0,0 0 1,1-1-1,-1 1 0,0 0 0,0-1 0,0 1 0,0-1 0,1 1 1,-1 0-1,0-1 0,1 1 0,-1-1 0,0 1 0,1-1 1,-1 1-1,1-1 0,-1 1 0,1-1 0,-1 0 0,1 1 0,-1-1 1,1 0-1,-1 1 0,1-1 0,-1 0 0,1 0 0,0 1 1,-1-1-1,2 0 0,22 4 861,-17-4-636,52 5 673,0-3-1,69-7 1,-112 3-1514,-1 0 0,-1-1 0,18-7 0,-5 3-1707,4-3-2620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7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 1592,'0'0'11341,"-9"6"-10859,-135 156 162,-11-3-2204,155-159 1553,-1 2-111,-1-1 0,1 0-1,0 0 1,0 0 0,0 1 0,0-1-1,0 1 1,0-1 0,0 1 0,0-1-1,1 1 1,-1-1 0,1 1 0,-1-1-1,1 1 1,-1 0 0,1 2 0,23-4 68,13-2 151,0-1-1,58-14 0,-58 9 53,0 2 0,59-3 0,-72 9-241,5 0-526,-9 0-4057,-18-8-990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7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3697,'0'0'10750,"0"5"-10661,15 376 1476,-13-194-1238,-2-185-321,0 11 51,0 0 1,1-1 0,0 1-1,1-1 1,0 1 0,1-1 0,1 0-1,5 13 1,-9-25-88,0 1 0,1 0-1,0-1 1,-1 1 0,1-1 0,-1 1-1,1-1 1,0 1 0,-1-1 0,1 0 0,0 1-1,-1-1 1,1 0 0,0 1 0,0-1 0,-1 0-1,1 0 1,0 0 0,0 0 0,-1 0 0,1 0-1,0 0 1,0 0 0,0 0 0,-1 0-1,1 0 1,0 0 0,0 0 0,-1-1 0,1 1-1,0 0 1,-1-1 0,1 1 0,0 0 0,-1-1-1,1 1 1,0-1 0,-1 1 0,1-1-1,-1 1 1,2-2 0,22-22-3197,-7 3-2004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0 232,'0'0'13643,"72"25"-12243,-27-15-336,5-5-439,0 0-297,-5-5-232,-12 0-96,-10 0-624,-9 0-593,-14-5-911,0-7-2425,-9 2-2921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1560,'0'0'10699,"159"0"-8947,-111 0-856,-6-5-464,-9-3-432,-2 1-8,0-3-904,16-10-912,-8 4-1193,-3-1-2648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3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78 232,'0'0'6753,"-23"17"-6074,23-17-679,-98 79 480,93-75-432,1 0-1,0 1 1,0-1-1,0 1 1,1 0-1,-1 0 1,1 0-1,0 1 0,1-1 1,-1 1-1,1 0 1,0 0-1,1-1 1,0 1-1,-2 10 1,0 1 94,-1 12 136,1 1 0,1 54 1,2-62-173,0-14-55,0-1 0,1 1 0,0-1 0,0 1 0,1-1 0,0 0 0,0 0-1,0 1 1,1-2 0,1 1 0,-1 0 0,1-1 0,0 1 0,0-1-1,8 9 1,-5-8 33,1-1-1,-1 1 0,1-2 0,0 1 1,0-1-1,1 0 0,0 0 1,0-1-1,0-1 0,19 6 0,-15-6 27,1 0-1,-1-1 1,1-1-1,0 0 1,0 0-1,0-2 1,-1 0-1,1 0 1,0-1-1,-1-1 1,1 0-1,-1-1 1,0-1-1,0 0 1,0 0-1,-1-2 1,15-8-1,-12 3 115,1-1 0,-1-1 0,-1 0 0,-1-1 0,0 0 0,-1-1-1,0 0 1,-1-1 0,-1-1 0,-1 1 0,0-1 0,-2-1 0,0 0-1,-1 0 1,-1 0 0,0-1 0,-2 0 0,0 1 0,-1-1 0,-1 0 0,-1 0-1,-4-31 1,2 43-240,-1-1-1,0 1 1,0 0-1,0 0 0,-1 0 1,0 1-1,-1-1 0,0 1 1,0 0-1,0 0 1,-1 1-1,0-1 0,-1 1 1,1 0-1,-1 1 0,0 0 1,0 0-1,-1 0 1,1 1-1,-1 0 0,0 1 1,0 0-1,-1 0 1,1 1-1,-12-3 0,-8 2-979,1 2 1,-1 0-1,-50 6 0,4 12-3800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20 3025,'0'0'7086,"-28"-3"-6639,-86-11-32,107 13-309,-1 0 0,0 1 0,1 0 0,-1 0 0,0 0 0,1 1-1,-1 0 1,0 1 0,1 0 0,-14 5 0,16-4-35,0-1 0,1 1-1,0 1 1,0-1 0,0 1-1,0-1 1,0 1 0,1 0 0,0 0-1,0 1 1,-5 7 0,5-7-54,1 0-1,0 1 1,0-1 0,0 0 0,0 1 0,1-1 0,0 1-1,0-1 1,1 1 0,0-1 0,0 1 0,0 0-1,0-1 1,1 1 0,0-1 0,0 1 0,0-1 0,1 0-1,0 1 1,0-1 0,0 0 0,1 0 0,0 0-1,0 0 1,0-1 0,0 1 0,1-1 0,0 0 0,-1 0-1,9 6 1,-4-3-20,1-1 1,1 0-1,-1 0 0,1-1 0,0 0 0,0-1 0,0 0 1,1-1-1,-1 0 0,1 0 0,0-1 0,0 0 1,0-1-1,-1-1 0,1 0 0,20-2 0,-27 2-2,1-1 1,-1 0-1,0-1 0,0 1 1,0 0-1,-1-1 0,1 0 0,0 0 1,-1 0-1,1-1 0,-1 1 1,1-1-1,-1 0 0,0 1 0,0-1 1,-1-1-1,1 1 0,-1 0 1,1-1-1,-1 1 0,0-1 0,0 0 1,0 0-1,-1 0 0,2-6 0,1-5 129,0-1-1,-1 1 0,-1-1 0,-1 0 0,0-20 0,2-34 4225,-3 69-3991,11 27-986,-1 19 700,-1 0 1,-2 0-1,-3 1 1,-1 53-1,-3-98-140,0 0 1,0 0-1,0 0 0,0-1 0,0 1 0,0 0 0,0 0 0,0 0 1,1-1-1,-1 1 0,0 0 0,0 0 0,1-1 0,-1 1 0,0 0 0,1 0 1,-1-1-1,1 1 0,-1 0 0,1-1 0,-1 1 0,1-1 0,-1 1 1,1-1-1,0 1 0,-1-1 0,1 1 0,0-1 0,-1 1 0,1-1 1,0 0-1,0 1 0,-1-1 0,1 0 0,0 0 0,0 0 0,0 0 0,-1 1 1,1-1-1,0 0 0,0 0 0,0 0 0,-1-1 0,1 1 0,0 0 1,0 0-1,0 0 0,0-1 0,7 1-1079,9 0-3021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2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24,'0'0'7291,"-6"4"-6416,-18 12 70,24-16-910,0 0-1,-1 0 1,1 1-1,0-1 1,0 0-1,0 1 1,-1-1-1,1 0 1,0 1-1,0-1 1,0 0-1,0 1 1,0-1-1,0 1 1,0-1 0,-1 0-1,1 1 1,0-1-1,0 0 1,1 1-1,-1-1 1,0 1-1,0-1 1,0 0-1,0 1 1,0-1-1,0 0 1,0 1-1,1-1 1,-1 0-1,0 1 1,0-1-1,0 0 1,1 1-1,-1-1 1,0 0-1,0 0 1,1 1-1,-1-1 1,0 0-1,1 0 1,-1 1-1,0-1 1,1 0-1,-1 0 1,0 0-1,1 0 1,-1 0-1,0 0 1,1 1-1,-1-1 1,1 0 0,-1 0-1,0 0 1,1 0-1,23 7 653,-23-6-590,37 5 367,0-1 1,1-1-1,-1-3 1,53-3-1,-8 0-5400,-68 2 683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16,'0'0'11835,"97"18"-11179,-77-16 16,2 1-120,0-3-88,3 0-160,1 0-176,1 0-128,1-10-272,17-3-880,-6 3-1201,-6 3-2272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59 440,'0'0'9187,"28"-9"-8109,94-28-118,-113 34-805,0 0 1,1 1-1,-1 0 0,1 1 1,-1 0-1,1 0 0,13 2 0,-2 0-21,-19-1-131,0-1-1,-1 2 0,1-1 0,-1 0 0,1 0 0,-1 0 0,1 1 0,0-1 0,-1 1 0,1-1 0,-1 1 0,0 0 0,1-1 1,-1 1-1,0 0 0,1 0 0,-1 0 0,0 0 0,0 0 0,0 0 0,0 1 0,0-1 0,0 0 0,0 0 0,0 1 0,0-1 1,0 1-1,-1-1 0,1 3 0,1 2-37,-1 1-1,1-1 1,-2 1 0,1 0 0,-1 10-1,0-11-13,-1-3 36,1 0 0,-1-1 0,0 1 0,0-1 0,1 1 0,-2-1 0,1 1 0,0-1 0,0 0 0,-1 1 0,1-1 1,-1 0-1,0 0 0,0 0 0,0 0 0,0-1 0,0 1 0,0 0 0,-3 1 0,-54 29 80,42-24-75,-112 56-1737,127-63 1725,23-2 989,21-11-766,-29 8-141,-1 1-1,1-1 0,1 2 1,25-2-1,-21 4-28,-5-1 10,0 1-1,0 1 1,0 0 0,23 5-1,-31-4-40,-1-1-1,0 1 0,0 0 1,0 0-1,0 1 1,0-1-1,0 1 0,-1 0 1,1-1-1,-1 2 0,0-1 1,0 0-1,0 1 1,0-1-1,0 1 0,-1 0 1,4 8-1,-1 0 25,-1 0 0,-1 0-1,0 0 1,-1 0 0,0 0 0,-1 1-1,0-1 1,-2 22 0,1-21 62,0-9-29,-1 1-1,0-1 0,0 0 1,0 0-1,-1 1 1,1-1-1,-1 0 0,0-1 1,-1 1-1,1 0 1,0 0-1,-1-1 0,0 0 1,0 1-1,0-1 1,0 0-1,-1 0 0,1-1 1,-1 1-1,1-1 1,-1 0-1,0 0 0,-5 2 1,-5 3-75,0-2 1,0 1 0,0-2-1,-1 0 1,-23 3 0,4-2-3190,27-5-630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4841,'0'0'7551,"0"23"-7274,3 374 1266,-3-207-1411,3-202 418,4-5-472,0 0-1,2 1 1,-1 0 0,2 0-1,0 1 1,16-17 0,-18 21-45,1 2 0,0-1 1,1 1-1,0 1 0,1 0 1,0 0-1,0 1 1,0 0-1,19-7 0,-20 11-44,0 0-1,0 1 1,0 0 0,0 1-1,0 0 1,0 0-1,0 1 1,0 1-1,0-1 1,0 2-1,0-1 1,0 2 0,0-1-1,17 8 1,-19-7-9,-1 1 0,0 0 0,0 0 0,0 0 0,0 1 0,0 0 0,-1 0 0,0 1 0,0 0 0,-1 0 0,0 0 0,0 0 0,0 1 0,-1 0 0,0 0 0,0 0 0,-1 1 1,5 13-1,-7-17 2,0 0 1,0 0 0,0 0-1,-1 0 1,1 0 0,-1 0-1,0 0 1,0 0 0,-1 0 0,1 0-1,-1 0 1,0 0 0,0 0-1,0 0 1,0 0 0,-1 0-1,0-1 1,0 1 0,0 0-1,0-1 1,0 0 0,-1 1 0,1-1-1,-4 3 1,-4 2 79,1-1 0,-1 0 1,-1 0-1,1-1 0,-1-1 0,0 0 1,-12 5-1,0-3-62,1 0-1,-1-2 1,0 0 0,0-2-1,0 0 1,-1-1 0,1-2 0,-31-3-1,52 3-65,0 0 0,1 0 1,-1 0-1,0 0 0,1-1 0,-1 1 0,0-1 0,1 1 0,-1-1 0,1 0 0,-1 1 1,1-1-1,0 0 0,-1 0 0,1 0 0,0 0 0,-1 0 0,1-1 0,0 1 0,0 0 0,0 0 1,0-1-1,-1-1 0,2 2-118,0-1 1,-1 1 0,1-1-1,0 1 1,0-1-1,0 1 1,0-1-1,1 1 1,-1-1 0,0 1-1,1 0 1,-1-1-1,1 1 1,-1 0-1,1-1 1,-1 1 0,1 0-1,0-1 1,0 1-1,0 0 1,0 0-1,0 0 1,0 0 0,0 0-1,0 0 1,0 0-1,2-1 1,26-18-5702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0 128,'0'0'9129,"4"0"-7636,133 0 3534,5 0-4839,-117 5-2482,-14 6-2336,-7-1-570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3721,'0'0'8732,"23"2"-7827,-21-2-869,176 9 1949,-19-11-2123,-55-1-6791,-62 3 353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5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2184,'0'0'7241,"-7"0"-5078,162 2 3179,-72 0-5004,0-1-3408,-76 0-924,1 6-1833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46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4153,'0'0'8682,"26"-16"-8083,81-50-139,-104 64-430,0 0 0,0 0 1,0 0-1,1 0 1,-1 1-1,1 0 0,-1-1 1,1 1-1,0 0 0,-1 1 1,1-1-1,0 1 1,0-1-1,-1 1 0,8 1 1,2 0 52,-7-1-68,0 0 1,0 0-1,0 1 0,0 0 0,0 0 1,0 0-1,0 1 0,0 0 0,0 0 1,10 6-1,-12-5-18,-1 0-1,1 0 1,-1 0 0,0 0-1,0 0 1,0 1 0,0-1-1,0 1 1,-1 0 0,0 0-1,1 0 1,-2 0 0,1 0-1,0 1 1,1 6 0,-1-3-12,-1 0 0,0 0 1,0-1-1,-1 1 0,1 0 0,-2 0 1,1 0-1,-1 0 0,-1 0 0,1-1 1,-1 1-1,0 0 0,-1-1 1,0 0-1,0 1 0,-1-1 0,0 0 1,-9 12-1,-5 4-206,-2-1 1,0-1-1,-41 32 0,47-41 9,-3 3-878,0-1 1,-39 22-1,66-40 1147,0 0 1,1 1-1,-1-1 0,0 2 0,1 0 0,0 0 0,0 1 1,16 0-1,107 8 755,-19 0 814,-110-7-1527,52-4 945,-54 4-1005,0-1 0,-1 0 0,1 1 0,0-1 0,-1 0 0,1 0 0,-1-1 0,1 1 0,-1 0 0,1-1-1,-1 0 1,0 1 0,0-1 0,0 0 0,0 0 0,0 0 0,3-5 0,-4 5-381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17 4505,'0'0'7320,"-15"-3"-6344,4 1-801,1-1-16,0 0-1,-1 1 0,1 1 0,0 0 0,-1 0 0,1 1 0,-1 0 0,1 1 0,0 0 0,-15 3 0,13 2-110,0 0 1,0 1-1,1 0 0,-1 1 0,2 0 0,-1 0 0,1 1 1,1 1-1,0-1 0,0 2 0,1-1 0,0 1 1,1 1-1,-10 20 0,9-18-2,2 1 0,0 0 0,1 0 0,1 0 0,0 1 0,1-1 0,0 1 0,1 0 1,1 0-1,1 0 0,0 0 0,3 18 0,-1-29 3,-1-1 0,1 1 0,0-1 0,-1 0 0,2 1 0,-1-1-1,1 0 1,-1 0 0,1-1 0,0 1 0,0-1 0,1 1 0,-1-1 0,1 0 0,0 0 0,-1 0 0,1-1 0,0 1 0,1-1 0,-1 0 0,0 0 0,1-1 0,-1 1 0,6 0 0,9 3 162,-1-2 1,1 0-1,0 0 1,31-2 0,41-6-2538,-31-5-5133,-35 5 125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1376,'0'0'7618,"-7"11"-6767,2-6-643,-14 25 297,19-30-477,0 1 0,-1 0 0,1 0 0,0-1 0,0 1 0,0 0 0,0 0 0,0-1 0,0 1 0,0 0 1,0 0-1,0 0 0,0-1 0,0 1 0,0 0 0,1 0 0,-1-1 0,0 1 0,1 0 0,-1 0 0,0-1 0,1 1 1,-1 0-1,1-1 0,-1 1 0,1-1 0,-1 1 0,1-1 0,-1 1 0,1-1 0,0 1 0,-1-1 0,1 1 0,0-1 0,-1 0 1,1 1-1,0-1 0,0 0 0,-1 0 0,1 1 0,0-1 0,0 0 0,0 0 0,32 6 520,0 0 0,0-3 0,50 0 1,26 2-1343,-103-4 223,-1-1-1,0 2 1,0-1-1,0 0 1,10 5-1,-5 0-3206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1 912,'0'0'14571,"176"5"-13987,-140 0-63,3 0-65,1-3-224,-4 1-232,0-1 0,3-2-752,25 3-841,-5-3-1263,-6 0-2826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3305,'0'0'8209,"109"18"-7128,-70-16-41,2 1-304,1-3-336,0 0-184,-3 0-216,-5 0-184,19 0-984,-11 0-1081,-6 0-2584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3321,'0'0'8111,"-1"8"-7743,0-4-302,0 1 0,-1 0 0,0-1 0,0 0 0,0 1 0,-1-1 0,1 0 0,-1 0 0,0 0 0,0 0 0,-1-1 0,-6 7 0,-51 39 204,52-43-223,-90 57 53,-5 2-2246,104-65 2113,0 0-1,0 0 1,0 0-1,-1 0 1,1 0-1,0 0 1,0 1-1,0-1 1,0 0-1,0 0 1,-1 0-1,1 0 1,0 0-1,0 0 1,0 1-1,0-1 1,0 0-1,0 0 1,-1 0-1,1 0 1,0 0-1,0 1 1,0-1-1,0 0 1,0 0-1,0 0 1,0 1-1,0-1 1,0 0-1,0 0 1,0 0-1,0 0 1,0 1-1,0-1 1,0 0-1,0 0 1,0 0-1,0 1 1,0-1-1,0 0 1,0 0-1,0 0 1,0 0-1,1 1 1,-1-1-1,11 3-156,27-2 1154,-28-1-981,398 12 2828,-367-12-5904,-27 0-993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2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21 16,'0'0'12709,"-1"-5"-12127,-3-10-383,3 17-25,1 31 164,0-9-96,1 92 1383,29 218-1,-29-328-1651,-1-5 4,0 0-1,-1 1 1,1-1-1,1 0 1,-1 0-1,0 0 1,0 1-1,0-1 1,1 0-1,-1 0 1,0 0-1,1 0 1,-1 1-1,1-1 1,0 0 0,-1 0-1,1 0 1,0 0-1,-1 0 1,1-1-1,0 1 1,0 0-1,0 0 1,0 0-1,0-1 1,0 1-1,0 0 1,0-1-1,0 1 1,0-1-1,0 1 1,1-1 0,-1 0-1,0 1 1,0-1-1,0 0 1,2 0-1,39 0-5325,-20 0-1483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5353,'0'0'3761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1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5209,'0'0'7111,"13"21"-6292,2 2-568,68 117 895,-80-135-1149,97 163 944,-86-147-1332,2-1 1,0-1-1,1-1 1,0 0-1,37 28 1,-43-43-4813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3849,'0'0'6989,"-13"26"-6066,-2 9-635,-4 10 297,-42 72 1,23-60 66,-47 55 0,-12 17-416,97-129-238,-22 39-415,22-38 320,-1-1 0,1 1 1,0 0-1,-1 0 0,1-1 1,0 1-1,0 0 0,-1 0 1,1 0-1,0 0 0,0-1 1,0 1-1,0 0 0,0 0 1,0 0-1,0-1 0,1 1 1,-1 0-1,0 0 0,0 0 1,0-1-1,1 1 0,-1 0 1,1 0-1,-1-1 0,0 1 1,1 0-1,-1-1 0,1 1 1,0 0-1,-1-1 0,1 1 1,-1-1-1,1 1 0,0-1 1,-1 1-1,1-1 0,0 1 1,0-1-1,-1 0 0,1 1 1,0-1-1,1 0 0,19 3-2981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1072,'0'0'12243,"67"0"-11267,-28 0-168,0 0-256,0 0-344,-3 0-128,-2 0-80,-6 0-496,-1 0-736,13 0-936,-10 0-857,-2 0-2480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4121,'0'0'8314,"176"5"-7234,-137-3-472,-8-2-352,-6 0-160,-6 0-96,-5 0-344,3 5-880,14 3-761,-6 2-1936,0-3-2824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1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2897,'0'0'6398,"31"0"-5101,104 0 38,-70 0 644,-1-3 0,91-16 0,-134 18-1642,-21 1-421,-1 7-5520,-3 6 2229,-2 0-1994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 3937,'0'0'9513,"1"-2"-9418,-5 4-76,-18 20 181,1 2-1,1 0 0,1 2 1,1 0-1,-25 49 0,33-52-165,2 1 0,0 0 0,2 0 0,0 1 0,2-1 0,1 1 0,0 0-1,2 1 1,1-1 0,1 0 0,2 0 0,0 0 0,1 0 0,2-1 0,0 1-1,2-1 1,0 0 0,2-1 0,13 24 0,-20-41-39,1-1 1,-1 1-1,1-1 1,0 0-1,1 0 0,-1-1 1,1 1-1,0-1 0,0 0 1,0 0-1,1 0 1,-1-1-1,1 0 0,0 0 1,0 0-1,8 1 1,35 7-4586,-34-8-195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1296,'0'0'10763,"165"-5"-9363,-120 5-336,-6 0-432,-6 0-296,-2 0-224,-6 0-112,0 0-208,3 0-784,14 0-1048,-9 0-2025,-2 0-4009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80,'0'0'10856,"20"-21"-9759,66-62-37,-82 80-932,0-1-1,0 1 0,0 0 0,1 0 0,-1 0 1,1 0-1,8-2 0,-11 4-67,0 1 0,1-1 0,-1 1 0,1 0 0,-1 0 0,1 0 0,-1 0 0,1 0 0,2 1 0,8 0 78,-10-1-134,-1 0 0,1 0 0,-1 1 0,0-1 0,1 1 0,-1-1 0,1 1 0,-1 0 1,0 0-1,0 0 0,1 0 0,-1 0 0,0 1 0,0-1 0,0 0 0,0 1 0,-1 0 1,1-1-1,2 4 0,-1-1-2,0 1 0,-1-1-1,1 1 1,-1 0 0,0 0 0,0 0 0,0 0 0,1 8 0,0 3 0,-1 0 1,-1 1-1,-1-1 0,0 0 1,-3 19-1,1-25-9,-1 0 0,0 0 0,0 0 1,-1 0-1,0 0 0,-1-1 0,0 0 0,-1 0 1,0 0-1,0 0 0,-1-1 0,-10 9 1,-13 12-874,-57 43 0,82-69 738,1 1-104,2-3 109,0 1 1,1-1-1,-1 1 1,0-1-1,0 0 1,0 0-1,0 0 1,0 0-1,0 0 1,0 0-1,0-1 1,0 1-1,0-1 1,-3 1-1,48-14 608,109-16 2269,9-1-725,-126 21-3686,34-14-1,-14-6-3477,-35 16 882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2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4785,'0'0'5537,"18"18"-4345,7 6-814,83 90 987,-90-93-1241,-1 0 0,-1 1 0,-1 1-1,-1 0 1,-1 2 0,-1-1 0,-2 1-1,0 1 1,-1 0 0,-2 0 0,0 0-1,-2 1 1,3 43 0,-6-39-85,-2 1 0,0-1 0,-2 0 0,-2 0 0,-1 0 0,-13 47 0,14-61 50,4-14-40,-1 0 0,1 0 1,-1 0-1,0 1 0,0-1 0,0 0 0,0 0 0,-4 4 0,-23 6-4582,12-5-935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7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1 208,'0'0'10122,"14"7"-9767,39 22 494,-1 3-1,66 53 1,101 97 239,-205-169-1115,1-1 1,-1-1-1,2-1 0,26 15 1,-41-24-638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2633,'0'0'9619,"2"-1"-9313,2 10-384,-4-3 91,1-1 0,-2 1 0,1 0 0,-1 0 0,0-1 0,0 1 0,0-1 0,-3 7 0,-21 49 316,17-44-238,-160 311 1615,213-324-5051,-13-4-719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1800,'0'0'8090,"62"17"-6546,-18-14-383,4-3-265,5 2-376,-3-2-336,-3 0-184,-5 0-184,-6 0-616,-5 5-664,-11 3-1169,-12-1-2056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2593,'0'0'8737,"151"3"-8481,-109-1-240,11-2-16,42 3-1056,-12-3-1712,-5 0-4490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1880,'0'0'8362,"41"-7"-7146,-4 7-343,7 0-97,7 0-296,-1 0-360,0 0-120,3 0-440,20 0-968,-12 0-1353,-11 0-3088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0:5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6313,'0'0'5456,"5"16"-5354,10 29 2,-3 1 0,8 53 0,9 191-12,-29-290-78,0 1 0,0-1 1,0 1-1,0-1 0,0 1 0,0-1 1,0 1-1,0-1 0,0 1 1,0-1-1,0 1 0,0-1 0,0 1 1,1-1-1,-1 1 0,0-1 1,0 1-1,1-1 0,-1 1 0,0-1 1,0 0-1,1 1 0,-1-1 1,1 0-1,-1 1 0,1-1 1,6-9 410,3-24-220,-2-1 252,21-53 0,-24 75-268,0-1 1,2 1 0,-1 0-1,1 0 1,1 1 0,0 0-1,13-12 1,-18 20-175,1-1 0,0 1 0,-1 1-1,1-1 1,1 0 0,-1 1 0,0 0 0,1 0 0,-1 0-1,1 1 1,-1-1 0,1 1 0,0 0 0,0 1 0,0-1 0,-1 1-1,1 0 1,0 0 0,0 0 0,0 1 0,-1 0 0,6 1-1,-2 0-28,-1 0-1,1 1 0,-1 0 1,1 1-1,-1 0 0,-1 0 1,1 0-1,0 1 0,-1 0 1,0 0-1,0 0 0,6 9 1,-5-6-13,-1 0 0,-1 1 1,1 0-1,-1 0 0,-1 0 0,7 20 1,-9-23 3,0 1 0,-1 0 0,0-1 0,0 1 0,0 0 1,-1-1-1,0 1 0,0 0 0,-1 0 0,0-1 0,-3 12 0,3-15 37,-1 1 1,0-1-1,0 0 0,0 0 0,0 0 0,-1-1 0,1 1 1,-1 0-1,0-1 0,0 0 0,0 1 0,0-1 0,0-1 0,0 1 1,0 0-1,-1-1 0,1 1 0,0-1 0,-1 0 0,1 0 1,-6 0-1,-10 3 117,0-1 0,-32 0 1,46-3-126,-16 2-125,-33-1-613,21-6-3287,27 3 280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3977,'0'0'9358,"3"3"-9193,0 1-112,0 1 0,-1 0 0,1 0 0,-1 0 0,0 0 0,0 0-1,0 1 1,-1-1 0,0 0 0,0 1 0,0-1 0,-1 1 0,0 10 0,2 12 353,3 14 53,1 10-216,2 0 0,1 0 0,24 68 0,-31-119-1030,-1-5-355,-1-8-1868,0 12 2933,0-13-5840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3929,'0'0'8506,"156"-3"-8298,-103 3-208,0 0-312,0 0-641,8 0-847,-13 0-1209,-12 0-3560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3017,'0'0'6170,"25"0"-4908,163 0 1086,232 0 1128,-409-1-3305,-11 1-397,1 0 0,0 0 1,0 0-1,0 0 0,-1 0 1,1 0-1,0 0 0,0 0 1,0 0-1,-1 0 0,1 0 1,0 0-1,0 0 0,0 1 1,-1-1-1,1 0 0,0 0 1,0 1-1,-1-1 0,1 1 1,0-1-1,-1 1 0,1-1 1,-1 1-1,1-1 0,-1 1 1,1 0-1,-1-1 0,1 1 1,-1 0-1,1-1 0,0 2 1,5 11-4483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1 309 5913,'0'0'6120,"2"0"-5956,-1 1-164,0-1-1,0 1 0,0 0 0,0-1 0,0 1 1,0 0-1,0 0 0,0-1 0,0 1 1,-1 0-1,1 0 0,0 0 0,0 0 1,-1 0-1,1 0 0,-1 0 0,1 0 1,-1 0-1,0 0 0,1 1 0,-1 1 1,8 34 125,-6-19-12,18 86 333,-8-35-313,31 99 1,-32-146 295,-3-22 240,2-12-207,1-13-387,0 0 0,-1 0-1,-1-1 1,-2 0 0,-1-1-1,5-39 1,4-166 249,-15 232-324,0-260-144,21 260-226,148-10 283,-3-1 187,-130 10-84,341-2 41,2 25-59,380 14 168,-758-36-158,-21 12-3668,9-4 2003,-14 2-2476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 4481,'0'0'7863,"2"-10"-7518,-1 50-324,-2-26 14,-14 143 537,0 29-374,15-137 302,1-80 61,1 19-521,1 0 0,0 1 0,1-1-1,1 1 1,0-1 0,0 1 0,1 0-1,0 1 1,1 0 0,11-13 0,-14 17-7,1 1 1,0-1-1,1 1 1,0-1-1,0 2 1,0-1-1,0 1 1,1 0-1,-1 0 1,1 0-1,0 1 1,0 0-1,0 1 1,1 0-1,-1 0 1,1 0-1,12-1 1,-14 3-56,-1 1 0,1-1-1,-1 1 1,1-1 0,-1 2 0,0-1 0,1 1 0,-1-1 0,0 1 0,0 1 0,0-1 0,8 6 0,-10-5-15,0 0-1,0 0 1,0 0 0,0 0 0,-1 0 0,1 0-1,-1 1 1,0-1 0,0 1 0,0 0 0,-1-1-1,1 1 1,-1 0 0,0 0 0,0 0 0,0 0 0,0 0-1,-1 6 1,1-2-34,-1 0 0,0 0 0,0 0 1,0 0-1,-1-1 0,-3 11 0,3-14 63,-1-1 1,1 1-1,-1 0 1,0-1-1,0 0 1,-1 1-1,1-1 0,-1 0 1,1 0-1,-1 0 1,0-1-1,0 1 1,0-1-1,-5 4 1,-3-1 28,0 1 0,0-2 0,-1 0 0,1 0 0,-1-1 1,0 0-1,0-1 0,0-1 0,0 1 0,0-2 0,0 0 0,0 0 1,-20-4-1,29 3-76,0 1 1,0-1-1,0 1 0,0-1 1,0 0-1,0 0 1,0 0-1,1-1 0,-1 1 1,0 0-1,1-1 1,-1 0-1,1 0 0,0 0 1,-1 0-1,1 0 1,0 0-1,0 0 0,-3-6 1,3 3-473,-1 1-1,1-1 1,0-1 0,1 1-1,-1 0 1,1 0 0,0 0-1,1-1 1,-1 1 0,1-8 0,0-7-4210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1120,'0'0'7718,"0"-6"-6662,-1 4-980,1 0 0,0 0 0,0 0 0,0 0 0,1 1 0,-1-1 0,0 0 0,1 0 0,-1 0 0,1 1 0,-1-1 0,1 0 0,1-2 0,0 2 32,0 1 1,1-1 0,-1 0 0,0 1 0,0 0-1,1-1 1,-1 1 0,1 0 0,-1 0 0,1 1-1,-1-1 1,5 0 0,11-5 185,0 2 0,0 0 0,1 1 0,0 0-1,-1 2 1,1 0 0,23 3 0,-41-1-298,0-1 1,0 1-1,0-1 0,0 1 0,0 0 0,-1-1 0,1 1 1,0 0-1,0 0 0,-1 0 0,1 0 0,-1-1 0,1 1 1,0 0-1,-1 0 0,0 0 0,1 0 0,-1 0 1,0 0-1,1 0 0,-1 1 0,0-1 0,0 0 0,0 0 1,0 2-1,1 34-115,-2-29 62,2-3 31,-2-1 0,1 1-1,-1 0 1,1-1-1,-1 1 1,0-1 0,-1 1-1,1-1 1,-1 1-1,0-1 1,-3 4 0,-1 2-12,-1-1 0,0-1 1,-12 11-1,16-15 19,-3 1 0,-8 12-46,13-16 641,35-1-121,-19-1-503,1 0 0,-1-1 0,28-7 1,-4 6-2921,-28 3 1139,6 0-2395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 3473,'0'0'5882,"-13"0"-5354,-9-1-385,-8 0 2914,245 1-312,-70 0-8100,-125 0 1627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1040,'0'0'8487,"-11"8"-8004,-30 21 8,-121 77 832,70-53-2211,89-53 828,3 0 272,7 0-44,300-2 712,-297 2-874,1-1 0,-1 0 0,18-4 0,-25 4-355,0 1-1,0-1 0,0 0 0,0-1 0,0 1 0,0 0 1,0-1-1,0 0 0,-1 1 0,1-1 0,0 0 0,-1-1 1,0 1-1,0 0 0,1-1 0,1-2 0,-1-2-3639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0 0 3897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7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94 3897,'-12'-71'2387,"12"69"-2145,0 1 0,0-1-1,0 1 1,0 0 0,-1-1 0,1 1 0,0 0 0,-1-1-1,1 1 1,-1 0 0,1 0 0,-1 0 0,0-1-1,0 1 1,0 0 0,0-1 0,0 2-196,1 0 0,0 1 0,0-1 0,-1 0 0,1 0 0,0 0 0,-1 0 0,1 1 0,0-1 0,0 0 0,0 0 0,-1 1 0,1-1 0,0 0 0,0 1 0,0-1 0,0 0 0,0 0 0,-1 1 0,1-1 0,0 0 0,0 1 0,0-1 0,0 0 0,0 1 0,0-1 0,0 0 0,0 1 0,0-1 0,0 0 0,0 1 0,-2 415 2694,1-411-2711,1 0-1,1 1 0,-1-1 1,1 0-1,0 0 1,0 0-1,1 0 0,2 7 1,-3-10-75,0 0-1,1 0 1,-1 0 0,0-1 0,1 1 0,-1 0 0,1-1 0,0 1-1,-1-1 1,1 0 0,0 1 0,0-1 0,0 0 0,0 0-1,0 0 1,0 0 0,0-1 0,0 1 0,0 0 0,1-1-1,-1 0 1,0 1 0,3-1 0,43 0-4539,-23 0-416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8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8 2481,'0'0'4246,"-25"-1"-3666,-77-5-196,99 6-360,0 0 0,-1 0 1,1 0-1,0 0 0,-1 0 0,1 1 0,0-1 1,-1 1-1,1 0 0,0 0 0,0 0 0,0 1 0,0-1 1,0 1-1,0 0 0,0-1 0,1 1 0,-1 1 1,1-1-1,-1 0 0,1 0 0,0 1 0,0 0 1,0-1-1,0 1 0,0 0 0,-1 4 0,0 1 0,1 0-1,0 0 1,0 0-1,1 1 0,0-1 1,0 1-1,2 10 0,-1-16-11,-1 1 6,1-1-1,0 0 0,1 1 1,-1-1-1,0 0 0,1 1 1,0-1-1,0 0 0,0 1 1,0-1-1,0 0 0,1 0 1,0 0-1,-1 0 0,4 3 1,-2-3 19,0-1 1,0 1-1,1-1 1,-1 0-1,1 0 1,0 0-1,-1 0 1,1-1 0,0 1-1,0-1 1,0 0-1,6 1 1,0 0 55,-1-1 1,1 0 0,-1 0-1,1-1 1,-1 0 0,1 0-1,-1-1 1,18-4 0,-22 3-55,-1 1 1,1-1-1,0 0 1,-1 0 0,1-1-1,-1 0 1,1 1-1,-1-1 1,0-1-1,-1 1 1,1-1-1,0 1 1,-1-1-1,0 0 1,0 0 0,0 0-1,4-10 1,-2 1 538,0-1 1,-1 0 0,-1-1 0,-1 1 0,2-24-1,-4 68-669,-1-8 88,1 1 1,1-1 0,1 1 0,1-1-1,6 24 1,-8-44-133,0 0 1,0-1-1,0 1 0,0-1 0,0 1 0,0-1 1,0 0-1,1 1 0,-1-1 0,0 0 1,1 0-1,-1 0 0,1 0 0,0 0 1,3 1-1,5 4-1660,1 2-1804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0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29 128,'0'0'8882,"-10"-5"-8331,0 1-384,0-1 0,0 2 0,-1 0 1,1 0-1,-14-1 0,18 3-90,0 1 1,0-1-1,0 1 0,1 1 0,-1-1 0,0 1 1,0 0-1,0 0 0,1 1 0,-1 0 1,1 0-1,-1 0 0,-9 6 0,3 0-45,1 0 0,0 1 1,0 1-1,1-1 0,0 2 0,1-1 0,-10 15 1,15-19-36,1-1 0,-1 1 0,1 1 0,0-1 0,0 0 0,1 1 0,0-1 0,0 1 0,0 0 0,1 0 0,0-1 0,1 1 0,-1 0 0,1 0 0,1 0 0,1 11 0,-1-14 7,1 0 0,-1-1-1,1 1 1,0-1 0,1 1 0,-1-1 0,0 0 0,1 0 0,0 0 0,0 0-1,0-1 1,0 1 0,0-1 0,0 1 0,1-1 0,6 3 0,3 1 33,1 0 0,-1 0 0,21 4 1,-10-5 269,-1 0 1,1-2 0,-1-1 0,38 0-1,-48-3-59,-1 0 0,1 0 0,-1-1 0,0-1 0,1 0 0,-1-1 0,-1 0 0,1 0 0,-1-2 0,16-8 0,-23 9-410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1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 1672,'0'0'4775,"-9"-5"-3020,897 5 1261,-858 1-3032,1 0-1,-1 2 0,0 1 1,0 2-1,0 1 0,0 1 0,-1 2 1,-1 0-1,1 2 0,-2 2 0,0 0 1,37 27-1,-63-40 19,0 0 1,0 1-1,0-1 1,0 0-1,0 1 0,0-1 1,0 1-1,-1-1 0,1 1 1,-1 0-1,1-1 1,-1 1-1,0 0 0,1-1 1,-1 1-1,0 2 1,-1 36 392,0-22-556,1 9-2829,0-15-647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14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28 968,'-2'0'7230,"6"0"-6131,129 1 1330,431-9 1799,-85 5-2452,-19 1-1637,-150-1-125,-26 1 50,324 2-338,-481 7 21,31 1 205,1159-11-1105,-1060-7 1370,-4 0 40,-180 8 288,-67 2-1398,-16 0-1382,-25 4-1936,-10 4-1687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1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92 2593,'0'0'7136,"24"-14"-6269,76-45-174,-60 41-222,-22 18-232,-5 1-210,-11-1-26,0 0 1,1 1 0,-1-1-1,0 0 1,0 1-1,0 0 1,0-1-1,0 1 1,0 0 0,0 0-1,0 0 1,0 0-1,0 1 1,0-1-1,-1 0 1,1 1 0,-1-1-1,1 1 1,-1 0-1,1-1 1,-1 1-1,0 0 1,0 0-1,0 0 1,0 0 0,0 0-1,0 0 1,-1 0-1,1 0 1,0 4-1,2 6 42,-1 0 0,-1 1 0,0-1 0,-1 14 0,0-19-15,-1 0 0,0 1-1,-1 0 1,1 0-1,-1-1 0,-1 1 1,0-1-1,0 0 1,0 0-1,-1 0 0,0 0 1,0 0-1,-1-1 1,0 0-1,0 0 0,0 0 1,-12 10-1,-4 0-21,1 0 0,-2-1-1,-42 23 1,-13-7-1228,60-25 448,43-14 970,0 1 1,1 1-1,-1 2 1,44-2 0,119 6 628,-86 1-199,-83 0-597,-15 0-199,0-1 0,0 1-1,0-1 1,0 0 0,0-1-1,-1 1 1,1-1 0,0 0-1,0 0 1,-1 0 0,1-1 0,0 0-1,-1 0 1,1 0 0,6-5-1,3-5-3257,-2 1-3490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1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26 2881,'0'0'5003,"-24"-4"-4667,-80-13-189,93 15-89,-1 1 0,1 0 0,-1 1 1,1 0-1,-1 0 0,1 1 0,0 1 0,-19 5 0,25-5-25,0 0 1,0 0-1,0 0 0,0 1 0,1 0 1,-1 0-1,1 0 0,0 1 0,0-1 1,0 1-1,0 0 0,0 0 0,1 1 1,0-1-1,0 1 0,-3 5 0,4-7-25,1 0 0,-1 0 0,1 0-1,0 0 1,0 0 0,0 0-1,0 1 1,0-1 0,1 0 0,0 0-1,-1 1 1,1-1 0,0 0 0,1 1-1,-1-1 1,0 0 0,1 1-1,0-1 1,0 0 0,0 0 0,0 0-1,0 0 1,1 0 0,0 0 0,-1 0-1,1 0 1,0 0 0,0-1-1,0 1 1,1-1 0,-1 0 0,1 1-1,-1-1 1,1 0 0,0-1 0,0 1-1,-1 0 1,5 1 0,5 2 39,0-1 1,0 1-1,0-2 1,1 0-1,-1-1 1,16 2-1,80-1 43,-76-4-91,-27 1 9,0 0 0,0-1 0,0 0 1,0 0-1,0 0 0,0 0 0,-1-1 0,1 0 0,0 0 0,-1 0 0,0-1 0,1 1 0,-1-1 0,0 0 0,0 0 1,-1 0-1,7-7 0,-7 6 239,-1 1 0,0 0 0,1-1 0,-1 0 0,-1 1 0,1-1 0,0 0-1,-1 0 1,0 0 0,0 0 0,0 0 0,0 0 0,-1-1 0,1-3 0,1 4 445,4 10-713,2 7-103,-2 5-117,0-1 564,0 1-1,14 25 1,5-10-1724,-21-30 675,0 1 1,0-1-1,0 0 0,0 0 0,1-1 0,5 4 1,7 1-5591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687 111 96,'0'0'3223,"-28"0"-2771,-87 0-30,99 0-328,1 1 1,0 0-1,0 2 0,0-1 1,0 2-1,0 0 0,0 1 1,1 0-1,0 1 1,0 1-1,-25 16 0,11-1 5,0 0-1,2 2 1,-33 38 0,40-42-42,17-18-53,-30 31 26,2 2-1,-29 43 1,51-66-21,1 1 0,0 0 0,0 0 0,2 1 0,-1 0 0,2 0 0,0 0 0,1 1 0,0 0 0,-1 24 0,3-22 44,2 1-1,0-1 1,0 0-1,2 0 1,0 0-1,9 28 1,-7-32-8,1-1 0,0 1 0,0-2 0,1 1 0,1-1 0,0 0 0,1 0 0,0-1 0,11 11 0,6-1 43,0 0 0,1-1 0,1-2 0,1 0 1,0-3-1,1 0 0,0-2 0,48 13 0,-51-19-17,0-1 0,1-1 0,-1-2-1,1 0 1,0-2 0,-1-1 0,1-2-1,0 0 1,-1-2 0,29-9 0,-17 3-5,0-2 1,-1-2-1,-1-2 1,-1-1-1,0-2 1,40-29 0,-57 33-53,0 0 1,0-1 0,-2-1 0,0-1-1,-1 0 1,-1-1 0,-1-1-1,-1 0 1,0-1 0,-2 0 0,-1-1-1,0 0 1,-2-1 0,-1 0 0,-1 0-1,0 0 1,-2-1 0,1-49 0,-4 72-12,-4-103 385,2 92-291,-1 0 0,-1 0 0,0 0 1,0 0-1,-2 1 0,-5-12 0,1 5-5,-1 1 1,0 0-1,-2 0 1,0 1-1,-1 1 1,0 0-1,-1 1 1,-1 1-1,-1 0 1,0 1-1,-22-15 1,22 19-184,-1 1 0,1 0 1,-1 1-1,-1 1 0,1 0 1,-1 2-1,0 0 1,0 1-1,0 0 0,0 2 1,-1 0-1,1 1 0,-25 3 1,16 1-473,0 1 1,0 1-1,1 1 1,0 2-1,-46 21 0,-8 16-3221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4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12723,'0'0'3903,"-8"12"-3873,-8 9-23,-23 32 31,-37 65-1,66-100-37,0 1 0,1 0 1,1 0-1,1 1 0,1 0 0,1 1 0,0-1 0,-1 27 1,5-26-3,0 0-1,2-1 1,3 24 0,-2-36 2,-1 1 0,2-1 0,-1 1 0,1-1 0,1 0 0,-1 0 0,2 0 1,-1-1-1,10 14 0,8 4 6,1-1 0,1-1 0,1-2 0,1 0 0,0-1 0,2-2 0,0-1 0,45 20 0,-55-31-162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4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4825,'0'0'8186,"170"-27"-7554,-128 24-88,-9 3-248,-8 0-120,-8 0-16,0 0-144,0 0-16,-1 0-72,1 0-784,8 0-840,-5 0-1505,-4 0-2080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4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4345,'0'0'6752,"22"-17"-6049,71-52-152,-90 67-523,0 0 1,0 0 0,0 0 0,0 0 0,0 0-1,0 1 1,1 0 0,-1-1 0,1 1 0,-1 0-1,1 1 1,-1-1 0,1 1 0,0 0 0,-1-1-1,1 2 1,6 0 0,3 0 26,-9-1-61,1 0-1,-1 1 1,0 0-1,0 0 1,1 0 0,-1 0-1,0 1 1,0-1-1,0 1 1,0 0 0,0 1-1,-1-1 1,1 1-1,-1-1 1,1 1-1,-1 0 1,0 0 0,0 0-1,0 1 1,-1-1-1,1 1 1,-1-1-1,0 1 1,0 0 0,0 0-1,0 0 1,1 7-1,1-1 6,-1 1-1,-1 0 0,0 0 1,0 1-1,-1-1 1,-1 0-1,0 1 0,0-1 1,-4 19-1,2-23 10,-1 1 0,1-1 0,-2 0 0,1-1 0,-1 1-1,0-1 1,-1 0 0,1 0 0,-1 0 0,0 0 0,-1-1 0,0 0 0,1 0 0,-13 7-1,-8 5-174,0-1 0,-35 15 0,28-17-315,-2 2-716,66-23 851,10-2 741,0 2 0,0 2 0,74-1 1,-30 3-185,-80 3-279,0-1 0,0 1 1,1-1-1,-1 0 0,0-1 0,-1 1 0,1-1 0,0 0 0,5-3 0,-6 3-497,-1-1-1,1 0 0,0 0 1,-1 0-1,0 0 0,4-5 1,3-7-4580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49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4409,'0'0'5236,"28"24"-4400,88 84-145,-109-100-628,1-1 1,-1 1-1,-1 1 1,0-1-1,0 1 0,0 0 1,-1 0-1,-1 1 1,1-1-1,3 14 1,0 0 23,9 21-100,-2 1 0,-2 1-1,-2 0 1,-2 1 0,-1 0-1,-3 0 1,-2 91 0,-11-110 192,8-27-296,0 0 1,-1 0-1,1 0 0,-1 0 1,1 0-1,-1-1 1,0 1-1,1 0 0,-1 0 1,0 0-1,1-1 1,-1 1-1,0-1 0,0 1 1,0 0-1,0-1 1,0 1-1,0-1 0,1 0 1,-1 1-1,0-1 1,0 0-1,-2 1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1592,'0'0'7958,"-5"5"-7517,-6 7-300,1 1 0,0 0-1,1 0 1,0 0-1,2 1 1,-1 1 0,2-1-1,0 1 1,0 0-1,2 1 1,0-1 0,-4 32-1,2 15 329,3 126-1,4-155-305,0-14-129,0-1 0,1 0 0,1 0 0,1 0 0,0-1 0,2 1 0,8 20 0,-9-28 92,0 0 0,1 1 0,0-2 0,1 1 0,0-1 0,0 0 0,1 0 0,0-1 0,1 0 0,0 0 0,0-1 0,14 8 0,-17-12-355,1 0 1,-1-1 0,1 0 0,-1-1 0,1 1 0,0-1 0,-1 0 0,1-1 0,0 0 0,13-1 0,1 0-3685,-5 1-3398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3081,'0'0'8617,"175"-33"-7640,-127 26-337,-3-1-384,-1 3-256,-5 0-360,11 3-976,-10 2-1297,-4-3-2608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3473,'0'0'7807,"23"-17"-7111,72-48-119,-93 64-567,0-1-1,0 1 1,0-1-1,1 1 1,-1 0-1,0 0 1,0 0-1,1 0 1,-1 0-1,1 1 1,-1-1-1,0 1 1,1-1-1,-1 1 1,1 0-1,-1 0 1,1 0-1,-1 1 1,1-1-1,-1 0 1,1 1-1,-1 0 1,1-1-1,-1 1 1,0 0-1,0 0 1,4 2-1,-3 1-13,1-1-1,-1 1 0,0 0 1,0 0-1,0 0 0,-1 0 0,1 0 1,-1 1-1,2 5 0,-1-4 10,1 4-6,0 0-1,0 0 1,-1 0-1,-1 1 1,0-1 0,0 1-1,-1-1 1,0 1-1,-1 0 1,0-1-1,-1 1 1,0 0-1,-1-1 1,0 1-1,0-1 1,-1 0-1,-1 0 1,0 0-1,0 0 1,-1-1-1,0 1 1,0-1-1,-1 0 1,-1-1-1,1 1 1,-10 7-1,3-3-337,0-1-1,-1 0 1,0-1-1,-1-1 1,0 0-1,-1-1 0,-30 12 1,44-20-752,4-1 352,13-4 95,82-19 1197,206-20 1865,-273 40-4388,-19-2-521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0 224,'0'0'8475,"19"28"-7443,6 6-694,-1-2-44,-2 1 1,-1 1-1,18 40 0,-10-10-176,-2 2-1,-4 0 0,-2 1 1,21 124-1,-36-127-371,-3 79 0,-3-118-347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3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3089,'0'0'5740,"-10"7"-5008,1-3-475,-17 13 590,26-17-831,0 0 0,-1 0 0,1 0 0,0 0 1,0 1-1,0-1 0,0 0 0,0 0 1,0 0-1,-1 0 0,1 0 0,0 1 0,0-1 1,0 0-1,0 0 0,0 0 0,0 0 0,0 1 1,0-1-1,0 0 0,0 0 0,0 0 1,0 1-1,0-1 0,0 0 0,0 0 0,0 0 1,0 0-1,0 1 0,0-1 0,0 0 1,0 0-1,0 0 0,0 0 0,0 1 0,1-1 1,-1 0-1,0 0 0,0 0 0,0 0 0,0 0 1,0 1-1,1-1 0,18 3 1055,353 0 2247,-230-4-7128,-162 7-1767,-4 3 1077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5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53 3977,'0'0'4722,"-16"-1"-4384,-2 0-394,-21-1 869,81 1 746,70-1 253,150-21 0,-214 15-1553,-13 2 36,64-3-1,-97 9-686,-6 3-2501,-46 34-2165,20-17 777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0 520,'0'0'10282,"-3"10"-10099,-3 10-5,-1 0-1,-1 0 1,0-1 0,-2-1-1,0 1 1,-1-2 0,-1 1 0,-16 17-1,-130 132 463,107-116-599,-27 19-1527,77-69 1111,248-20 295,-33 1 1600,-162 17-1364,-27 2-267,0-1 1,0-2 0,0 0-1,36-9 1,-52 5-1755,-19-2-2129,-7 1-1435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0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1608,'0'0'12702,"1"-4"-12366,1-4-308,0 22-44,1 44-19,-2-29 83,2 26 160,5 106 110,39 216-1,-44-368-329,-2-7-168,-1-1-1,1 0 1,-1 0-1,0 1 0,1-1 1,-1 0-1,0 0 1,1 1-1,-1-1 1,0 0-1,0 1 0,0-1 1,-1 0-1,1 1 1,0-1-1,0 0 0,-1 1 1,1-1-1,-1 1 1,-8 6-4261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0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4809,'0'0'3940,"3"30"-3198,11 191 393,-12-173-871,16 192 543,-17-237-588,-1-4-847,0 1 558,-1 0 1,1 0-1,0 0 0,0 0 0,0 0 0,0 0 1,0 0-1,0 0 0,0 0 0,0 0 0,-1 0 1,1 0-1,0 0 0,0 0 0,0 0 0,0 0 1,0 0-1,0 0 0,0 0 0,0 0 1,-1 0-1,1 1 0,0-1 0,0 0 0,-1 1-907,1-1 907,0 0 1,0 0-1,0 0 0,0 0 0,0 0 0,0 0 1,0 1-1,0-1 0,0 0 0,0 0 1,0 0-1,0 0 0,0 0 0,0 0 0,0 0 1,1 0-1,-1 1 0,0-1 0,0 0 0,0 0 1,0 0-1,-12 0-5265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07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3041,'0'0'8826,"193"-15"-8010,-137 10-432,-6 3-312,-6 2-72,-10 0-664,2 2-953,-8 11-1583,-6-3-4162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2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15 5337,'0'0'7910,"0"-1"-7846,0 1 0,0-1 0,1 1 0,-1-1 0,0 1 0,0-1 0,0 0 0,0 1 0,-1-1 0,1 1 1,0-1-1,0 1 0,0-1 0,0 1 0,0-1 0,-1 1 0,1-1 0,0 1 0,0-1 0,-1 1 0,1-1 0,0 1 0,-1-1 0,1 1 0,-1 0 0,1-1 0,-1 1 1,-8 3 35,1 0 0,-1 1 0,1 0 0,0 1 1,0 0-1,0 0 0,1 1 0,-13 11 0,2 1 48,1 1-1,-17 22 1,21-21-92,0 1 1,2 0-1,0 0 0,1 1 1,1 0-1,1 1 0,2-1 1,0 2-1,-4 31 0,2 22-5,4 119-1,4-139-17,1-32 7,0 0 0,2-1 0,0 1-1,2 0 1,1-1 0,1 0 0,0-1-1,2 1 1,1-2 0,1 1-1,1-1 1,1-1 0,0 0 0,22 25-1,-33-45 10,-1 1 0,1 0-1,0-1 1,-1 1-1,1-1 1,0 1-1,0-1 1,0 0-1,0 0 1,0 0-1,0 0 1,0 0 0,0 0-1,0-1 1,1 1-1,-1-1 1,0 1-1,0-1 1,1 0-1,2 0 1,-2 0-708,0-1-1,0 0 1,0 0 0,1 0-1,-1 0 1,0 0 0,0-1-1,4-2 1,6-3-4935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 3665,'0'0'6434,"0"0"-6267,0-1 0,-1 1 0,1-1 0,0 1 0,-1 0-1,1-1 1,0 1 0,0-1 0,-1 1 0,1-1-1,0 1 1,0-1 0,0 1 0,0-1 0,0 1 0,0-1-1,0 1 1,0-1 0,0 0 0,0 1 0,0-1-1,0 1 1,0-1 0,20-1 517,1 0 0,38 4 1,-10-1-284,27-1-260,54 0 1093,-43 0-7459,-77 0 1920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4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3105,'0'0'7177,"14"-22"-6181,49-71-1,-61 90-921,1 0-1,-1 0 0,1 0 0,0 0 1,0 0-1,0 1 0,0-1 0,0 1 1,1 0-1,-1 0 0,1 0 0,-1 0 1,1 0-1,0 1 0,-1 0 0,1 0 1,0 0-1,0 0 0,0 1 0,0-1 1,0 1-1,0 0 0,7 1 0,4-1 110,-7 0-144,0-1 1,-1 2 0,1-1 0,0 1 0,-1 0-1,1 1 1,-1-1 0,0 2 0,14 4-1,-16-3-33,1-1-1,-1 1 1,0 0-1,0 0 0,0 0 1,-1 1-1,1 0 1,-1 0-1,0 0 1,-1 0-1,1 1 0,3 6 1,-3-2 1,0 0 1,0 0-1,0 0 1,-1 0-1,-1 0 1,0 1-1,1 11 1,-1 76 75,-3-92-75,0 8 5,-1-1 1,0 0-1,-1 1 1,-1-1 0,0-1-1,-1 1 1,0 0-1,-1-1 1,-1 0 0,0-1-1,0 1 1,-10 10-1,3-5-89,0-1 0,-1 0-1,-1-1 1,0 0 0,-1-1-1,-34 20 1,33-26-318,12-10 19,7 1 369,0-1 0,0 1 0,0 0-1,-1 0 1,1-1 0,0 1 0,1 0-1,-1 0 1,0 0 0,0 0 0,0 0-1,1 0 1,-1 1 0,0-1 0,1 0-1,1 0 1,16-7 55,1 1 0,0 1 0,0 1 0,0 1 0,1 0-1,-1 2 1,33-1 0,-28 2 187,-1-1-1,1-1 1,0-1-1,42-13 1,-60 15-566,-1-2 1,1 1 0,-1-1 0,10-7 0,9-9-3992,-11 7-1368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4809,'0'0'7204,"9"7"-6736,16 11-230,-2 0-1,-1 2 0,0 1 1,-2 1-1,0 1 0,-2 0 1,0 1-1,-2 1 0,23 45 1,-24-37-218,-1 1 1,-1 0-1,-3 1 1,0 0 0,-2 1-1,-2 0 1,3 69-1,-9-105-20,1 42 8,-4 49 1,1-77-11,-1 0 0,0 0 0,0-1 0,-1 1 0,-1-1 0,0 1 0,-9 13 1,-19 24-31,32-51 86,-1-17-1591,2-1-780,0 1-1822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4217,'0'0'8018,"18"-7"-7825,61-18 40,-75 24-212,0 0 0,0 0 0,0 1 0,0-1 0,0 1 0,0 0 0,0 0 0,1 1 0,-1-1 0,0 1 0,0-1 0,0 2 0,0-1 0,-1 0 0,1 1 0,0-1 0,0 1 0,-1 0 0,1 0 0,-1 1 0,6 4 0,-2-1 2,-1 1 1,0-1 0,-1 1-1,0 1 1,0-1 0,0 1-1,4 12 1,-6-13-26,0 0 0,-1 0 0,0 0 0,0 0 0,-1 0 0,0 1 0,0-1 0,-1 1 0,0-1 0,0 0 0,-1 1 0,0-1 0,0 1-1,-1-1 1,0 0 0,0 0 0,0 0 0,-1 0 0,0 0 0,-1-1 0,1 1 0,-1-1 0,-1 0 0,1 0 0,-9 8 0,-20 19-6,32-30 425,20-3 904,223-14 1110,-242 13-2525,1 1 1,-1 0-1,1 0 1,-1 0 0,1-1-1,0 1 1,-1 0-1,1 0 1,-1 0-1,1 0 1,-1 0 0,1 0-1,-1 0 1,1 0-1,-1 0 1,1 1-1,-1-1 1,1 0 0,-1 0-1,1 0 1,-1 1-1,1-1 1,-1 0-1,1 0 1,-1 1 0,1-1-1,-1 0 1,0 1-1,1-1 1,-1 1-1,0-1 1,1 0 0,-1 1-1,0-1 1,1 1-1,-1-1 1,0 1 0,0-1-1,0 1 1,1-1-1,-1 1 1,0-1-1,0 1 1,0-1 0,0 2-1,1-1-273,4 14-4450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3225,'0'0'9464,"9"-3"-8671,25-4-418,-1 2 0,1 1 0,49 1 0,46-5-202,-67-3-81,-43 6-1077,1 1 1,35-1-1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1:3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9762,'0'0'4617,"175"0"-4297,-138 0-208,-12 0-104,-8 0-8,-6 0-128,-8 0-352,-9 15-12667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1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767 762 2761,'0'0'1046,"7"-27"-889,19-88 160,-23 101-233,-1 0 0,-1-1 1,0 1-1,-1-1 0,-1 1 0,0 0 1,-1-1-1,0 1 0,-1 0 1,-1 0-1,0 0 0,-7-14 0,-3-1 135,-2 1-1,-1 0 0,-35-41 1,27 37-125,23 28-87,-24-31 99,-1 1-1,-42-40 1,59 65-111,0 0 0,0 1 0,-1 1 0,0 0 0,0 0 0,-1 1 0,0 0 0,0 1 0,0 0 0,-1 1 0,1 1 0,-20-4 0,-13 4-492,-48 2 1,55 1 115,-60 2-1086,9 9-831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1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53 1296,'0'0'4604,"7"-8"-4279,1-3-232,21-22 594,-28 33-458,-19 1 2633,11-1-2742,-1 1 1,1 0-1,-1 1 0,1 0 1,0 0-1,-9 4 0,-3 2-25,15-7 15,-1 1 1,0 0-1,1 0 1,-1 0 0,1 1-1,-1-1 1,1 1-1,0 0 1,0 0 0,-5 6-1,9-9-72,0 0-1,0 1 1,0-1-1,0 0 1,0 0-1,0 0 0,0 1 1,0-1-1,0 0 1,0 0-1,0 0 1,0 1-1,0-1 1,0 0-1,0 0 1,0 0-1,0 1 1,0-1-1,1 0 0,-1 0 1,0 0-1,0 0 1,0 1-1,0-1 1,0 0-1,0 0 1,1 0-1,-1 0 1,0 0-1,0 1 0,0-1 1,0 0-1,1 0 1,-1 0-1,0 0 1,0 0-1,0 0 1,1 0-1,-1 0 1,0 0-1,0 0 0,17 4 502,18-2-244,-33-2-187,346 1 2279,-180-2-1531,-158 1-891,-2 0 99,0 0 1,-1 0-1,1 1 1,12 3-1,-18-4-107,-1 0-1,0 1 1,1-1 0,-1 1-1,0-1 1,1 1-1,-1 0 1,0 0-1,0-1 1,0 1-1,0 0 1,0 0 0,0 0-1,0 0 1,0 0-1,0 0 1,-1 1-1,1-1 1,0 0-1,-1 0 1,1 0 0,0 1-1,-1-1 1,0 0-1,1 1 1,-1-1-1,0 0 1,0 1 0,0-1-1,0 3 1,0-3-80,0-1 1,0 1 0,0 0 0,0 0 0,-1 0-1,1-1 1,0 1 0,-1 0 0,1 0 0,0-1-1,-1 1 1,1 0 0,-1-1 0,1 1 0,-1 0-1,0-1 1,1 1 0,-1-1 0,0 1 0,1-1-1,-1 1 1,0-1 0,1 1 0,-1-1 0,0 0-1,0 1 1,0-1 0,1 0 0,-1 0 0,0 0-1,0 0 1,-1 1 0,-35-1-3082,25 0 729,-14 0-4761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17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1640,'0'0'10817,"27"-15"-9814,84-44-180,-107 57-767,0-1 0,0 1 0,1 0-1,-1 0 1,1 1 0,-1-1 0,1 1 0,-1 0-1,1 0 1,0 1 0,-1-1 0,1 1 0,6 1 0,3-1 77,-8 1-114,0-1 1,0 1-1,-1 0 0,1 0 0,0 1 1,-1 0-1,1 0 0,-1 0 1,1 1-1,-1-1 0,0 1 0,0 0 1,0 1-1,0 0 0,-1-1 1,0 1-1,1 1 0,-1-1 1,-1 0-1,1 1 0,-1 0 0,1 0 1,-2 0-1,1 0 0,2 7 1,0 0-19,0 1 0,-1-1 1,0 1-1,-1 1 0,-1-1 0,0 0 1,0 1-1,-2-1 0,0 1 1,-1 14-1,-1-18-3,-1 1 0,0-1 0,0 0 0,-1 0 0,0 0 0,-1-1 0,0 0 0,-1 0 0,0 0 0,0 0 1,-1-1-1,-11 12 0,-12 9-159,-59 44 0,85-70 139,-47 32-267,29-21-499,-26 24 0,47-38 549,117-2-1506,-68 0 2674,0-3 0,0-1 0,68-19 1,-94 19-565,-12 5-263,-1-2-1,1 1 0,-1-1 1,0 0-1,0-1 1,0 0-1,0-1 1,-1 0-1,1 0 1,7-7-1,-16 11-269,1 0 0,0-1 0,-1 0 0,1 1 0,-1-1 0,1 1 0,-1-1 1,0 1-1,1-1 0,-1 0 0,0 1 0,0-1 0,0 0 0,-1 1 0,1-3 0,-1-4-1728,1-7-3470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2:1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1816,'0'0'11272,"24"-5"-10684,75-11-42,-96 15-525,0 1 0,1-1 0,-1 1 0,0 0 0,1 1 0,-1-1 0,0 0 0,0 1 0,1 0 0,-1 0 0,0 0 0,0 0 0,0 0 0,0 1 1,0-1-1,0 1 0,0 0 0,-1 0 0,1 0 0,-1 0 0,1 0 0,-1 0 0,0 1 0,1 0 0,-2-1 0,4 5 0,-2-1-31,0 1 0,0 0-1,-1 0 1,0 0 0,0 1 0,0-1-1,-1 0 1,0 9 0,1 3-50,-2 38 0,-1-51 8,1 0 0,-1-1 0,-1 1 0,1 0 0,-1-1 0,0 1 0,0-1 0,0 1 0,-1-1 0,-5 8 0,-26 24-406,27-31 306,1-1-1,0 1 1,1 1-1,-1-1 1,1 1 0,0 0-1,1 0 1,0 1-1,-4 9 1,8-17 154,0 1 1,0-1-1,0 1 1,0-1-1,0 1 1,0-1-1,1 1 1,-1-1-1,0 1 1,0-1-1,0 1 1,1-1 0,-1 0-1,0 1 1,1-1-1,-1 1 1,0-1-1,1 0 1,-1 1-1,1-1 1,-1 0-1,0 1 1,1-1-1,-1 0 1,1 0-1,-1 1 1,1-1-1,-1 0 1,1 0-1,-1 0 1,1 0-1,-1 0 1,1 0-1,-1 0 1,1 0-1,-1 0 1,1 0-1,-1 0 1,2 0-1,30 0 622,-23-1-435,15-1 35,1-1 1,-1-1-1,-1-1 0,1-1 0,-1-1 0,24-11 0,-23 9-410,-22 8-874,-16 1-7383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34 912,'0'0'9936,"9"-6"-8899,26-16-190,-26 17-347,-10 11-457,1-1 0,-1 1 0,0-1 0,0 0 0,-1 1-1,0-1 1,1 0 0,-2 0 0,-4 8 0,-31 43 157,21-34-122,-89 111 150,63-82-723,3 1-1,-43 71 1,83-123 483,0 0 0,-1 1 0,1-1 0,0 0 0,0 0 0,-1 1 0,1-1 0,0 0 0,0 0 0,0 1 0,-1-1 0,1 0 0,0 1-1,0-1 1,0 0 0,0 1 0,0-1 0,0 0 0,0 1 0,0-1 0,0 0 0,0 1 0,0-1 0,0 1 0,0-1 0,0 0 0,0 1 0,0-1 0,0 0-1,0 1 1,0-1 0,0 0 0,1 1 0,-1-1 0,0 0 0,0 0 0,0 1 0,1-1 0,-1 0 0,0 1 0,0-1 0,1 0 0,-1 0 0,0 0 0,0 1-1,1-1 1,-1 0 0,0 0 0,1 0 0,-1 0 0,0 1 0,1-1 0,-1 0 0,0 0 0,1 0 0,-1 0 0,0 0 0,1 0 0,-1 0 0,0 0 0,1 0-1,-1 0 1,1 0 0,-1 0 0,0-1 0,1 1 0,30-8 221,-24 6-254,44-14 59,1 2 0,0 2 0,1 3 0,97-5 0,-116 15 7,-25 0-120,1 0 0,0-1 0,0 0 1,-1 0-1,1-1 0,0 0 0,-1-1 0,1 0 1,-1-1-1,12-4 0,-20 6-58,1-1 0,0 1 1,-1-1-1,1 0 0,-1 1 0,1-1 1,-1 0-1,0 0 0,0 0 0,0 0 0,0 0 1,0 0-1,0 0 0,0 0 0,-1-1 1,1 1-1,-1 0 0,0 0 0,1 0 0,-1-1 1,0 1-1,0 0 0,-1 0 0,1-4 1,0-16-2709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3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3473,'0'0'7101,"5"15"-6797,13 62 699,12 125 0,-21-19-171,-7-98-670,18 114-1,-19-190-132,0-5-11,-1-1-1,1 1 1,-1 0 0,1 0 0,0-1 0,1 1 0,-1 0 0,0-1 0,1 1-1,3 4 1,-2-7-71,-1-1 1,1 0-1,-1 0 0,1 0 0,-1 0 0,1 0 0,-1-1 0,1 1 0,-1-1 0,1 0 0,-1 1 0,1-1 1,-1 0-1,3-2 0,-3 2-99,22-11-2538,3-3-3570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6 1384,'0'0'10979,"4"-2"-10517,-3 2-420,-1-1-1,1 1 0,-1 0 1,1-1-1,0 1 0,-1 0 1,1 0-1,-1 0 0,1-1 1,0 1-1,-1 0 0,1 0 0,0 0 1,-1 0-1,1 0 0,0 0 1,-1 0-1,1 0 0,-1 0 1,1 0-1,0 1 0,-2 10 339,-25 30-298,10-17 186,-14 29 45,3 2-1,-28 79 0,43-95-285,1 0 0,2 1 0,1 1 0,-3 60 1,9-64-9,2 1 1,4 37 0,-2-62-3,0-1 0,0 0 0,2 0 0,-1 0 1,1-1-1,1 1 0,0-1 0,1 0 0,0 0 1,8 9-1,-5-8 207,1 0 0,0-1 0,0-1 1,1 0-1,20 14 0,-26-21-363,1 1 0,0-1-1,0 0 1,0-1 0,0 1-1,1-1 1,-1 0 0,8 1-1,-10-3-575,0 1-1,0-1 0,0 0 1,1 0-1,-1-1 0,0 1 1,0-1-1,6-2 0,2-2-7223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2985,'0'0'7945,"22"15"-7445,1 0-275,113 86 1256,-40-12-510,-59-52-732,3-2 0,43 32 1,-61-56-1025,-35-22-3648,-11-4-893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3473,'0'0'4497,"-5"22"-3574,-40 155 1057,-53 144-354,90-302-1614,7-17-30,-1 1-1,1 0 0,0-1 1,0 1-1,0 0 1,1 0-1,-1 0 1,0 3-1,-1-5-996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5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3569,'0'0'8320,"5"25"-8141,-2-8-109,23 158 809,-25-153-726,17 323 1377,-17-355-2049,-1 7 133,1 0-1,-1-1 1,0 1 0,0 0 0,-1-1 0,1 1-1,-1 0 1,-1-5 0,-10-17-5198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6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1608,'0'0'6618,"145"0"-5218,-89 0-240,3 0-416,2-2-295,0-6-401,-2 3-48,14-2-857,-12 2-1591,-14-3-3137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4353,'0'0'7892,"0"-18"-7608,0-145 945,8 101-272,-7 62-970,-1 0 0,1 0 0,-1-1 0,1 1 0,-1 0 0,1 0 0,-1 0 0,1 0 0,-1 0-1,1 0 1,-1 0 0,1 0 0,-1 1 0,0-1 0,1 0 0,-1 0 0,1 0 0,-1 0 0,1 1 0,-1-1 0,0 0 0,1 0 0,-1 1-1,1-1 1,5 17-49,-1 1-1,-1-1 0,0 1 0,-2-1 0,1 19 1,0-11 46,7 295 194,-11-221-156,1-99 56,10-2 250,17-31-3210,-11 11-1724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2937,'0'0'8676,"2"4"-8444,48 70 175,-26-40-21,36 69 0,-43-65-321,-3 0-1,0 2 1,-3-1-1,-1 2 1,5 54-1,-1 210 223,-14-301-596,-1 9 674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3121,'0'0'10453,"-7"3"-10284,-7 7-166,0 1 1,0 1-1,1 0 0,1 1 1,0 0-1,0 1 0,2 0 1,-1 1-1,2 0 0,-14 31 1,12-22 31,2 0 1,1 1-1,1 0 1,1 0-1,1 1 1,-3 49-1,6-48 24,2 1 0,0-1 0,2 0 0,1 0 0,1 0 0,2 0 0,0-1 0,2 0 0,11 27 0,-9-31 203,1 1 1,0-1-1,2-1 1,0 0-1,32 36 1,-43-55-278,0 0-1,0-1 1,0 1 0,0-1 0,0 0 0,0 0-1,0 1 1,1-1 0,-1-1 0,0 1 0,1 0-1,-1-1 1,4 1 0,-3 0-466,-1-1 1,1 0-1,-1 0 0,1 0 1,-1 0-1,1-1 0,-1 1 1,1-1-1,-1 0 0,1 1 1,-1-1-1,4-2 0,8-8-6113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3321,'0'0'6688,"17"22"-5377,109 138 749,98 129-874,-214-276-1288,-7-8-134,0 0 1,0 0-1,1 0 1,0-1-1,0 0 1,0 0 0,9 7-1,-12-29-4422,-1-4 849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3649,'0'0'4765,"-5"30"-3940,-1 3-528,2-2-5,-2 0 0,-2 0 0,-1 0 0,-14 33 0,-14 23 472,9-26-685,4 1-1,-18 68 1,42-130-130,0 0 1,-1 1-1,1-1 0,0 1 1,0-1-1,-1 0 1,1 1-1,0-1 0,0 1 1,0-1-1,0 1 0,0-1 1,0 1-1,0-1 1,0 1-1,0-1 0,0 1 1,0-1-1,0 1 1,0-1-1,0 0 0,0 1 1,0-1-1,0 1 0,1-1 1,-1 1-1,0-1 1,0 1-1,1-1 0,-1 0 1,0 1-1,1-1 1,-1 0-1,0 1 0,1-1 1,-1 0-1,0 1 0,1-1 1,-1 0-1,1 0 1,-1 1-1,0-1 0,1 0 1,-1 0-1,1 0 1,-1 0-1,1 1 0,-1-1 1,1 0-1,25-9-1631,4-9-580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3625,'0'0'6292,"2"31"-5460,15 202 1220,0 167 724,-14-383-2423,-2-11-1033,-11-28-10961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1488,'0'0'10483,"156"-35"-9355,-103 25-688,3 2-440,17 3-840,-15 3-1041,-10 2-2552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4177,'0'0'8972,"7"-9"-8454,0 2-395,-1-1 1,-1 0-1,0 0 1,0-1-1,0 0 1,-1 1-1,0-2 0,4-17 1,20-133 1979,-19 241-2340,27 398 235,-28-427-30,-5-88-4565,0 11-655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1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1880,'0'0'10388,"4"6"-10309,8 11 29,88 135 888,-82-120-918,-2 0-1,-1 0 1,14 43 0,-18-34-61,-1 0 1,-3 1 0,4 61 0,-11 128 15,-13-162-49,10-95-3129,3 0-1959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2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5921,'0'0'8202,"176"8"-7666,-106-8-232,-1 0-304,-7-5-104,-12-3-528,-28 1-976,-11 2-1289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2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2457,'0'0'11026,"170"17"-10402,-123-17-368,1 0-160,-4-5-96,-2-2-496,11-3-840,-14 2-897,-2 1-2072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21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29 3001,'0'0'4474,"-25"-5"-3739,-82-13-218,95 16-480,-1 0 0,0 1 0,1 1 0,-1 0-1,0 0 1,1 2 0,-1-1 0,1 2 0,-1 0 0,1 0 0,0 1-1,-11 5 1,12-3-45,1 0 0,0 1 0,0 0 0,1 1 0,0 0-1,0 0 1,1 1 0,0 0 0,0 0 0,-11 20 0,14-21-84,1 1 0,0-1 0,0 0 0,1 1 0,0 0 0,0 0 0,1 0 0,-1 12 0,3-17 39,-1-1 0,1 1-1,0 0 1,0-1 0,0 1 0,1-1 0,-1 1-1,1-1 1,0 1 0,0-1 0,0 1 0,0-1-1,1 0 1,-1 1 0,1-1 0,0 0 0,0 0-1,0 0 1,0 0 0,1-1 0,-1 1 0,1-1-1,4 5 1,2-3 31,0 1-1,1-1 1,-1 0-1,1-1 1,0 0-1,0-1 1,0 0-1,15 1 1,-7-2 1,1 0 0,-1-1 0,35-6 1,-44 4 54,-1 0 0,1-1 0,-1 0 0,0-1 0,0 0 1,0 0-1,0-1 0,-1 0 0,0 0 0,0-1 0,0 0 0,-1 0 1,1 0-1,9-15 0,-3 4 226,-2 0 0,0-1 0,-1-1 0,-1 0 0,9-25 0,5-53 3845,-21 98-3250,1 10-817,0 15-243,0 248 176,-2-11 540,-1-261-495,0-1 1,0 0-1,0 0 0,0 1 1,0-1-1,0 0 1,1 0-1,-1 1 1,1-1-1,-1 0 0,1 0 1,-1 0-1,1 0 1,0 1-1,-1-1 1,1 0-1,0 0 0,0 0 1,0-1-1,0 1 1,0 0-1,0 0 1,0 0-1,2 0 0,0 0-93,0 0 0,0 0 0,0-1 0,0 1 0,1-1-1,-1 0 1,6 0 0,-1 0-573,12 0-2117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3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1 336,'0'0'3459,"-4"1"-3261,2 0-194,0-1 0,0 1-1,0 0 1,0-1 0,0 1 0,0 0 0,0 0 0,0 0 0,0 1 0,1-1-1,-1 0 1,0 1 0,1-1 0,-1 1 0,1-1 0,-1 1 0,1 0 0,0 0-1,0 0 1,0-1 0,0 1 0,0 0 0,0 0 0,1 0 0,-1 0 0,1 1 0,-1-1-1,1 0 1,0 0 0,-1 0 0,2 3 0,-1-5 26,0 1 0,0-1 0,0 0 0,1 1 0,-1-1 1,0 0-1,0 1 0,1-1 0,-1 0 0,0 1 0,1-1 0,-1 0 0,0 1 1,1-1-1,-1 0 0,0 0 0,1 0 0,-1 1 0,1-1 0,-1 0 0,0 0 0,1 0 1,-1 0-1,1 0 0,-1 0 0,1 0 0,-1 0 0,0 0 0,1 0 0,-1 0 0,1 0 1,-1 0-1,1 0 0,-1 0 0,0 0 0,1 0 0,0-1 0,14-5 2771,-14 6-2745,-1-1 1,1 0-1,-1 1 1,0-1-1,1 0 1,-1 1-1,0-1 1,0 0 0,1 1-1,-1-1 1,0 0-1,0 0 1,0 1-1,0-1 1,0 0-1,0 1 1,0-1-1,0 0 1,0 0 0,0 1-1,-1-1 1,1 0-1,0 0 1,0 1-1,-1-1 1,1 0-1,0 1 1,-1-1-1,1 1 1,-1-1-1,1 0 1,-1 1 0,1-1-1,-1 1 1,1-1-1,-1 1 1,1-1-1,-1 1 1,0 0-1,1-1 1,-1 1-1,0 0 1,1-1-1,-1 1 1,0 0 0,0 0-1,1 0 1,-1 0-1,0 0 1,0 0-1,1 0 1,-1 0-1,0 0 1,0 0-1,1 0 1,-1 0-1,0 0 1,-1 1 0,-3-1-508,0 1 0,0 0 1,0 0-1,1 0 0,-1 1 1,0-1-1,-5 4 0,-6 7-3572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39.6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0 256,'0'0'5971,"0"4"-5515,0 8-181,0-2 3385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41.29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26 686 256,'0'0'3746,"-3"7"-2991,-11 20 33,14-26-677,0-1-1,0 0 0,0 0 1,0 0-1,0 0 0,0 0 1,0 0-1,0 0 0,0 1 1,0-1-1,0 0 0,0 0 1,0 0-1,0 0 0,-1 1 1214,1-1-1213,0 0-1,0 0 0,0 0 1,0 0-1,0 0 0,0 1 1,-1-1-1,1 0 0,0 0 1,0 0-1,0 0 0,0 0 1,0 0-1,0 0 0,0 0 1,-1 0-1,1 0 0,0 0 1,0 0-1,0 0 0,0 0 1,0 0-1,0-1 0,-1 1 1215,1 0-1215,0-1 0,-1 1 1,-1-12 1267,1-19-2025,1 31 870,0-16-127,1 1 0,1 0 0,0 0 0,1 0 0,1 1 1,0-1-1,1 1 0,1 0 0,0 0 0,1 0 0,0 1 1,16-21-1,-6 12-65,1 2 0,1 0 0,1 1 0,1 0 1,0 2-1,28-17 0,18-6-30,3 2 0,1 3 0,1 3 1,2 4-1,0 3 0,2 3 0,92-14 0,80 8-22,-39 6 4,-128 14-23,126 3 1,-151 5-74,-29 2 103,1 1 1,-1 1 0,0 1 0,0 2 0,-1 1-1,0 1 1,0 1 0,38 20 0,-3 15-236,-14-10 226,-25-18-20,-2 1 0,0 0 0,-1 2 0,-1 0 0,-1 1 0,27 42 0,-5-7 113,-39-55-88,1-1-1,-1 1 1,1 0 0,-1-1-1,1 1 1,-1-1 0,1 1-1,0-1 1,-1 1 0,1-1-1,-1 1 1,1-1 0,0 0-1,0 1 1,-1-1-1,1 0 1,0 1 0,0-1-1,-1 0 1,1 0 0,1 0-1,-2 0-76,1 0-1,-1 0 1,1 0-1,-1-1 0,1 1 1,-1 0-1,1 0 1,-1-1-1,1 1 0,-1 0 1,0-1-1,1 1 1,-1-1-1,1 1 0,-1 0 1,0-1-1,0 1 0,1-1 1,-1 1-1,0-1 1,0 1-1,1-1 0,-1 1 1,0-1-1,0 1 1,0-1-1,0 0 0,1-14-4076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42.94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0 756 72,'0'0'5708,"1"3"-4885,-1-3-725,0 1-1,0 0 1,0-1 0,0 1 0,0-1 0,0 1-1,0-1 1,0 1 0,0 0 0,1-1-1,-1 1 1,0-1 0,0 1 0,1-1 0,-1 1-1,0-1 1,1 1 0,-1-1 0,0 0 0,1 1-1,-1-1 1,1 1 0,-1-1 0,0 0 0,1 1-1,-1-1 1,1 0 0,0 0 0,-1 1 0,1-1-1,-1 0 1,2 0 0,-1 0 4,1 0-1,-1-1 1,1 1-1,-1-1 1,1 0 0,-1 1-1,1-1 1,-1 0 0,0 0-1,1 0 1,-1 0 0,0 0-1,0 0 1,2-2-1,84-81 1255,3 4 0,108-74 0,-106 92-1199,2 4 1,3 4-1,104-41 0,-81 49-100,190-45 0,-233 77-66,0 4 0,148 0-1,-164 8 12,386 2 38,-353 9-49,0 3 0,109 29 0,-73-13 6,-112-25-18,0 1 1,-1 1-1,0 0 1,0 2-1,0 0 0,-1 0 1,0 2-1,0 0 1,-1 0-1,0 2 1,15 14-1,-7-3-17,-2 2 1,-1 1-1,28 44 0,-25-34 65,35 40 0,-57-74-26,22 24 82,-1 1-1,-1 1 0,21 34 0,-34-49 324,-4-15-637,-2-22-2629,-2 19 1475,0-18-5447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47.0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9 184 296,'0'0'7583,"-8"11"-4214,8-6-3348,0 0-1,1 0 1,-1 1 0,1-1 0,0 0 0,1 0 0,0 0-1,-1 0 1,1 0 0,1-1 0,-1 1 0,1 0 0,0-1-1,0 0 1,0 0 0,1 0 0,-1 0 0,1 0 0,0-1-1,0 1 1,0-1 0,1 0 0,7 4 0,10 6 67,1-1 1,1-1-1,-1-1 0,2-1 1,-1-1-1,34 7 1,-12-8 157,1-1 1,74-1 0,-42-4-124,96-3 60,-147 0-110,0-1 0,0-2 0,0-1 0,30-10 0,-3-3 109,101-51-1,-139 61-146,1-1 0,-2-1-1,0-1 1,0 0-1,-1-1 1,0-1-1,-1 0 1,-1-1 0,17-24-1,-27 32 126,1 1 1,-1-1-1,-1 0 0,1 0 0,-1 0 0,-1 0 1,1 0-1,-1-1 0,0 1 0,-1-8 0,1-22-6887,-1 31 4589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3:48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0 305 24,'0'0'5008,"5"7"-4622,16 25 376,43 56 1895,-55-77-2420,1-1 1,0-1-1,0 1 1,1-2-1,0 1 1,14 7 0,2-2 82,0-2 0,1-1 0,0-2 0,0 0 0,1-2 1,0-1-1,38 3 0,212-3 975,-174-8-1192,8 4-53,134-5 79,-170-8-6,0-3 0,-2-4 1,81-30-1,-103 32-56,76-22 3,-42 15-27,-2-5 0,107-49 0,-158 59-13,-2-1 1,0-1-1,-1-2 1,-1-1-1,-2-1 1,0-1-1,-1-2 1,27-35-1,-47 51 81,0 0 0,-1 0-1,0 0 1,5-13 0,-10 24-346,-1 0 0,0-1 0,1 1 0,-1 0 0,1-1 0,-1 1 0,0 0 0,1 0 0,-1 0 0,1-1 0,-1 1 0,1 0 0,-1 0 0,1 0 0,-1 0 1,1 0-1,-1 0 0,1 0 0,-1 0 0,1 0 0,-1 0 0,0 0 0,1 0 0,-1 0 0,1 1 0,-1-1 0,1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02.0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955 151 328,'0'0'2749,"-24"-4"-2320,15 2-389,-46-8 488,-89-6 0,141 16-508,-189 2 1050,166 0-1003,1 2 0,-1 0 1,1 2-1,0 1 1,-34 14-1,37-12-48,1 2 1,1 0-1,0 2 0,1 0 1,0 1-1,1 1 0,0 0 1,2 2-1,0 0 0,0 0 1,2 2-1,-21 34 0,21-28 20,2 0 0,0 1 0,2 1 0,1 0 0,1 0-1,1 1 1,2 0 0,1 0 0,0 0 0,2 33 0,1-37-14,2-1 1,0 1 0,1-1-1,2 0 1,0 0 0,1 0-1,11 26 1,-5-23 57,1 0 0,1-1 0,2-1-1,0 0 1,2-1 0,0 0 0,40 38 0,-44-50 8,1 1 0,0-1 1,1-1-1,0-1 0,1 0 0,0-1 1,0-1-1,1 0 0,0-1 0,0-1 1,1 0-1,-1-2 0,31 3 1,-11-3 85,1-2 0,-1-2 0,1-1 0,-1-2 0,0-1 0,0-2 0,64-22 0,-60 14-119,-1-2 0,-1-2 0,0-1 0,58-42 0,-76 46-12,-1-1 1,-1-1-1,0 0 1,-1-2-1,-1 0 1,-1-1-1,-1 0 1,24-47-1,-26 40 101,-2-1 0,-1 0 0,-1-1 0,-1 0 0,5-42 0,-6 0 247,-2-83 0,-6 135-359,0 0 0,-1 0 0,-1 1 0,0-1 0,-2 1 0,0 0 0,-1 0 0,-1 0 0,-18-33 0,17 39-108,0 1 0,0 0 0,-1 1 0,-1 0-1,0 0 1,0 1 0,-1 0 0,-1 1 0,1 0 0,-1 1 0,-1 0 0,1 1 0,-1 1 0,-24-9 0,-9 1-1745,-95-14-1,51 19-2256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1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4225,'0'0'2913,"-16"2"-7050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1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75 408,'0'0'2485,"-11"0"-1511,-3-1-820,-3 0 951,1 1 0,-1 0 1,-28 5-1,34-2-984,0 1 0,0 0-1,1 1 1,-1 1 0,1-1 0,0 2 0,1-1 0,-1 1 0,1 1 0,1 0 0,-9 9 0,-1 2 105,2 2 0,0 0 0,-24 41 0,33-49-145,1 0-1,0 1 1,1 0-1,1 0 1,0 0-1,1 0 1,-3 27 0,5-33-50,1 0 0,0 0 1,0 0-1,1-1 0,0 1 1,0 0-1,1 0 0,0-1 1,0 1-1,1-1 0,0 0 1,0 0-1,0 0 1,1 0-1,1 0 0,4 6 1,-2-5 31,1-1 0,-1 0 0,1 0 1,0 0-1,1-1 0,-1-1 0,1 1 1,0-2-1,1 1 0,-1-1 1,19 5-1,-5-4 8,0-1 0,1-1 0,-1-1 0,26-2 0,-38-1-46,0 1-1,-1-2 0,1 0 1,-1 0-1,1-1 0,-1 0 0,0-1 1,0 0-1,-1-1 0,1 0 0,-1 0 1,0-1-1,0 0 0,-1 0 1,0-1-1,0-1 0,9-9 0,-8 6 3,0 0 0,0-1-1,-1 0 1,-1-1-1,0 1 1,-1-1 0,0-1-1,-1 1 1,0-1-1,-1 0 1,0 0 0,1-18-1,-2 8 100,-2 1 0,0-1 0,-1 0 0,-2 1 0,-5-28 1,5 41-116,0 0 0,-1 0 0,-1 0 0,0 1 0,0-1 0,-1 1 0,0 0 0,0 0 0,-1 1 0,-1 0 0,1 0 0,-1 0 0,0 1 0,-12-9 0,9 8-149,0 2 1,0-1 0,-1 1-1,0 1 1,0 0 0,-1 0-1,1 1 1,-23-5-1,25 8-227,1 0 1,-1 0-1,1 0 0,0 1 0,-1 0 0,1 1 0,-1 0 0,1 0 0,0 1 0,-1 0 0,1 0 0,0 1 0,-12 6 0,-17 15-3346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1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72 134 1464,'0'0'10154,"-2"-6"-9257,-4-17-228,4 18-662,1 1 0,-1 0 0,-1 0 0,1 0-1,-1 0 1,-3-4 0,-1-3-400,-5-14 470,11 21 367,-1-1 0,0 1 1,0 0-1,0 0 0,0 0 0,-5-6 0,6 10-39,0 4-399,0 0-1,1 1 0,-1-1 1,1 1-1,0-1 0,0 1 1,1 5-1,-1-4 16,-2 147 100,0 4 33,20 175 1,-18-325-203,6 27 185,-6-34-145,0 1 0,0-1 1,0 1-1,1-1 0,-1 1 0,0-1 0,0 1 0,1-1 0,-1 1 0,0-1 0,1 1 0,-1-1 0,1 1 1,-1-1-1,0 0 0,1 1 0,-1-1 0,1 0 0,-1 1 0,1-1 0,-1 0 0,1 0 0,-1 0 0,1 1 1,-1-1-1,1 0 0,0 0 0,-1 0 0,1 0 0,-1 0 0,1 0 0,-1 0 0,1 0 0,0 0 1,-1 0-1,1 0 0,-1 0 0,1-1 0,-1 1 0,1 0 0,-1 0 0,1-1 0,-1 1 0,1 0 0,-1 0 1,1-1-1,-1 1 0,0-1 0,1 1 0,-1 0 0,1-1 0,-1 0 0,7-5-736,-2-1-1,1 0 0,-1 0 0,7-13 1,7-12-4125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1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0 256,'0'0'8403,"-3"12"-7828,6-8-423,-1 0 1,1 0-1,0-1 0,0 1 1,0-1-1,1 0 0,-1 0 1,1 0-1,0 0 0,0-1 1,6 4-1,1 1 54,20 10-10,10 8 3405,-39-24-3564,-1-1 0,1 1 0,-1-1 0,1 1 0,-1 0 1,1 0-1,-1-1 0,1 1 0,-1 0 0,1 1 1,-1-1-1,0 0 0,0 0 0,0 0 0,2 3 0,-2-3 15,102 116-222,-79-86 196,1-1 0,2-1 0,0-1 0,2-2 0,40 28 0,-62-49-77,1-1 0,1 1 1,-1-2-1,0 1 0,15 3 1,6-4-3314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1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80,'0'0'10316,"-5"8"-10079,-9 20-2,1 0 0,1 1-1,-12 47 1,9-29 76,-34 97 541,-63 197 20,108-330-761,2-7 2,1 0-1,-1 0 1,1 0 0,0 1-1,0-1 1,0 0-1,1 1 1,-1-1 0,1 1-1,0-1 1,0 0-1,2 7 1,14-30-360,60-68-6015,-37 40-2075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0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80,'0'0'9815,"20"-2"-9397,63-6-99,-81 7-297,0 1 1,1 0 0,-1-1 0,0 1-1,1 0 1,-1 0 0,1 1 0,-1-1 0,0 0-1,1 1 1,-1-1 0,0 1 0,0 0-1,0 0 1,1 0 0,-1 0 0,0 0-1,0 0 1,0 0 0,0 1 0,-1-1-1,1 1 1,0 0 0,-1-1 0,1 1 0,-1 0-1,1 0 1,-1 0 0,0 0 0,0 0-1,0 0 1,1 4 0,0 2 35,0 1-1,-1 0 1,0-1-1,-1 1 1,0 0 0,-2 15-1,1-2-26,1-11-18,-1 0 0,-1 0 0,0-1 1,0 1-1,-1-1 0,-1 1 0,1-1 0,-2 0 0,1 0 0,-1-1 0,-1 1 0,0-1 0,0 0 0,-1-1 0,-8 10 1,5-2-235,10-16 229,0 0 0,0 0 1,0 1-1,0-1 0,0 0 0,0 1 1,0-1-1,0 0 0,0 0 1,0 1-1,0-1 0,0 0 1,0 0-1,0 1 0,0-1 0,0 0 1,0 1-1,1-1 0,-1 0 1,0 0-1,0 0 0,0 1 1,0-1-1,1 0 0,-1 0 0,0 0 1,0 1-1,0-1 0,1 0 1,-1 0-1,0 0 0,30 2 1061,-15-2-757,66 1 601,73-2 75,-52-10-4713,-68 4-261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44 264,'0'0'12923,"1"-8"-12066,1-27-409,0 34-328,2 9-91,2 11 40,11 50 1204,14 124 0,-12 73 37,-6-60-587,-13-205-732,0 0 0,0 0 0,0 0 0,0-1 0,0 1 0,0 0 0,1 0 0,-1 0 0,0-1 0,0 1 0,0 0 0,1 0 0,-1-1 0,0 1 0,1 0 0,-1-1 0,1 1 0,-1 0 0,1-1 0,-1 1 0,1 0 0,-1-1 0,1 1 0,0-1 0,-1 1 0,1-1 0,0 1 0,0-1 0,-1 0 0,1 1 0,0-1 0,0 0 0,-1 0 0,2 1 0,-1-2-95,0 1-1,0 0 1,0 0-1,0-1 1,0 1 0,0-1-1,0 1 1,0-1-1,0 1 1,0-1 0,-1 0-1,1 1 1,0-1-1,0 0 1,-1 0 0,1 1-1,0-1 1,-1 0-1,1 0 1,-1 0 0,1 0-1,-1 0 1,1 0-1,-1 0 1,1-1-1,4-22-2820,-1-4-2151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1200,'0'0'11923,"176"48"-11491,-123-43-248,3-5-184,3 0-488,33-5-888,-17-13-1137,-8 1-2152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3545,'0'0'5820,"-6"29"-5540,4-13-233,-30 186 386,24-141-271,-28 262 159,30-274-293,6-48 114,0-4 72,0-29-36,-1 10-157,1-1 0,1 0 0,1 1 0,1-1 0,9-38 0,-8 50-60,3-10 256,1 0 0,1 0 0,15-27-1,-22 44-147,1-1-1,0 1 0,0 0 1,0 0-1,1 0 0,-1 0 0,1 1 1,0-1-1,0 1 0,0 0 1,0 0-1,1 0 0,-1 1 1,1-1-1,0 1 0,0 1 1,0-1-1,0 0 0,0 1 1,8-1-1,-9 2-69,-1 0 0,1-1 0,-1 2 0,1-1 0,0 0 0,-1 1 0,1 0 0,-1 0 0,1 0 0,-1 0 0,0 0 0,1 1-1,3 1 1,-3 1-12,0-1 0,0 1 0,0 0 0,0 1 0,0-1 0,-1 0 0,6 11 0,-3-5-15,-1 0 0,0 0-1,-1 1 1,0-1 0,-1 1-1,0 0 1,2 19 0,-2-2-46,-2 55-1,-2-75 81,1-1-1,-1 1 0,-1-1 0,0 0 0,0 0 1,0 1-1,-1-1 0,0-1 0,0 1 0,-1 0 1,0-1-1,0 0 0,0 0 0,-1 0 1,0 0-1,0-1 0,0 1 0,-1-1 0,-9 6 1,5-5 24,1 0 1,-2 0 0,1-1-1,-1 0 1,1-1 0,-1-1-1,0 1 1,-1-2 0,1 1-1,-1-2 1,-21 2 0,31-4-67,1 1 1,0 0 0,0 0 0,-1 0 0,1-1 0,0 1 0,0-1-1,0 1 1,0-1 0,0 1 0,-1-1 0,1 0 0,0 1 0,0-1-1,1 0 1,-1 0 0,0 0 0,0 0 0,0 0 0,0 0 0,1 0-1,-1 0 1,1 0 0,-1 0 0,0 0 0,1 0 0,0-1 0,-1 1 0,1 0-1,0 0 1,0 0 0,-1-2 0,-1-47-3095,3 38 1456,-1-14-2891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72,'0'0'8699,"11"26"-7387,35 86-87,-33-87-757,0 0 0,2-2 0,0 1 0,31 33 0,-7-8-125,12 24 77,22 27-1253,-73-99 735,0-1 1,1 0-1,-1 1 1,1-1-1,-1 0 1,1 0 0,-1 0-1,0 1 1,1-1-1,-1 0 1,1 0 0,-1 0-1,1 0 1,-1 0-1,1 0 1,-1 0-1,1 0 1,-1 0 0,1 0-1,-1 0 1,1 0-1,-1 0 1,1 0 0,-1 0-1,1 0 1,-1-1-1,0 1 1,1 0-1,-1 0 1,1-1 0,-1 1-1,1 0 1,-1 0-1,0-1 1,1 1 0,-1 0-1,0-1 1,1 1-1,-1-1 1,0 1 0,0 0-1,1-1 1,3-15-2963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4009,'0'0'6703,"-9"30"-6402,-4 12-192,-47 142 414,-35 45 55,22-56-297,69-156-543,4-17 228,0 1-1,0-1 0,0 0 0,0 0 0,0 0 0,0 1 0,1-1 0,-1 0 0,0 0 0,0 0 0,0 0 0,0 1 0,0-1 0,0 0 0,1 0 0,-1 0 0,0 0 0,0 0 0,0 1 0,0-1 0,1 0 0,-1 0 0,0 0 0,0 0 0,0 0 0,0 0 0,1 0 0,-1 0 0,0 0 0,0 0 0,0 0 0,1 0 0,-1 0 0,0 0 0,0 0 0,0 0 0,1 0 0,-1 0 0,0 0 0,25-15-3044,3-9-1844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1 368,'0'0'13232,"2"13"-13238,27 406 2087,-18-183-1463,-11-232-657,1 12 176,-1-15-144,1-1 0,-1 0 0,0 0 0,0 1 1,0-1-1,0 0 0,0 0 0,0 1 0,0-1 0,1 0 1,-1 0-1,0 0 0,0 1 0,0-1 0,0 0 0,1 0 1,-1 0-1,0 0 0,0 1 0,0-1 0,1 0 0,-1 0 1,0 0-1,0 0 0,1 0 0,-1 0 0,0 0 0,0 0 1,1 0-1,-1 1 0,0-1 0,1 0 0,-1 0 0,0-1 1,0 1-1,1 0 0,-1 0 0,0 0 0,0 0 0,1 0 1,-1 0-1,0 0 0,0 0 0,1 0 0,-1 0 0,0-1 1,0 1-1,0 0 0,1 0 0,-1 0 0,0-1 0,6-11-770,-4-68-4802,-2 38-347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6313,'0'0'7082,"145"18"-6098,-95-11-552,3-2-280,0 3-152,0-3-184,3 0-944,19-5-881,-11 0-2095,-8 0-3010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12 2585,'0'0'5149,"-24"-2"-4262,-77-7-342,96 9-511,0-1 0,0 2 0,-1-1-1,1 0 1,0 1 0,0 0 0,0 0 0,0 1 0,0-1 0,0 1 0,0 0 0,0 0-1,1 1 1,-1-1 0,1 1 0,0 0 0,0 0 0,0 1 0,0-1 0,0 1 0,1 0-1,-1 0 1,1 0 0,0 0 0,-3 7 0,-2 1 68,-2 2 96,1 1 0,0 1 1,1-1-1,1 2 0,1-1 1,0 0-1,1 1 0,1 0 1,1 1-1,0-1 0,1 0 1,1 1-1,2 30 0,-1-43-86,0 1 0,1-1 0,0 0 0,0 1 0,0-1 0,1 1 0,0-1 0,0 0 0,0 0 0,0 0 0,1 0 0,0-1 0,0 1 0,7 7 0,-5-7 95,2 1 0,-1-1-1,1 1 1,0-2 0,0 1 0,0-1 0,1 0 0,14 5-1,1-2-48,1-1 0,0-1 0,0-1 0,0-1-1,42-1 1,-60-2-455,-1-1 0,1 0-1,0 1 1,-1-2 0,0 1 0,1-1 0,-1 0 0,0 0-1,0 0 1,0-1 0,0 0 0,0 0 0,-1 0-1,1 0 1,-1-1 0,0 0 0,0 0 0,4-4 0,18-22-5213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2785,'0'0'8569,"179"40"-8056,-143-38-321,-5 1-192,-3-3-240,-3 0-737,-9 0-1039,-4-5-1905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4353,'0'0'9034,"142"25"-7970,-106-25-376,0 0-368,-5 0-192,0-2-128,-1-8-264,1 0-544,14-15-712,-6 5-1009,-6-3-2552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26 96,'0'0'2319,"-23"21"-1313,-73 73-33,88-85-826,-1 1-1,1-1 1,1 2-1,0-1 1,0 1 0,1 0-1,1 1 1,0-1-1,0 1 1,1 0-1,1 0 1,0 1-1,-3 24 1,6-36-136,-3 15 210,0 1-1,1 0 0,1 0 1,1-1-1,1 1 0,0 0 1,5 22-1,-5-33-110,1 0 1,0-1-1,0 1 0,1 0 1,0-1-1,0 0 0,0 0 1,0 1-1,1-2 0,0 1 0,0 0 1,0-1-1,1 0 0,-1 0 1,1 0-1,0-1 0,0 1 1,0-1-1,1 0 0,-1-1 1,1 1-1,0-1 0,7 2 1,9 0 184,-1 0 0,0-1 1,1-1-1,-1-2 0,1 0 0,27-4 1,-38 3-238,-1-2 0,0 0 1,0 0-1,0-1 0,0 0 1,0 0-1,-1-1 0,0-1 1,0 0-1,0 0 1,-1 0-1,0-1 0,0-1 1,12-13-1,-4 1 158,0-1 1,-1 0-1,-2-1 1,23-46 0,-29 51-81,-1-1 1,0-1-1,-1 1 1,-1-1 0,-1 1-1,0-1 1,-2 0 0,0 0-1,-1 0 1,-3-26 0,2 40-153,0-1 0,0 1 0,-1-1 1,0 1-1,0-1 0,0 1 0,-1 0 1,1 0-1,-1 0 0,-1 0 0,1 1 1,-1-1-1,1 1 0,-1 0 0,0 0 1,-1 0-1,1 0 0,-1 1 0,0 0 1,1 0-1,-1 0 0,-1 1 0,1-1 1,0 1-1,-1 0 0,1 1 0,-7-2 1,-4 0-565,-1 0 1,1 1 0,-1 1-1,0 1 1,0 0 0,0 1 0,1 1-1,-21 4 1,-29 12-3897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29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1744,'0'0'3649,"8"-4"-3455,16-5-62,0 1 0,1 1 0,0 1 0,0 1 1,0 1-1,1 1 0,41 2 0,-46 0-57,1 1 1,-1 1-1,1 1 0,-1 1 0,0 1 1,0 1-1,0 0 0,31 14 1,44 30-41,-63-30 41,1-2 0,1-1 0,0-2 0,38 10 1,-8-12 142,0-4 1,1-2-1,110-5 1,-93-2-173,46-2 2,135 6 17,-243 0-70,0 0 0,0 2-1,0 0 1,31 13 0,76 42-37,-85-38 24,87 32 1,-80-41 114,1-2 1,0-2-1,80 4 0,160-12 537,-204-3-573,16-2 136,134-24 1,101-37 208,-1 0-324,-236 48-79,1 6 1,0 3 0,0 6 0,130 12 0,-193-6-9,-1 3 1,1 1-1,-2 1 0,1 2 1,-2 2-1,1 2 1,-2 1-1,35 22 1,-62-33-161,-1 0 0,0 1 0,0 0 1,-1 0-1,0 1 0,11 13 1,8 26-3903,-16-29-966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42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15 275 232,'0'0'3611,"-1"6"-3172,-10 19 4764,9-37-2353,2 1-3572,0 2 786,0-1 0,1 1 0,1-1 1,-1 1-1,1 0 0,1 0 0,0-1 0,0 1 0,1 1 0,0-1 0,0 1 0,1-1 0,0 1 0,1 1 1,0-1-1,7-7 0,-3 4-67,1 0 0,0 0 0,1 1 0,0 0 1,0 1-1,1 0 0,1 1 0,-1 1 0,1 0 1,0 1-1,1 1 0,0 0 0,-1 0 0,2 2 0,-1 0 1,0 1-1,23-1 0,-7 2-40,33 2-85,-59 0 86,-1-1 1,1 1-1,-1 1 1,0-1 0,1 0-1,-1 1 1,0 0-1,0 0 1,0 0 0,-1 1-1,8 4 1,58 48-132,-62-49 149,0-1 1,-1 1-1,0 0 1,-1 1-1,1-1 1,-1 1-1,0 0 1,-1 0-1,7 14 1,0 6-53,12 43-1,-13-36 127,-5-21 154,-4-24-296,-1-1-704,0-10-1999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4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8 488 24,'0'0'4452,"-2"3"-3654,-4 6 496,8-13 1150,16-21-1020,33-23-641,2 2 0,2 3 1,119-70-1,-74 59-179,177-69-1,-249 114-582,1 0-1,0 2 0,0 1 0,47-3 0,118 5-90,-119 5 81,-58 0-25,-1 0 1,0 1 0,1 0-1,-1 2 1,0 0 0,25 10-1,1 4-54,43 27-1,-37-20 65,-25-13-54,1 0 1,40 31-1,-47-30-69,-1 1 1,26 30-1,-36-36 76,0 0 0,-1 0 0,0 0 0,0 1 0,-1 0 0,-1-1 0,1 2 0,3 16 0,3 17 0,2 17 46,3 0 0,27 66 1,-42-125 39,1 0 1,-1 1-1,1-1 1,0 0-1,-1 0 1,1 0-1,0 0 1,0 0 0,0 0-1,-1-1 1,1 1-1,0 0 1,0 0-1,0-1 1,1 1-1,-1 0 1,0-1 0,0 1-1,2 0 1,7-6-4654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48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10 405 232,'0'0'8226,"-8"11"-1705,7-20-6385,1-1-1,0 1 0,1-1 1,0 1-1,0-1 1,1 1-1,0-1 1,1 1-1,0 0 0,0 0 1,1 0-1,5-8 1,1 1-136,1 1 0,0 1 0,1 0 0,0 0 0,1 1 0,1 1 0,27-20 0,-15 15 2,0 2 0,1 1 0,56-21 0,-39 19-14,0 2 0,1 1 0,0 3 0,1 1 0,0 3 0,54-1 0,-92 7-28,1 0 1,-1 0 0,0 1 0,1 0 0,-1 0 0,0 1 0,1 0 0,-1 1-1,0 0 1,-1 0 0,1 1 0,-1 0 0,1 0 0,-1 0 0,0 1 0,0 0 0,-1 1-1,0-1 1,0 1 0,6 8 0,-1 1-42,0 1-1,-1 1 0,-1 0 1,-1 0-1,0 1 1,-1 0-1,-1 0 1,-1 1-1,-1 0 1,0 0-1,-1 0 1,-1 0-1,-1 28 0,-1-35 114,1-19-592,1-23-3403,-2 10-1733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4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1 632 80,'0'0'7496,"1"1"-7400,-1-1 0,1 0 0,0 0 0,0 0 0,0 0 0,0 0-1,0 0 1,0 0 0,0 0 0,0 0 0,0 0 0,0-1 0,0 1-1,-1 0 1,1-1 0,0 1 0,1-1 0,248-237 4856,-203 198-4428,2 2 1,1 2-1,2 2 1,1 2-1,1 3 1,62-23-1,-46 25-477,1 3-1,0 4 1,2 2-1,0 4 0,97-7 1,-162 21-47,78-7-24,141 8 0,-209 1 5,0 2 0,0 0-1,0 1 1,0 0 0,-1 2 0,21 10 0,-2 2-63,59 42 0,-69-41-19,-2 1-1,0 1 1,-1 2-1,-1 0 1,31 46-1,-21-22-31,-3 1 0,31 72 0,-29-61 456,-30-56 239,-1-4-877,1 1 0,-1-1 1,0 1-1,0-1 0,0 0 0,0 1 1,0-1-1,0 1 0,1-1 1,-1 0-1,0 1 0,5 3-4405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5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28 245 288,'0'0'6536,"-4"5"-5644,-17 16 3481,20-25-4236,0 0 0,1 0 0,0 0-1,-1 0 1,2 0 0,-1 0 0,1-4 0,0-2 185,-1 5-276,0 0 0,1-1 0,0 1 1,0 0-1,0-1 0,0 1 1,1 0-1,0 0 0,0 0 1,1 0-1,-1 1 0,5-7 1,-1 3-5,1 1 0,-1 0 0,1 0 1,1 0-1,-1 1 0,11-7 0,11-4-11,0 2 0,1 0-1,33-9 1,-51 19-27,9-1-5,-1 1 1,1 1-1,0 1 0,0 1 1,1 0-1,-1 2 1,0 1-1,23 3 0,-35-2-1,-1 0-1,1 0 1,-1 1-1,1 1 0,-1-1 1,0 1-1,-1 1 0,9 5 1,13 7-1,-10-6-27,-1 0 0,0 2 1,25 22-1,-28-18-3,0 1-1,-1 0 1,-1 1 0,22 40-1,-31-52 32,-2-5-3,-1 0 1,1 1 0,-1-1-1,0 1 1,1 0-1,-1-1 1,0 1 0,-1 0-1,1 0 1,0 4 0,-1-9-215,0 1-1,0 0 1,0-1 0,0 1 0,-1 0 0,1-1 0,0 1 0,-1 0 0,1 0 0,-1-1 0,1 1-1,-1 0 1,0 0 0,0 0 0,1 0 0,-3-2 0,-10-14-4697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5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0 468 328,'0'0'4180,"5"-7"-1198,18-21-1690,43-27 738,112-69-1,-151 106-1811,25-18-86,2 3 1,1 2-1,2 2 1,99-35 0,-113 52-111,0 2 1,0 2 0,1 2 0,0 2 0,55 2 0,-35 1-28,217 8-4,-234-3-1,-1 3 0,0 1 0,-1 2 0,47 17 0,106 56-568,-183-78 518,-1 1-1,1 1 0,-1 0 0,0 1 0,-1 0 1,0 1-1,0 1 0,-1 0 0,0 1 0,-1 0 0,0 0 1,-1 1-1,0 1 0,-1 0 0,0 0 0,-1 1 0,-1 0 1,0 0-1,-1 1 0,-1 0 0,0 0 0,5 26 1,2 23 57,15 66 532,-24-137 904,0-20-4445,-3 7-3761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6 244 104,'0'0'7775,"-6"11"-3335,8-16-4355,0 0 1,0 0 0,1 0-1,0 0 1,-1 1 0,2-1 0,-1 1-1,5-5 1,2-5 108,1-4 50,0-1-1,-2-1 1,0 1 0,-2-1-1,10-40 1,-8 23 539,-9 36-675,6 15-791,5 35 664,-3 1 0,4 70 0,-7-61 463,14 70 1,-19-129-512,0 1 0,0-1-1,1 1 1,-1-1 0,0 1 0,1-1-1,-1 1 1,1-1 0,-1 0 0,0 1-1,1-1 1,-1 0 0,1 1 0,-1-1-1,1 0 1,-1 0 0,1 1 0,-1-1-1,1 0 1,-1 0 0,1 0 0,-1 0 0,1 0-1,-1 0 1,1 1 0,-1-1 0,1 0-1,0-1 1,-1 1 0,1 0 0,0 0-1,18-5-2894,-3-6-989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1:5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 16,'0'0'4716,"-6"14"-3969,-17 44-13,19-48-455,1 0 0,1 0 0,0 1 0,0-1 0,1 0 0,0 1 0,1-1 0,0 1 0,3 13 0,-1 13 208,-2-13-25,1 0 0,1-1-1,10 42 1,-10-55-289,1-1 0,0 1-1,1 0 1,0-1 0,1 0-1,0 0 1,0 0 0,1 0-1,0-1 1,1 0 0,9 9 0,-12-13-59,0-1 1,0-1 0,1 1 0,-1-1 0,1 0 0,-1 0 0,1 0 0,0 0 0,0-1 0,0 0 0,0 0 0,5 0 0,66 0 1066,-42-2-1027,-25 0-125,0 0-1,0 0 0,0-1 1,0 0-1,-1 0 0,1-1 0,-1 0 1,0-1-1,1 0 0,-2 0 0,1-1 1,0 0-1,-1 0 0,13-13 0,-14 13 4,0-1 0,0 0 0,-1-1 0,0 1 0,0-1 0,-1 0 0,0-1 0,0 1 0,-1 0 0,1-1 0,-2 0 0,1 0 0,-1 0 0,0 0-1,-1 0 1,1-11 0,-2-9 97,1 18-99,0 0 0,-1 0-1,0 1 1,-1-1 0,0 0 0,0 0 0,-1 1-1,-1-1 1,1 1 0,-2 0 0,1-1 0,-7-9-1,1 5-33,-1 1-1,0 0 0,-1 1 0,-1 0 0,0 0 1,-1 2-1,-21-15 0,24 18-98,-1 1 0,0 0 0,0 1 0,0 0 0,0 1 0,-1 1 0,1-1 1,-1 2-1,0 0 0,0 0 0,-13 0 0,5 2-486,11-1 240,1 1 0,-1 0 0,1 1 0,0-1 0,-1 2 0,1-1 0,0 1 0,-1 0-1,-11 6 1,-52 30-4524,43-23 626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46 2913,'0'0'9331,"-1"-3"-8719,1 3-586,0-1 0,0 0 0,0 1 0,0-1 0,0 0 1,0 1-1,0-1 0,0 1 0,0-1 0,0 0 0,1 1 0,-1-1 0,0 0 0,0 1 0,1-1 0,-1 1 0,1-1 0,-1 1 0,0-1 1,1 1-1,-1-1 0,1 1 0,-1-1 0,1 1 0,-1-1 0,1 1 0,-1 0 0,1-1 0,0 1 0,-1 0 0,2 0 0,32-12 186,42 2 26,-63 8-157,0 1-27,-1 0-1,1 1 1,22 2-1,-32-2-63,-1 0 0,0 0 1,1 1-1,-1 0 0,0-1 0,0 1 0,1 0 0,-1 0 0,0 0 0,0 0 0,0 0 0,0 1 0,0-1 0,0 1 0,-1-1 0,1 1 0,0 0 0,-1 0 1,1 0-1,-1-1 0,0 1 0,1 1 0,-1-1 0,0 0 0,0 0 0,0 3 0,2 7 20,-1 0 0,-1 0-1,0 0 1,-1 0 0,0 0 0,-1 0-1,0 0 1,-1 0 0,0 0 0,-1 0 0,0 0-1,-1-1 1,-1 1 0,1-1 0,-2 0 0,0-1-1,0 1 1,-1-1 0,-8 10 0,2-4-136,0-1 1,-1 0 0,-1-1 0,0-1 0,-1 0-1,0-1 1,-1-1 0,-1-1 0,1 0 0,-33 12-1,100-24-1103,66-13 2200,175 2 0,-288 13-972,0 0 1,1 0 0,-1 0 0,0-1-1,1 1 1,-1-1 0,0 0-1,0 0 1,0 0 0,0 0 0,0-1-1,4-1 1,17-19-3409,-11 7-1139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2064,'0'0'7545,"27"2"-6008,11 2-1038,10 1 390,59-1 0,116-4-89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1672,'0'0'4468,"-10"17"-4241,-31 53-101,34-47 374,7-22-476,0-1-1,0 1 0,0-1 1,0 1-1,0-1 0,0 1 1,0-1-1,0 1 0,1-1 1,-1 1-1,0-1 0,0 1 1,1-1-1,-1 0 0,0 1 1,1-1-1,-1 0 0,0 1 1,1-1-1,-1 0 0,0 1 1,1-1-1,-1 0 0,1 1 1,2 0 93,0-1-1,-1 0 1,1 1 0,-1-1 0,1 0 0,-1 0 0,1 0 0,0 0 0,3-1 0,1 0 224,192-2 1869,-195 4-2224,0-1 0,1 1 0,-1-1 0,0 1 0,0 1 0,0-1 0,0 0 0,-1 1 0,1 0 0,0 0 0,-1 0 0,1 0 0,-1 1 0,0 0 0,1-1 0,-1 1 0,-1 0 0,1 0 0,0 1 0,-1-1 0,1 0 0,-1 1 0,0 0 0,0-1 0,-1 1-1,3 7 1,-1-2 65,0 1-1,0 0 0,-1 0 1,0-1-1,-1 1 0,0 1 1,-1-1-1,0 0 0,-1 0 0,-1 12 1,0-17-10,0 0 1,0 0-1,-1 0 1,1-1-1,-1 1 1,0-1-1,-1 0 0,1 0 1,0 0-1,-1 0 1,0-1-1,0 1 1,0-1-1,-9 5 1,-1 1 236,0-1 0,-1-1 0,-24 10-1,34-16-115,0 0-1,0 0 1,-1 0-1,1 0 0,0-1 1,0 0-1,-1 0 0,1 0 1,-9-2-1,13 2-224,-1-1-1,1 1 0,0 0 1,0-1-1,-1 1 1,1-1-1,0 1 1,0-1-1,0 0 1,0 1-1,-1-1 1,1 0-1,0 0 0,1 0 1,-1 0-1,0 0 1,0 0-1,0 0 1,0 0-1,1 0 1,-1 0-1,0 0 1,1 0-1,-1-1 0,1 1 1,0 0-1,-1 0 1,1-1-1,0 1 1,0 0-1,0-1 1,-1 1-1,2 0 0,-1-1 1,0 1-1,0 0 1,0 0-1,0-1 1,1 1-1,-1 0 1,1 0-1,-1-1 1,1 1-1,-1 0 0,2-2 1,11-16-2162,8 0-877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1944,'0'0'7423,"11"16"-6121,3 3-913,62 80 1225,-24-32-1077,-33-41-466,1 0-1,2-1 1,45 42 0,-63-64-80,0 0 0,1-1 0,-1 0 0,0 1 0,1-1 0,-1-1 0,1 1 0,0-1 0,-1 0 0,1 0 0,0 0 0,0 0 0,0-1 0,-1 0 0,1 0 0,0-1 0,6 0 0,-10 0-134,0 1 0,0-1 0,0 0 0,-1 1 0,1-1 0,0 0 1,-1 0-1,1 0 0,-1 1 0,1-1 0,-1 0 0,1 0 0,-1 0 1,1 0-1,-1 0 0,0 0 0,0 0 0,0 0 0,1 0 0,-1 0 1,0-1-1,0 0-225,1-15-3922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8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3473,'0'0'4913,"-13"30"-4473,1-2-320,-11 24 174,-25 87 1,-57 176 830,104-315-1135,0 1-1,1-1 1,-1 0 0,0 0 0,0 0 0,0 0 0,0 0 0,0 0 0,0 0 0,0 0 0,0-1-1,0 1 1,0 0 0,0 0 0,0-1 0,1 1 0,-1-1 0,0 1 0,0 0 0,-1-2 0,-12-14-1816,-2-5-2403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1 102 640,'0'0'8719,"3"-1"-8057,4-2-463,0 0 0,0 0 0,-1-1-1,0 0 1,0-1 0,0 1 0,0-1 0,-1 0 0,0 0 0,0-1 0,7-8 0,21-22 724,-29 33-770,-4 3-150,0 0-1,0 0 1,0 0 0,0 0-1,0 0 1,0 1 0,0-1-1,0 0 1,0 0 0,0 0-1,0 0 1,1 0 0,-1 0 0,0 1-1,0-1 1,0 0 0,0 0-1,0 0 1,0 0 0,0 0-1,0 0 1,1 0 0,-1 0-1,0 0 1,0 0 0,0 0-1,0 1 1,0-1 0,1 0-1,-1 0 1,0 0 0,0 0 0,0 0-1,0 0 1,0 0 0,1 0-1,-1 0 1,0 0 0,0 0-1,0 0 1,0 0 0,0-1-1,1 1 1,-1 10-158,2 417 824,1-386 801,19-63-2197,28-46-5410,-24 33-553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2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24,'0'0'6775,"-5"5"-5847,4-5-909,1 0-1,0 0 0,0 0 0,0 0 0,0 0 1,0 0-1,0 0 0,0 0 0,0 0 1,-1 0-1,1 0 0,0 0 0,0 0 1,0 0-1,0 0 0,0 1 0,0-1 1,0 0-1,0 0 0,0 0 0,0 0 0,-1 0 1,1 0-1,0 0 0,0 0 0,0 0 1,0 1-1,0-1 0,0 0 0,0 0 1,0 0-1,0 0 0,0 0 0,0 0 1,0 0-1,0 1 0,0-1 0,0 0 0,0 0 1,0 0-1,0 0 0,0 0 0,0 0 1,0 0-1,0 0 0,0 1 0,0-1 1,0 0-1,1 0 0,-1 0 0,0 0 1,0 0-1,0 0 0,0 0 0,0 0 0,0 0 1,0 0-1,0 1 0,0-1 0,0 0 1,1 0-1,-1 0 0,0 0 0,0 0 1,248 5 3687,-235-5-3741,32 0 250,-42 0-295,0 1-1,0-1 1,0 1 0,0-1-1,0 1 1,-1 0-1,1 0 1,0 0 0,0 0-1,-1 0 1,5 3 0,-5 3-2633,-21-6-6409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1 680,'0'0'4101,"-5"12"-3701,-5 10-186,1 1 0,2-1 1,0 2-1,1-1 0,1 1 0,-2 23 0,7-6 420,4-41-364,-1 0 0,0 0 0,1 0 0,-1-1 0,0 0 0,0 0 0,6-1 0,14-10-117,-14 6 20,1 1 1,0 0-1,0 1 0,0 0 1,0 1-1,1 0 1,-1 0-1,1 1 1,13-1-1,69 4 654,-91-1-817,0 1 1,1 0-1,-1 0 1,0 0-1,0 1 1,0-1-1,0 0 1,0 1-1,0 0 1,0-1-1,-1 1 1,1 0-1,0 0 1,-1 0-1,0 0 1,1 0-1,-1 0 1,0 0-1,0 0 1,0 1-1,0-1 1,0 4-1,3 6-20,0 0-1,3 24 0,-5-9 6,-1 41-1,-2-35 5,1-27 14,-2-1 0,1 0 0,-1 1 0,0-1 0,0 0-1,0 0 1,0 0 0,-1 0 0,0 0 0,0-1 0,-1 1 0,1-1-1,-1 0 1,0 0 0,0 0 0,0-1 0,-1 1 0,1-1-1,-1 0 1,1 0 0,-11 4 0,9-6 221,0 0 0,0 0 0,-1 0 0,1-1 0,0 0 0,-1-1 0,1 1 1,0-1-1,-1 0 0,1-1 0,0 1 0,-7-4 0,8 4-272,1-1 1,-1 0-1,0 0 1,1-1-1,0 0 1,-1 1 0,1-1-1,0 0 1,1-1-1,-1 1 1,1-1-1,-1 0 1,1 0-1,0 0 1,-4-7-1,6 7-299,0 1 0,0-1 0,0 1 0,1-1 0,-1 1 0,1-1 0,0 0 0,0 1 0,1-6 0,-1-5-2067,0-4-2716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3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2833,'0'0'6470,"-10"2"-3240,90 67-1119,95 93-1590,-158-144-511,27 28 0,-40-43 9,0 1 0,1-1 0,-1 0-1,0 0 1,1 0 0,0-1-1,0 1 1,0-1 0,5 1 0,11-1-371,-9-4-4247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3921,'0'0'6481,"-2"4"-6413,-6 19 202,2 1 1,0 0-1,2 0 0,-3 32 0,1-5-91,-6 43 1052,-1 126 972,12-220-1872,-1 0-186,2 0-390,-3-19-4654,0 3 150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1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80,'0'0'4081,"-4"4"-3586,-13 15-37,25-17 4535,40 1-4214,48-2-36,-32 1 312,0-2-1,0-4 0,92-15 0,-154 19-976,4-1-6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2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1 224,'0'0'7624,"2"4"-3661,7 26-3759,6 47 398,-3 1 1,2 142-1,-13-217-590,2 91 1737,-2-93-2041,0-1-1,0 0 1,1 0-1,-1 0 1,0 0-1,0-1 1,1 1-1,-1 0 1,0 0-1,0-1 1,0 1-1,1-1 1,-1 1-1,1-1 1,4-10-3550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2:2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46 24,'0'0'4566,"-4"3"-3836,-15 16 961,44-19-183,226-20 2452,-67 2-2256,-140 14-1387,-43 3-497,-1 1-1,1 0 0,-1-1 0,0 1 1,1 0-1,-1-1 0,0 1 0,0-1 1,1 1-1,-1-1 0,0 1 1,0-1-1,0 1 0,1 0 0,-1-1 1,0 1-1,0-1 0,0 1 0,0-1 1,0 1-1,0-1 0,0 1 0,0-1 1,0 1-1,0-1 0,0 1 0,-1-1 1,1 1-1,0-1 0,0 1 0,0-1 1,-1 1-1,1-1 0,-7-8-3901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40 992,'0'0'6963,"12"2"-5831,35 3-180,0-2 0,0-2-1,0-1 1,0-3 0,0-2-1,-1-2 1,51-14 0,-93 20-1442,11-5 2105,-10-2-8491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0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2705,'0'0'7249,"0"-3"-6382,0 2-815,0-1 0,0 1 0,0 0 0,1 0-1,-1 0 1,0 0 0,1 0 0,-1 0 0,1 0 0,-1 0 0,1 0 0,0 0 0,-1 1 0,1-1 0,0 0-1,0 0 1,-1 0 0,1 1 0,0-1 0,0 0 0,1 0 0,31-12 594,40 0-22,-69 13-575,138-6 597,-135 6-654,-4 1-4,-1-1-1,1 0 1,-1 1-1,1-1 1,-1 1-1,1 0 1,-1 0-1,0 0 1,1 0-1,-1 0 1,0 1-1,0-1 1,0 1-1,0-1 1,0 1-1,0 0 1,0 0-1,0 0 1,-1 0-1,1 0 1,-1 0-1,0 0 0,1 1 1,-1-1-1,0 0 1,0 1-1,0-1 1,-1 1-1,1-1 1,-1 1-1,1 3 1,0 1-18,0 0 1,0 1 0,-1-1-1,0 0 1,0 0-1,-1 0 1,0 1-1,0-1 1,-1 0 0,-4 11-1,1-7-34,-2 0 1,1 0-1,-1-1 0,-1 0 0,0 0 0,-14 13 1,0-3-754,-40 29 0,58-46 762,1-1 0,-1 1 0,1-1 0,-1 0 0,0 0 0,0 0 0,0-1 0,0 1 0,0-1 0,0 0 0,-1 0 0,1-1 0,-6 1 0,9-2 112,1-1-1,0 1 1,0-1 0,0 1-1,1-1 1,-1 1-1,0-1 1,0 1-1,1 0 1,-1-1 0,1 1-1,-1-1 1,2-1-1,4-2-4,0 0 0,0 1 0,0 0 0,0 0 0,1 1 0,-1 0 0,1 0 0,0 0 0,0 1 0,9-2 1,1 1 66,0 0 0,0 1 0,23-1 0,-28 3-141,0 0 0,0 1 0,0 0 0,24 6 0,-31-6 14,-1 1 0,0 0-1,1 0 1,-1 0 0,0 1-1,0 0 1,0 0 0,-1 0-1,1 0 1,-1 0 0,0 1-1,0-1 1,0 1 0,0 0 0,0 0-1,2 5 1,0 2-7,-1 0 1,0 0-1,0 0 1,-1 1 0,0-1-1,-1 1 1,-1 0-1,0-1 1,0 1-1,-1 0 1,0 0-1,-4 20 1,1-25 37,1 0-1,-1 0 1,0 0 0,0 0-1,-1-1 1,0 0 0,0 1-1,-1-2 1,1 1 0,-12 10-1,8-8 115,-1 0-1,0-1 0,0 0 0,-1 0 0,1-1 1,-17 8-1,20-12 83,0-1 0,0 1 0,0-1 0,0 0 0,-1 0 0,1-1 0,0 0 0,-1 0 0,-10-2 0,15 2-301,0 0 1,0 0 0,0-1 0,0 1 0,0-1-1,0 1 1,0-1 0,0 0 0,0 1 0,0-1 0,1 0-1,-1 0 1,0-1 0,1 1 0,-1 0 0,1 0-1,-1-1 1,1 1 0,-1-1 0,1 1 0,0-1 0,0 0-1,0 0 1,0 1 0,0-1 0,0 0 0,0 0-1,1 0 1,-1 0 0,1 0 0,-1-4 0,1-7-2515,0 0-1606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0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3617,'0'0'6200,"13"9"-4989,45 36-22,55 54 0,-25-5-798,38 36-158,-124-128-274,-1 0 0,1 0 0,0-1 0,0 1 0,0-1 0,0 1 0,1-1 0,-1 0 0,0 0 0,0 0 0,1 0 0,-1-1 0,1 1 0,-1 0 0,0-1 0,1 0 0,-1 0 0,1 0 0,-1 0 0,5 0 0,-7-1-111,1 1-1,-1-1 0,0 1 0,1-1 0,-1 1 0,0-1 0,0 0 1,1 1-1,-1-1 0,0 0 0,0 1 0,0-1 0,0 0 0,0 1 0,0-1 1,0 0-1,0 1 0,0-1 0,0 0 0,0 0 0,-1-2-749,1-10-3858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0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1296,'0'0'7250,"-1"13"-6394,0 51 68,1-20 79,-2-1-1,-11 67 1,-50 107 1157,60-192-1728,3-24-424,0-3-800,0-1 565,0 1 0,1 0 0,-1 0-1,1 0 1,0 0 0,0 0 0,0-1 0,0 1 0,0 1 0,0-1 0,1 0-1,-1 0 1,3-2 0,0-1-495,16-22-4133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0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3889,'0'0'5446,"16"0"-5187,3-1-180,10-1 254,0 1 1,33 4-1,-58-3-298,-1 0-1,0 1 1,0 0 0,0 0-1,0 0 1,0 0 0,0 0-1,0 1 1,0-1 0,0 1-1,0 0 1,-1-1 0,1 1-1,-1 1 1,0-1 0,1 0-1,-1 1 1,0-1 0,0 1-1,0-1 1,-1 1 0,1 0-1,-1 0 1,1 0 0,-1 0-1,0 0 1,0 0 0,0 0-1,-1 0 1,1 6 0,0-2-10,-1 1 1,0 0 0,-1-1 0,1 1 0,-2-1 0,1 0 0,-1 1 0,0-1-1,0 0 1,-1 0 0,0 0 0,-5 8 0,-5 7 27,4-7-18,0 0 0,-9 23-1,18-38-32,0 1-1,0-1 1,0 0-1,0 0 1,0 1-1,0-1 0,0 0 1,1 1-1,-1-1 1,0 0-1,0 0 1,0 0-1,1 1 1,-1-1-1,0 0 1,0 0-1,0 0 0,1 1 1,-1-1-1,0 0 1,0 0-1,1 0 1,-1 0-1,0 0 1,1 1-1,-1-1 0,0 0 1,0 0-1,1 0 1,-1 0-1,0 0 1,1 0-1,-1 0 1,0 0-1,1 0 1,-1 0-1,0 0 0,1-1 1,16 2 277,-14-2-173,37-1 549,0-2 1,0-1 0,49-14-1,-73 15-613,-7 3-17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5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1776,'0'0'11028,"0"0"-11002,0 0 1,0 0-1,-1 0 0,1-1 0,0 1 1,0 0-1,0 0 0,0 0 0,0-1 1,0 1-1,-1 0 0,1 0 0,0 0 1,0 0-1,0 0 0,0 0 0,-1-1 1,1 1-1,0 0 0,0 0 0,0 0 0,-1 0 1,1 0-1,0 0 0,0 0 0,0 0 1,-1 0-1,1 0 0,0 0 0,0 0 1,-1 0-1,1 0 0,0 0 0,0 0 1,0 0-1,-1 0 0,1 0 0,0 0 1,0 1-1,0-1 0,-1 0 0,1 0 1,0 0-1,0 0 0,0 0 0,-1 1 1,3 20 403,1 1 0,0-1 0,2 0-1,9 27 1,6 29 223,1 57 17,3 15 252,-24-149-952,0 1 0,0-1-1,0 0 1,0 0 0,0 1 0,0-1 0,0 0 0,0 1 0,0-1-1,0 0 1,0 0 0,0 1 0,0-1 0,0 0 0,1 1 0,-1-1-1,0 0 1,0 0 0,0 0 0,0 1 0,1-1 0,-1 0 0,0 0-1,0 1 1,0-1 0,1 0 0,-1 0 0,0 0 0,0 0-1,1 1 1,-1-1 0,0 0 0,0 0 0,1 0 0,-1 0 0,0 0-1,1 0 1,-1 0 0,0 0 0,0 0 0,1 0 0,-1 0 0,0 0-1,1 0 1,-1 0 0,0 0 0,0 0 0,1 0 0,-1 0-1,0 0 1,0-1 0,1 1 0,-1 0 0,0 0 0,0 0 0,1 0-1,-1-1 1,0 1 0,0 0 0,1 0 0,-1 0 0,0-1 0,0 1-1,0 0 1,0 0 0,1-1 0,11-18-4232,-11 19 4207,7-17-4982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3433,'0'0'9458,"45"0"-8706,-20 0-104,3 0-136,2-5-240,4-2-184,-1-1-88,3-2-336,4 3-728,13-11-992,-9 0-2826,-2 3-1943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16,'0'0'9742,"-4"5"-9407,-45 62 1471,-23 29-802,17-38-667,33-36-353,1 2 1,0 0-1,-30 48 0,51-72-1,0 0 0,0 1-1,0-1 1,0 0 0,0 0-1,0 0 1,0 1 0,-1-1-1,1 0 1,0 0 0,0 0-1,1 0 1,-1 1 0,0-1-1,0 0 1,0 0 0,0 0-1,0 1 1,0-1 0,0 0-1,0 0 1,0 0 0,0 0-1,0 0 1,0 1-1,1-1 1,-1 0 0,0 0-1,0 0 1,0 0 0,0 0-1,0 0 1,1 1 0,-1-1-1,0 0 1,0 0 0,0 0-1,0 0 1,1 0 0,-1 0-1,0 0 1,0 0 0,1 0-1,15 3-204,28-3 400,-30 0-240,9-1 251,0 0 0,0-1-1,0-1 1,38-10 0,29-7 61,-30 12-3883,-58 8 3271,0 0 1,0 0-1,0-1 0,0 1 1,0-1-1,0 1 1,0-1-1,-1 0 0,1 1 1,0-1-1,0 0 1,-1 0-1,3-2 0,5-5-3820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2377,'0'0'10435,"-1"-5"-10212,-5-12-201,4 29 160,4 42 461,20 225 1685,-22-263-2155,5 51 617,-5-62-716,1 0 0,0 0 0,1 0 0,-1 0 0,1 0 0,0 0 0,0 0 0,0-1 0,1 1 0,3 4 0,4-2-1133,-9-6 686,0-1-1,0 0 0,0 1 1,-1-1-1,1 0 0,0 0 1,0 0-1,0 0 0,0 0 1,0 0-1,0 0 0,0 0 1,0 0-1,0-1 0,0 1 1,0 0-1,1-1 0,6-5-5459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4505,'0'0'7423,"12"8"-6574,16 13-377,-2 0 1,47 50-1,-6 13-124,38 43-110,-104-126-226,0 0-1,-1 0 0,1 0 0,0 0 0,0-1 0,0 1 0,-1 0 0,1-1 0,0 1 0,0 0 0,0-1 0,0 1 0,1-1 0,-1 0 0,0 1 0,0-1 0,0 0 0,2 1 0,-2-1-178,-1-5-2001,0-15-881,0-3-2180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3113,'0'0'7060,"-4"12"-6577,-36 120 973,25-73-784,-3-1 0,-2-1-1,-35 68 1,21-70-41,33-54-738,22-13-2725,6-8-872,4-3-4043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 1272,'0'0'7342,"-6"3"-6271,2-2-954,-12 6 841,15-4-332,13-2-49,81-1 1059,159-20 0,-230 16-1650,4-1 6,-8 4-5758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22 992,'0'0'8626,"20"2"-7244,-10-1-1195,39 5 1647,78-3-1,-111-5-1318,0-1 1,0 0-1,21-7 1,23-6 482,-82 21-9875,2 2 4905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3 148 16,'0'0'9394,"-3"3"-8262,11-12 2917,25-29-3453,46-65 0,-79 103-601,0 0 0,0 0 0,1 0 1,-1 0-1,0 0 0,0 0 0,0 0 0,0 0 0,1 0 0,-1 0 0,0 0 0,0 0 0,0 0 0,0 0 0,1 0 0,-1 0 0,0 0 0,0 1 0,0-1 0,0 0 0,1 0 0,-1 0 0,0 0 0,0 0 0,0 0 0,0 0 0,0 1 0,0-1 0,0 0 0,1 0 0,-1 0 0,0 0 0,0 1 1,0-1-1,0 0 0,0 0 0,0 0 0,0 0 0,0 1 0,0-1 0,0 0 0,0 0 0,0 0 0,0 1 0,0-1 0,0 0 0,0 0 0,0 0 0,0 0 0,0 1 0,0-1 0,-1 0 0,6 25-153,3 29 129,6 296 426,-14-349-412,0-1 0,0 0 0,0 1 0,0-1 0,0 0 0,1 1 0,-1-1-1,0 0 1,0 1 0,0-1 0,1 0 0,-1 1 0,0-1 0,0 0 0,1 0 0,-1 1 0,0-1 0,0 0 0,1 0 0,-1 0-1,0 1 1,1-1 0,-1 0 0,0 0 0,1 0 0,-1 0 0,0 0 0,1 1 0,-1-1 0,1 0 0,-1 0 0,0 0 0,1 0-1,-1 0 1,0 0 0,1 0 0,-1 0 0,0-1 0,1 1 0,-1 0 0,1 0 0,-1 0 0,0 0 0,1 0 0,-1-1 0,0 1 0,0 0-1,1 0 1,-1 0 0,0-1 0,1 1 0,-1 0 0,0-1 0,1 1 0,17-13-4182,-5 0-2010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3873,'0'0'7175,"6"0"-6339,238 0 3660,-76 0-6528,-186 3-6185,-3 4 5351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2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2681,'0'0'5057,"-10"8"-4709,-2 0-210,1 1 0,-1 1 0,-13 15-1,21-20-45,0-1 0,1 1 0,-1 0-1,1 0 1,0 0 0,0 0-1,0 0 1,1 1 0,0-1-1,0 1 1,1 0 0,-1 0-1,1-1 1,-1 8 0,9-13 625,80-2 161,68 2 821,-150 1-1709,0 0 0,0 0 0,0 1 1,0 0-1,0 0 0,0 0 0,-1 0 0,1 1 1,-1 0-1,0 0 0,1 0 0,-1 1 0,-1-1 1,1 1-1,0 0 0,-1 0 0,0 0 0,0 0 1,0 1-1,-1-1 0,1 1 0,2 7 0,1 1-26,-2 0 0,1 0 0,-1 0 0,-1 1 0,-1-1-1,0 1 1,1 20 0,-3-29-1,0 0 1,-1 1-1,1-1 1,-1 0-1,0 0 0,-2 10 1,1-13 38,1 1 0,-1-1 1,1 1-1,-1-1 0,0 0 1,0 1-1,0-1 0,0 0 0,0 0 1,0 0-1,-1-1 0,1 1 1,-5 2-1,-4 2 235,-1 0 0,1-1 1,-1 0-1,-1-1 0,1-1 0,-21 4 0,2-3 442,-50-1-1,77-3-644,0 0 1,-1 0-1,1-1 1,0 0-1,0 0 1,-1 0 0,1 0-1,0 0 1,0-1-1,0 0 1,-7-4-1,9 5-249,0-1-1,0 1 1,0-1-1,1 0 1,-1 0-1,0 0 1,1 0-1,0 0 1,-1 0-1,1 0 1,0-1-1,0 1 0,0 0 1,0-1-1,1 1 1,-1-1-1,1 1 1,-1-1-1,1 1 1,0-5-1,0-6-4183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834 514 3225,'0'0'8628,"3"-5"-7997,-1 1-434,0 0-1,0-1 1,-1 1 0,0-1-1,1 1 1,-1-1 0,-1 1-1,1-1 1,-1 0 0,0 1-1,0-1 1,0 1 0,0-1-1,-1 0 1,-1-5 0,-1 2-134,0 1 0,0 0 1,0 1-1,-1-1 1,1 0-1,-2 1 1,1 0-1,-1 0 0,-7-7 1,-10-8-59,-1 1 1,-1 1 0,0 1-1,-1 1 1,-1 1-1,-53-22 1,-178-53-743,113 45 429,133 42 316,-3 0 47,0 0 0,1-2 0,0 0 0,0 0 0,1-1 0,0 0 0,-20-17 0,31 24-39,1 0-9,0-2-34,0 2-86,-1-1-1,1 1 0,-1 0 0,1 0 0,0 0 0,-1 0 0,1 0 1,-1 0-1,1 0 0,-1 0 0,1 0 0,-1 0 0,1 0 1,-1 0-1,1 0 0,-1 0 0,1 0 0,-1 0 0,1 0 1,-1 0-1,1 1 0,0-1 0,-1 0 0,1 0 0,-1 1 1,1-1-1,0 0 0,-1 1 0,-14 7-3353,1 4-3148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8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17 1592,'0'0'4605,"5"-17"-2037,-11 21-2534,0 0 0,0 1 0,1-1 1,0 1-1,0 0 0,0 1 0,-6 7 1,-12 14-1,6-11 7,2-3-389,1 0 1,1 1-1,0 0 0,1 1 0,1 0 1,-11 20-1,21-32 166,-5 15-392,6-18 586,1 0 0,-1 1 0,1-1 0,-1 0 0,1 1 0,0-1 0,-1 0 0,1 0 0,0 1 0,-1-1 0,1 0 0,0 0 0,-1 0 0,1 0 0,0 0 0,-1 0 0,1 0 0,0 0 0,-1 0 0,1 0 0,0 0 0,-1-1 0,1 1 0,0 0 0,-1 0 0,1-1 0,-1 1 0,2-1 0,43-15 89,-35 12-84,-1 0 0,1 1 1,0 0-1,0 0 0,0 1 0,0 0 1,12 1-1,17 1 40,-33-141 3697,-6 130-3388,0 16-721,-4 21-112,-5-9 92,0-1 1,-22 29-1,1-3-1371,98-146 3844,-43 66-1271,-21 31-392,-16 24-597,-7 9 51,12-17 84,1 0 1,0 0 0,0 1 0,-8 16-1,14-25-34,0-1 0,0 0 0,0 1-1,0-1 1,0 0 0,0 0 0,0 1-1,0-1 1,0 0 0,0 0 0,0 1-1,0-1 1,0 0 0,0 1 0,0-1-1,0 0 1,1 0 0,-1 1 0,0-1-1,0 0 1,0 0 0,0 1 0,0-1-1,1 0 1,-1 0 0,0 1 0,0-1-1,0 0 1,1 0 0,-1 0-1,0 0 1,0 1 0,1-1 0,-1 0-1,0 0 1,0 0 0,1 0 0,-1 0-1,0 0 1,0 0 0,1 0 0,-1 0-1,0 0 1,1 0 0,-1 0 0,0 0-1,0 0 1,1 0 0,-1 0 0,0 0-1,1 0 1,-1 0 0,0 0 0,0 0-1,1-1 1,1 1-324,11 0-4423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1 351 824,'0'0'9992,"11"-14"-9067,81-95 429,-79 92-1181,0 0 1,-2-1-1,0-1 1,-1 0-1,-1 0 1,0-1-1,-2 0 1,0 0-1,7-39 1,-15 74 132,0-1 0,2 1 0,3 26 0,15 70-261,-6-33 134,-2 6-122,-6-37-43,13 59 0,-18-105-11,1 0 0,-1 0-1,0 0 1,0 0 0,1 0-1,-1 1 1,1-1-1,-1 0 1,1 0 0,-1 0-1,1-1 1,0 1-1,-1 0 1,1 0 0,0 0-1,0 0 1,-1-1-1,1 1 1,0 0 0,0-1-1,0 1 1,0 0 0,0-1-1,2 1 1,17 1-3316,-13-2-417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8 193 1488,'0'0'8637,"-1"21"-8124,-6 148 258,7-165-740,0 1 0,1-1 1,-1 1-1,1-1 0,0 0 0,0 1 0,1-1 0,-1 0 1,1 0-1,0 0 0,0 0 0,0 0 0,0 0 1,1-1-1,0 1 0,0-1 0,0 1 0,0-1 0,0 0 1,1-1-1,-1 1 0,1 0 0,-1-1 0,1 0 0,0 0 1,0 0-1,0 0 0,6 1 0,6 2 21,1-1 1,0-1-1,0 0 0,0-1 0,33-1 1,-44-1-46,0-2 0,0 1 0,1-1 0,-1 1 1,0-2-1,-1 1 0,1-1 0,0 0 0,-1 0 1,1 0-1,-1-1 0,0 0 0,0 0 0,-1 0 1,1-1-1,5-7 0,4-4 304,-1-1 0,-1 0 1,17-33-1,-23 36-170,-1 0 1,0-1-1,-1 0 1,-1 0-1,0 0 1,-1 0-1,-1 0 0,0-1 1,-1 1-1,-1 0 1,-4-24-1,4 34-131,-1 0 1,0-1-1,0 1 0,-1 0 0,1 0 0,-1 0 0,0 1 0,-1-1 0,1 1 1,-1-1-1,0 1 0,0 0 0,0 0 0,0 1 0,-7-5 0,-1 0-10,-1 0-1,0 1 0,0 0 1,-23-8-1,22 11-93,0 0 0,-1 0-1,1 1 1,-15 0 0,25 2-42,0 1 1,-1 0-1,1 0 0,0 0 1,0 0-1,0 1 1,0-1-1,0 1 0,0 0 1,0 0-1,0 1 1,1-1-1,-1 1 0,0 0 1,1 0-1,-1 0 1,1 0-1,0 1 0,-5 3 1,2 4-693,-1 1-1,2-1 1,-1 1 0,2 0 0,-1 0 0,-3 17-1,-2 18-6040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14 640,'0'0'7343,"-9"0"-6721,-58 0 2945,78-1-3176,307-6 1066,-240 7-312,-59-3-1220,-1 1-5564,-7 2 317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8570,'0'0'3902,"12"-21"-3722,34-66 84,-44 84-215,0 0 0,-1-1 0,0 1-1,1 0 1,-1 0 0,0-1 0,0 1 0,-1 0-1,1-1 1,-1 1 0,0-1 0,0-3 0,0 7-10,0-1 0,0 1 0,0-1 0,0 1 0,0-1 0,0 0 1,0 1-1,0-1 0,0 1 0,0-1 0,0 1 0,1-1 1,-1 1-1,0-1 0,0 1 0,0-1 0,1 1 0,-1 0 0,0-1 1,1 1-1,-1-1 0,0 1 0,1 0 0,-1-1 0,1 1 0,-1-1 103,1 1-116,0 0-20,0 1-1,0-1 0,-1 1 1,1-1-1,0 1 0,0-1 0,0 1 1,0-1-1,-1 1 0,1-1 0,0 1 1,-1 0-1,1 0 0,0-1 1,-1 1-1,1 0 0,-1 0 0,1 0 1,-1 0-1,0 0 0,1 0 0,-1-1 1,0 1-1,0 0 0,1 2 1,6 33 197,-5-23-173,9 66-10,-3 1-1,-5 143 1,-3-140-16,4-64 198,-4-19-173,0 0 0,0 0 0,1 1 1,-1-1-1,0 0 0,1 1 0,-1-1 1,0 0-1,1 0 0,-1 0 0,0 1 1,1-1-1,-1 0 0,0 0 0,1 0 1,-1 0-1,0 0 0,1 0 0,-1 0 1,1 0-1,-1 0 0,0 0 0,1 0 1,-1 0-1,0 0 0,2 0 0,0-1-365,0 0 0,1 0 0,-1-1 0,0 1 0,1-1 0,-1 1-1,0-1 1,0 0 0,3-3 0,3-3-4294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1360,'0'0'10583,"19"-2"-9325,205-9 1783,-188 10-2802,71-14 0,-57 7-1005,-66 9-5741,-11 10 1909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3473,'0'0'2874,"-7"14"-2704,-19 39 84,26-52-225,0-1 0,-1 0 0,1 1-1,0-1 1,0 0 0,-1 1 0,1-1 0,0 0 0,0 1 0,-1-1 0,1 1 0,0-1 0,0 0 0,0 1 0,0-1 0,0 1-1,0-1 1,0 1 0,0-1 0,0 0 0,0 1 0,0-1 0,0 1 0,0-1 0,0 1 0,0-1 0,0 1 0,1-1 0,-1 0 0,0 1-1,0-1 1,0 0 0,1 1 0,-1 0 0,9-2 247,-7 1-109,341 0 3987,-340 0-4150,0 0 1,0 0-1,0 0 1,-1 1-1,1 0 1,0-1-1,0 1 1,-1 0-1,1 0 0,0 0 1,-1 1-1,1-1 1,-1 1-1,1-1 1,-1 1-1,0 0 1,2 2-1,0 0-3,-1 0 0,0 1 0,0-1 1,0 1-1,-1-1 0,1 1 0,-1 0 0,2 8 0,0 4-10,0 0-1,-1 1 1,-2-1-1,1 28 1,-2-38 11,0-1-1,-1 1 1,0 0 0,0-1 0,-1 1 0,1-1 0,-1 1 0,-1-1 0,1 0 0,-1 0-1,0 0 1,-1 0 0,1-1 0,-1 1 0,0-1 0,-1 0 0,1 0 0,-1 0-1,0-1 1,0 1 0,0-1 0,-1 0 0,0-1 0,1 0 0,-1 0 0,0 0 0,-1 0-1,-6 1 1,6-2 86,-1 0 0,0 0 0,0-1 0,0 0 0,0-1-1,1 0 1,-1 0 0,-11-2 0,16 1-162,0 1-1,0-1 1,0 0-1,0 0 1,0 0-1,0 0 1,0-1 0,1 1-1,-1-1 1,-3-3-1,5 4-191,-1 0 0,1-1 0,0 1 0,-1-1 0,1 0 0,0 1 0,0-1 0,1 0 0,-1 1 0,0-1 0,0 0 0,1 0 0,-1 0 0,1 0 0,0 0 0,-1 0 0,1 0 0,0-2 0,0-3-4368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6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3689,'0'0'5913,"26"15"-4973,82 50-128,20 27 782,-111-77-1389,2-1-1,0 0 1,0-1 0,1-2-1,0 0 1,33 13-1,-43-22-234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6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3817,'0'0'5753,"-4"9"-5229,-12 28 218,2 0 0,-10 46 0,-15 90-21,33-143-638,5-26-37,-6 27 697,1 1 0,-3 60 1105,9-77-9378,0-3 644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2513,'0'0'10446,"2"-1"-10252,-1 0-180,-1 1 0,1 0 0,-1 0 0,1-1-1,-1 1 1,1 0 0,-1 0 0,1 0 0,0 0-1,-1-1 1,1 1 0,-1 0 0,1 0 0,0 0-1,-1 0 1,1 1 0,-1-1 0,1 0 0,0 0-1,-1 0 1,1 0 0,-1 1 0,1-1 0,-1 0-1,1 0 1,0 1 0,-1-1 0,1 0-1,-1 1 1,0-1 0,1 1 0,-1-1 0,1 0-1,-1 1 1,0-1 0,1 1 0,-1-1 0,0 1-1,1 0 1,-1-1 0,0 1 0,0-1 0,1 2-1,12 37 801,-8-24-479,9 38 81,-2-1 1,-2 1-1,2 65 1,-1-24-235,-3-81-131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5697,'0'0'7978,"187"-43"-7154,-145 33-344,-9 3-344,-10 4-120,-7 1-16,-2 2-432,-2 0-648,10 0-865,-3 0-719,1 0-2049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1256,'0'0'10903,"15"-5"-10298,8-2-371,1 0 1,1 1-1,46-4 1,-49 9-135,-11 0-66,-1 0 0,1 1 1,20 2-1,-30-2-41,1 1-1,0-1 1,0 0 0,0 1-1,-1-1 1,1 1 0,0 0 0,0 0-1,-1 0 1,1 0 0,-1 0-1,1 0 1,-1 0 0,1 0 0,-1 0-1,1 1 1,-1-1 0,0 0-1,0 1 1,0 0 0,0-1 0,0 1-1,0-1 1,0 1 0,-1 0-1,1 0 1,0 2 0,0 1-55,0 1 0,0 0 1,0 0-1,-1 0 0,0-1 0,-1 1 0,1 0 1,-1 0-1,0-1 0,0 1 0,-1 0 1,0-1-1,0 1 0,0-1 0,0 0 0,-1 1 1,0-1-1,0 0 0,-7 7 0,2-3-230,-1 0-1,-1-1 0,0 0 0,0-1 1,0 0-1,-1 0 0,0-1 1,-13 5-1,16-7 107,6-3 126,-1 0 0,0 1 0,0-1 0,0 0 0,0 0 0,0 0 0,0-1 0,-4 1 0,13-9 115,-1 4 6,0 1 1,1-1-1,-1 1 0,1 0 1,0 0-1,0 1 1,0 0-1,0 0 0,0 0 1,1 1-1,8-1 0,12 0 216,37 0 1,-47 2-286,-14 0 3,0 0 0,0 1 0,1-1 0,-1 1 0,0-1 1,0 1-1,0 0 0,0 0 0,0 0 0,0 1 0,0-1 0,-1 1 0,1-1 0,0 1 1,-1 0-1,1 0 0,-1 0 0,0 0 0,0 1 0,1-1 0,-2 1 0,1-1 0,0 1 1,0 0-1,-1 0 0,0-1 0,1 1 0,-1 0 0,0 0 0,0 4 0,3 8-40,-1 1 0,-1 0 0,-1 0 0,0 26 0,-1-33 16,0-3 24,-1-1 0,1 0-1,-1 0 1,0 1-1,0-1 1,-1 0-1,1 0 1,-1 0-1,0 0 1,0 0 0,-1 0-1,0-1 1,0 1-1,0-1 1,0 0-1,0 0 1,-1 0-1,-5 5 1,3-5 167,1 0 0,-1 0 0,0-1 0,0 1 0,0-2 1,-1 1-1,1 0 0,-1-1 0,1-1 0,-1 1 0,0-1 0,0 0 0,-13 0 0,2-1 120,10 1-344,0 0-1,0-1 1,0 0-1,0-1 1,0 0-1,0 0 1,0-1-1,0 0 1,1 0-1,-1 0 1,1-1-1,-9-5 1,13 1-4342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0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0 992,'0'0'9212,"12"4"-8298,-6-2-813,3 0 27,-1 1 0,1 0 1,0 1-1,-1-1 0,1 2 0,-1-1 1,-1 1-1,14 11 0,89 97 1117,-80-79-1122,2-1-1,1-1 1,43 31-1,-49-49 316,-10-10-1095,-5-7-3371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1280,'0'0'6736,"-11"25"-6033,-34 84-171,32-74-284,2-1-1,1 2 0,2 0 0,-5 61 1,9-69-135,1 21 490,3-48-601,1-4-1177,5-8-949,7-6-2086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4545,'0'0'6925,"15"-6"-6512,50-16-173,-60 21-226,1-1 1,0 1-1,0 0 1,0 0-1,-1 1 0,1 0 1,0 0-1,0 0 1,0 1-1,0 0 1,0 0-1,0 0 1,-1 1-1,1 0 1,0 0-1,-1 0 1,0 1-1,1 0 1,-1 0-1,7 5 1,-10-6-41,0 0 1,0 0-1,0 0 1,0 0 0,0 0-1,0 1 1,0-1-1,-1 0 1,1 1-1,-1 0 1,1-1 0,-1 1-1,0 0 1,0 0-1,-1-1 1,1 1 0,0 0-1,-1 0 1,0 0-1,0 0 1,0 0-1,0 0 1,0 0 0,0 0-1,-1 0 1,1 0-1,-1-1 1,-2 7-1,0 0-130,-1 0-1,0-1 1,-1 1-1,1-1 1,-2 0-1,1 0 0,-11 11 1,9-12 48,5-5 91,0-1 0,0 1-1,0 0 1,0 0 0,1 0 0,-1 0 0,1 0 0,-1 0-1,1 0 1,0 1 0,0-1 0,0 0 0,0 1-1,0-1 1,-1 5 0,4-6 190,1 0 0,-1-1 0,0 1 0,0-1 0,1 1 0,-1-1 0,0 0 0,1 0 0,-1 0 0,3-1 0,-1 1 90,133 0 2774,-91 0-4532,1 0-3496,-33 0-467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1480,'0'0'10977,"4"4"-10609,-1-1-313,0 1 0,-1-1 0,1 1 0,-1 0-1,0 0 1,0 0 0,0 0 0,0 1 0,-1-1-1,0 0 1,0 1 0,1 5 0,5 67 584,-5-51-521,4 82 316,11 109 519,-16-211-909,-1-1-12,0-1-1,1 1 0,0-1 1,-1 1-1,2-1 1,-1 1-1,1-1 0,-1 0 1,1 1-1,3 3 0,-3-7 9,-1-1-197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5329,'0'0'8306,"165"0"-7474,-123 0-320,-3 0-464,-3 0-48,-3 0-1168,23 0-872,-11 0-1945,0 0-3849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1 128,'0'0'9922,"-6"14"-9283,-3 8-456,-2-1 0,0 0 0,-1 0 0,-24 30 0,8-17-243,-53 56 467,21-38-2920,60-52 2494,0 0-1,0 0 1,0 0-1,1 0 1,-1 0-1,0 0 1,0 0-1,0 0 1,0 0-1,0 0 1,0 0-1,0 0 1,1 0-1,-1 0 1,0 0-1,0 0 1,0 0-1,0 0 1,0 0-1,0 0 1,0 0-1,0 1 1,0-1-1,1 0 1,-1 0-1,0 0 1,0 0 0,0 0-1,0 0 1,0 0-1,0 0 1,0 0-1,0 0 1,0 1-1,0-1 1,0 0-1,0 0 1,0 0-1,0 0 1,0 0-1,0 0 1,0 0-1,0 0 1,0 1-1,0-1 1,0 0-1,0 0 1,0 0-1,0 0 1,0 0-1,0 0 1,0 0-1,0 0 1,0 1 0,0-1-1,0 0 1,0 0-1,0 0 1,0 0-1,0 0 1,-1 0-1,20 0-115,25-6 515,19-5 440,94-5-1,-11 3-1336,-123 7-2215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6289,'0'0'5482,"7"13"-5041,-2-3-337,1-1-9,-1 1 0,-1 0 0,1 0 0,-2 0 0,1 0 0,-2 0 0,4 21 0,1 71 655,-6-61-604,1 0 0,3-1 0,1 1 0,21 72 0,-24-95-5833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3105,'0'0'7987,"11"6"-7445,18 12-174,0 1-1,38 33 0,-32-20-217,2-2-1,0-1 1,2-2-1,1-2 1,53 25 0,-89-49-646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1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4825,'0'0'4210,"-2"24"-3763,0-2-364,-2 21 130,-16 74 0,-38 71 85,6-24 90,48-134 440,4-18-2888,0-8-171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13 232,'0'0'5988,"-3"0"-5553,-17 0 1591,20-1-1951,0 1 1,0 0 0,0 0-1,0-1 1,0 1 0,0 0-1,0 0 1,0-1 0,0 1 0,0 0-1,0 0 1,0-1 0,0 1-1,0 0 1,0 0 0,0 0-1,0-1 1,0 1 0,0 0 0,0 0-1,1-1 1,-1 1 0,0 0-1,0 0 1,0 0 0,0-1-1,0 1 1,1 0 0,-1 0 0,0 0-1,0 0 1,0-1 0,1 1-1,7-2 174,0 1-1,1 0 1,-1 0-1,1 1 1,15 2-1,3-1 78,234-1 3439,-257 8-8289,1-1-226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5041,'0'0'5783,"11"-15"-5257,37-50-13,-43 58-390,1-1 1,-2 0 0,1 0 0,-1 0 0,-1-1-1,0 1 1,0-1 0,3-11 0,1-8 199,-3 13-7,0 2 1433,0 28-1204,15 149-527,18 103 169,-37-261-581,4 13 1596,-3-19-1327,-1 1 1,0-1-1,0 0 1,0 1-1,0-1 1,0 0-1,0 1 1,1-1-1,-1 0 1,0 0 0,0 1-1,0-1 1,1 0-1,-1 1 1,0-1-1,1 0 1,-1 0-1,0 0 1,0 1-1,1-1 1,-1 0 0,0 0-1,1 0 1,-1 0-1,0 0 1,1 1-1,-1-1 1,0 0-1,1 0 1,-1 0-1,1 0 1,-1 0 0,0 0-1,1 0 1,-1 0-1,0 0 1,1 0-1,-1-1 1,0 1-1,1 0 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3777,'0'0'7272,"12"-3"-6125,18-3-183,-1 0-1,54-2 1,140-14 615,-169 15-1725,-95 17-10075,9 2 5234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1800,'0'0'3735,"-11"15"-3253,-32 48-114,38-50 1246,11-7-938,14-7-252,-18 0-158,37 1 434,0-2 1,62-10-1,-90 9-473,1 1 0,0 1-1,0 0 1,-1 1-1,1 0 1,23 3-1,-30-2-219,0 1 0,0-1-1,0 1 1,0 0 0,0 0-1,-1 0 1,1 1 0,-1 0-1,1 0 1,-1 0 0,0 0-1,0 1 1,-1-1 0,1 1-1,-1 0 1,0 0 0,6 9-1,-4-3 1,0-1-1,-1 1 1,0 0-1,-1 1 1,0-1-1,0 0 1,1 20-1,-2-3 20,-2 51-1,-1-73-17,1-1 0,-1 1 1,0-1-1,0 1 0,-1-1 0,1 0 1,-1 0-1,0 1 0,0-1 1,0 0-1,-1 0 0,0-1 0,1 1 1,-1-1-1,0 1 0,-1-1 1,1 0-1,-1 0 0,1 0 0,-1 0 1,-7 3-1,2-2 26,0 0 1,0 0 0,0-1-1,0 0 1,0 0 0,-1-1-1,1-1 1,-1 0-1,-14 0 1,14-1 153,-1-1 0,0 0-1,0-1 1,1 0 0,-1 0 0,-17-8 0,22 8-325,1-1-1,-1 0 1,1 0 0,0-1 0,-9-7-1,11 9-291,1-1 1,-1 1-1,1-1 0,0 0 0,0 0 0,0 0 0,0 0 0,0-1 0,1 1 1,-3-6-1,3-1-4067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27 207 312,'0'0'1840,"-4"-4"-1686,1 0-95,0 0 0,1 0 1,0 0-1,0-1 0,0 1 1,0 0-1,0-1 0,1 1 0,0-1 1,0 0-1,0 1 0,1-1 1,-1 0-1,1 1 0,0-1 0,1 0 1,-1 1-1,1-1 0,0 0 1,0 1-1,3-9 0,10-32 1646,-12 36 233,0 1 0,1-1 0,7-15 0,-8 79 458,0 63-1571,-3-63-483,2 1-1,3-1 1,17 89-1,-12-126-35,-9-18-274,1 0 0,-1 0 0,0 0-1,1 0 1,-1 0 0,0 1 0,0-1 0,1 0 0,-1 0 0,0 0 0,1 0-1,-1 0 1,0 0 0,1 0 0,-1 0 0,0 0 0,0-1 0,1 1 0,-1 0 0,0 0-1,1 0 1,-1 0 0,0 0 0,0 0 0,1-1 0,-1 1 0,0 0 0,0 0-1,0 0 1,1 0 0,-1-1 0,0 1 0,1-1 0,6-13-1282,-4-3-5446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7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2713,'0'0'9102,"19"-1"-8014,138-6 871,-50-4-1786,-36 3-1726,-1 4-4051,-45 4-970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3713,'0'0'8551,"21"-12"-8003,66-37-152,-53 35-125,-20 15-186,-6 1-58,-5-2-21,0 1 0,0 0-1,0 0 1,0 0 0,0 0 0,0 1 0,-1-1-1,1 1 1,0 0 0,-1 0 0,0 0 0,1 0-1,-1 0 1,0 0 0,0 1 0,0-1 0,0 1 0,-1-1-1,1 1 1,-1 0 0,3 4 0,-1 1-4,0 0 0,0 0 0,0 0 0,-1 1-1,-1-1 1,2 16 0,-2-12 8,-1 0-1,0 0 1,-1 1-1,0-1 0,-1 0 1,-1 0-1,0-1 1,0 1-1,-1 0 1,0-1-1,-1 0 0,-1 0 1,-6 10-1,-13 16-316,-2-2 0,-36 37 0,41-47-271,22-25 579,0 0 0,0 0 0,0 0-1,0 0 1,-1 0 0,1 1 0,0-1 0,0 0-1,0 0 1,0 0 0,0 1 0,0-1 0,0 0-1,0 0 1,0 0 0,-1 0 0,1 1 0,0-1-1,0 0 1,0 0 0,0 0 0,0 1 0,0-1-1,0 0 1,0 0 0,0 0 0,1 1-1,-1-1 1,0 0 0,0 0 0,0 0 0,0 1-1,0-1 1,0 0 0,0 0 0,0 0 0,0 0-1,1 1 1,-1-1 0,0 0 0,0 0 0,0 0-1,0 0 1,0 0 0,1 0 0,-1 1 0,0-1-1,0 0 1,0 0 0,1 0 0,-1 0-1,0 0 1,0 0 0,0 0 0,1 0 0,-1 0-1,0 0 1,0 0 0,0 0 0,1 0 0,-1 0-1,0 0 1,0 0 0,1 0 0,16 0 359,-14 0-317,24-1 155,0-1 0,1-1 0,-1-1 1,0-2-1,-1 0 0,41-16 0,-37 5-3280,-16 10-857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8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3425,'0'0'7909,"25"-1"-6970,178-5 1511,-48 6-3493,-164 3-3410,-11 6-221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3449,'0'0'4247,"-9"10"-3896,4-5-303,-28 32 242,31-33-271,-1-1-1,1 1 0,0-1 0,0 1 1,0 0-1,1 0 0,-1 0 0,1 0 1,0 0-1,0 0 0,0 7 1,1-10-11,1 0 0,-1-1 0,1 1 0,0 0 0,-1-1 1,1 1-1,0 0 0,0-1 0,-1 1 0,1-1 0,0 1 1,0-1-1,0 0 0,0 1 0,0-1 0,-1 0 1,1 1-1,0-1 0,0 0 0,0 0 0,0 0 0,0 0 1,0 0-1,0 0 0,0 0 0,0 0 0,0 0 1,0-1-1,1 1 0,3-1 104,232 1 3805,-232 0-3923,0 1 1,0-1-1,0 1 1,0 0 0,0 0-1,0 1 1,0-1-1,-1 1 1,1 0-1,0 0 1,-1 1-1,0-1 1,1 1 0,-1 0-1,0 0 1,0 1-1,-1-1 1,1 1-1,-1 0 1,0 0-1,0 0 1,0 0-1,0 0 1,-1 1 0,1-1-1,-1 1 1,0 0-1,-1 0 1,1 0-1,-1 0 1,0-1-1,0 2 1,-1-1 0,1 0-1,-1 7 1,0-3 10,-1 0 0,1-1 0,-2 1 0,1 0 0,-1-1 0,0 1 0,-1-1 0,-6 15 0,7-19 0,0 0 0,-1 0 0,1-1-1,-1 1 1,0-1 0,0 0 0,0 0 0,0 0-1,0 0 1,-1 0 0,1-1 0,-1 1 0,0-1 0,0 0-1,0 0 1,0 0 0,0-1 0,0 1 0,0-1 0,-6 1-1,-11 0 155,0 0 0,-35-1-1,46-1-849,0-1-1,1 0 1,-1-1-1,-14-4 0,19 3-1967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9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3713,'0'0'7631,"20"19"-6708,119 115 461,-99-93-851,-12-11-113,2-1 0,1-1 1,35 24-1,-59-48 223,4 4-3387,-21-8-2397,-9-6-1618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2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4489,'0'0'4316,"-8"24"-3654,-46 152 173,-31 74-239,83-241-291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30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2761,'0'0'8056,"27"-1"-6918,11-2-740,114-1 1149,-82 6-466,-25-1-422,62-4-1,-68-7-1470,-61 10-4173,-8 2 932,0 6-1019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3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10722,'0'0'1465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5577,'0'0'4571,"27"0"-3851,-6 0-536,170-7 1489,-74-1-1254,-116 8-598,-10 0-5172,1 0 2586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3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123 371 7986,'0'0'5696,"26"-5"-5599,83-17 4,-105 22-73,0-1 0,0 1 0,0-1 0,-1 0 0,1 0 0,0-1 0,0 1 0,-1-1 0,1 0 0,-1 0 0,1 0 0,-1-1 0,0 1 0,0-1 0,0 1 0,0-1 0,-1 0 0,1 0 0,4-7 0,1-2-1,0 3 59,-1 0 0,0 0 0,-1-1 0,0 0 0,0 0-1,-1 0 1,-1-1 0,1 1 0,-2-1 0,1 0 0,-2 0 0,1-1 0,-2 1-1,2-20 1,-4 28-84,1 0-1,-1 0 0,0 0 0,0 0 0,0 0 0,0 0 0,0 0 0,0 1 1,-1-1-1,1 0 0,-1 1 0,0-1 0,0 1 0,0-1 0,0 1 1,0 0-1,-1 0 0,1 0 0,-1 0 0,1 1 0,-1-1 0,1 0 1,-4 0-1,-11-6-94,0 1 0,-32-9 0,23 7-105,20 7 150,0-1 0,0 1 0,0 1 0,-1-1 1,1 1-1,0 0 0,0 0 0,-1 1 0,1 0 0,0 0 0,-1 0 0,1 1 0,0 0 1,-1 0-1,1 1 0,0 0 0,0 0 0,0 0 0,0 1 0,1 0 0,-1 0 1,1 0-1,-1 1 0,1-1 0,0 1 0,1 1 0,-1-1 0,1 1 0,-1-1 0,-3 8 1,0-3-20,1 0 0,0 0 0,0 0 1,1 1-1,0 0 0,1 1 0,0-1 0,1 1 1,0 0-1,0 0 0,1 0 0,1 1 1,0-1-1,-1 20 0,4-28 69,-1 0 1,1 0-1,0 0 0,0 0 0,0-1 1,0 1-1,0 0 0,1-1 0,-1 1 1,1-1-1,0 1 0,0-1 0,0 0 1,0 0-1,0 0 0,0 0 0,0 0 1,1 0-1,3 2 0,-3-2-102,0 0 0,0 1 0,0-1-1,0 1 1,0 0 0,0-1 0,-1 1 0,0 1-1,1-1 1,-1 0 0,0 1 0,-1-1 0,4 8-1,-2 33-6175,-3-41 4179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50.327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4 1 56,'0'0'6153,"0"21"-4707,-1 52 386,-1-37-1613,1 0-1,2 0 1,2 0-1,12 59 1,-15-95-188,1 1 0,0 0 0,-1-1 0,1 1 0,0-1 1,0 0-1,-1 1 0,1-1 0,0 0 0,0 1 0,-1-1 0,1 0 1,0 0-1,0 0 0,0 0 0,0 1 0,0-1 0,-1 0 1,1-1-1,0 1 0,0 0 0,0 0 0,0 0 0,-1 0 1,1-1-1,0 1 0,0 0 0,1-1 0,24-9 423,-2-1-440,1 0 1,0 2-1,0 1 0,0 1 0,1 2 1,48-5-1,164 5 75,-149 6-11,252-1 115,-341 0-74,2 0-74,0 0 0,0 0 1,-1 0-1,1 0 0,0 0 0,0 0 0,0-1 1,-1 1-1,1 0 0,0-1 0,0 0 0,-1 1 1,1-1-1,0 0 0,-1 0 0,1 0 1,-1 0-1,1 0 0,-1 0 0,0 0 0,1-1 1,-1 1-1,0 0 0,0-1 0,0 1 0,0-1 1,0 0-1,0 1 0,0-1 0,-1 0 0,1 1 1,-1-1-1,1 0 0,0-2 0,1-5 75,1 0-1,-1 0 1,-1-1-1,1 1 1,-1-12-1,-4-56 1319,3 76-1508,4 2-761,-1 0 374,1 0 0,-1 1 1,0-1-1,1 1 0,-1 0 0,0 0 0,0 0 1,0 0-1,0 1 0,4 4 0,-6-7 342,19 22-3936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4:53.200"/>
    </inkml:context>
    <inkml:brush xml:id="br0">
      <inkml:brushProperty name="width" value="0.035" units="cm"/>
      <inkml:brushProperty name="height" value="0.035" units="cm"/>
      <inkml:brushProperty name="color" value="#00A0D7"/>
    </inkml:brush>
  </inkml:definitions>
  <inkml:trace contextRef="#ctx0" brushRef="#br0">20 1 304,'0'0'5871,"-3"22"-4954,-3 6-621,2-10 12,1 0-1,1-1 0,0 35 1,2 104 2779,36-156-2204,177-16 170,4-1-634,-103 16-317,127 3-45,-101 17-65,18 1 24,-72-13 17,-45-3 40,0-2-1,43-2 1,-80-1-14,0 0 0,0 0 0,0 0 0,0-1 0,0 0 0,0 1 0,0-1 0,0-1-1,0 1 1,-1 0 0,1-1 0,-1 0 0,0 0 0,0 0 0,0 0 0,0 0 0,4-8 0,5-7 228,-2 0 1,14-30-1,-9 16-325,16-48 1651,-28 88-10232,-3 9 3591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04.2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0 2216,'0'0'8556,"-8"13"-7465,-2 54-152,4-36-995,2-1 0,-1 37 1,34-67 675,-5-1-294,0-2-1,34-7 1,16-3-55,408 1 253,-308 14-508,235-2 120,-407-1-98,-1 1 1,1-1-1,-1 0 0,1 0 0,-1 1 0,0-1 0,1 0 0,-1 0 0,0 0 1,0-1-1,0 1 0,0 0 0,0 0 0,0-1 0,0 1 0,0 0 1,0-1-1,0-1 0,12-28 401,-11 24-195,-1 0-1,0 0 0,-1 0 0,0-11 0,0 7 557,0 10-744,4 1-765,-1-1 0,1 1 0,0 0 0,0 0 0,0 1 0,0-1 0,-1 1 0,1 0 0,0 0 0,0 0 0,4 2 0,11 10-4301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06.3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76 40,'0'0'3303,"-4"4"-2190,-13 13-88,13-13 1997,27-4-1864,254-12 1460,-136 4-2390,-91 5 64,346-9 3521,-395 6-3663,1 0 0,-1 0 0,1 0 1,1 0-1,-1 1 0,1-1 1,0 1-1,0-1 0,5-5 1,-8 11-269,1 0 1,-1-1-1,1 1 1,-1 0-1,1-1 1,-1 1-1,0 0 1,1 0-1,0 0 1,-1-1-1,1 1 1,-1 0-1,1 0 1,-1 0-1,1 0 1,-1 0 0,1 0-1,-1 0 1,1 0-1,-1 0 1,1 0-1,0 0 1,-1 1-1,1-1 1,-1 0-1,1 0 1,-1 0-1,1 1 1,-1-1-1,0 0 1,1 1-1,-1-1 1,1 0 0,-1 1-1,1-1 1,-1 1-1,0-1 1,1 0-1,-1 1 1,1 0-1,15 20-3147,-5-1-1143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08.0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33 1976,'0'0'5667,"-2"3"-5398,-3 6-126,-21 29 1231,62-35 1022,508-13 852,-229 6-2976,34-2-232,-247-1 357,141-27 0,-225 31 85,0-1 0,35-13 0,-52 16 170,-11 2-3003,6 0 1862,0 0 1,0 0-1,0 1 1,1 0-1,-1-1 1,1 1-1,-1 0 0,1 1 1,0-1-1,-4 4 1,-18 15-4943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14.38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 0 992,'0'0'8898,"-14"15"-10794,28-10-113,0-2-983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18.0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 1904,'0'0'8560,"0"-3"-6544,0 5-1259,1 14-705,1-1 0,1 0 0,0 0 0,9 23 0,7 34-33,-19-71-10,1 0 1,-1 0-1,1 0 0,0 0 0,-1 0 0,1 0 1,0-1-1,0 1 0,0 0 0,0 0 1,0-1-1,-1 1 0,1 0 0,1-1 0,-1 1 1,0-1-1,0 1 0,0-1 0,0 0 0,0 0 1,0 1-1,0-1 0,1 0 0,-1 0 0,0 0 1,0 0-1,2 0 0,40-2 299,-39 1-315,87-12 89,-50 6-94,73-2-1,-45 8 19,-13-1 17,1 3-1,-1 2 1,97 18-1,-108-11 131,0-3-1,0-1 0,75-1 1,-110-6-74,0-1 1,0-1-1,0 1 1,-1-2-1,1 1 0,14-9 1,1 1 31,-18 9 119,-1-1 1,0 0-1,0-1 1,0 0-1,0 0 1,5-5-1,-25 23-10643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2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 4425,'0'0'2504,"-16"0"-4304,2-3-3329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5105,'0'0'7572,"4"-3"-6363,-4 3-1048,1-2-59,0 1-1,0 0 1,0 0 0,0 0 0,0 0-1,0 0 1,1 0 0,-1 0 0,0 0-1,1 0 1,-1 0 0,0 1 0,3-1-1,-4 1-83,1 0-1,-1 1 0,1-1 0,-1 1 0,1-1 1,-1 1-1,1-1 0,-1 1 0,1-1 1,-1 1-1,0 0 0,1-1 0,-1 1 1,0 0-1,0-1 0,1 1 0,-1 0 0,0-1 1,0 1-1,0 1 0,1 0 8,29 115 514,18 145-1,-26-133-137,-16-90-1740,-18-40-3728,-2-6-1342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1384,'0'0'8354,"11"-17"-8263,34-55 186,-41 66-154,-1 0 0,0 0 0,0 0 0,-1-1 0,1 1 0,-2-1 0,1 1 0,-1-1 0,0 0 0,1-9-1,0-10 683,1 8 534,-5 15-1326,-11 20-2341,1 1 107,-8 7-1644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2593,'0'0'8195,"0"-1"-8162,1 0-1,0-1 1,0 1 0,0 0 0,0 0 0,0 0 0,0 1 0,0-1 0,0 0 0,0 0-1,2-1 1,110 1 2015,112 2-4758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7618,'0'0'4403,"12"-20"-4247,4-4-87,-4 7 27,-2-1 1,0 0-1,8-19 1,-7 17 1017,-9 37-585,-1-6-633,11 417 762,-12-413-615,0-8-7,0-1-1,0 1 0,1-1 1,-1 0-1,2 1 1,-1-1-1,3 8 0,17-13-1748,-18-1-1048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73 3849,'0'0'5685,"-4"23"-5002,3-17-642,-10 50 543,-6 87 0,17-127-509,-1 1-42,0 0 0,1 0 0,1-1 0,1 1 1,4 18-1,-4-30-8,-1-1 1,1 1-1,0-1 1,0 1 0,1-1-1,-1 1 1,1-1-1,0 0 1,0 0-1,0-1 1,1 1-1,-1-1 1,1 1-1,0-1 1,0 0-1,0 0 1,0-1-1,1 1 1,-1-1-1,1 0 1,8 3-1,8-1 112,-1 0-1,1-1 1,0-1-1,0-1 1,36-2-1,-52 0-121,0 1 1,0-1-1,0 0 0,0-1 1,0 1-1,0-1 0,0 0 0,-1 0 1,1 0-1,-1-1 0,1 1 1,7-8-1,-5 4-4,0-1 1,0 0-1,-1 0 1,0-1-1,0 0 0,6-12 1,-2 2 19,-2 0 0,-1-1-1,0 0 1,-1 0 0,-1-1 0,3-21 0,-5 11 298,-1 0-1,-1 0 1,-5-43 0,4 68-330,-1-1 0,0 1 0,0-1 0,0 1 0,-1 0 0,0 0 0,0 0 0,0 0 0,-1 0 0,0 0 1,1 1-1,-2-1 0,1 1 0,0-1 0,-1 1 0,0 1 0,0-1 0,0 0 0,-1 1 0,1 0 0,-1 0 0,1 0 0,-1 1 0,0-1 0,0 1 0,-1 0 1,-7-2-1,3 2-336,0 1 1,0 0-1,0 0 1,-1 1-1,1 0 1,0 0-1,0 1 1,0 1-1,0 0 1,0 0-1,1 1 1,-1 0-1,-17 9 1,-19 15-3657,8 1-1967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23 1296,'0'0'4553,"3"-20"-4561,-11 17-1184,-6 3-3217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4281,'0'0'7271,"16"-1"-6470,316-1 3344,-206-8-3355,-125 10-1168,-18 0-7150,3 3 3267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1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4825,'0'0'8497,"12"-9"-8260,18-16-34,35-36 1,-57 53-24,0-2 0,-1 1 0,0-1 1,0 0-1,-1 0 0,8-18 0,-14 28-164,0 0 0,0 0 0,0 0 0,0 0-1,1 0 1,-1 0 0,0 0 0,0 0 0,0 0-1,0 1 1,0-1 0,0 0 0,0 0 0,0 0 0,0 0-1,0 0 1,0 0 0,0 0 0,0 0 0,1 0-1,-1 0 1,0 0 0,0 0 0,0 0 0,0 0 0,0 0-1,0 0 1,0 0 0,0 0 0,0 0 0,0 0-1,0 0 1,0 0 0,1 0 0,-1 0 0,0 0 0,0 0-1,0 0 1,0 0 0,0 0 0,0-1 0,0 1 0,0 0-1,0 0 1,0 0 0,0 0 0,0 0 0,0 0-1,0 0 1,0 0 0,0 0 0,0 0 0,1 0 0,-1 0-1,0 0 1,0 0 0,0-1 0,0 1 0,2 12 73,1 18-225,1 118 139,12 168 125,-16-309-121,4 22 0,-4-27-7,1-1 1,-1 0-1,0 1 1,1-1-1,-1 0 0,1 1 1,0-1-1,-1 0 1,1 0-1,0 0 1,0 1-1,0-1 1,0 0-1,0 0 1,0 0-1,0-1 1,0 1-1,1 1 0,15-2-3512,-9-2-841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2817,'0'0'10432,"28"-2"-9317,94-3-174,-51 2-539,0-4 1,0-2 0,69-20 0,-138 28-1525,-21 8-3516,-7 7 390,-4 1-564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8210,'0'0'3665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3545,'0'0'6124,"1"10"-5631,12 231 630,-12-234-1126,-1 0 0,1 0-1,0 0 1,1 0 0,2 7-1,-3-12 10,-1-1 0,1 1-1,0-1 1,-1 1-1,1-1 1,0 1 0,0-1-1,0 0 1,0 0 0,0 0-1,0 1 1,0-1-1,1 0 1,-1 0 0,0 0-1,0-1 1,1 1-1,-1 0 1,1 0 0,-1-1-1,1 1 1,-1-1-1,1 1 1,-1-1 0,1 0-1,0 1 1,2-1-1,-2 0 9,1 0 0,0-1 0,0 1-1,0 0 1,-1-1 0,1 0 0,0 0-1,-1 0 1,1 0 0,-1 0-1,1 0 1,-1-1 0,1 1 0,-1-1-1,0 1 1,0-1 0,0 0 0,0 0-1,0 0 1,0 0 0,0-1-1,-1 1 1,1 0 0,-1-1 0,2-2-1,3-4 16,-1 2 84,0 0 0,0 1 0,0-1 0,1 2 1,11-11-1,-13 14-74,0 0-1,-1 0 1,1 0 0,0 0 0,1 0-1,-1 1 1,0 0 0,0 0 0,1 0-1,-1 0 1,0 1 0,8 0 0,-7-1-41,0 1 0,0 0 0,0 1 0,0-1 0,0 1 0,-1 0 0,1 0 0,0 0 0,-1 1 1,1-1-1,-1 1 0,1 1 0,-1-1 0,0 0 0,0 1 0,0 0 0,0 0 0,0 0 0,0 0 0,-1 1 0,0 0 1,0-1-1,0 1 0,4 6 0,0 2-30,-1-1 0,0 1 1,-1 1-1,0-1 0,-1 1 1,0 0-1,-1 0 0,0 0 0,-1 0 1,-1 0-1,0 1 0,-1 18 1,-1-27 23,1 0 0,-1-1 0,-1 0 0,1 1 0,-1-1 0,1 0 0,-1 1 0,-1-1 0,1 0 0,0 0 0,-1-1 0,0 1 0,0 0 0,0-1 0,0 0 0,-1 0 0,1 0 0,-1 0 0,0 0 0,-6 3 0,-2 1 34,1-1 0,-1 0 0,-1-1-1,1 0 1,0-1 0,-15 3 0,13-4-13,-1-1 0,1 0-1,-1-1 1,1-1 0,-1 0 0,-15-3-1,28 3-97,1-1-1,-1 1 1,1 0-1,-1-1 1,1 0-1,-1 1 0,1-1 1,0 0-1,-1 0 1,1 0-1,0 1 1,0-1-1,0-1 0,0 1 1,0 0-1,0 0 1,0 0-1,0 0 1,0-1-1,0 1 1,-1-3-1,-3-21-4156,4 10-1355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3745,'0'0'10163,"16"0"-9217,321 0 1761,-328 0-6857,-26 1 500,-7 1-918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11 432,'0'0'8394,"0"0"-8368,0 0 1,0-1-1,0 1 1,-1 0-1,1 0 1,0 0-1,0-1 1,0 1-1,0 0 1,0 0-1,-1-1 0,1 1 1,0 0-1,0 0 1,0 0-1,0-1 1,0 1-1,0 0 1,0 0-1,0-1 1,0 1-1,0 0 1,0 0-1,0-1 1,0 1-1,0 0 0,0 0 1,0-1-1,1 1 1,-1 0-1,0 0 1,0-1-1,0 1 1,0 0-1,0 0 1,0 0-1,1 0 1,-1-1-1,0 1 1,0 0-1,0 0 0,1 0 1,-1 0-1,0-1 1,0 1-1,0 0 1,1 0-1,-1 0 1,0 0-1,0 0 1,1 0-1,29 1 585,40 8-1,26 0-237,-48-7-109,59 0 878,-94-3-738,1 0 1,0-1-1,0 0 1,-1-1-1,18-6 1,-105 6-1005,44 5 621,1 1 1,-55 13 0,-25 3-1361,95-17 567,27-3-2133,7 0-826,4 1-1952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26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18 3201,'0'0'8304,"-2"5"-7828,-9 31 454,5-18-662,0 1 0,1 0 0,2 1 0,-3 22 0,5-20-150,1 0 0,0 0-1,2 0 1,5 24 0,-4-36-88,-1-1 0,2 1 0,-1-1 1,1 0-1,1-1 0,0 1 0,0-1 0,0 1 0,1-2 1,1 1-1,12 12 0,-10-12-18,0-1 0,1 1 0,-1-1-1,2-1 1,-1 0 0,1-1 0,0 0 0,0 0 0,0-1 0,1-1-1,-1 0 1,1 0 0,0-1 0,0-1 0,0 0 0,0 0 0,0-2-1,21-2 1,-27 2 8,0-1-1,-1 0 0,1-1 0,-1 0 1,1 0-1,-1 0 0,0 0 1,0-1-1,0 0 0,-1 0 1,1 0-1,-1 0 0,0-1 0,0 0 1,0 0-1,3-7 0,3-3 42,-2-1 0,0 0 0,-1 0 0,8-25-1,-11 24 120,-1 0-1,-1 0 0,0 0 0,-1 0 0,-1-1 1,0 1-1,-6-31 0,5 39-161,-2 1 1,1 0-1,-1 0 1,0 0-1,0 0 0,-1 1 1,0-1-1,-1 1 0,0 0 1,0 0-1,0 1 1,-1-1-1,0 1 0,0 1 1,0-1-1,-1 1 0,0 0 1,0 0-1,0 1 1,-1 0-1,1 0 0,-1 1 1,0 0-1,0 0 0,0 1 1,-16-3-1,-1 4-793,0 1 0,0 1-1,1 2 1,-1 0 0,0 1-1,1 2 1,-37 13 0,1 3-3770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7634,'0'0'4838,"7"16"-4070,-2-5-606,4 5 110,-2 1 0,0 1 0,-1-1 0,0 1 0,4 31 0,3 131 1322,-13-127-1324,4 1 1,1-1-1,3 0 0,16 56 1,-23-106-210,0 1 0,0-1 0,1 0 0,-1 1 0,1-1 0,4 6 0,-6-9-33,0-1-132,1 0 0,-1 0 0,0 0 0,0 0 1,0 1-1,0-1 0,0 0 0,0 0 0,0 0 0,-1 0 1,1 1-1,0-1 0,0 0 0,0 0 0,-1 0 1,1 1-1,-1-1 0,0-1 0,-2-2-681,0-1-1,-1 1 0,1 0 1,-1 0-1,0 0 0,0 1 1,-1 0-1,-4-4 0,-19-9-6661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4825,'0'0'9402,"178"-8"-8666,-133 6-504,0 2-232,-6 0-56,0 0-520,3-3-744,-14 3-1097,-1 0-1952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8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1 328,'0'0'8291,"2"8"-8149,-2-5-125,1 0 0,0 0 0,-1 0 0,0 0 0,0 1 0,0-1 0,0 0 1,-1 0-1,1 0 0,-1 0 0,0 0 0,0 0 0,0 0 0,-1 3 0,-3 3 27,0 0 0,-1-1 0,0 0 0,-9 9 0,-174 188-642,145-159 442,44-46 143,-1 1 0,0 0 1,0 0-1,0-1 0,1 1 0,-1 0 0,0 0 0,1 0 1,-1 0-1,1 0 0,-1 0 0,1 0 0,0 0 0,-1 0 1,1 0-1,0 2 0,0-2 15,0-1 0,0 1 0,0-1 0,1 1-1,-1-1 1,0 0 0,0 1 0,1-1 0,-1 1 0,0-1 0,1 0 0,-1 1-1,0-1 1,1 0 0,-1 1 0,1-1 0,-1 0 0,0 0 0,1 0 0,-1 1 0,1-1-1,-1 0 1,1 0 0,-1 0 0,1 0 0,0 0 0,43 1 395,-30-2-308,76 3 50,106-5 294,-186 2-478,1-1 0,0 0 0,0-1 0,-1 0 1,11-5-1,-21 8-56,1 0 0,-1 0 1,0 0-1,1-1 0,-1 1 0,0 0 1,1 0-1,-1 0 0,0 0 1,1-1-1,-1 1 0,0 0 1,1 0-1,-1-1 0,0 1 1,0 0-1,1-1 0,-1 1 1,0 0-1,0-1 0,1 1 0,-1 0 1,0-1-1,0 1 0,0 0 1,0-1-1,0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5337,'0'0'7816,"2"0"-7573,-1 1-224,0-1-1,1 1 1,-1-1-1,0 1 0,0 0 1,0 0-1,0-1 1,-1 1-1,1 0 1,0 0-1,0 0 1,0 0-1,-1 0 1,1 0-1,0 0 0,-1 0 1,1 0-1,-1 1 1,1-1-1,-1 0 1,0 0-1,1 0 1,-1 2-1,6 37 385,-4-25-221,13 124 560,-5 187-1,-5-326-1833,4-12-8146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2905,'0'0'10055,"24"17"-9416,76 54-207,-81-55-249,-1 0-1,0 2 1,-1 0-1,18 25 1,-20-24-79,26 26-1,23 11-628,-73-58-6063,-6-6 654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09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4865,'0'0'7878,"1"6"-7674,0 9-9,0 1 1,-1-1 0,-1 0 0,0 0-1,-2 0 1,1 0 0,-9 24 0,-44 110 409,41-116-557,-27 57 16,-9 24 85,49-110-1397,2-8-2119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0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2721,'0'0'9376,"12"13"-8682,-7-8-601,3 3 65,-1 0 1,1 1 0,-1 0-1,-1 1 1,0-1-1,0 1 1,-1 0 0,0 1-1,6 19 1,5 44 745,-4 0-1,-3 0 1,-1 136 0,-8-204-769,0-3-89,0 0 1,-1-1 0,1 1-1,1 0 1,-1-1 0,0 1 0,1 0-1,-1-1 1,1 1 0,1 2-1,-1-4-43,0-1-279,-1-22-2198,0 1-924,0-1-2549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0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2577,'0'0'12786,"168"-18"-12786,-124 13 0,6 0-888,-11 3-1392,-5 2-2241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3777,'0'0'8426,"20"-7"-8050,65-22-195,-80 28-178,1-1 1,-1 1-1,0 1 0,1-1 0,-1 1 1,1 0-1,-1 0 0,0 0 0,1 1 1,-1 0-1,0 0 0,1 0 1,-1 1-1,0 0 0,0 0 0,0 0 1,0 0-1,0 1 0,-1 0 0,1 0 1,-1 0-1,5 5 0,-2-2-9,-1 1-1,0 0 0,-1 0 0,0 0 1,0 0-1,0 1 0,-1 0 1,0 0-1,-1 0 0,0 1 0,3 9 1,-4-8 7,0-1 0,0 1 0,-1 0 0,0 0 0,-1 0 0,0 0 0,-1 0 0,0-1 0,0 1 0,-1 0 0,0 0 0,-1-1 0,0 0 0,-1 1 0,0-1 0,0 0 0,-1-1 0,0 1 0,0-1 0,-1 0 0,0 0 0,-1 0 0,-10 9 0,6-6-89,0-1 1,-1 0-1,0-1 1,0 0 0,-1-1-1,0-1 1,0 0-1,-27 10 1,51-18 138,0 0 0,0 1 0,19 1 0,2 1 210,-9-3 133,-1 0 0,1-1 0,28-7 0,-40 6-456,0 0 1,0-1-1,14-6 1,-19 6-475,0 1 1,-1-1-1,1 0 1,-1 0-1,1 0 1,6-8-1,-1-1-3909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2617,'0'0'10170,"181"-10"-9082,-128 8-200,0-1-80,-8 1-232,-6-1-408,-9 1-87,-7 2-81,-4 0-217,-5 0-535,-8 0-592,-9 7-4057,-19 3 568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6345,'0'0'2793,"24"7"-2754,74 23-31,-92-28-13,0-1 0,0 1 0,0 0 0,0 1 1,-1 0-1,1 0 0,-1 0 0,0 0 1,0 1-1,0 0 0,0 0 0,0 0 0,-1 0 1,0 1-1,0 0 0,4 6 0,-5-3-78,0-1-1,-1 1 1,0 0-1,-1 0 1,0 0-1,0 0 1,0 0-1,-1 0 1,-1 8-1,1-5-38,0-8 141,-1 0 0,0-1 0,1 1 1,-1 0-1,0 0 0,-1-1 0,1 1 0,0-1 1,-1 1-1,1-1 0,-1 0 0,0 1 0,0-1 1,0 0-1,0 0 0,0 0 0,0-1 0,-1 1 1,1 0-1,-1-1 0,-4 3 0,-4 2 281,-1-1-1,1 0 1,-21 5-1,6-5 321,1-1 1,0-2-1,-51 0 1,69-2-557,4 0-78,1 0-1,-1-1 1,1 1 0,-1 0 0,1-1 0,-1 0-1,1 0 1,-1 1 0,1-1 0,0-1-1,-1 1 1,1 0 0,0-1 0,0 1-1,0-1 1,0 1 0,0-1 0,0 0-1,0 0 1,1 0 0,-1 0 0,-1-3 0,0-1-502,0 1 0,0-1 0,1-1 0,0 1 0,0 0 0,0 0 1,-1-12-1,2-3-3877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15 360,'0'0'8977,"8"-2"-8641,1-2-287,-6 3-42,0-1 0,1 1-1,-1 0 1,0 0-1,1 0 1,-1 0 0,1 1-1,-1-1 1,5 1 0,-6 1 8,0-1 1,0 0 0,0 1 0,0-1-1,0 1 1,0 0 0,-1 0 0,1 0-1,0 0 1,-1 0 0,1 0 0,-1 0-1,1 0 1,-1 1 0,1-1 0,-1 1-1,0-1 1,0 1 0,1-1 0,-1 1-1,0 0 1,-1-1 0,1 1-1,0 0 1,0 0 0,-1 0 0,1 0-1,-1 2 1,3 6 23,-1 1 0,0 0 0,0 17 0,1 159 1587,-3-187-1776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3145,'0'0'7633,"28"18"-6835,90 61-206,-5 10 657,-98-75-1026,1 0 0,1-1 0,0-1 0,1-1 0,27 14 0,37 8-74,-59-27-7285,-40-6 3081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1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4297,'0'0'8142,"1"13"-8080,2 29 147,-1 1-1,-3 0 0,-1-1 1,-10 54-1,-41 71-13,13-47 173,36-83 77,4-30-409,-25-7-4961,11 0-160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37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2128,'0'0'8340,"15"-5"-7620,6-1-384,0 1 0,0 1 0,1 1 0,29-2 0,-32 5-133,-4 0-118,1 0 1,0 1 0,25 4-1,-38-4-85,1 0 0,0 0-1,-1 0 1,1 0-1,-1 1 1,1-1-1,-1 1 1,0 0-1,1 0 1,-1 1 0,0-1-1,0 0 1,-1 1-1,1 0 1,0 0-1,-1 0 1,0 0 0,0 0-1,0 0 1,3 5-1,-4-4-5,0 0 0,0-1 1,0 1-1,0 0 0,0 0 0,-1 0 0,0 0 0,1 0 0,-2 0 0,1 0 1,0 0-1,-1 0 0,0-1 0,0 1 0,0 0 0,0 0 0,0 0 1,-1-1-1,0 1 0,0-1 0,0 1 0,0-1 0,0 0 0,-1 0 0,-4 5 1,-6 5 64,-1-1 1,-1 1 0,0-2-1,-18 11 1,13-9 20,-117 90-630,138-101 820,9-2-145,24-2-118,-7 0-6,11 1-9,-14 0 34,0 1-1,1 1 1,44 7-1,-64-7-39,1 0-1,-1 1 0,0 0 1,0-1-1,0 2 0,0-1 0,0 0 1,-1 1-1,1 0 0,-1 0 1,1 0-1,-1 1 0,0 0 0,-1-1 1,1 1-1,0 1 0,-1-1 0,0 0 1,0 1-1,-1 0 0,1-1 1,3 11-1,-4-10-3,-1 0 0,0 0 0,0 0 0,0 0 0,0 0 0,-1 0 0,0 0 0,0 0 0,0 0 0,-1 1 0,0-1-1,0 0 1,0 0 0,0-1 0,-1 1 0,0 0 0,0 0 0,0-1 0,-1 1 0,1-1 0,-1 0 0,0 1 0,0-1 0,-1-1 0,1 1 0,-1 0 0,0-1 0,0 0 0,-7 5 0,0-2 122,0 1 0,0-2 0,-1 0-1,1 0 1,-1-1 0,0-1 0,0 0 0,-1 0 0,1-1 0,-1-1-1,-13 0 1,10-1-243,6 1 332,0-1 0,0 0-1,0-1 1,0 0-1,-13-4 1,20 4-319,1 0-1,-1 0 1,1 0 0,0 0 0,0 0-1,-1-1 1,1 1 0,0-1 0,0 0-1,-3-2 1,4 2-261,-1-1 0,1 1 0,-1 0 1,1-1-1,0 1 0,0 0 0,0-1 0,0 1 0,1-1 1,-1 0-1,0 1 0,1-4 0,-1-6-5515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3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96,'0'0'11025,"13"8"-9771,21 16-464,0 2 0,34 34-1,31 55-25,1 0-416,-83-97-288,1-1 0,1 0 0,1-2 0,22 13-1,-38-26 54,1 0-590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3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5305,'0'0'5583,"-8"25"-4931,-2 1-457,-39 132 837,35-102-477,-3 0-1,-2-1 1,-39 78 0,58-132-490,1-27-4074,3 4-1680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3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1616,'0'0'9325,"19"-8"-8676,62-28-148,-77 34-462,0 0 0,0 0 1,0 1-1,1-1 0,-1 1 1,0 0-1,1 0 0,0 0 1,-1 1-1,1 0 1,-1 0-1,1 0 0,4 1 1,8 0 2,-15-1-41,0 1 1,0-1-1,0 0 0,0 1 0,0-1 1,-1 1-1,1-1 0,0 1 0,0 0 1,-1 0-1,1 0 0,0 0 0,-1 0 1,1 0-1,-1 0 0,1 1 0,-1-1 1,0 0-1,1 1 0,-1-1 0,0 1 1,0 0-1,0-1 0,0 1 0,0 0 1,-1 0-1,1-1 0,0 1 0,-1 0 1,0 0-1,1 0 0,-1 2 0,1 1-3,-1-1 0,1 0 0,-1 0 0,0 0 1,-1 0-1,1 0 0,-1 0 0,1 0 0,-1 0 0,-1 0 0,1 0 0,0 0 0,-1 0 0,-3 5 0,-11 13-54,-2-2 0,-28 28 0,45-47-11,1 1 51,0-2 74,8 0 547,182 0 1780,-189 0-2728,9 6-8760,-7 6 3896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0 160,'0'0'6857,"-3"2"-6039,-8 6-36,11-1-7,2-6-642,0 1 0,0-1 0,-1 0 0,1 0 0,0 0 0,0-1 0,1 1 0,-1 0 0,0-1 0,2 1 0,65 7 1998,-67-8-2054,260 6 3464,-194-7-2571,-67 1-1546,4 0 1583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0 202 544,'0'0'9982,"2"-9"-9472,9-37 172,0 8 636,5-44 1,-12 56-477,-4 26-835,0 0 0,0 0 0,0 0 0,0 0 0,0 0 0,0 1 0,0-1 0,0 0 1,0 0-1,0 0 0,0 0 0,0 0 0,0 0 0,0 1 0,0-1 0,0 0 0,0 0 1,0 0-1,1 0 0,-1 0 0,0 0 0,0 0 0,0 0 0,0 1 0,0-1 0,0 0 0,0 0 1,0 0-1,0 0 0,0 0 0,0 0 0,1 0 0,-1 0 0,0 0 0,0 0 0,0 0 0,0 0 1,0 0-1,0 0 0,0 0 0,1 0 0,-1 0 0,0 0 0,0 0 0,0 0 0,0 0 0,0 0 1,0 0-1,0 0 0,1 0 0,-1 0 0,0 0 0,0 0 0,0 0 0,0 0 0,0 0 0,0 0 1,0 0-1,0 0 0,1 0 0,-1 0 0,0 0 0,0 0 0,0 0 0,0-1 0,7 48-7,2 113 409,10 107-250,-19-262-86,1 1 1,0-1-1,0 0 0,0 0 1,1 0-1,3 7 0,-5-11 35,1-1-30,4 0-587,0 0 1,0-1 0,0 1 0,0-1 0,0 0-1,1-1 1,-2 1 0,1-1 0,0 0-1,0 0 1,7-4 0,15-9-5444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23 120,'0'0'13125,"5"-2"-12190,7-3-808,0 2 0,0-1 0,0 2 0,0-1 0,1 2 0,14-1-1,87 2 746,-54 2-689,24-2-4782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2729,'0'0'5345,"-10"12"-4709,-4 4-442,1 0 1,-16 27 0,25-35-140,-1 0 1,1 1 0,0-1 0,1 1 0,0 0 0,1 0 0,0 0 0,0 1 0,-1 17 0,4-26-5,-1-1 1,0 1 0,1-1-1,-1 1 1,1 0-1,-1-1 1,1 1 0,-1-1-1,1 1 1,-1-1-1,1 0 1,-1 1 0,1-1-1,0 1 1,-1-1-1,1 0 1,0 0 0,-1 1-1,1-1 1,0 0-1,-1 0 1,1 0 0,0 0-1,0 0 1,-1 0-1,1 0 1,0 0 0,1 0-1,31 0 343,-23-1-233,196 1 415,-204 1-573,1-1 1,0 1-1,-1 0 1,1 0-1,0 0 0,-1 1 1,1-1-1,-1 0 1,0 1-1,1 0 1,-1-1-1,0 1 0,0 0 1,0 0-1,0 0 1,0 1-1,-1-1 0,1 0 1,-1 1-1,1-1 1,-1 1-1,0-1 1,2 6-1,2 5-3,0 1 1,-1-1 0,3 20-1,-5-25 14,-1-1-1,0 1 1,-1-1-1,1 1 0,-1-1 1,-1 1-1,1-1 1,-2 0-1,-1 10 1,1-12 21,0-1 1,0 0-1,0 0 0,-1 0 1,1 0-1,-1 0 0,0-1 1,0 1-1,0-1 0,-1 1 1,1-1-1,-1 0 0,0-1 1,0 1-1,-6 3 0,1-1 175,-1-1 0,1 1 0,-1-2-1,1 1 1,-1-1 0,0-1 0,-17 3-1,22-5-146,-1 0-1,1 1 0,0-2 0,0 1 0,0-1 0,0 0 0,0 0 0,0 0 1,0 0-1,0-1 0,0 0 0,0 0 0,1-1 0,-1 1 0,1-1 1,-1 0-1,-3-4 0,7 7-153,0-1-1,0 0 1,0 1 0,0-1 0,1 0 0,-1 0-1,0 0 1,1 0 0,-1 0 0,0 0 0,1 0-1,-1 0 1,1 0 0,0 0 0,-1 0 0,1 0-1,0 0 1,-1 0 0,1-1 0,0 1 0,0 0-1,0 0 1,0 0 0,0 0 0,0 0-1,1-2 1,0 1-201,0 0 0,0 1 0,0-1-1,0 1 1,0-1 0,0 1 0,0-1 0,1 1-1,-1 0 1,1 0 0,-1 0 0,1-1 0,-1 1-1,3-1 1,21-10-5250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2865,'0'0'8876,"8"5"-8433,17 14 91,-1 1 0,0 1 1,31 37-1,24 22 519,-57-60-816,1 0 0,0-1 0,1-2 0,1 0 0,50 23 0,-53-34-897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5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2625,'0'0'8841,"-3"5"-8725,-3 6 45,1 1-1,1 0 1,0 1-1,1-1 1,0 1-1,-1 18 0,-7 24 190,-10 21 2,-3-2 0,-3-1 0,-42 79 0,69-150-535,-8 16 877,7-9-4259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56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64,'0'0'72,"70"-82"-72,-53 67-8,-1-1 8,-2 4-16,3-1-64,0 3 72,-1 0-16,4 0 24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57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5265,'0'0'10729,"23"-23"-10550,74-72-30,-77 76-11,1 0-1,1 2 1,0 0-1,1 1 1,1 1-1,32-14 1,-31 20-179,0 1 0,0 1 0,1 1-1,0 1 1,45-2 0,89-8-51,155-7 55,-238 21 35,89 3-235,-137 2 209,-1 1 1,1 2-1,-1 1 0,35 15 1,-50-18-42,-1 2 1,1 0 0,-1 0 0,-1 1 0,1 0 0,-1 1 0,-1 0-1,1 1 1,-2 0 0,11 15 0,-8-10 16,-1 1-1,0 1 1,-2 0-1,0 1 1,-1-1 0,11 36-1,-7 44 113,-11-96-244,0 0 0,0-1 0,1 1 0,-1-1 0,0 1 0,0-1-1,1 1 1,-1-1 0,0 0 0,1 0 0,-1 0 0,1 0 0,-1 0-1,0 0 1,1 0 0,-1 0 0,2-1 0,4 1-2380,11 0-4344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59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79 101 9914,'0'0'3033,"1"-16"-2919,2-3-66,1-46 215,-4 65-277,-13 0-2647,6 1 2105,-1 0 1,1 1-1,0 0 1,-12 4-1,-6 4-2210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5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1792,'0'0'8043,"5"1"-7915,-1 1-112,0-1 0,0 1-1,-1 0 1,1 0-1,-1 0 1,1 0-1,-1 1 1,0-1-1,0 1 1,0 0-1,4 4 1,33 46 360,-32-40-259,2 0 0,0-1 0,12 12 0,-20-22-24,0 1 44,1 0 1,0 0-1,0-1 0,0 0 1,0 1-1,0-1 0,1 0 1,-1 0-1,0-1 0,1 1 0,0-1 1,-1 0-1,7 1 0,-9-4-99,1 0 0,-1 0 0,1 0 0,-1-1 0,0 1 0,0-1 0,0 1 0,0-1 0,-1 1 0,1-1 0,0-3 0,0 1-7,17-49 187,-12 39-17,-1-1-1,0 0 1,-1 0 0,0 0-1,1-24 1,-5 39-142,-7 2-185,-3 4 81,0-1 0,1 2 1,0-1-1,0 1 0,0 1 0,1-1 0,0 2 0,-8 8 0,-14 10-76,16-15-218,-15 10-687,21-7-3369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0 912,'0'0'5399,"-13"0"-4883,-101 0 708,113 0-1375,4 0-901,141 5 644,-144-4 429,0-1 0,0 1 0,0-1 1,0 1-1,0-1 0,0 1 0,-1-1 0,1 0 0,0 1 0,0-1 1,0 1-1,-1-1 0,1 0 0,0 1 0,0-1 0,-1 1 0,1-1 1,0 0-1,-1 0 0,1 1 0,-1-1 0,1 0 0,0 1 0,-1-1 1,1 0-1,-1 0 0,-22 8 140,1-2 0,-25 4 0,-36 12 163,79-20-326,4-2-11,3-1-71,1 0-1,-1 0 1,1 1 0,-1-1 0,1 1-1,-1 0 1,5 0 0,13-1-144,2-2-608,0 0-1,30 2 1,-38 1-1059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2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2296,'0'0'5438,"-2"-6"-5369,0 16-31,1 0 1,0 0-1,1 0 0,0 0 1,2 12-1,-1 10 73,-1 63-88,0-56 148,0-32 152,0-11 234,-1-121-275,-1 0 3401,2 124-3338,-1 4-412,1 0 0,-1-1 1,1 1-1,-1-1 0,1 1 0,0-1 0,0 1 0,0 0 0,0 4 0,0-2 25,0 14 90,0-7-807,-1 0 0,2 0 0,0 0 1,0 0-1,1-1 0,6 20 1,0-12-2899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2288,'0'0'5596,"-1"-3"-5489,-2 2-150,2 8 23,-1 27 28,1 56 58,1-77-66,3 70 57,-3-82-49,0-1 0,0 0 0,0 0-1,0 0 1,0 0 0,1 0 0,-1 0 0,0 0 0,0 0-1,0 0 1,0 0 0,0 0 0,1 0 0,-1 0 0,0 0-1,0 0 1,0 0 0,0 0 0,0 0 0,1 0 0,-1 0-1,0 0 1,0 0 0,0 0 0,0 0 0,0 0 0,0-1-1,1 1 1,-1 0 0,0 0 0,0 0 0,0 0-1,0 0 1,0 0 0,0 0 0,0 0 0,0-1 0,0 1-1,0 0 1,1 0 0,-1 0 0,0 0 0,0 0 0,0-1-1,0 1 1,0 0 0,3-32 54,-2 0 0,-3-41 0,0 7 1529,2 14 1527,0 51-2928,4 13-703,3 13 385,-2-1-1,0 0 1,1 41 0,1 0-5159,-4-56 2369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2216,'0'0'5482,"13"12"-5233,143 136 275,-151-143-515,8 9 44,-1-2 1,19 14-1,-27-23-13,0 0 0,1 0 0,-1-1 0,1 0 0,-1 0 0,1 0 0,0 0-1,0-1 1,0 1 0,0-1 0,0-1 0,8 2 0,-3-2 0,-4 0-2664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2785,'0'0'4451,"-8"14"-3840,-21 43-134,3 1-1,-23 78 1,43-118-497,4-11-62,0 0 0,0 0 0,0 0 0,1 0 0,-1 12 0,3-15-1143,4-1-1002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0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12 417 1112,'0'0'6575,"-11"-5"-3254,11 3-3244,0 0 0,1 1 1,-1-1-1,1 0 1,0 1-1,0-1 0,0 0 1,0 1-1,0-1 1,0 1-1,0-1 0,0 1 1,0-1-1,1 1 1,-1 0-1,1 0 0,-1 0 1,3-2-1,38-20-94,-24 13 155,27-16 300,224-125 1044,-209 122-1434,1 2 1,107-30-1,-93 39-72,2 3-1,-1 3 0,2 4 0,0 3 0,84 6 0,-133 1 20,-1 1-1,0 2 1,0 1 0,35 13 0,-44-13-25,-1 2 0,1 0 0,-2 1 1,1 1-1,-1 0 0,30 25 0,-45-33 67,-1-2-6,0 1 0,-1-1 0,1 1 0,0-1 0,-1 1 0,1-1 0,-1 1 0,1-1 0,-1 1 0,1 0 0,-1-1 0,1 1 0,-1 0 0,0-1 0,1 1 0,-1 0 0,0 0 0,1-1 0,-1 3 0,20-2-2680,-3 3 128,2 1-1677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41 2633,'0'0'4088,"-3"-1"-3429,45-1 5498,84 0-4460,-64-1-490,95-16 1,-70 6-261,-73 13-809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4305,'0'0'3093,"24"0"-1597,152-2 1082,-123 1-1570,103-3 810,-53 4-3393,-103 0 1512,0 0 1,-1 0-1,1 0 1,0 0-1,0 0 1,0 0-1,0 0 1,0 0-1,0 0 1,-1 0-1,1 0 1,0 0-1,0 1 1,0-1-1,0 0 1,0 0-1,0 0 1,0 0-1,0 0 0,0 0 1,-1 1-1,1-1 1,0 0-1,0 0 1,0 0-1,0 0 1,0 0-1,0 0 1,0 1-1,0-1 1,0 0-1,0 0 1,0 0-1,0 0 1,0 1-1,0-1 1,0 0-1,0 0 1,0 0-1,0 0 1,0 0-1,1 0 1,-1 1-1,0-1 1,0 0-1,0 0 1,0 0-1,0 0 1,0 0-1,0 0 1,0 1-1,0-1 1,1 0-1,-1 0 1,0 0-1,0 0 1,0 0-1,0 0 1,0 0-1,1 0 1,-1 0-1,0 0 0,0 0 1,0 0-1,0 0 1,0 0-1,1 0 1,-1 0-1,0 0 1,-10 9-2462,-10 1-1691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3913,'0'0'4074,"1"7"-3835,0 5-152,1 57 232,-2-63-296,-1 0 0,1-1 0,-1 1 0,0 0 0,0 0-1,-1 0 1,0-1 0,0 1 0,-5 9 0,110-49 3559,-88 31-3537,0 2 1,-1 0 0,1 1 0,0 0 0,0 1-1,0 1 1,0 0 0,-1 1 0,1 1 0,18 6 0,-27-7-67,0 0 1,0-1 0,0 2 0,-1-1 0,1 1 0,-1 0-1,1 0 1,-1 0 0,-1 1 0,1 0 0,-1 0 0,0 0 0,0 0-1,0 1 1,0 0 0,-1 0 0,0-1 0,-1 2 0,1-1 0,-1 0-1,0 1 1,-1-1 0,1 1 0,-1-1 0,0 8 0,0-5-85,-1-1 1,0 1-1,0 0 0,-1 0 1,0-1-1,-3 13 1,3-17 99,0-1 1,-1 0 0,0 0-1,1 0 1,-1 0 0,0 0-1,-1-1 1,1 1 0,0-1-1,-1 1 1,1-1 0,-1 0-1,0 0 1,0 0 0,0 0-1,0 0 1,0-1 0,0 1-1,-4 0 1,-10 4 177,0-1 1,1-1-1,-1-1 1,-1-1 0,-25 1-1,-88-5 669,128 1-829,-1 1-1,1-1 1,0 0 0,-1 1-1,1-1 1,0-1 0,0 1 0,0 0-1,0-1 1,-6-3 0,8 4-78,0 0 0,-1 0 0,1 0 0,0-1 0,0 1 0,0 0 1,-1 0-1,1-1 0,1 1 0,-1-1 0,0 1 0,0-1 0,0 0 0,1 1 0,-1-1 0,1 0 1,-1 1-1,1-1 0,0 0 0,0 1 0,0-1 0,0 0 0,0-1 0,5-7-1998,12 2-1974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1560,'0'0'10876,"30"-1"-9672,213-8 1301,-194 8-2276,-23 0-997,0 0 1,29 5-1,-55-4 541,1 1 0,-1-1-1,1 0 1,-1 1 0,1-1-1,-1 1 1,1 0 0,-1-1 0,1 1-1,-1-1 1,0 1 0,1-1 0,-1 1-1,0 0 1,0-1 0,1 1 0,-1 0-1,0 0 1,0-1 0,0 1 0,0 0-1,0-1 1,0 1 0,0 0 0,0-1-1,0 1 1,0 0 0,0-1 0,-1 1-1,1 0 1,0-1 0,0 1 0,-1 0-1,1-1 1,0 1 0,-2 1 0,-12 6-4244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11090,'0'0'3345,"162"-7"-6282,-134 7 657,-3 0-2569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0 728,'0'0'6326,"-15"0"-5637,-57 0 2004,224 10 134,-36-2-2893,-89-6-1995,38 8 0,-40-4-1557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3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16 744,'0'0'7192,"-13"9"-6293,-40 28-117,51-34-703,0 0 0,-1-1 0,1 1 0,0 0 0,0 0 0,1 1 0,-1-1 1,1 0-1,0 1 0,0-1 0,0 0 0,0 1 0,0-1 0,1 1 0,-1-1 0,1 1 1,0 0-1,0-1 0,1 1 0,0 5 0,0 7 220,-1-4-188,1 0-1,1 0 1,0 0 0,1-1-1,0 1 1,0 0-1,1-1 1,1 0 0,0 0-1,1 0 1,0-1 0,0 1-1,1-2 1,0 1-1,1-1 1,0 0 0,1 0-1,9 7 1,-5-6-78,0 0 0,0-1 0,1-1 1,0 0-1,0-1 0,1 0 0,0-1 0,0-1 0,0-1 0,1 0 1,-1-1-1,1 0 0,19 0 0,-16-2 4,-1-1-1,0 0 1,33-7-1,-44 6-17,-1-1 0,1 0 0,-1-1 1,1 1-1,-1-1 0,0-1 0,0 1 0,-1-1 0,1 0 0,-1 0 0,0-1 0,0 1 0,7-10 0,-7 9 7,-1-1-1,1-1 0,-1 1 1,0-1-1,-1 0 0,0 0 1,0 0-1,-1 0 1,1 0-1,-1 0 0,-1-1 1,0 1-1,0-1 0,0 1 1,-1-13-1,-1 10 84,-1-1 0,0 1-1,0-1 1,-1 1 0,0 0 0,-1 0 0,0 0 0,-1 0 0,0 1-1,-9-13 1,7 11-86,-2 0-1,1 1 0,-1 0 1,-1 0-1,0 0 0,0 2 0,-1-1 1,0 1-1,-1 1 0,0 0 1,0 0-1,0 2 0,-1-1 1,1 2-1,-1-1 0,-1 2 1,-23-4-1,21 5-243,9 1 14,-1 0 1,1 1 0,-1-1-1,1 1 1,-1 1-1,1 0 1,0 0-1,-1 0 1,1 1 0,0 0-1,-1 0 1,-11 6-1,9 1-486,0 0-1,1 0 1,0 1-1,1 0 1,0 1-1,-10 17 1,-4 17-3380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4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72,'0'0'144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4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1 256,'0'0'0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5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72,'0'0'1823,"16"-22"-993,3-5-489,51-64 1791,-74 102 3274,-8 16-4355,-18 44-1445,20-47 437,1 1 0,2 0 0,0 1 0,1 0 0,2 0 0,1 0 0,1 0-1,1 1 1,1-1 0,4 27 0,-3-47-37,1 0 1,-1 0-1,1 0 0,1 0 0,-1-1 0,1 1 1,0-1-1,0 1 0,0-1 0,1 0 1,8 8-1,-4-5 4,0-1 0,0 0 0,1-1 1,0 0-1,0 0 0,13 5 0,-2-2 18,0-2-1,0 0 0,0-2 0,1 0 0,0-1 0,30 2 0,-8-4 132,79-6-1,-101 1-49,1-1-1,0 0 1,-1-2-1,0 0 1,30-14-1,-26 8 123,0-1-1,-1-2 0,0 0 0,-1-1 0,-1-2 1,-1 0-1,0-1 0,-1-1 0,22-31 0,-41 51-225,-1-1 1,0 0-1,1 0 0,-1 1 0,0-1 1,1 0-1,-1 1 0,1-1 0,-1 1 0,1-1 1,-1 1-1,1-1 0,0 1 0,-1-1 0,1 1 1,-1-1-1,1 1 0,0 0 0,0-1 0,-1 1 1,1 0-1,0 0 0,-1-1 0,1 1 0,0 0 1,0 0-1,0 0 0,-1 0 0,1 0 1,0 0-1,0 0 0,-1 0 0,1 0 0,0 1 1,0-1-1,-1 0 0,2 1 0,0 1-42,1 1 0,-1-1 0,0 1 0,0-1 0,0 1 0,0 0 0,1 5 0,8 9 69,0-2-35,0-2 0,1 1 1,1-2-1,0 1 0,0-2 1,1 0-1,1 0 1,0-2-1,0 1 0,1-2 1,0 0-1,1-1 0,29 8 1,-4-5-26,0-2 0,1-1-1,-1-2 1,70-2 0,-86-4 18,1-1 0,0-2 0,-1 0 0,0-2-1,0-1 1,0-1 0,-1-1 0,0-1 0,-1-1 0,24-15-1,7-9 73,-1-3-1,93-83 0,-146 120-62,-1 0-1,1 0 1,0 0-1,0 0 1,0 0-1,0 0 1,0 1 0,0-1-1,0 0 1,0 1-1,1-1 1,-1 1-1,0-1 1,0 1-1,0-1 1,1 1-1,-1 0 1,0 0 0,1-1-1,-1 1 1,0 0-1,0 0 1,1 1-1,-1-1 1,0 0-1,0 0 1,1 0-1,-1 1 1,2 0 0,0 1-21,0 1 0,-1-1 1,1 1-1,-1 0 1,1 0-1,-1 0 1,0 0-1,2 5 0,8 11 71,4 1-46,1 1-1,0-2 1,1-1 0,1 0-1,1-1 1,35 22 0,-39-29-2,1-1 0,0 0 0,0-2-1,1 0 1,0-1 0,0-1 0,0 0 0,1-2 0,35 3 0,-41-4 8,1-1-1,-1-1 1,0 0 0,1-1 0,-1-1 0,1 0-1,-1 0 1,0-1 0,0-1 0,0-1-1,16-7 1,-2-5 10,0-1 0,-1-1 0,-1-1 0,28-29 0,81-101 249,-134 149-271,1 0-1,0 0 1,0 0-1,0 0 1,0 0 0,0 1-1,0-1 1,1 0-1,-1 1 1,0-1 0,0 0-1,0 1 1,1-1 0,-1 1-1,0 0 1,1-1-1,-1 1 1,0 0 0,1 0-1,-1 0 1,0 0-1,1 0 1,-1 0 0,0 0-1,1 1 1,-1-1 0,0 0-1,1 1 1,-1-1-1,0 1 1,0-1 0,1 1-1,-1 0 1,1 1-1,6 3-29,-1 0 0,0 1 0,0 0 0,7 9-1,2 2 55,6 2-20,2-1 1,0 0-1,1-2 1,43 21-1,-48-28 16,1-2-1,-1 0 1,1-1 0,0-1-1,1-1 1,-1-1-1,24 0 1,-11-1 2,0-1-1,-1-2 1,1-1 0,-1-2-1,1-1 1,51-16 0,-28-1 20,73-42 0,2-1-3,-128 64-43,0-1 0,-1 1 0,1 0 0,0 0 0,0 1 0,0-1 0,0 1 0,-1 0 0,1 0 0,0 0 0,0 0 0,0 1 0,0-1 0,0 1 0,-1 0 0,1 1 0,7 2-1,1 2-44,0 1-1,-1 1 0,20 16 0,15 10-10,-17-18 82,0-1 0,2-1 1,-1-2-1,2-2 0,55 13 0,-32-14-11,1-2-1,90 0 0,-123-8-3,1-1 1,-1-1-1,1-1 0,-1-1 0,0-1 1,-1-1-1,1-1 0,-1-1 0,-1-1 0,0-1 1,0-1-1,30-24 0,-2-2 44,-33 25-19,0 0 0,28-16 0,-36 27-56,0 0 0,0 0-1,0 1 1,0 0 0,0 0 0,0 1 0,0 0 0,0 1 0,13 2 0,-16-3 23,17 4-1,-1 0-1,0 2 1,27 10 0,-30-9 7,1-1 0,0-1 0,-1 0 0,37 3 0,-46-7 16,0 0 1,1 0-1,-1-2 0,0 1 0,0-1 0,0 0 1,0-1-1,0 0 0,-1 0 0,1-1 0,0 0 1,-1-1-1,12-6 0,95-79 114,-76 57-219,56-37-1,-87 65 61,-1 0-1,1 0 0,0 0 0,0 1 1,1 0-1,-1 1 0,1 0 0,-1 0 1,17-1-1,-20 3 9,0 0-1,0 0 1,1 1 0,-1 0 0,0 0 0,0 0-1,0 1 1,0-1 0,0 1 0,0 0-1,0 1 1,-1-1 0,1 1 0,-1 0 0,0 0-1,8 7 1,36 40 15,-26-25 2,2-2-1,29 24 1,-45-41 5,0 0 0,1-1 0,-1 0 0,1 0 0,1-1 0,-1 0 0,0-1 0,1 0-1,0 0 1,0-1 0,14 1 0,-11-2 39,-1-1-1,1 0 0,0-1 1,0-1-1,-1 0 0,1-1 1,23-8-1,-12 1 12,0-1-1,40-27 0,37-31-27,-50 32-10,68-36 0,-117 72-19,0 1 1,-1-1-1,1 0 0,0 1 0,0-1 1,-1 1-1,1-1 0,0 1 1,0 0-1,0 0 0,0 0 0,-1 0 1,1 0-1,0 0 0,0 0 1,0 0-1,0 1 0,-1-1 0,1 1 1,0 0-1,-1-1 0,1 1 1,0 0-1,2 2 0,2 2-16,-1 0 0,0 0 1,0 0-1,0 0 0,4 8 0,9 9 33,-9-12-8,1 0 1,1-1-1,0-1 0,0 1 0,20 10 0,-22-15 16,0-1-1,0 1 0,0-2 0,1 1 1,-1-1-1,1-1 0,0 0 0,18 0 1,-4-2 1,0-1 0,-1-1 0,1-2 0,-1 0 0,1-1 0,-2-1 0,32-15 0,9-9 730,74-47 0,-44 15 809,-82 54-1460,0 1 0,-1-1 0,-1-1 0,0 0 0,0 0 0,9-14 0,-10 4-255,-8 19 106,0 1 0,0 0 0,0-1 0,0 1 0,0-1 0,0 1 0,0-1 1,0 1-1,-1 0 0,1-1 0,0 1 0,0-1 0,0 1 0,0 0 1,-1-1-1,1 1 0,0-1 0,0 1 0,-1 0 0,1-1 0,0 1 0,-1 0 1,1 0-1,-1-1 0,-2 0-377,0 0-1,0 0 1,0 1 0,0-1-1,0 1 1,0 0 0,0 0 0,-6 1-1,-2-1-671,-27 0-5319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52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0 704,'218'15'472,"35"3"120,-7-3 481,-23 0-585,-14 0-248,-44 0-24,-42-7 40,-48-1-200,-28-4-56,-10-1-32,-15-2-408,-14 0 144,-19 0-328,-25-12-681,-9-3-39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5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1 928,'0'0'1857,"145"30"-1065,-53-22 8,36-1-384,53-4 24,59-3-152,28 0 216,5 0-280,-21 0-216,-40 0-8,-45 0-128,-25 0-480,-50 0-432,-39 0-136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4729,'0'0'7050,"-5"0"-6898,2 0-152,0 0-473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55 568,'0'0'6227,"0"-8"-4455,0-34 1182,1 41-2878,-1 1 0,1 0 0,-1-1 1,1 1-1,-1 0 0,1-1 0,-1 1 0,1 0 0,-1 0 0,1-1 0,0 1 0,-1 0 0,1 0 1,0 0-1,-1 0 0,1 0 0,0 0 0,-1 0 0,1 0 0,-1 0 0,1 0 0,0 0 0,-1 0 1,1 0-1,0 1 0,-1-1 0,1 0 0,-1 0 0,2 1 0,23 9-10,-6 5 73,-1 1 1,0 0 0,27 33-1,41 64 207,-85-112-345,26 34-116,-1 1 1,-3 2-1,0 0 0,20 50 1,-36-66-2876,-14-38-2370,-3-9 1164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2288,'0'0'9520,"0"2"-9488,-10 41 251,-1 0 1,-3-1 0,-1 0-1,-40 75 1,-105 145 1093,114-193-1342,40-55-1905,16-17 525,20-20-1104,-28 21 2037,33-27-4797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1720,'0'0'8826,"3"0"-7850,170 19 3557,4-13-7289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1 416,'0'0'9466,"17"3"-8059,34 6 151,77 3-1,-104-11-1410,8-1 423,32 6-1,-54-5-948,0 1 0,0 1 0,-1-1 1,1 2-1,-1-1 0,0 1 0,15 9 0,-23-12-118,0 0 1,0 0-1,1 0 1,-1 0 0,0 0-1,0 0 1,0 1-1,0-1 1,0 0-1,0 1 1,1 2-1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1528,'0'0'4968,"-16"3"-4697,-52 8-14,41-5 729,24-3 1491,27-3 944,-16 0-4314,423 0 2502,-431 0-1917,-11-6-4013,0-5 279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5593,'0'0'5461,"6"15"-5357,4 17 74,0 1 0,-3 0 0,7 61-1,-11 177 261,-8-230-515,5-39 56,-1 0-1,1 0 1,-1 0-1,1 0 1,-1 0-1,0 0 1,0 0 0,0 0-1,0 0 1,0-1-1,0 1 1,0 0-1,-1-1 1,1 1-1,-1-1 1,1 1-1,-3 0 1,2-28 818,2 24-761,-1-8-10,1 1 0,1-1-1,0 0 1,0 0-1,1 0 1,1 1-1,-1-1 1,5-9 0,-4 14 8,0 0 1,-1 1 0,2-1 0,-1 1-1,0 0 1,1 0 0,0 0 0,0 0 0,0 1-1,1-1 1,-1 1 0,1 0 0,-1 1 0,1-1-1,0 1 1,9-3 0,2 1-15,1 0 0,-1 2 0,0 0 0,1 0 0,0 2 0,-1 0 0,25 4 0,-36-4-34,0 1 0,-1 1 0,1-1 0,-1 1 0,1 0 0,-1 0 0,1 0 0,-1 0 0,0 1 0,0-1 0,0 1 0,0 0 0,0 1 0,-1-1 0,0 1 0,1-1 0,-1 1 0,-1 0 0,1 0 0,0 0 0,-1 1 0,3 8 0,-2-6-11,0 1 0,-1-1 0,0 1 0,0 0 0,-1-1 0,0 1 0,0 0 0,-1 0 1,0 0-1,0 0 0,-1 0 0,0 0 0,-3 12 0,1-14 39,1-1 0,-1 0-1,0 0 1,-1 0 0,1 0 0,-1 0-1,0-1 1,0 1 0,0-1 0,-1 0-1,1 0 1,-1-1 0,0 0 0,0 1-1,-1-2 1,-8 5 0,3-2 84,0-1 0,0 0 0,-1-1 0,1 0 1,-1-1-1,0 0 0,-16 0 0,27-2-106,0 0 0,0 0 0,1 0 0,-1 0 0,0 0 0,1-1 0,-1 1 0,0 0 0,1 0 0,-1-1 0,0 1 0,1 0 0,-1-1 0,1 1 0,-1-1 0,1 1 0,-1-1 1,1 1-1,-1-1 0,1 1 0,-1-1 0,1 1 0,-1-1 0,1 0 0,-1 0 0,-3-24-775,4 17-302,1-1 0,0 0 0,4-15 0,7-6-4423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1 101 200,'0'0'10304,"3"-18"-8959,10-55-195,-8 64 419,0 18-1280,2 22-616,-7-29 420,18 84 401,-5 1 0,4 127 0,-17-214-320,1-2-233,-1 1-1,1 0 0,-1 0 0,1-1 0,-1 1 0,0 0 0,0 0 0,0-1 0,0 1 0,0 0 0,0-1 1,0 1-1,0-2 0,0 0-268,-2-57-6385,-7 32 441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4585,'0'0'7826,"143"-23"-6866,-101 18-392,-1 0-240,1 2-224,-3 3-104,-2 0-328,-4 0-680,12 0-681,-9 0-783,-11 0-2409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1192,'0'0'6780,"11"3"-5201,15 2-459,0 0-1,50 1 0,70-7 144,-66 0-2704,-80 9-2763,0-3 486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3609,'0'0'7853,"-3"-7"-6947,6 16-859,-1 0 1,1 0 0,0 0-1,1 0 1,0 0-1,0-1 1,1 0-1,0 0 1,9 10-1,-1 2 102,-10-15-117,94 134 716,-85-125-673,0-1 0,0 0-1,2 0 1,-1-1 0,2-1-1,0 0 1,19 10 0,-33-20-121,0-1 0,-1 1 0,1-1-1,0 1 1,0-1 0,-1 1 0,1-1 0,0 1 0,0-1 0,0 0 0,0 0 0,0 1 0,0-1 0,-1 0 0,1 0 0,0 0-1,0 0 1,0 0 0,0 0 0,0 0 0,0 0 0,0 0 0,0 0 0,0-1 0,-1 1 0,1 0 0,0-1 0,0 1 0,0 0-1,0-1 1,-1 1 0,1-1 0,0 1 0,-1-1 0,1 0 0,0 1 0,-1-1 0,2-1 0,-1-2-480,1 0 1,-1 0-1,-1 0 0,1 0 1,0-1-1,-1 1 0,0-5 1,0 0-567,1-18-4152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41 1456,'0'0'8627,"0"-8"-7636,-2-24-325,-10 75 217,-15 208 325,-15 96-668,39-299-464,3-47-192,4-2-343,1 0 222,-1-1 0,0 1 1,0-1-1,1 0 1,-1 0-1,0 0 0,0-1 1,5-3-1,0-1-728,24-14-3171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49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21 186 616,'0'0'6796,"-5"2"-5973,-11 5-189,25-4 125,42-5 211,-40 2-999,142-14 594,61-2-151,1046-46 415,-1111 43 496,223-57-1,-372 76-1316,51-8 425,-27 8-3537,-72 0-3294,16 5 561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29 856,'0'0'10909,"0"-6"-10686,2-16-135,-1 30-45,-1 52 43,-1-29 58,1 229 1662,0-269-1756,0 0-1,1 0 1,-1 0-1,2 0 1,-1 0-1,6-16 1,-5 20-28,1 1 1,-1 0-1,1 0 1,-1 0-1,1 0 1,0 1-1,1-1 1,-1 1-1,1-1 1,-1 1-1,1 0 1,0 1-1,0-1 1,8-3-1,-1 1-34,0 1 1,0 1-1,0 0 0,1 0 0,-1 1 1,1 1-1,-1 0 0,1 1 0,0 0 1,22 3-1,-31-3-6,0 1 1,1 0-1,-1 0 0,0 0 1,0 0-1,-1 0 0,1 1 1,0-1-1,0 1 0,-1 0 1,1 0-1,-1 0 0,1 0 1,-1 0-1,0 0 1,0 1-1,0-1 0,0 1 1,0 0-1,-1-1 0,1 1 1,-1 0-1,1 0 0,-1 0 1,1 5-1,0 0-59,0 1 0,-1 0 0,1-1-1,-2 1 1,1 0 0,-1 0 0,-1 0-1,-1 10 1,0-14 38,1 0 1,-1 0-1,0 0 0,-1 0 0,1-1 0,-1 1 0,0-1 1,0 0-1,0 1 0,-1-1 0,1-1 0,-1 1 0,0 0 1,0-1-1,-1 0 0,-6 5 0,-11 4 104,0 0 1,-27 10-1,44-19-53,-8 2-2,-48 19 164,56-22-204,-1-1-1,1 1 1,-1-1-1,1-1 1,-1 1 0,1-1-1,-1 0 1,1 0-1,-9-1 1,11-6-370,3 3 129,0 1 0,1-1 0,-1 1 0,1-1 0,-1 1 0,1-1 0,0 1 0,0-1 0,1 1 0,-1 0 0,1-1 0,0 1 0,4-6 0,18-20-3846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23 592,'0'0'9446,"6"-5"-7835,6 1-1242,0 0 0,1 1-1,0 0 1,0 2 0,0-1 0,0 1-1,0 1 1,19 2 0,0-1-247,-30-1-133,0 0 0,-1 0 0,1 0 0,-1 0 0,1 0 0,-1 0 1,1 1-1,-1-1 0,1 0 0,-1 1 0,1 0 0,-1-1 0,0 1 0,1 0 0,-1 0 0,0-1 1,0 1-1,1 0 0,-1 0 0,0 1 0,0-1 0,0 0 0,0 0 0,0 0 0,0 1 0,-1-1 1,1 0-1,0 1 0,-1-1 0,1 1 0,-1-1 0,1 1 0,-1-1 0,0 1 0,0-1 0,1 1 0,-1-1 1,0 1-1,-1-1 0,1 1 0,0 0 0,0 1 0,-1 2-16,0 0 0,0 1 1,-1-1-1,1 0 0,-1 0 0,0 0 0,0 0 0,-1 0 0,0 0 1,-6 8-1,-33 26-141,33-33 123,1 2 0,0-1-1,0 1 1,0 0 0,-11 18 0,19-26 42,0 0 1,0 0-1,0 0 1,-1 1-1,1-1 1,0 0-1,0 0 1,0 0-1,0 0 1,0 0-1,0 1 0,0-1 1,0 0-1,0 0 1,0 0-1,0 0 1,0 1-1,0-1 1,0 0-1,1 0 1,-1 0-1,0 0 1,0 1-1,0-1 0,0 0 1,0 0-1,0 0 1,0 0-1,0 0 1,0 0-1,1 1 1,-1-1-1,0 0 1,0 0-1,0 0 1,0 0-1,0 0 0,1 0 1,-1 0-1,0 0 1,0 0-1,0 0 1,13 3 140,22-3 427,-26 0-402,42 1 524,23-1-1481,-26-1-5337,-21-1 622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5 464,'0'0'7186,"-5"2"-6705,-15 5 51,17-4 1282,8 0-1338,8 0-204,31 1 1613,84-2 0,-5-1-1222,-117-19-6998,-1 6-163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2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3921,'0'0'5766,"0"7"-5277,0-1-408,1-2-22,-1 0-1,0 0 1,0 0 0,0 0 0,-1 1-1,0-1 1,1 0 0,-1 0 0,-1 0 0,1 0-1,-1-1 1,1 1 0,-5 7 0,-7 3 188,-1-1 1,0 0 0,-28 19-1,26-21-298,1 1 0,0 0 1,-20 22-1,35-33 47,1-1 1,-1 1 0,0-1 0,0 0 0,0 1 0,1-1 0,-1 0 0,0 1 0,1-1 0,-1 0 0,0 1 0,1-1 0,-1 0 0,0 0 0,1 1 0,-1-1 0,0 0 0,1 0 0,-1 0 0,1 0 0,-1 1 0,1-1-1,-1 0 1,0 0 0,1 0 0,-1 0 0,1 0 0,-1 0 0,1 0 0,-1 0 0,0 0 0,1 0 0,-1-1 0,1 1 0,-1 0 0,1 0 0,26 0 479,-23 0-518,260-5-1221,-263 5 1105,0 0-1,-1 0 1,1 1-1,-1-2 1,1 1-1,0 0 1,-1 0-1,1 0 1,0 0-1,-1 0 1,1 0-1,-1-1 1,1 1-1,-1 0 1,1-1-1,0 1 1,-1 0-1,1-1 1,-1 1-1,0 0 1,1-1-1,-1 1 1,1-2 0,5-7-2323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 40,'0'0'11713,"-2"-4"-11446,-6-11-256,9 27-4,10 41 403,-10-46-266,27 180 1202,-21-122-1187,25 101 0,-32-164-154,0 0-1,1 0 0,-1-1 0,1 1 0,0 0 0,-1-1 0,1 1 1,0-1-1,0 1 0,0-1 0,0 1 0,0-1 0,0 0 1,0 0-1,1 1 0,-1-1 0,0 0 0,1 0 0,-1 0 0,1 0 1,-1 0-1,4 1 0,-2-2-171,1 0 1,-1 1 0,0-1-1,1 0 1,-1-1-1,0 1 1,1-1-1,-1 1 1,0-1 0,0 0-1,5-2 1,21-10-2702,-3-2-1730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24 968,'0'0'5263,"-24"-4"-4527,-79-13-232,93 16-391,1 0 0,0 0 1,0 1-1,0 0 0,-1 1 1,-12 2-1,18-2-79,0 0 0,0 1-1,0-1 1,0 1 0,0 0 0,0 0 0,0 0 0,0 0 0,1 1 0,0 0-1,-4 2 1,3 0-41,0 0 0,1 0 0,0 1 0,0-1 0,0 1 0,0-1 0,1 1 0,0 0 0,0 0 0,1 0 0,0 0 0,0 0 0,0 1 0,1-1 0,0 12 0,0-15 12,0 1 1,0-1-1,0 1 0,1 0 1,-1-1-1,1 1 0,0-1 1,0 0-1,0 1 0,0-1 1,1 0-1,-1 1 0,1-1 1,2 3-1,-1-3 7,0 0 1,1 0-1,-1 0 0,1-1 0,-1 0 0,1 1 1,0-1-1,0-1 0,0 1 0,0 0 0,5 0 1,0 1 17,0-1 1,0 0 0,0-1 0,0 0 0,0 0 0,0-1 0,0 0-1,0 0 1,16-4 0,-20 3 53,1 0-1,-1-1 1,0 0 0,0 0-1,0 0 1,0 0-1,0-1 1,-1 0 0,1 0-1,-1 0 1,0-1 0,0 0-1,0 1 1,0-1-1,-1 0 1,1-1 0,2-5-1,-1 1 268,0 0 1,-1-1-1,0 0 0,-1 1 0,0-2 1,-1 1-1,0 0 0,0 0 0,-1-1 1,0-12-1,-1 23-514,0 2-170,5 36 75,1 40 0,-5-43 356,12 64 0,-13-97-196,0-1 0,1 0 0,0 0 0,-1 1 1,1-1-1,-1 0 0,1 0 0,0 0 0,0 0 1,0 0-1,0 0 0,0 0 0,0 0 0,0 0 1,0 0-1,0 0 0,0-1 0,0 1 1,0-1-1,1 1 0,-1 0 0,0-1 0,0 0 1,1 1-1,-1-1 0,0 0 0,1 0 0,-1 0 1,0 0-1,1 0 0,-1 0 0,0 0 0,1 0 1,-1 0-1,3-1 0,5 0-1180,6 1-2480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69 208,'0'0'8019,"-7"-10"-7173,-25-27-209,30 35-587,0 0 0,0 0 0,0 0 0,-1 0 0,1 1 0,0-1-1,-1 1 1,1 0 0,-1 0 0,0 0 0,1 0 0,-1 0 0,0 0 0,0 1 0,1-1 0,-1 1 0,0 0 0,0 0-1,0 0 1,0 0 0,-5 2 0,-6-2 51,9 1-93,-1 0 0,0 0 0,0 1 0,1-1 0,-1 1 0,1 1 0,-1-1 1,1 1-1,0-1 0,0 2 0,0-1 0,0 0 0,1 1 0,-1 0 0,1 0 0,0 0 0,0 1 0,1 0 0,-1-1 0,-3 9 0,-1-1-11,1 1 0,1-1 0,0 2 0,0-1 0,1 1-1,1 0 1,-3 19 0,4-21 88,2 0 0,0 1 0,0-1 0,1 1-1,3 19 1,-2-27-23,0-1-1,0 1 1,0-1-1,1 0 0,0 1 1,0-1-1,0 0 1,0 0-1,1 0 1,0-1-1,0 1 0,0 0 1,0-1-1,0 0 1,1 0-1,-1 0 1,8 5-1,0-3 158,0 0 0,0 0 0,1-1 0,0 0 0,-1-1 0,1-1-1,0 0 1,1 0 0,-1-1 0,0-1 0,0 0 0,21-3 0,-31 3-346,-1-1 0,0 1 1,0-1-1,0 1 0,1-1 1,-1 0-1,0 1 0,0-1 0,0 0 1,0 0-1,0 0 0,0 0 0,-1 0 1,1 0-1,0 0 0,0 0 0,-1 0 1,1 0-1,0 0 0,-1-1 0,1 1 1,-1 0-1,0 0 0,1-1 0,-1 1 1,0-3-1,1-8-4411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 72,'0'0'4716,"-1"0"-4596,1 0-1,0 1 1,0-1 0,0 0 0,-1 1 0,1-1 0,0 0-1,0 1 1,0-1 0,0 0 0,0 1 0,-1-1 0,1 0-1,0 1 1,0-1 0,0 0 0,0 1 0,0-1 0,0 0 0,0 1-1,0-1 1,0 1 0,0-1 0,1 0 0,-1 1 0,0-1-1,0 0 1,0 1 0,586-1 4212,295 0-2260,-479 0-1370,-26-13-652,271 39-34,-287-4-24,64-37 8,67 2-9,-345 13 10,231 22 582,-167-5 111,-40-8-830,-247-10-4215,18-5-656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40,'0'0'8430,"26"-9"-7931,84-24-94,-105 31-328,1 0 1,-1 0-1,0 1 1,1 0-1,-1 0 0,1 1 1,-1-1-1,8 2 1,-2-1 156,-8 0-198,0 1 0,0-1 1,0 1-1,0-1 0,0 1 0,0 0 1,0 0-1,0 0 0,0 1 0,0-1 1,-1 1-1,1-1 0,0 1 0,-1 0 1,0 0-1,1 0 0,-1 0 0,0 1 1,0-1-1,0 0 0,0 1 0,-1 0 1,1-1-1,-1 1 0,1 0 0,-1 0 1,0 0-1,0 0 0,0 0 0,-1 0 1,1 0-1,-1 0 0,1 0 0,-1 3 1,0 1-18,1-1 0,-1 0 0,0 0 0,-1 0 0,1 0 0,-1 0 0,-1 0 0,1 0 0,-1 0 0,0 0 0,0 0 0,-1-1 0,1 1 0,-1-1 0,-1 1 0,-5 7 0,-4 0 6,-1-1-1,0 0 1,-1-1 0,0-1-1,-1 0 1,0-1-1,0-1 1,-26 10 0,25-13-645,28-6 434,10-1 401,124-3 497,13-1 416,-138 3-1749,0 0-1,0-2 1,23-8-1,-10 1-2092,-5-1-1205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8:5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33 2032,'0'0'4828,"-25"-6"-4224,-79-15-232,97 19-326,0 1-1,0 0 0,0 0 0,0 1 1,0 0-1,0 0 0,-1 1 1,1-1-1,0 2 0,0-1 0,1 1 1,-13 4-1,15-3-17,0-1-1,0 0 1,1 1 0,-1 0 0,1 0-1,-1 0 1,1 0 0,0 0-1,0 1 1,1-1 0,-1 1 0,1 0-1,-1 0 1,1 0 0,-3 8 0,4-10-20,0 0 1,0 1 0,1-1-1,-1 0 1,0 0 0,1 1-1,-1-1 1,1 1 0,0-1 0,0 0-1,0 1 1,0-1 0,0 1-1,0-1 1,1 0 0,-1 1-1,1-1 1,-1 0 0,1 1 0,0-1-1,0 0 1,0 0 0,1 0-1,-1 0 1,0 0 0,1 0 0,-1 0-1,1 0 1,0 0 0,-1-1-1,1 1 1,0-1 0,0 1-1,0-1 1,0 0 0,0 0 0,1 0-1,-1 0 1,2 1 0,10 2 75,0 0-1,-1-1 1,1 0 0,0-2 0,0 1 0,0-2 0,0 1 0,25-4-1,-35 2-51,-1 1 0,1-1 0,0 0-1,0 0 1,-1 0 0,1-1-1,0 1 1,-1-1 0,0 0 0,1 0-1,-1 0 1,0 0 0,0-1-1,0 1 1,0-1 0,0 0 0,-1 0-1,1 0 1,-1 0 0,3-5-1,1-4 457,0 0-1,-1-1 1,-1 1-1,5-20 1,-5 15 396,-1 15-28,-1 8-803,1 11-432,-2-15 460,34 193 422,-33-189-625,-1-11-1554,-2-7-1621,-3-5-2472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1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39 1776,'0'0'5262,"-27"-1"-4361,-87 0-153,108 0-641,-1 1 0,1 0 0,0 0 0,-1 1 0,1-1 0,0 2 0,-1-1 0,1 1 0,0 0 0,0 0 0,0 0 0,1 1-1,-1 0 1,0 0 0,1 0 0,0 1 0,0 0 0,0 0 0,0 0 0,1 1 0,-1 0 0,1-1 0,-5 9 0,4-3-49,1 1 0,-1-1-1,2 1 1,-1 0 0,2 0 0,-1 1 0,2-1 0,-1 0 0,2 1 0,0 12 0,0-22-55,0 1 1,0-1-1,0 1 1,1-1 0,-1 0-1,1 1 1,0-1 0,0 0-1,0 0 1,0 0 0,0 1-1,0-1 1,0 0 0,1 0-1,-1-1 1,1 1 0,-1 0-1,3 1 1,0 1-3,0-1 1,1 0-1,-1-1 0,1 1 1,-1-1-1,1 0 0,0 0 1,5 1-1,7 1 25,0-1 0,0-1 0,0 0 0,19-1 1,-35-1-27,10 0 33,1 0-1,-1 0 1,0-1 0,0-1 0,18-4 0,-25 5-23,0-1 1,0 0 0,-1 0 0,1 0-1,-1-1 1,1 1 0,-1-1 0,0 0-1,0 0 1,0 0 0,0 0 0,-1-1-1,1 1 1,-1-1 0,0 1 0,0-1-1,0 0 1,1-5 0,1-1-18,-1 0 1,-1-1-1,0 1 0,0-1 0,-1 1 1,0-15-1,-5-65 569,-6 41 792,4 29-432,6 20-892,-1 0 0,1 0 0,0 0 0,0 1 0,0-1-1,0 0 1,0 0 0,0 0 0,0 0 0,0 0 0,0 0 0,0 0 0,0 0 0,-1 0 0,1 0 0,0 0 0,0 0 0,0 0-1,0 0 1,0 0 0,0 0 0,0 0 0,0 0 0,0 0 0,0 0 0,-1 0 0,1 0 0,0 0 0,0 0 0,0 0-1,0-1 1,0 1 0,0 0 0,0 0 0,3 45 0,2-1 1,2 0-1,20 70 0,-5-26-7,-22-88-142,0 1 0,1 0-1,-1 0 1,0 0 0,1 0-1,-1-1 1,1 1 0,0 0 0,-1 0-1,1-1 1,0 1 0,-1 0 0,1-1-1,0 1 1,0-1 0,-1 1-1,1-1 1,0 1 0,0-1 0,0 0-1,0 1 1,0-1 0,-1 0-1,1 0 1,0 0 0,0 0 0,0 1-1,0-1 1,0 0 0,1-1-1,4 2-1468,10 2-4195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2561,'0'0'6368,"0"0"-6332,0 0 0,0 0 0,-1-1 1,1 1-1,0 0 0,0 0 0,0-1 1,0 1-1,0 0 0,0 0 0,0-1 1,0 1-1,1 0 0,-1 0 1,0-1-1,0 1 0,0 0 0,0 0 1,0 0-1,0-1 0,0 1 0,0 0 1,1 0-1,-1 0 0,0-1 0,0 1 1,0 0-1,0 0 0,1 0 0,-1 0 1,0 0-1,0-1 0,0 1 1,1 0-1,-1 0 0,0 0 0,0 0 1,1 0-1,-1 0 0,0 0 0,0 0 1,1 0-1,-1 0 0,0 0 0,0 0 1,1 0-1,68 0 1778,121 0 787,1 0-5148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46 2945,'0'0'6504,"-2"-1"-6008,-5-3-201,49 4-594,51 1 949,121-4 1500,-169-2-1669,68-19-1,-73 15-414,-38 9-596,-5 1-186,-28 15-2820,17-4 431,5-1-1656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73 704,'0'0'783,"3"-2"523,7-5 407,1 0 1,0 0 0,1 1 0,20-8 0,-14 8-902,0 1-1,31-5 1,2 5-993,75 1 1,-114 4 410,-7 0-251,-1 1 0,1-1 0,-1 1 0,1 0 1,-1 0-1,1 0 0,-1 0 0,1 1 0,-1 0 1,0 0-1,0 0 0,0 0 0,0 1 1,-1-1-1,1 1 0,0 0 0,2 4 0,-4-5-9,0 0 0,-1 0-1,0 0 1,1 0-1,-1 1 1,0-1 0,0 1-1,0-1 1,0 1-1,-1-1 1,1 1 0,-1-1-1,0 1 1,1 0-1,-1-1 1,0 1 0,0-1-1,-1 1 1,1 0-1,-1-1 1,1 1 0,-1-1-1,0 1 1,0-1-1,0 1 1,0-1 0,0 0-1,-1 1 1,1-1-1,0 0 1,-4 3 0,-13 15-14,0-1 1,-2-1-1,-1-1 0,0 0 1,-1-2-1,0 0 1,-1-2-1,-45 20 1,40-24-82,21-8 359,19-6-61,9-2-185,1 0-1,0 2 0,0 0 0,0 2 1,1 0-1,-1 1 0,1 2 0,40 3 1,-59-2-3,0 0 1,0 0 0,-1 0 0,1 1 0,0-1 0,0 1-1,-1 0 1,1 0 0,-1 1 0,0-1 0,0 0 0,1 1-1,-2 0 1,1 0 0,0 0 0,0 0 0,-1 0 0,0 1 0,0-1-1,0 1 1,0-1 0,0 1 0,-1 0 0,1 0 0,0 4-1,2 8-117,-1-1-1,0 1 1,-1 0-1,0 32 1,-3-42 139,0 0 0,0 0 0,-1 0 0,0 0 0,0 0 1,0 0-1,-1 0 0,0-1 0,0 1 0,0-1 0,-1 0 0,0 0 1,0 0-1,0-1 0,-1 1 0,1-1 0,-1 0 0,0 0 0,-9 5 1,4-2 157,0-1 1,0 0-1,-1-1 1,0 0 0,0-1-1,0 0 1,-1-1 0,1 0-1,-21 2 1,25-4 53,0-1 1,0 0 0,0-1-1,0 1 1,0-1-1,0-1 1,0 0 0,0 1-1,0-2 1,-11-5 0,13 5-332,1 1 0,0-2 0,-1 1 0,2 0 0,-1-1 0,0 0 0,1 1 0,-1-1 0,1-1 1,0 1-1,0 0 0,1-1 0,-1 0 0,1 1 0,-2-8 0,1-1-2572,2 5-2495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4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1528,'0'0'11336,"1"-7"-10953,-1 5-353,2-18 42,1 14-33,3 13 40,3 15 91,0 0-1,-2 0 1,0 1 0,5 39-1,4 100-25,-10-90-259,-4-57-324,-2-30 261,2-18 39,1 24 182,-1 0 0,2 0 0,-1 0 1,1 0-1,1 1 0,0-1 0,0 1 0,0 1 0,10-12 0,-11 15-20,1 0 0,-1 0 0,0 1 0,1-1 0,0 1 0,0 0 0,0 0 0,0 1 0,0 0 0,0-1 0,1 2 0,-1-1 0,1 1 0,0 0 0,-1 0 0,12 0 0,1 0-50,0 2 0,0 0-1,0 1 1,0 1 0,31 9 0,-44-10 11,1 0-1,-1 0 1,-1 0-1,1 1 1,0 0 0,-1-1-1,1 2 1,-1-1-1,0 0 1,0 1-1,0 0 1,-1 0-1,1 0 1,-1 0 0,0 1-1,0-1 1,0 1-1,-1 0 1,0 0-1,0 0 1,0 0 0,0 0-1,-1 0 1,1 7-1,0-4-17,-1 0-1,-1-1 1,1 1-1,-1 0 1,-1 0-1,0-1 1,-1 10 0,1-13 19,-1-1 0,1 1 0,-1 0 0,0 0 1,0-1-1,0 1 0,0-1 0,-1 0 1,1 1-1,-1-1 0,0 0 0,0-1 0,0 1 1,-6 4-1,-4 1 83,1-2-1,-1 1 1,1-1 0,-2-1-1,1-1 1,0 0 0,-1 0-1,-15 1 1,3-2 59,1-1 0,-1-1-1,-40-3 1,65 2-186,0 0-1,0 0 1,0 0-1,0 0 0,0 0 1,1-1-1,-1 1 1,0 0-1,0 0 1,0-1-1,0 1 1,1 0-1,-1-1 1,0 1-1,0-1 1,1 1-1,-1-1 1,0 1-1,1-1 1,-1 0-1,1 1 0,-1-1 1,0 0-1,1 1 1,-1-1-1,1-1 1,-3-15-4377,3 9 97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3489,'0'0'3649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25 2865,'0'0'5099,"-10"-3"-3865,133 5 3082,140-4-2651,-241-1-1499,37-8 1,-21 3-124,-65 33-9975,6-10 5093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43 208,'0'0'11529,"7"0"-10797,495-42 3551,-501 42-4415,-1 0 1,0 0 0,1 0-1,-1 0 1,0 0 0,1 0 0,-1 0-1,0 0 1,1 0 0,-1 0 0,0 0-1,1 0 1,-1 0 0,0 0-1,1 0 1,-1 0 0,0 0 0,1 0-1,-1 1 1,0-1 0,1 0 0,-1 0-1,0 0 1,0 1 0,1-1-1,-1 0 1,0 0 0,0 1 0,0-1-1,1 0 1,-1 0 0,0 1 0,0-1-1,0 0 1,0 1 0,1-1 0,-1 0-1,0 1 1,0-1 0,0 0-1,0 1 1,0-1 0,0 0 0,0 1-1,0-1 1,0 0 0,0 1 0,0-1-1,0 0 1,0 1 0,0-1-1,-1 0 1,1 1 0,0 2-49,0 8-4254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7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9498,'0'0'4984,"0"-4"-4906,0-4-122,0 29-74,4 36-61,19 20 182,-14-50-1,-1 0 0,-1 0 0,-1 0 0,-2 1 0,2 31 0,-6 44-9,1-96-1032,1-14-1808,-2-3-1805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1632,'0'0'5891,"18"-22"-6423,81-101 490,-99 123 28,1-1 0,-1 1 0,1 0 0,-1-1-1,1 1 1,-1-1 0,1 1 0,-1-1-1,0 1 1,1-1 0,-1 1 0,0-1 0,0 1-1,1-1 1,-1 0 0,0 1 0,0-1-1,0 1 1,0-1 0,1 0 0,-1 1-1,0-1 1,0 0 0,0 1 0,0-1 0,-1 0-1,1 1 1,0-1 0,0 1 0,-1-2-1,-18 0-3515,14 2 2435,2 0-724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0 600,'0'0'4377,"0"4"-4234,-1 0-126,1 0 1,-1 0-1,0 0 0,0 0 1,0 0-1,-1 0 1,1-1-1,-1 1 0,0 0 1,0-1-1,0 0 1,-6 6-1,-42 45 235,38-43-235,0 2 0,-15 19 0,25-27 457,9-8-284,10-14-611,-8 6-1068,0 1 1,17-16-1,2-2 465,-6-2 3295,-19 20-1451,-5 10-2497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5417,'0'0'4033,"-13"15"-3608,-115 116 230,78-84-538,-37 38-1035,87-85 875,0 1 0,0-1 0,0 0 0,0 0 0,0 0 1,0 0-1,0 1 0,0-1 0,-1 0 0,1 0 0,0 0 0,0 1 1,0-1-1,0 0 0,0 0 0,0 0 0,0 1 0,0-1 0,0 0 1,0 0-1,0 0 0,0 1 0,1-1 0,-1 0 0,0 0 0,0 0 0,0 0 1,0 1-1,0-1 0,0 0 0,0 0 0,0 0 0,1 0 0,-1 1 1,0-1-1,0 0 0,0 0 0,0 0 0,1 0 0,-1 0 0,0 0 1,0 0-1,0 1 0,0-1 0,1 0 0,-1 0 0,0 0 0,0 0 1,0 0-1,1 0 0,-1 0 0,0 0 0,0 0 0,0 0 0,1 0 0,22 3-368,30-4 635,-52 1-274,92-5 29,52-2 258,-107 8-57,-1-2 0,1-2 0,60-11 0,-98 14-247,0 0 0,1 0 0,-1 0 0,0 0 0,1 0 0,-1 0 0,0-1 0,0 1 0,1 0 0,-1 0 0,0 0 0,0 0 0,1 0 0,-1 0 0,0 0 0,0-1 0,1 1 0,-1 0 0,0 0 0,0 0 0,0 0 0,1-1 0,-1 1 0,0 0 0,0 0 0,0-1 0,0 1 0,0 0 0,1 0 0,-1 0 0,0-1 0,0 1 0,0 0 0,0-1 0,0 1 0,0 0 0,0 0 0,0-1 0,0 1 0,0 0 0,0 0 0,0-1 0,0 1 0,0 0 0,0-1 0,0 1 0,0 0 0,-1 0 0,1-1 0,0 1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5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1792,'0'0'7954,"10"7"-7797,-10-6-153,6 2 26,-1 0-1,-1 1 1,1 0 0,0 0 0,-1 0-1,0 0 1,0 1 0,0-1 0,-1 1-1,1 0 1,-1 1 0,0-1-1,-1 0 1,4 10 0,10 49 166,12 106 1,0 1-18,-27-167-143,-1-3-2,0 1 1,0-1-1,0 0 0,1 0 1,-1 0-1,0 1 1,0-1-1,1 0 0,-1 0 1,0 0-1,1 0 1,-1 0-1,1 0 0,0 0 1,-1 0-1,1 0 1,0 0-1,-1 0 0,1 0 1,0 0-1,0-1 1,0 1-1,0 0 1,0-1-1,0 1 0,0 0 1,0-1-1,0 1 1,0-1-1,0 0 0,0 1 1,1-1-1,1 1 1,0 4-3261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32 3209,'0'0'6869,"-28"-6"-6255,-91-16-208,112 21-373,0 0 0,0 0 0,-1 0 0,1 1 0,0 0 0,0 1 0,0 0 0,0 0 0,0 0 0,0 1 0,0 0 0,0 0 0,1 0 0,-1 1 0,1 0 0,-10 7 0,9-4 28,-1 0 0,2 1 0,-1 0 0,1 0-1,0 1 1,1-1 0,-1 1 0,1 1 0,-4 10 0,6-13-18,0 1 0,0-1-1,1 0 1,0 1 0,0-1 0,0 1 0,1 0 0,0 0-1,1-1 1,-1 1 0,1 0 0,1 0 0,-1 0 0,1-1 0,0 1-1,1 0 1,0-1 0,0 1 0,0-1 0,1 1 0,0-1-1,0 0 1,0 0 0,1 0 0,0-1 0,0 1 0,0-1-1,1 0 1,0 0 0,0-1 0,0 1 0,8 4 0,3 3 65,1-2 0,0 0 0,1-1 0,0 0 0,0-2 0,1 0 0,0-1 0,0-1 0,0-1 0,1 0 0,-1-1 0,1-2 0,0 0 0,32-3 0,-50 2-130,-1 0 0,0 0 0,1 0 0,-1 0 0,0-1 0,1 1 0,-1 0 0,0-1 0,1 1 0,-1-1 0,0 0 0,0 1 0,0-1 0,1 0 0,-1 0 0,0 0 0,1-1 0,3-15-3363,-5 9-878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7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1360,'0'0'8225,"7"0"-7025,117 0 2821,73 0-2391,-165-5-1203,-7 0-4379,-40 7 739,-4 6-1700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13 10698,'0'0'6010,"3"-12"-9363,-34 12 776,-2 2-2624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9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8 776,'0'0'4382,"-9"1"-3543,-1 2-625,-27 3 1038,55-6-719,31 0 55,318-12 2647,-314 8-2574,-32 3-641,-17 1-433,-7 0-413,-73 11-2359,39-5-810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0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16,'0'0'7343,"-4"0"-6662,-9 0 213,17 0 801,30 0-650,72 6 260,135 3 1891,-230-9-3066,-10 0-261,-10 4-3907,-2 5 1212,0 1-1067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0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1112,'0'0'5781,"9"0"-4818,182 1 2434,21 1-4041,-212 8-6628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0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0 336,'0'0'5188,"-12"10"-4781,-37 35-46,46-41-298,0-1 0,1 1-1,-1 0 1,1 0 0,0 0 0,0 0-1,0 0 1,1 0 0,-1 1 0,1-1-1,0 0 1,1 1 0,-1-1 0,1 1-1,-1-1 1,2 1 0,-1-1 0,1 9-1,0 5 272,0-18-316,-1 1 1,1 0 0,-1-1 0,1 1 0,-1-1-1,1 1 1,-1-1 0,1 1 0,-1-1 0,1 1-1,0-1 1,-1 0 0,1 1 0,0-1 0,-1 0-1,1 0 1,0 1 0,0-1 0,-1 0 0,1 0-1,0 0 1,0 0 0,-1 0 0,1 0 0,0 0-1,1 0 1,30 0 328,-24-1-204,2 1 1,0-1 0,0 0 0,0-1 0,0 0 0,0-1 0,13-5-1,-22 8-138,7-2 103,1 1-1,-1 0 0,1 0 1,-1 1-1,1 0 0,11 1 1,6 0-67,-23 0-41,-1-1 1,1 1-1,0 0 0,-1 0 1,1 0-1,-1 0 1,1 0-1,-1 0 1,1 1-1,-1-1 1,0 1-1,0 0 1,0 0-1,0 0 1,0 0-1,0 0 1,0 0-1,-1 0 1,1 0-1,2 5 1,4 8 14,0 1 1,7 19-1,-9-19-10,-2-7-10,2 2-10,-1 1 0,-1-1-1,1 1 1,-2 0 0,0 1-1,0-1 1,-1 1 0,0 15-1,-2-24 10,0-1 0,0 0 0,0 0 0,-1 1 0,1-1 0,-1 0 0,0 0 0,0 0 0,0 1 0,0-1 0,-1 0 1,1-1-1,-1 1 0,0 0 0,0 0 0,0-1 0,0 1 0,0-1 0,0 1 0,-1-1 0,1 0 0,-1 0 0,0 0 0,0 0 0,1-1 0,-1 1 0,0-1 0,-6 2 0,-2 1 181,0 0 0,0-1 1,0 0-1,-1-1 0,1 0 0,-17 0 1,-70-4 983,98 2-1159,-38-6 244,37 6-316,0 0 0,0 0 0,0-1 0,0 1 0,0 0 0,0-1 0,0 1 0,1 0 0,-1-1 0,0 1 0,0-1 0,0 1 0,0-1 0,1 0 0,-1 1 0,0-1 0,0 0 0,1 1 0,-1-1 0,1 0 0,-1 0 0,1 0 0,-1 0 0,1 1 0,-1-1 0,1 0 0,0 0-1,-1 0 1,1 0 0,0 0 0,0 0 0,0 0 0,0-1 0,4-4-2992,8-1-2874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0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6865,'0'0'6525,"-3"3"-6048,1 41 583,2 61 0,2-34-658,-2-31-204,2 0 1,1 0-1,2-1 1,2 1-1,17 57 1,-15-81-231,-8-16-42,-1 1 0,1-1 0,0 0 0,-1 0 0,1 0 0,0 0 0,-1 0 0,1 0 0,-1 0 0,1 0 0,0 0 0,-1-1 0,1 1 0,-1 0 0,1 0 0,0-1 0,-1 1 0,1 0 0,-1 0 0,1-1 0,-1 1 0,1-1 0,-1 1 1,1 0-1,-1-1 0,0 1 0,1-1 0,-1 1 0,1-2 0,10-12-2768,0-6-2355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0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3201,'0'0'7876,"11"-11"-7451,36-35 38,-43 43-397,0 0 1,0 1-1,0-1 0,1 1 0,-1 0 1,0 1-1,1-1 0,-1 1 0,1 0 0,0 0 1,-1 0-1,1 1 0,0 0 0,0-1 1,-1 2-1,7 0 0,3-1 92,-2-1-126,0 1-1,0 1 1,0 0-1,0 0 0,-1 1 1,1 0-1,-1 1 1,1 1-1,-1 0 1,14 7-1,-7-1-35,0 1 1,0 0 0,-1 2-1,-1 0 1,28 28-1,-37-33-29,-1 0-1,0 0 0,0 1 0,-1 0 1,0 0-1,0 0 0,-1 0 0,-1 1 1,1 0-1,-2-1 0,1 1 0,-1 0 1,-1 1-1,1 9 0,-2-8-23,0-1 1,0 1-1,-1-1 0,-1 1 0,1-1 0,-2 0 1,0 0-1,0 0 0,-8 15 0,8-20 84,0 0 0,-1 0-1,0 0 1,0-1 0,0 0 0,-1 0-1,0 0 1,0 0 0,0-1 0,0 0-1,-1 0 1,0 0 0,0 0 0,0-1-1,0 0 1,0-1 0,-9 3-1,-11 1 277,0 0 0,-1-3 0,1 0 0,-1-1 0,1-2 0,-1 0 0,-28-6 0,33 2-457,-40-14 0,37 10-1205,22 8-891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15 2761,'0'0'5675,"-14"0"-5282,-44 0-115,44 0 1632,26 0-1354,293-10 2402,-248 6-3165,-19 3-3468,-35 2 928,-3 3-338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2064,'0'0'8093,"27"1"-7377,192 6 1270,-69-10-1541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31 440,'0'0'12875,"1"-6"-12195,5-19-319,1 64-367,-2 39 337,-12 154 1,-3-169-589,-28 97 1,34-153 236,0-9 140,0-8 58,1-9-125,1-1 0,1 1 1,0 0-1,1 0 0,4-30 1,-2 41-28,-1-1 0,1 1 0,1-1 1,-1 1-1,2 0 0,-1 0 0,1 0 1,0 0-1,1 1 0,-1-1 0,2 1 1,-1 0-1,1 1 0,11-11 0,-13 14-29,0 1-1,0 0 1,0 0-1,0 0 1,0 0-1,1 0 1,-1 1-1,1 0 1,-1 0-1,1 0 0,-1 1 1,1-1-1,0 1 1,-1 0-1,1 0 1,-1 1-1,6 1 1,-3-1-8,1 0-1,-1 1 1,0 0 0,-1 1 0,1 0 0,0 0-1,-1 0 1,1 1 0,-1 0 0,6 4 0,-4 0-23,0-1 1,0 1 0,-1 1 0,0-1 0,-1 1 0,1 0 0,-2 1-1,1-1 1,-1 1 0,-1 0 0,0 1 0,0-1 0,-1 1 0,-1-1-1,0 1 1,0 0 0,-1 0 0,0 0 0,-1 0 0,-1 15-1,0-22 28,0 1-1,0-1 0,0 0 0,0 0 1,-1 0-1,0 0 0,0 0 0,0-1 0,0 1 1,-1 0-1,1-1 0,-1 0 0,0 1 1,0-1-1,0 0 0,0-1 0,-1 1 1,1 0-1,-1-1 0,1 0 0,-1 0 0,-5 2 1,-7 3 52,0 0 0,-1-1 1,0-1-1,-20 3 0,4-2 270,-2-1-1,-55-1 0,89-4-328,0 0 1,0 0-1,0 0 1,-1 0-1,1 0 1,0 0-1,0-1 0,0 1 1,0 0-1,0-1 1,0 1-1,0-1 1,-1 1-1,1-1 0,0 1 1,1-1-1,-1 0 1,0 0-1,0 1 0,0-1 1,0 0-1,0 0 1,1 0-1,-1 0 1,0 0-1,1 0 0,-1 0 1,0-1-1,0-3-308,0 0-1,0 0 1,0 0-1,1 0 1,-1-8 0,1 3-671,-1-15-2719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4025,'0'0'8011,"24"-6"-7294,77-18-119,-88 21-372,-1 1 1,1 1-1,-1-1 0,1 2 1,20 1-1,0 0 172,-32 0-394,1-1 0,0 0 1,0 0-1,0 1 0,0 0 0,-1-1 0,1 1 0,0 0 0,-1-1 0,1 1 1,0 0-1,-1 0 0,1 1 0,-1-1 0,1 0 0,-1 0 0,0 1 0,0-1 0,1 1 1,-1-1-1,0 1 0,0-1 0,-1 1 0,1 0 0,0 0 0,0-1 0,-1 1 1,1 0-1,-1 0 0,1 0 0,-1-1 0,0 1 0,0 3 0,1 2-15,-1-1-1,0 1 1,0-1-1,-1 1 1,1-1-1,-2 1 1,1-1 0,-1 0-1,-2 7 1,-4 3-4,0-2 0,-17 24 1,17-27-83,0 0-1,1 0 1,1 0 0,0 1 0,0-1 0,-4 17-1,10-28 98,0 1 0,-1 0-1,1 0 1,0 0-1,0 0 1,0-1 0,0 1-1,0 0 1,0 0-1,0 0 1,0 0 0,0-1-1,1 1 1,-1 0 0,0 0-1,0 0 1,1-1-1,-1 1 1,1 0 0,-1 0-1,0-1 1,1 1-1,-1 0 1,1-1 0,0 1-1,-1-1 1,1 1-1,-1-1 1,1 1 0,0-1-1,0 1 1,-1-1-1,1 1 1,0-1 0,0 0-1,-1 1 1,1-1-1,0 0 1,0 0 0,0 0-1,0 0 1,44 1 380,-29-2-189,32 1 291,0-3 0,81-14 0,-125 16-997,0 0 1,-1 1-1,1-1 1,0 1-1,0 0 1,0 0-1,0 0 1,8 2 0,4 4-4440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2457,'0'0'5750,"-14"1"-5086,-55 1 1778,429 1 1725,-241-4-3604,-119 1-571,4 8-4806,1 2 426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0 24,'0'0'8790,"-18"13"-8261,-5 3-377,-7 5 164,-44 40-1,56-45-209,-9 6-153,2 1-1,0 2 1,2 0-1,1 2 1,-25 37-1,50-63-18,0 0-1,0 0 0,0-1 0,0 0 0,0 1 0,0-1 0,0 0 0,0 0 0,0 0 0,4-2 0,56-9-60,-34 5 141,1 1 0,46-2 0,-30 8 91,-1 0 243,1-1 0,0-3 0,0-1 1,52-13-1,-80 8-50,-18 9-377,1 0 0,-1 0-1,0 0 1,1 0 0,-1-1-1,0 1 1,0 0 0,1 0 0,-1 0-1,0-1 1,0 1 0,0 0 0,1 0-1,-1-1 1,0 1 0,0 0 0,0-1-1,0 1 1,0 0 0,0-1 0,0 1-1,1 0 1,-1 0 0,0-1-1,0 1 1,0 0 0,0-1 0,0 1-1,0 0 1,0-1 0,-1 1 0,1 0-1,0-1 1,0 1 0,0 0 0,0-1-1,0 1 1,0 0 0,-1 0-1,1-1 1,0 1 0,0 0 0,0 0-1,-1-1 1,1 1 0,0 0 0,0 0-1,-1-1 1,1 1 0,0 0 0,0 0-1,-1 0 1,1 0 0,0 0-1,-1 0 1,1-1 0,0 1 0,-1 0-1,-14-5-5505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5337,'0'0'7312,"0"2"-7245,5 15 101,0 0 1,11 24-1,8 26 134,-11-9-2,5 68-1,12 55 674,-30-179-975,1 0 0,-1 0 1,1 0-1,-1 0 0,1 0 0,0 0 0,0-1 0,0 1 0,0 0 0,0 0 1,0-1-1,0 1 0,0-1 0,1 1 0,1 1 0,-1-2-223,0 0-1,0-1 1,1 1-1,-1-1 1,0 1-1,0-1 1,1 0-1,-1 0 0,0 0 1,1 0-1,-1 0 1,0-1-1,4 0 1,10-3-3489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48 288,'0'0'8726,"-24"-8"-7787,-77-22-94,94 28-718,-1 0 0,1 0 0,-1 1 0,1-1 0,-1 2 0,0-1 0,1 1 0,-1 0 0,-8 2 0,2 0 5,8-1-112,0 0-1,0 1 1,1 0-1,-1 0 1,0 1 0,1-1-1,-1 1 1,1 1 0,0-1-1,0 1 1,0 0-1,1 0 1,-1 0 0,1 0-1,0 1 1,0 0 0,1 0-1,-6 9 1,4-7-29,1 1 0,0-1 0,1 1-1,0 0 1,0 0 0,0 1 0,1-1 0,1 0 0,-1 1 0,1-1 0,1 1 0,-1-1-1,2 10 1,0-16-10,0 0-1,0 1 0,0-1 0,1 0 0,-1 0 0,0 0 1,1 0-1,0 0 0,-1 0 0,1 0 0,0 0 1,0-1-1,0 1 0,0-1 0,1 1 0,-1-1 0,0 0 1,0 0-1,1 0 0,-1 0 0,1 0 0,-1-1 1,1 1-1,2 0 0,8 2-167,0-1-1,-1 0 1,21-1 0,-17-1 5,-6 1-97,0-1-1,1-1 1,19-3 0,-26 3 214,0-1 0,0 1 0,0-1 0,0 0 0,0 0 0,0-1 0,0 1 0,0-1 0,-1 0 1,0 0-1,1 0 0,2-3 0,-2 0 61,0 1-1,1-1 1,-2 1 0,1-1-1,-1 0 1,0-1-1,0 1 1,-1 0 0,0-1-1,0 0 1,1-7 0,0-6 1104,-2 1 0,-1-31 1,0 21 1926,0 37-3288,2 44 241,3 1 1,1-1 0,15 51-1,-8-63-10,-12-39-167,-1-1 1,1 1 0,0-1-1,0 1 1,0-1 0,-1 1-1,1-1 1,0 0 0,0 1-1,0-1 1,0 0 0,0 0-1,0 0 1,0 0 0,0 1-1,-1-1 1,3-1 0,0 2-1078,8-1-2346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1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62 2561,'0'0'8885,"-15"-9"-7916,-46-29-143,58 36-741,-1 0 0,1 0 0,-1 1 0,0-1 0,0 1-1,0 0 1,0 0 0,0 0 0,0 1 0,0-1-1,0 1 1,0 0 0,0 0 0,0 0 0,-6 2-1,-6-1 116,10 0-170,-1 0 0,1 1 0,0-1 0,0 1 0,0 1 0,0-1 1,0 1-1,0 0 0,0 0 0,1 1 0,0-1 0,0 1 0,0 0 0,0 1 0,0-1 0,1 1 1,0 0-1,0 0 0,0 0 0,1 1 0,-1 0 0,-3 8 0,1-1-30,1-1 0,0 1 0,1 0 0,0 0 0,1 1 0,0-1 0,1 1 0,1-1 0,0 26 0,2-35-6,-1 0-1,1 0 1,0 0-1,0 0 1,0 0-1,1 0 1,-1 0 0,1 0-1,0-1 1,0 1-1,0-1 1,0 1-1,1-1 1,0 0 0,-1 0-1,5 3 1,-1 0 11,1-2-1,0 1 1,0-1 0,0 0 0,0 0-1,0-1 1,15 4 0,3 0 59,1-2 0,0-1-1,0-1 1,29-1 0,-15 0 87,-15-1-33,0 0-1,0-2 1,33-5-1,-26-5-186,-24 3-2381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0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1 242 544,'0'0'11316,"12"-11"-10961,87-75 402,-89 76-554,0-2-1,0 1 0,-2-1 1,1 0-1,-2-1 1,1 0-1,-2 0 1,0-1-1,7-21 1,-9 49 1127,0 12-1476,19 417 263,-23-443-145,0 1 0,0 0-1,0-1 1,0 1 0,0-1 0,0 1 0,0 0-1,1-1 1,-1 1 0,0 0 0,0-1-1,1 1 1,-1-1 0,0 1 0,1 0-1,-1-1 1,0 1 0,1-1 0,-1 1 0,1-1-1,-1 0 1,1 1 0,-1-1 0,1 1-1,0-1 1,-1 0 0,1 0 0,-1 1-1,1-1 1,0 0 0,-1 0 0,1 0 0,0 1-1,-1-1 1,1 0 0,0 0 0,-1 0-1,1 0 1,-1 0 0,1 0 0,0-1 0,-1 1-1,1 0 1,0 0 0,-1 0 0,1-1-1,0 1 1,-1 0 0,1-1 0,34-15-5220,-12 1-3775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1 832,'0'0'8997,"-1"14"-8620,-1 9-111,-2 0-1,0 0 0,-2 0 1,-13 36-1,0-21-68,-1-1-1,-36 50 1,15-26-464,41-60 232,0-1 1,0 0-1,0 0 1,0 1-1,0-1 1,0 0-1,0 0 0,-1 0 1,1 1-1,0-1 1,0 0-1,0 0 1,0 1-1,0-1 1,0 0-1,0 0 0,0 1 1,0-1-1,0 0 1,0 0-1,1 1 1,-1-1-1,0 0 1,0 0-1,0 1 0,0-1 1,0 0-1,0 0 1,0 0-1,1 1 1,-1-1-1,0 0 1,0 0-1,0 0 0,1 0 1,-1 1-1,0-1 1,0 0-1,0 0 1,1 0-1,-1 0 1,0 0-1,0 0 0,1 0 1,19 4-373,34-3 796,-40-2-543,34-2 237,0-2 1,0-3-1,-1-2 1,56-18 0,-100 27-110,1 0-308,1 0 1,-1-1-1,0 1 1,1-1-1,-1 0 1,0 0-1,-1 0 0,6-4 1,-3 0-2065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1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1456,'0'0'11647,"0"-4"-11391,0-8-186,1 18-25,2 45 215,-1-34-129,25 289 937,-26-273-1010,-2-17-23,1 0 0,1 0 0,0 0 1,1-1-1,9 30 0,-11-44-26,1 0 1,0 0-1,-1-1 0,1 1 1,0 0-1,-1-1 0,1 1 1,0 0-1,0-1 0,0 1 1,0-1-1,0 1 1,-1-1-1,1 0 0,0 1 1,0-1-1,0 0 0,0 0 1,0 0-1,0 0 0,0 0 1,0 0-1,0 0 0,0 0 1,2 0-1,26-5-2519,-10-1-1551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4297,'0'0'6937,"11"-9"-6152,36-26-141,-43 33-596,-1 0 0,1 0 1,-1 1-1,1-1 0,0 1 1,0 0-1,0 1 1,-1-1-1,1 0 0,0 1 1,0 0-1,0 0 0,0 0 1,0 1-1,5 0 0,9 1 27,-15-2-81,-1 0 0,1 0 0,0 0 0,-1 1 0,1-1-1,0 1 1,-1-1 0,1 1 0,-1 0 0,1 0 0,-1 0 0,0 1 0,1-1 0,-1 0 0,0 1 0,0 0 0,0-1 0,0 1 0,3 4-1,-2-3-5,-1 1-1,0 0 0,0 0 0,0 0 0,-1 0 0,1 0 0,-1 0 0,0 0 0,0 0 0,-1 1 1,1 6-1,-1-2 1,0 0 1,-1 0 0,0-1-1,0 1 1,-1 0 0,0 0-1,0 0 1,-1-1 0,0 1-1,-1-1 1,-7 12 0,11-19-2,-1 0-1,0 0-1,0 0 1,0 0 0,1 0-1,-1 1 1,0-1-1,1 0 1,-1 0-1,1 0 1,0 1 0,-1-1-1,1 0 1,0 1-1,0-1 1,0 0 0,-1 1-1,2 1 1,-1-2 21,0-1 1,1 1 0,-1-1 0,1 1-1,-1-1 1,1 1 0,-1-1 0,1 0-1,0 1 1,-1-1 0,1 0 0,-1 1-1,1-1 1,0 0 0,-1 0-1,1 0 1,0 1 0,-1-1 0,1 0-1,0 0 1,-1 0 0,1 0 0,0 0-1,-1 0 1,2-1 0,-1 1 27,28 2 836,-1-2-1,37-3 1,-49-3-545,-15 6-593,-1 14-6301,0 5 2755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1 264,'0'0'7247,"-15"5"-6776,-44 14-113,44-12 141,16-2 118,11-1 411,225-4 4063,-186-5-4825,-13 1-1628,-14 3-2492,-10 1-1106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4457,'0'0'8000,"-3"2"-7949,-1 1 2,-1 1 0,1-1 0,0 1 0,0 0 1,1 1-1,-1-1 0,1 1 0,0 0 0,0-1 0,-3 10 0,-13 17 249,-19 17-986,-3-2 1,-85 76 0,124-121 459,0 0 24,1 1 0,-1-1 0,1 0 0,0 0 0,-1 1 0,1-1 0,0 1 0,0-1 0,0 1 0,0-1 0,0 1 0,0 0 0,1-1 0,-1 1 0,0 2 0,8-3-497,-4-1 710,63 0 462,-1-2 0,81-14 0,-131 14-500,118-20 1401,-44 16-4965,-80 6 1255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 4889,'0'0'8374,"-2"-3"-8242,2 3-132,0 0 1,0 0-1,0 0 0,0 0 1,0 0-1,0 0 1,0 0-1,0 0 0,0 0 1,0 1-1,0-1 0,0 0 1,0 0-1,0 0 1,0 0-1,0 0 0,0 0 1,0 0-1,-1 0 1,1 0-1,0 0 0,0 0 1,0 0-1,0 0 0,0 0 1,0 0-1,0 0 1,0 0-1,0 0 0,0 0 1,0 0-1,0 0 1,0 0-1,0 0 0,-1 0 1,1 0-1,0 0 0,0 0 1,0 0-1,0 0 1,0 0-1,0 0 0,0 0 1,0 0-1,0 0 1,0 0-1,0 0 0,0 0 1,0 0-1,-1 0 0,1 0 1,0 0-1,0 0 1,0 0-1,0 0 0,0 0 1,0 0-1,0 0 1,0 0-1,0 0 0,0 0 1,0 0-1,0 0 0,0-1 1,0 1-1,0 0 1,0 0-1,0 0 0,0 0 1,-3 12 142,0 36 340,4 59 177,7-22-508,28 123-1,-18-113-128,-15-79 3,-3-14-37,0 0 0,0-1-1,0 1 1,1 0 0,-1 0 0,1 0 0,-1 0 0,1 0 0,0-1 0,1 4 0,-1-5-71,0 1-1,0-1 1,0 1 0,0-1 0,0 1-1,0-1 1,0 1 0,0-1 0,0 0-1,0 0 1,0 1 0,1-1 0,-1 0-1,0 0 1,0 0 0,0 0-1,0 0 1,0-1 0,0 1 0,0 0-1,2-1 1,17-6-3923,-1-2-4878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8 4233,'0'0'7156,"-12"-7"-5838,9 7-1272,1 1 0,-1 0-1,1 0 1,-1 0 0,1 0 0,0 0 0,-1 0 0,1 0 0,0 1 0,0-1 0,0 1 0,0 0 0,0 0 0,0 0 0,0 0 0,1 0-1,-1 0 1,1 0 0,-1 0 0,-1 5 0,-22 50 186,19-37-196,1 0-1,1 0 1,0 1 0,0 31-1,7 83 92,-1-118-109,0 0-1,2 0 1,0 0-1,1-1 1,0 0-1,1 0 1,1 0-1,1 0 1,0-1 0,1-1-1,0 0 1,2 0-1,-1 0 1,15 13-1,-23-26-68,0 0-1,0 1 1,0-1 0,0 0-1,0 0 1,0 0-1,0 0 1,1 0 0,-1-1-1,0 1 1,3 0-1,15 0-5499,-11-1 449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58 200,'0'0'10122,"11"-8"-9247,-11 8-866,7-6 168,-1 1-1,1 0 1,0 1 0,0 0-1,0 0 1,1 0 0,0 1 0,-1 0-1,1 1 1,0 0 0,1 0-1,8-1 1,-2 2 88,-3 0-151,0 1 1,-1 0-1,20 2 1,-30-1-126,1 0-1,-1 0 1,0 0 0,0 0 0,0 0 0,0 0 0,0 0 0,0 1 0,0-1 0,0 0 0,-1 0-1,1 1 1,0-1 0,-1 1 0,1-1 0,-1 0 0,1 1 0,-1-1 0,0 1 0,1-1-1,-1 1 1,0-1 0,0 1 0,-1 2 0,2 2-59,-1-1 0,-1 0 0,1 1 1,-1-1-1,1 0 0,-4 8 0,1-6 2,-1-1 0,0 1 0,0-1 0,-1-1 0,0 1 0,0-1 0,0 1 0,-1-1 0,-9 6 0,-59 37-1019,58-39 822,15-9 386,43-20 284,-30 17-388,0 0 0,1 1-1,-1 1 1,1 0 0,0 1 0,-1 0-1,15 2 1,-24-2-20,2 1 3,0 1-1,0-1 1,0 1-1,0 0 1,0 0 0,0 0-1,-1 1 1,1-1 0,-1 1-1,0 0 1,1 1 0,-2-1-1,1 1 1,0-1-1,-1 1 1,7 9 0,-6-7-8,1 1 1,-1 0-1,0 0 0,0 0 1,0 1-1,-1-1 1,-1 1-1,1 0 1,-1 0-1,1 10 1,-2-11-18,0 0 1,-1 0 0,0 0 0,0-1 0,-1 1 0,0 0 0,0-1 0,-4 11 0,4-15 63,0 1 1,-1-1 0,1 0-1,-1 0 1,0 0 0,1 0-1,-1 0 1,0 0 0,0 0-1,-1 0 1,1-1 0,0 1-1,0-1 1,-1 0 0,1 0-1,-1 0 1,1 0 0,-1 0-1,1 0 1,-1-1 0,0 1-1,1-1 1,-1 0 0,-3 0-1,-86 2 1003,51-3-4831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3769,'0'0'7930,"-2"-3"-7500,2 3-418,0 0-1,-1-1 0,1 1 1,0 0-1,0-1 0,0 1 1,-1-1-1,1 1 0,0 0 1,0-1-1,0 1 0,0-1 1,0 1-1,0-1 0,0 1 1,0 0-1,0-1 0,0 1 1,0-1-1,0 1 0,0 0 1,0-1-1,0 1 0,0-1 1,1 1-1,-1 0 0,0-1 1,0 1-1,0-1 0,1 1 1,-1 0-1,0-1 0,15 0 269,-10 3-239,0-1 0,-1 1 0,1 0 0,-1 0 0,0 0 0,1 1 0,3 2 0,12 13-28,0 0 1,-2 1-1,0 1 1,-2 1 0,0 0-1,-1 1 1,-1 1-1,-1 0 1,-1 0-1,-1 2 1,-2-1-1,0 2 1,-1-1 0,-2 1-1,0 0 1,-2 0-1,1 35 1,-4-46-14,-1 1 0,-1-1 0,-1 1 0,0-1 0,-1 0 0,0 0 0,-1 0 0,-1 0 0,-6 14 0,9-26-258,-9 19 728,4-14-3591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46 4625,'0'0'10306,"4"-8"-9791,11-22-212,-11 23-245,-29 48-361,-6 14 504,21-24-177,1 1 0,1 1 1,2-1-1,1 1 0,2 0 1,1 0-1,3 35 0,0-52-14,1-1 0,0 1 1,1-1-1,1 0 0,0 0 0,1 0 0,1-1 0,0 1 0,11 17 0,12 16 4,42 53 0,-70-100-15,0 1-17,0-1 0,0 0-1,0 0 1,0 0-1,0 0 1,0 0 0,1 0-1,-1 0 1,0 0 0,1 0-1,-1 0 1,1-1-1,-1 1 1,1-1 0,-1 1-1,1-1 1,2 1-1,16-1-3258,-11 0 464,0 0-2992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2208,'0'0'7972,"11"0"-6173,40 1-150,-24 1-879,1-2 1,0-1 0,0-1-1,-1-1 1,42-11 0,-49 9-418,-16 4-325,1 0-1,-1 0 1,0-1 0,1 1 0,-1-1-1,0 0 1,0 0 0,5-4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18 856,'0'0'10681,"13"-1"-9829,7 1-627,256-16 4699,-269 15-7851,-22 11-2275,4-5 3573,-11 8-2574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2657,'0'0'6118,"-11"7"-5487,1 1-469,0 0 0,1 0 0,0 1 0,-11 13 0,16-17-133,1 0 1,-1 0 0,1 0 0,0 1 0,1-1-1,-1 1 1,1 0 0,0 0 0,0 0 0,1 0 0,0 0-1,0 0 1,0 9 0,1-14-13,1-1 0,-1 0-1,1 1 1,-1-1 0,0 1 0,1-1-1,-1 0 1,1 1 0,-1-1 0,1 0 0,-1 1-1,1-1 1,-1 0 0,1 0 0,-1 1 0,1-1-1,-1 0 1,1 0 0,0 0 0,-1 0 0,1 0-1,-1 0 1,1 0 0,0 0 0,0 0 0,22 0 214,-18 0-144,27-2 141,40-6 1,-41 3-37,43-1 0,-71 7-185,0-1-1,0 1 1,0 0-1,0 0 1,0 0 0,-1 0-1,1 0 1,0 1-1,-1-1 1,1 1-1,-1 0 1,1-1-1,-1 1 1,0 0-1,0 1 1,0-1-1,0 0 1,0 1 0,0-1-1,0 1 1,-1-1-1,0 1 1,1 0-1,0 4 1,2 2 3,0 1 1,-1 0-1,0 0 1,-1 0 0,0 0-1,0 10 1,-1-5 12,-1-1 1,-2 25 0,1-33-23,0-1 0,-1 1-1,1-1 1,-1 0 0,0 1 0,-1-1 0,1 0-1,-1 0 1,0-1 0,-4 5 0,2-1 85,0-1 0,-1 0 1,-1 0-1,1-1 1,-1 0-1,0 0 0,0 0 1,0-1-1,-1 0 1,0-1-1,0 0 0,0 0 1,-1 0-1,1-1 0,-1-1 1,0 1-1,0-1 1,0-1-1,0 0 0,0 0 1,-12-1-1,18 1-76,0-1 0,1 0 0,-1 0 0,0 0 0,0-1 0,0 1 0,1-1 0,-1 0 0,0 1 1,-3-3-1,5 2-100,-1 0 1,1 0 0,1-1-1,-1 1 1,0 0 0,0 0 0,0-1-1,1 1 1,-1-1 0,1 1-1,-1 0 1,1-1 0,-1 1 0,1-1-1,0 1 1,0-1 0,0 0-1,0 1 1,0-1 0,0 1 0,0-1-1,1-1 1,-1-1-168,1 1-1,0 0 1,-1-1 0,1 1-1,0 0 1,1 0 0,-1 0 0,1 0-1,-1 0 1,1 0 0,0 0-1,0 0 1,0 1 0,0-1-1,1 1 1,2-3 0,22-18-4336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2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2625,'0'0'6464,"-1"6"-5536,1-2-784,1 1 0,-1-1-1,1 0 1,-1 1 0,1-1 0,1 0 0,-1 0 0,1 0 0,-1 0 0,5 8-1,31 43 749,-18-28-647,9 14-90,-3 1 0,40 89-1,-54-103-224,-2 0-1,-1 1 0,0 0 0,-3 1 1,0-1-1,0 37 0,-4-29-207,-6 58 0,3-81 261,0-1 0,-1 0 0,-1 0-1,0 0 1,-1 0 0,0-1 0,-12 20 0,15-26-165,-5 8 475,1-10-3550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5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4425,'0'0'7551,"1"-3"-6245,7-6-402,1 1 0,-1 0 0,19-14 1,-14 13-812,-1-1 1,16-17 0,-16 12-73,0 0 0,14-24 0,-22 33 3,-1-1-1,1 1 0,-2-1 1,1 0-1,-1 0 1,0 0-1,0 0 0,-1 0 1,1-14-1,-2 21-16,0 0-6,0 0 1,0 0 0,0 0-1,0 0 1,0-1 0,-1 1-1,1 0 1,0 0 0,0 0-1,0 0 1,0 0 0,0-1 0,0 1-1,0 0 1,0 0 0,0 0-1,1 0 1,-1-1 0,0 1-1,0 0 1,0 0 0,0 0-1,0 0 1,0 0 0,0-1 0,0 1-1,0 0 1,0 0 0,0 0-1,1 0 1,-1 0 0,0 0-1,0 0 1,0-1 0,0 1-1,0 0 1,0 0 0,1 0 0,-1 0-1,0 0 1,0 0 0,0 0-1,0 0 1,1 0 0,-1 0-1,0 0 1,0 0 0,0 0-1,0 0 1,0 0 0,1 0 0,-1 0-1,0 0 1,0 0 0,0 0-1,0 0 1,1 0 0,-1 0-1,0 0 1,3 13-153,12 195 25,-12-132 130,13 78 0,-16-153-17,0 0 1,-1 0-1,1 0 1,0 0 0,1-1-1,-1 1 1,0 0-1,0 0 1,0 0 0,0 0-1,1 0 1,-1 0-1,0-1 1,1 1 0,-1 0-1,1 0 1,-1 0-1,1-1 1,-1 1 0,1 0-1,-1-1 1,1 1-1,0 0 1,-1-1 0,1 1-1,0-1 1,0 1-1,-1-1 1,1 0 0,1 1-1,13 0-6316,-13-1 4536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5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39 624,'0'0'9910,"-23"-7"-9484,-72-20-128,91 26-281,0 0 0,0 0 0,1 1 0,-1-1 0,0 1-1,0 0 1,0-1 0,0 2 0,0-1 0,0 0-1,0 1 1,0 0 0,1 0 0,-1 0 0,0 0 0,0 1-1,1 0 1,-1-1 0,1 1 0,0 0 0,-1 1-1,1-1 1,0 1 0,0-1 0,1 1 0,-1 0 0,0 0-1,1 0 1,-4 6 0,-2 2 21,2-5-40,0 1 0,1 1-1,0-1 1,0 1 0,1-1 0,0 1-1,0 0 1,1 1 0,0-1 0,1 1-1,0-1 1,0 1 0,0 0 0,1 0-1,1-1 1,0 1 0,0 0 0,1 10 0,0-16-2,-1-1 0,1 0 0,0 1 1,-1-1-1,1 0 0,0 0 1,0 1-1,0-1 0,1 0 1,-1 0-1,0 0 0,1 0 1,0-1-1,-1 1 0,1 0 0,0-1 1,3 3-1,0 0-56,0-1 1,1-1-1,-1 1 0,1-1 1,-1 0-1,13 2 0,4 0-325,0-1 0,42-1 0,-61-2 341,3 0 25,1 0-1,-1-1 1,0 1-1,0-1 0,1 0 1,-1-1-1,0 0 0,0 0 1,0 0-1,0-1 0,-1 1 1,1-1-1,-1-1 0,1 1 1,-1-1-1,0 0 0,-1 0 1,1-1-1,7-8 0,-7 5 217,0 1-1,-1-2 1,0 1 0,0 0-1,-1-1 1,0 0-1,0 0 1,-1 0-1,0 0 1,0 0-1,-1 0 1,-1-17-1,0-2 1720,0 22-535,0 19-1233,2 19-128,0 0 1,15 62-1,25 64-220,-35-133 72,-4-15 57,9 29-73,-11-36 143,0-1-1,0 0 1,0 0-1,0 0 1,0 0-1,0 0 1,0 0-1,1-1 1,-1 1-1,1 0 1,-1-1-1,1 1 1,3 2-1,24-4-6594,-19 0-131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0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6 3105,'0'0'5709,"-24"-1"-5256,-77-3-2,96 4-394,0 0 0,0 0 0,1 1 1,-1 0-1,0 0 0,1 0 0,-1 1 0,1-1 0,0 1 0,-1 0 0,1 1 0,0-1 1,0 1-1,0-1 0,0 1 0,1 0 0,-1 1 0,1-1 0,0 1 0,-5 7 1,-3 1 82,2-2-87,1 1 0,0 0 0,0 0 0,1 0 0,1 1-1,0 0 1,1 1 0,0-1 0,-3 14 0,2-2-41,2-1 1,1 1-1,0 0 1,2 27-1,1-45-31,0 1-1,1-1 1,0 0 0,0 1-1,1-1 1,-1 0-1,1 0 1,1 0-1,-1 0 1,1-1 0,0 1-1,0-1 1,1 1-1,0-1 1,0 0 0,0-1-1,0 1 1,1-1-1,-1 1 1,1-1 0,0-1-1,8 5 1,-2-2-60,1 0 1,-1-1-1,1 0 1,0-1-1,0 0 1,0-1-1,1-1 1,-1 0-1,1-1 1,16 1 0,-14-2 111,5 0-181,-1 0 0,1-1 0,30-7-1,-44 7 153,-1 0-1,0-1 1,0 0-1,0 0 1,-1 0-1,1 0 1,0-1-1,-1 0 1,1 0-1,-1 0 0,0 0 1,0-1-1,0 0 1,-1 0-1,1 0 1,-1 0-1,0 0 1,3-7-1,-4 8 112,0 0-1,-1 0 1,0-1 0,0 1 0,0 0-1,0 0 1,0-1 0,-1 1-1,1-1 1,-1 1 0,0 0-1,0-1 1,0 1 0,-1-1-1,1 1 1,-1 0 0,0-1 0,1 1-1,-2 0 1,1-1 0,0 1-1,-1 0 1,1 0 0,-1 0-1,0 0 1,0 1 0,0-1-1,0 0 1,-1 1 0,1-1 0,-1 1-1,0 0 1,1 0 0,-1 0-1,0 0 1,0 1 0,-4-3-1,0 2-85,0 0 0,-1 0-1,1 0 1,0 1 0,-1 0 0,1 1-1,-1 0 1,1 0 0,-1 0-1,1 1 1,-1 0 0,1 1-1,0-1 1,0 1 0,0 1-1,0-1 1,0 1 0,0 1-1,-6 3 1,-2 3-773,1 0-1,0 1 1,0 0 0,2 1-1,-1 1 1,-20 27-1,15-12-3629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3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1464,'0'0'3336,"8"-9"-1893,0-2-971,31-29 1394,-39 40-1801,-1 1 1,1-1-1,0 0 1,0 1 0,0-1-1,0 1 1,0-1 0,0 0-1,0 1 1,1-1 0,-1 0-1,0 1 1,0-1-1,0 0 1,0 1 0,0-1-1,0 0 1,1 1 0,-1-1-1,0 0 1,0 0 0,0 1-1,1-1 1,-1 0-1,0 0 1,0 1 0,1-1-1,-1 0 1,0 0 0,1 0-1,-1 1 1,0-1 0,1 0-1,-1 0 1,0 0 0,1 0-1,-1 0 1,0 0-1,1 0 1,-1 0 0,0 0-1,1 0 1,-1 0 0,0 0-1,1 0 1,-1 0 0,0 0-1,1 0 1,-1 0-1,0 0 1,1 0 0,-1 0-1,0-1 1,1 1 0,-1 0-1,0 0 1,1 0 0,-1-1-1,0 1 1,0 0 0,1 0-1,-1-1 1,0 1-1,0 0 1,0-1 0,1 1-1,-1 0 1,0-1 0,3 9-313,12 37 655,-1 0 1,-3 1-1,7 50 0,-13-39-231,-5-38 11,2 1-1,0-1 1,1 1 0,1-1 0,11 31-1,-9-40 1333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12 101 1424,'0'0'6471,"-4"-1"-5828,-3-1-132,9-1-108,25-6 154,43-7 138,264-40-350,-308 50-508,-19 4 54,0 0 1,-1 1-1,1 0 1,11-1 0,-17 2-3,-9 0 11,-105 6 869,-154 26 0,243-28-685,23-4-129,0 0 1,0 0 0,-1 0 0,1 1 0,0-1 0,0 0 0,0 1 0,0-1 0,0 1 0,0-1 0,0 1 0,0-1 0,0 1 0,0 0-1,0-1 1,0 1 0,0 0 0,1 0 0,-2 1 0,1-1-168,1 0 0,0 0 0,0 0 0,0 0 0,0-1 0,-1 1 0,1 0 0,1 0 0,-1 0 0,0 0 0,0 0-1,0 0 1,0 0 0,1 0 0,-1 0 0,0-1 0,1 3 0,4 4-2067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2665,'0'0'5447,"-23"14"-4909,-72 48-45,91-59-446,1-1-1,-1 1 0,1 0 1,0 0-1,0 1 0,0-1 0,1 0 1,-1 1-1,1 0 0,0 0 1,0-1-1,0 1 0,0 0 1,1 1-1,0-1 0,-1 0 1,2 0-1,-1 1 0,0-1 1,1 0-1,0 1 0,0-1 1,1 7-1,-1 6 132,-1-5-82,1-1 0,1 1 0,0-1 0,0 1 0,1-1 0,1 1 0,5 16 0,-4-20-91,-1-1 0,1 1 1,1-1-1,-1 0 0,1 0 1,0-1-1,1 0 1,0 1-1,0-2 0,0 1 1,9 5-1,-7-5-3,1-1 0,0 0 0,1 0 0,-1-1 0,1 0 0,-1-1 0,1 0 0,0-1 1,14 2-1,-4-1 61,1-2 1,-1-1-1,36-4 1,-47 3-67,-1-1-1,0 0 1,0-1 0,1 1-1,-2-2 1,1 1 0,0-1 0,-1 0-1,1-1 1,-1 0 0,7-7-1,-10 10 37,-1-1 0,0 1 1,-1-1-1,1 0 0,0 0 0,-1 0 0,0-1 0,1 1 0,-1 0 0,-1-1 0,1 0 0,0 1 0,-1-1 0,0 0 0,0 0 0,0 0 0,0 0 0,-1 0 0,1 1 0,-1-1 0,0 0 0,0 0 0,-1 0 0,1 0 0,-1 0 0,-1-4 0,0 5 68,0 0 1,1 0-1,-1 1 0,-1-1 0,1 1 1,0-1-1,-1 1 0,1 0 1,-1 0-1,0 0 0,0 0 1,1 1-1,-1-1 0,0 1 0,-1-1 1,1 1-1,-6-1 0,-2-2 106,0 2 0,0-1 0,-22 0 0,10 2-96,0 0-1,-43 7 1,56-4-117,0 0 1,0 1 0,0 0 0,0 1-1,1 0 1,0 1 0,-1 0 0,-14 11-1,17-11-105,0 0-1,0 1 0,0 0 0,1 1 0,-10 12 1,13-15-293,1 0 0,0 0 0,0-1 0,0 1 0,1 1 0,-1-1 0,1 0 0,0 0 0,0 0 0,1 1 0,-1-1 0,1 0 0,0 1 0,1 3 0,1 10-4104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1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282 274 9514,'0'0'5073,"0"-148"-4545,-16 123-96,-9-3-32,-3 6-240,0 2-80,0 2-80,6 8-8,2 8-72,3 2-360,-2 0-808,-9 2-856,3 18-809,0-2-1392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63 3905,'0'0'4916,"-14"3"-4404,-43 9-158,55-11-335,1 0 0,-1 0 0,1 0 0,-1 0 0,1 0 0,-1 0 0,1 1 0,0-1 0,-1 0 0,1 1 0,0-1 0,0 1 0,0-1 0,0 1 0,1 0-1,-1-1 1,0 1 0,1 0 0,-1 0 0,1-1 0,-1 1 0,1 0 0,0 0 0,0 0 0,0-1 0,0 1 0,0 0 0,0 0 0,0 0 0,1 0 0,0 2 0,0 5 109,-2 10 53,0-11-155,1 1-1,0-1 1,0 1-1,1-1 1,0 1-1,0-1 1,1 1 0,0-1-1,0 0 1,1 1-1,0-2 1,0 1-1,1 0 1,7 10-1,-2-9-32,0 1 0,1-1-1,0-1 1,0 1-1,1-2 1,0 0 0,1 0-1,-1-1 1,1 0-1,0-1 1,1-1 0,-1 0-1,1 0 1,0-1-1,0-1 1,0 0 0,0-1-1,1 0 1,-1-1-1,0-1 1,26-4 0,-33 4 29,-1-1 0,1-1 0,-1 1 0,1-1 1,-1 0-1,0 0 0,0-1 0,0 1 0,-1-1 0,1 0 1,-1 0-1,0-1 0,5-6 0,-3 3 88,0-1 0,0 0-1,-1-1 1,0 1 0,0-1 0,5-17 0,-8 16 191,1 0 1,-2 1 0,1-1 0,-1-21-1,-1 26-175,-1 1-1,1 0 1,-1 0-1,0 0 0,0 0 1,0 1-1,-1-1 1,0 0-1,0 0 1,0 1-1,0-1 0,-6-6 1,1 1-72,-1 1 0,0 0 0,-1 1 0,1 0-1,-1 0 1,-1 1 0,0 0 0,0 1 0,0 0 0,-1 1 0,1 0 0,-1 0 0,0 1 0,-1 1-1,1 0 1,-1 0 0,0 1 0,-12-1 0,21 4-122,-1-1 1,1 0-1,-1 1 0,1 0 0,0 0 0,0 0 1,-1 0-1,1 0 0,0 1 0,0-1 0,0 1 1,0 0-1,0 0 0,-4 4 0,-31 38-2019,29-33 1248,-17 25-2954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44 760,'0'0'6077,"-9"0"-5019,-21 0-276,8 0 3714,26 0-3905,88 0-327,0-3-1,104-18 1,-145 8 557,-31 7-2286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4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2080,'0'0'9454,"21"0"-8545,162-10 732,-131 4-1011,-1-2-1,85-26 1,-136 34-742,1 0 1,-1 0 0,0 0-1,0 0 1,0 0 0,0 0-1,1 0 1,-1 0 0,0 0-1,0 0 1,0 0-1,0 0 1,0 0 0,1 1-1,-1-1 1,0 0 0,1 3-2562,-1-3 2562,0 0 0,0 0-1,0 0 1,0 1-1,0-1 1,0 0 0,0 0-1,0 0 1,0 0 0,0 0-1,0 1 1,0 1-230,0 7-4372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55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4881,'0'0'4658,"16"-8"-4378,53-24 138,-61 29-317,1 1-1,0-1 1,-1 1 0,1 1 0,0 0-1,0 0 1,0 1 0,0 0 0,16 2-1,-5 0 42,-14-1-127,0 0-1,0 0 0,0 1 0,-1 0 0,1 0 0,0 1 0,-1-1 0,0 1 0,0 0 0,1 1 1,-2-1-1,1 1 0,0 0 0,-1 0 0,0 1 0,0-1 0,0 1 0,0 0 0,-1 0 1,0 0-1,0 1 0,0-1 0,-1 1 0,4 10 0,-4-9 0,0-1-1,0 1 1,0-1-1,0 1 1,-1 0-1,0 0 1,-1 0-1,0 0 1,0 0 0,0 0-1,-1 0 1,0 0-1,0-1 1,-1 1-1,0 0 1,0-1-1,0 1 1,-1-1 0,0 1-1,0-1 1,-6 7-1,-13 10 33,-2 0 0,-1-2 1,-1-1-1,-1-1 0,0-1 0,-54 26 0,67-35-205,19-6 84,26-4 44,-22 0 24,281-22 90,-247 15 38,-34 6-129,0 0 0,0 0-1,0 1 1,9-1 0,-15 2-1865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5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3225,'0'0'7121,"142"-22"-5849,-86 14-167,0 1-377,-3 4-336,-6-2-112,-5-5 0,-6 5-112,-8 3-112,-3-3-56,-11 5-40,-3 0-432,-11 5-3617,0 12-384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56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1528,'0'0'5498,"-11"19"-5294,-32 59-71,41-75-109,1 0 0,0 0 0,-1 0 0,1 0 0,0 1 0,0-1 0,1 0 1,-1 6-1,1-9-5,0 1 1,0 0-1,0 0 1,0-1-1,0 1 1,0 0-1,0-1 0,1 1 1,-1 0-1,0-1 1,1 1-1,-1 0 1,0-1-1,1 1 1,-1 0-1,1-1 1,-1 1-1,0-1 1,1 1-1,0-1 1,-1 1-1,1-1 1,0 1-1,3 0 84,-1 0 0,1 0-1,-1-1 1,1 1 0,-1-1 0,1 0-1,-1 0 1,1-1 0,-1 1 0,5-1 0,8-1 241,19 0 115,58-10 0,-58 7-392,61-4 0,-91 9-59,1 1 0,-1-1-1,1 1 1,-1-1-1,0 1 1,1 1 0,-1-1-1,0 1 1,0 0 0,0 0-1,6 4 1,-8-4-15,1 1 0,-1 0-1,-1-1 1,1 1 0,0 0 0,0 0 0,-1 0 0,0 1 0,0-1 0,0 0 0,0 1-1,0 0 1,-1-1 0,1 1 0,-1 0 0,1 6 0,0-3-1,0 1-1,-1-1 1,0 1 0,0-1-1,-1 1 1,0-1-1,0 1 1,-1-1 0,0 1-1,0-1 1,-1 1 0,0-1-1,0 0 1,-1 0 0,0 0-1,0 0 1,0 0 0,-1-1-1,0 1 1,-1-1 0,1 0-1,-1-1 1,0 1 0,0-1-1,-1 0 1,-8 7 0,7-8 37,1 1 0,-1-1 1,0-1-1,0 1 1,-1-1-1,1 0 0,-1-1 1,-10 2-1,0-1 419,-1-1 0,-25-1 0,42-1-461,0 0 1,0 0-1,1-1 1,-1 1-1,0 0 0,0-1 1,1 1-1,-1-1 1,0 1-1,1-1 0,-1 0 1,1 0-1,-1 0 1,1 0-1,-1 0 0,1 0 1,-1 0-1,1 0 1,0-1-1,-2-1 0,2 1-241,0 0 0,0 1 0,0-1 0,1 0 0,-1 0 0,0 1 0,1-1 0,-1 0 0,1 0 0,0 0 0,0-3 0,0-3-3344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1:5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16 760,'0'0'6940,"-15"-3"-6561,-49-9 177,60 12-449,1-1 0,-1 1 0,0 0 0,1 0 0,-1 0 0,0 1 0,0-1 0,1 1 0,-1 0 0,1 0 0,-1 0 0,1 1 0,-1-1 0,1 1 0,0-1 0,0 1 0,-1 0 0,1 1 0,1-1 0,-1 0 0,-3 4-1,-4 2 152,3-2-191,0 1-1,0-1 0,1 1 0,0 0 0,0 0 0,1 1 0,-1 0 0,2 0 0,-1 0 0,1 0 1,1 1-1,-1 0 0,-2 11 0,1 3-22,2 0 0,0 1 0,0 46 0,4-64-59,-1 0 0,1 0-1,-1 0 1,2-1 0,-1 1 0,1 0 0,0-1-1,0 1 1,0-1 0,1 0 0,-1 0-1,1 0 1,1 0 0,-1 0 0,1-1 0,0 1-1,0-1 1,0 0 0,0 0 0,1 0 0,0-1-1,-1 0 1,1 0 0,10 5 0,-1-2-81,1-1-1,0 0 1,0 0 0,0-2 0,0 0 0,0 0 0,1-2 0,19 0-1,-30-1 132,0-1-1,0 1 0,0-1 1,-1-1-1,1 1 0,0-1 1,-1 1-1,1-1 0,-1-1 1,0 1-1,0-1 0,1 1 1,-2-1-1,1 0 0,0-1 1,-1 1-1,1-1 1,-1 1-1,0-1 0,0 0 1,0 0-1,-1 0 0,0-1 1,1 1-1,-1-1 0,-1 1 1,1-1-1,-1 0 0,0 1 1,0-1-1,1-7 0,-2 9 52,0 0-1,0 0 1,0 1-1,-1-1 0,1 0 1,0 0-1,-1 1 1,0-1-1,0 0 0,0 0 1,0 1-1,0-1 1,0 1-1,-1-1 1,-2-2-1,1 2-24,1 1 1,-1 0-1,0 0 1,0 1-1,0-1 1,0 0-1,0 1 1,-1 0-1,1 0 1,0 0-1,-1 0 1,-5 0-1,1 0-57,0 0 1,0 0-1,0 1 0,0 0 0,0 1 1,0 0-1,0 0 0,0 0 0,1 1 1,-1 1-1,0-1 0,1 1 0,0 0 1,-8 5-1,-2 3-78,1 0-1,0 2 1,0 0-1,-19 21 1,29-28-108,1-1 0,0 2 0,0-1 0,1 0 0,0 1 0,-7 14 0,-2 25-4539,12-22-2671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2:29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56,'0'0'408,"6"-42"-440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2:3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1126 45 2625,'0'0'5507,"-24"-8"-5131,-82-23-102,101 30-250,0-1 0,0 1 0,-1 0 0,1 1 1,0 0-1,-1-1 0,1 2 0,0-1 0,0 0 0,-1 1 1,1 0-1,0 1 0,0-1 0,0 1 0,0 0 0,0 0 0,0 0 1,-5 4-1,-4 1 38,-17 10 83,1 1 1,0 1-1,1 1 0,1 2 0,2 1 0,0 1 0,-31 36 0,38-36-62,1 0 0,1 1-1,2 1 1,0 0-1,1 1 1,2 1 0,1 0-1,-14 57 1,14-30 15,3 0 0,0 62 0,8 112 229,4-169-171,2 1 0,3 0-1,2-1 1,29 87 0,103 221 496,-129-336-636,-2 1 0,-1 1 1,-2 0-1,-1 0 0,3 39 0,-9-51 32,-1 0 1,-1-1-1,-1 1 0,-1 0 1,-1-1-1,-1 1 0,-1-1 1,-1 0-1,-12 29 0,-173 351 556,67-151-552,80-155-23,3 3 0,5 1-1,4 1 1,-18 109-1,-35 177 65,27-129-115,47-192 42,2 1-1,3 0 1,2 0 0,7 72-1,0-114-9,0 0 0,2 0 0,1-1 0,0 0 0,20 44-1,63 107 66,-71-143-71,82 131 62,0 1-135,-81-128 23,-1 2-1,22 66 0,-26-53 1,-2 1 0,9 90 0,-11 106-15,-14-188 90,-3-1-1,-2-1 1,-2 1-1,-20 55 1,-2 13 74,5 3-4,5-19 5,-46 129 0,37-151 157,-52 153 267,72-197-451,2 0 0,2 1 0,-4 75 0,10-66-29,3 1 1,2-1-1,2 0 1,3 0-1,2 0 0,2-1 1,34 88-1,-21-80 103,-10-28-144,-2 1 1,-1 0 0,15 70-1,-18-43-5,17 104 37,9 258 0,-35-344-36,2 0 7,-4 0-1,-18 116 1,5-110 28,-7 153 0,21-200-12,2 0 0,2 0 0,1 0 0,2-1 0,2 1 0,18 54 0,29 38 62,85 147 0,-89-183-94,-38-71 10,1-1 1,19 20-1,-23-30-19,-1 0 1,0 1 0,0-1 0,-1 2-1,-1-1 1,0 1 0,-1 0 0,9 29-1,-10-5-8,-1 1 0,-2-1 0,-4 42 0,2-18-15,-11 181-40,2-83 125,6-64-24,-25 467-47,22-521 18,-2 0 1,-1-1 0,-3 0-1,-29 70 1,40-107 5,-11 31-56,2-1 0,2 1 0,1 0 0,-4 51 0,5 145-348,6-189 368,2-24-88,0 0 1,1-1-1,1 1 1,0-1-1,14 32 1,-11-29 45,0 0 0,-1 0 0,5 38 1,-7-20 64,2 1 1,1-1-1,1 0 1,3-1-1,26 64 1,-30-83-28,0 1-1,-2 0 1,0 0 0,-1 1 0,3 36 0,-7 103-417,-2-76 205,3-68 394,-1 0-1,-1 0 0,0 0 0,-1 0 0,-1 0 1,-1 0-1,0 0 0,-6 15 0,2-14-29,0 0 1,-1 0-1,0-1 0,-1-1 0,-1 1 0,-1-2 0,0 0 0,0 0 1,-1-1-1,-26 18 0,20-15-939,0 0 0,1 0 0,1 2 1,-28 33-1,29-26-3714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331 103 680,'0'0'8615,"-10"-11"-7560,-3-5-675,8 9-159,-1 1 0,1-1 0,-1 1 0,-1 0 0,1 0 0,-12-6 0,13 8-118,-1 1 0,-1 0 0,1 0 0,0 0 0,-1 1 0,1 0 0,-1 0 0,0 1 0,0 0 0,1 0 0,-1 1 0,0-1-1,0 1 1,0 1 0,0 0 0,1 0 0,-10 2 0,9-1-125,0 0 0,0 0 0,0 1-1,0 0 1,0 0 0,1 1 0,-1 0 0,1 0-1,0 0 1,0 1 0,0 0 0,1 0 0,0 0-1,0 1 1,-7 9 0,9-7-14,-1-1 0,1 1 0,0 0 0,1 0 0,0 1 0,0-1 0,1 0 0,0 1 0,0-1 0,1 1 0,0-1 0,2 14 0,-1-19 42,0 0 0,-1 0 0,1 0 0,0 0 0,1 0 0,-1 0 0,0 0 0,1 0 1,0-1-1,-1 1 0,1-1 0,0 1 0,0-1 0,1 1 0,-1-1 0,0 0 0,1 0 0,0 0 0,-1-1 0,1 1 0,0 0 0,0-1 1,0 0-1,0 0 0,0 0 0,0 0 0,3 1 0,9 1 25,-1 0 1,1-1 0,-1 0-1,23-1 1,-31 0-38,-1-1 1,1-1-1,-1 1 1,1-1-1,-1 0 1,0 0-1,1 0 1,-1-1-1,0 0 1,0 0-1,0 0 1,0-1-1,0 0 1,0 0-1,-1 0 1,0 0-1,1-1 1,-1 1-1,0-1 1,-1 0-1,1 0 0,-1-1 1,0 1-1,0-1 1,0 0-1,0 0 1,-1 0-1,2-6 1,27-115 2871,-16 381-2951,-11-208 106,-4-45-189,2 17 606,-1-14-943,0-12-1983,-1-9-1125,0-1-3447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5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3801,'0'0'6645,"2"-1"-5389,6 6-1038,48 68 893,-29-36-917,32 35 1,-49-62-65,1 0 1,0 0-1,0-1 1,1-1-1,0 0 0,0 0 1,21 8-1,-31-14-131,0-1 0,1 0 1,-1 0-1,0-1 0,1 1 0,-1 0 0,0-1 0,1 0 0,-1 1 1,1-1-1,3 0 0,-5-1-225,0 1-1,0-1 1,0 1 0,-1-1 0,1 0 0,0 1-1,-1-1 1,1 0 0,-1 1 0,1-1-1,-1 0 1,1 0 0,-1 1 0,1-1-1,-1 0 1,1 0 0,-1 0 0,0 0 0,0 0-1,0 0 1,1 0 0,-1 1 0,0-1-1,0 0 1,0 0 0,0 0 0,0 0 0,-1-2-1,1-16-6073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3049,'0'0'5250,"-6"24"-4208,-51 182 1059,34-139-1363,-10 42 590,32-104-3509,1-11-722,0-10-1224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1976,'0'0'9177,"4"0"-8542,2 0-504,4-1 45,1 1 1,-1 1 0,1 0-1,-1 0 1,0 1 0,11 3-1,-18-4-172,-1 0-1,1 1 1,-1-1-1,1 0 1,-1 1-1,1-1 1,-1 1-1,0 0 1,0 0 0,0 0-1,0 0 1,0 0-1,0 1 1,-1-1-1,1 0 1,-1 1-1,1 0 1,-1-1-1,0 1 1,0-1-1,0 1 1,-1 0-1,1 0 1,-1 0-1,1-1 1,-1 1-1,0 0 1,0 4 0,0 2-67,1 0 0,-1 0 0,-1 0 1,0-1-1,0 1 0,-1 0 1,0-1-1,0 1 0,-1-1 1,0 0-1,-1 0 0,-6 12 1,1-7-6,6-10 29,1 0 1,-1 0 0,1 1-1,0-1 1,0 1 0,0 0 0,0-1-1,1 1 1,-2 5 0,3-9 93,15 0 1178,-3 0-1257,0-1 0,0 0 0,0-1 1,0-1-1,12-3 0,30-14-3355,-25 8-1114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1544,'0'0'7290,"-1"15"-6574,-3 445 2767,4-451-3417,0-6 9,0 1 1,0 0 0,0 0-1,0-1 1,0 1-1,1 0 1,0 0-1,0-1 1,0 1 0,0-1-1,1 1 1,-1-1-1,1 1 1,4 5-1,-6-9-101,1 0 0,-1 0 1,1 0-1,0 0 0,-1 0 0,1 0 0,-1 0 0,1-1 0,-1 1 0,1 0 0,-1 0 0,1-1 0,-1 1 0,1 0 0,-1 0 0,1-1 0,-1 1 0,1-1 0,-1 1 1,0 0-1,1-1 0,-1 1 0,0-1 0,1 1 0,-1-1 0,0 1 0,0-1 0,1 1 0,-1-1 0,0 0 0,0 1 0,0-1 0,0 0 0,9-19-2219,-6-3-2115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5713,'0'0'9994,"142"-5"-9370,-112 5-319,1 0-305,-3 0-481,0 0-823,17 0-864,-9-8-2041,-3-7-2521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7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2913,'0'0'9176,"-1"7"-9354,-14 199 531,3-27-185,11-146-144,1-25 3,0 1 0,0-1 0,-1 1 0,-2 8 0,0-16 123,2-9-33,-1-10-22,1 3 52,2 1-1,0-1 0,1 0 0,0 1 0,1-1 0,6-17 1,-7 27-68,1-1 0,0 0 0,0 1 0,0-1 0,0 1 1,1 0-1,0 0 0,0 1 0,0-1 0,0 1 1,1 0-1,0 0 0,0 0 0,0 1 0,0-1 1,0 1-1,11-4 0,-9 5-54,-1-1 0,1 1 0,0 0 0,0 1 0,0 0-1,0 0 1,0 1 0,0-1 0,1 1 0,-1 1 0,0 0 0,13 2 0,-15-1-59,-1-1 0,1 1 1,-1 0-1,0 0 0,0 1 1,1-1-1,-2 1 0,1 0 1,0 0-1,0 0 1,-1 1-1,0-1 0,0 1 1,0 0-1,0 0 0,0 0 1,-1 0-1,0 0 0,4 8 1,-3 2-136,0 0 1,0 1 0,-1-1 0,-1 0-1,0 1 1,-3 25 0,1-34 162,0-1 1,0 0-1,-1 1 1,0-1 0,0 0-1,0 0 1,0 0-1,-1-1 1,0 1-1,0-1 1,0 1-1,-1-1 1,0 0-1,1 0 1,-1 0-1,-1-1 1,1 1-1,0-1 1,-1 0-1,0 0 1,-6 2-1,0 1 62,0-1-1,0 0 0,-1-1 1,1 0-1,-1-1 0,0-1 1,0 1-1,-22 0 0,31-3-68,1 0 0,-1 0-1,1 0 1,-1 0-1,1 0 1,0-1 0,-1 1-1,1-1 1,-1 0-1,1 0 1,0 1 0,-1-1-1,1-1 1,-3-1-1,4 2-166,-1-1 0,1 0 0,0 0 0,0 0 0,0 0 0,0 0 1,0 0-1,1 0 0,-1 0 0,0 0 0,1-1 0,0 1 0,-1 0 0,1 0 0,0 0 0,0-1 0,1-2 0,1-17-2258,10 1-535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4441,'0'0'7488,"12"23"-6977,-11-20-491,30 55 492,42 61 0,-55-94-495,1 0 0,1-1 0,23 20 0,-43-44-118,0 1-1,1-1 1,-1 0-1,0 0 0,0 0 1,0 1-1,1-1 1,-1 0-1,0 0 1,0 0-1,1 0 1,-1 0-1,0 0 0,0 1 1,1-1-1,-1 0 1,0 0-1,0 0 1,1 0-1,-1 0 0,0 0 1,1 0-1,-1 0 1,0 0-1,0 0 1,1 0-1,-1 0 1,0 0-1,0 0 0,1-1 1,-1 1-1,0 0 1,0 0-1,1 0 1,-1 0-1,0 0 0,0-1 1,1 1-1,-1 0 1,0 0-1,0 0 1,0-1-1,0 1 1,1 0-1,-1 0 0,0 0 1,0-1-1,0 1 1,0 0-1,0-1 1,0 1-1,0 0 1,1 0-1,-1-1 0,0 1 1,0 0-1,0 0 1,0-1-1,0 1 1,0 0-1,0-1 0,-1 1 1,1 0-1,0-1 1,1-13-4962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2000,'0'0'6966,"-11"24"-5794,-5 6-776,-1 6 415,-21 57 0,16-32-132,-49 91 0,71-152-742,-1 0 0,1 0 0,0 0 0,0 0 0,0 1 1,0-1-1,-1 0 0,1 0 0,0 0 0,0 0 1,0 0-1,0 1 0,-1-1 0,1 0 0,0 0 0,0 0 1,0 0-1,0 1 0,0-1 0,0 0 0,0 0 0,0 0 1,0 1-1,0-1 0,0 0 0,0 0 0,0 1 1,0-1-1,0 0 0,0 0 0,0 0 0,0 1 0,0-1 1,0 0-1,0 0 0,0 1 0,0-1 0,0 0 0,0 0 1,0 0-1,0 0 0,0 1 0,1-1 0,-1 0 1,0 0-1,0 0 0,0 0 0,0 1 0,1-1 0,-1 0 1,0 0-1,0 0 0,0 0 0,1 0 0,-1 0 1,0 0-1,0 0 0,0 1 0,1-1 0,-1 0 0,0 0 1,0 0-1,0 0 0,1 0 0,-1 0 0,0 0 0,0 0 1,1 0-1,15-6-3535,11-10-1983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5201,'0'0'8717,"1"8"-8668,24 187 609,-9-91-132,-11-50-207,-4-35-152,1-1-1,0 1 1,2-1 0,0 1 0,9 23-1,-13-43-198,0 1-1,0 0 1,0 0 0,0 0-1,0 0 1,0-1 0,0 1-1,0 0 1,1 0-1,-1 0 1,0 0 0,0 0-1,0 0 1,0 0-1,0-1 1,1 1 0,-1 0-1,0 0 1,0 0 0,0 0-1,0 0 1,1 0-1,-1 0 1,0 0 0,0 0-1,0 0 1,0 0-1,1 0 1,-1 0 0,0 0-1,0 0 1,0 0 0,0 0-1,1 0 1,-1 0-1,0 0 1,0 0 0,0 0-1,0 0 1,1 0 0,-1 1-1,0-1 1,0 0-1,0 0 1,0 0 0,0 0-1,0 0 1,1 0-1,-1 1 1,0-1 0,0 0-1,0 0 1,0 0 0,0 0-1,0 0 1,0 1-1,0-1 1,0 0 0,0 0-1,0 0 1,0 1 0,0-1-1,3-13-2821,-2-4-1496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28 864,'0'0'13427,"164"-28"-13427,-124 28-152,-1 0-944,19 13-865,-8 2-1119,-8-5-1561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9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63 104,'0'0'10870,"-19"-11"-10304,-63-31-261,80 41-295,-1-1 0,1 1 0,-1 0 0,1 0-1,-1 0 1,1 0 0,-1 1 0,0-1 0,0 1 0,1 0-1,-1-1 1,0 1 0,0 0 0,1 1 0,-1-1 0,0 0-1,0 1 1,1-1 0,-1 1 0,0 0 0,1 0 0,-1 0-1,1 1 1,-1-1 0,1 0 0,0 1 0,-5 3 0,3 1-18,-1-1 0,1 1 0,0 1 0,0-1 0,1 1 0,-1-1 0,-2 12 0,1-7 10,-2 9 53,1 0 0,1 1 1,0 0-1,2-1 0,0 1 1,2 0-1,0 1 0,1-1 1,5 31-1,-4-47 54,0 0 0,0 1 0,1-1 0,0 0 0,0 0 0,1-1 0,-1 1-1,1 0 1,0-1 0,0 1 0,1-1 0,-1 0 0,1 0 0,0-1 0,0 1 0,0-1 0,0 1 0,1-1 0,-1-1 0,1 1-1,0-1 1,0 1 0,9 2 0,-1-2 80,-1 1-1,1-1 0,-1-1 0,1 0 1,0-1-1,0-1 0,0 0 0,0 0 1,13-3-1,-19 0-488,0 1 0,0-1-1,0-1 1,0 1 0,-1-1 0,1 0 0,-1-1-1,0 0 1,0 0 0,-1 0 0,0 0 0,1-1 0,5-9-1,2 0-1841,12-13-3997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1584,'0'0'12883,"64"13"-11795,-34-11-328,4-2-399,-6 0-297,-3 0-64,-6 0-625,-5 0-735,-5 0-1040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3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2593,'0'0'10186,"153"5"-9194,-119-5-480,-7 0-312,1 0-200,-5 0-576,2 0-840,11 0-977,-5-5-1864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3:4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89 2192,'0'0'4866,"-8"26"-4201,-23 84-68,28-99-477,1-1-1,0 0 1,1 1-1,0-1 1,1 1-1,0-1 0,0 1 1,1-1-1,1 1 1,0-1-1,0 1 1,1-1-1,0 0 0,1 0 1,0-1-1,1 1 1,0-1-1,0 0 0,1 0 1,0 0-1,1-1 1,-1 0-1,2 0 1,-1-1-1,1 0 0,0 0 1,1-1-1,-1 0 1,1 0-1,13 5 1,-18-8-80,1-1 1,-1 0 0,1 0 0,0 0 0,0 0 0,0-1-1,0 0 1,0 0 0,0 0 0,0 0 0,0-1 0,0 0-1,1 0 1,-1-1 0,0 1 0,0-1 0,0 0 0,0 0-1,0-1 1,0 1 0,0-1 0,-1-1 0,1 1 0,-1 0-1,1-1 1,-1 0 0,0 0 0,0 0 0,0-1 0,0 1-1,-1-1 1,1 0 0,4-7 0,1-4 238,0-1 0,0 0 0,-1-1 0,-1 0 1,-1 0-1,-1 0 0,0-1 0,2-19 0,-2 5 472,-2 1 1,-2-1-1,-4-57 0,3 84-722,-1 0-1,0-1 1,0 1 0,0 0-1,0 0 1,-1 0 0,0 1-1,0-1 1,0 0-1,-1 1 1,1-1 0,-1 1-1,0 0 1,-1 0 0,1 0-1,-7-6 1,4 6-83,0 0 0,0 0 1,0 1-1,-1 0 0,1 0 0,-1 0 0,1 1 1,-1 0-1,0 0 0,0 1 0,-8-1 0,-2 1-755,1 1-1,-1 0 0,1 2 1,-1 0-1,1 0 1,0 2-1,0 0 0,0 0 1,-28 14-1,-7 9-4806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2:47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419 512 632,'0'0'6650,"0"-170"-6498,-14 109-72,-5 6-72,-3 5-8,-4 5 112,-4 5-104,-6 9-8,-1 4 0,1 9 0,2 8-40,1 5-248,5 5-497,-11 0-311,8 13-352,-2 2-545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3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1616,'0'0'9254,"16"-1"-8268,121-12 1073,-32 12-1598,-59 1-386,-43 0-90,1 0 0,-1 1 0,0-1 0,0 1 0,1-1 0,-1 1 0,0 0 0,0 0 0,0 0 0,0 1 0,0-1 0,0 1 0,0-1 0,-1 1 0,1 0 0,0 0 0,-1 0 0,0 1 0,1-1 0,-1 1 0,0-1 0,0 1 0,2 3 0,-3-4 3,-1 1 0,1-1 1,0 0-1,-1 1 0,1-1 0,-1 0 1,1 1-1,-1-1 0,0 1 1,0-1-1,-1 1 0,1-1 1,0 1-1,-1-1 0,1 0 0,-1 1 1,0-1-1,0 0 0,0 0 1,0 1-1,0-1 0,0 0 1,-1 0-1,1 0 0,-1 0 0,1 0 1,-1-1-1,0 1 0,0 0 1,0-1-1,-3 3 0,-29 18-47,0-2 0,-2-1-1,0-1 1,-1-2 0,-68 19-1,164-41 375,0 2 0,80 5-1,-135-1-345,0 0-1,0 1 1,0-1 0,0 1-1,-1 0 1,1 0-1,0 0 1,-1 0-1,1 1 1,0 0-1,-1-1 1,0 1-1,1 0 1,-1 1 0,0-1-1,0 1 1,0-1-1,-1 1 1,1 0-1,-1 0 1,1 0-1,-1 0 1,0 0-1,0 1 1,0-1-1,-1 1 1,1-1 0,-1 1-1,0 0 1,0-1-1,0 1 1,0 0-1,0 7 1,-1-7-30,0 9-133,0 0 0,-1 0 0,-3 14 0,3-22 180,-1 0 1,1 0 0,-1 0 0,0 0-1,-1-1 1,1 1 0,-1-1 0,0 0-1,0 0 1,-7 8 0,2-3 106,-1-1 0,0 0 0,-1 0 0,1 0 1,-1-2-1,-1 1 0,1-1 0,-1-1 0,0 0 0,-1 0 0,1-1 1,-1 0-1,0-1 0,0-1 0,0 0 0,0 0 0,-13-1 0,18-1-164,-3 0 69,0 0 1,1 0-1,-1-1 1,-10-3-1,18 4-285,-1-1-1,1 0 1,-1 0-1,1 0 1,-1 0-1,1-1 1,0 1-1,0-1 1,-1 1-1,1-1 1,0 0-1,1 1 1,-1-1-1,0 0 1,0-1-1,1 1 1,-1 0-1,1 0 1,-2-4-1,-1-7-5210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36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5753,'0'0'7044,"16"17"-6490,26 25 1,53 73 1,-72-83-375,2 0 1,1-2-1,1 0 0,1-2 1,60 45-1,-73-59-1501,-16-9-1205,-10-3 137,-8-2-592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36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4601,'0'0'7839,"0"22"-7336,1 5-336,1-8-29,-2 0 0,0 0 1,-2 0-1,-6 35 1,-1-23 134,-1-1 0,-1 0 0,-21 39 0,14-32 139,-16 48 0,27-54 467,6-30-1277,0-1 1,0 1-1,-1-1 0,1 0 1,0 1-1,0-1 0,0 0 1,-1 0-1,1 0 0,0 0 1,0 0-1,-1 0 0,1 0 1,0-1-1,-2 1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6:3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4729,'0'0'7198,"20"-3"-6698,6-3-356,-12 3-42,-1 0 0,1 1 0,0 1-1,24-1 1,-36 2-80,1 1 0,-1-1-1,0 0 1,1 0 0,-1 1-1,0 0 1,1-1 0,-1 1 0,0 0-1,0 0 1,0 0 0,0 0-1,0 1 1,0-1 0,0 0 0,0 1-1,0-1 1,0 1 0,-1 0-1,1 0 1,-1 0 0,0 0 0,1 0-1,-1 0 1,0 0 0,0 0-1,0 0 1,1 3 0,-1-1-24,0-1 0,-1 0 0,1 0 0,-1 0 0,0 1 0,0-1 0,0 0 0,0 0 0,0 1 0,-1-1 0,1 0 0,-1 0 0,0 0 0,0 1 0,0-1 0,-1 0 0,1-1 0,-1 1 0,1 0 0,-3 3 0,-85 91-414,89-97 408,0 0 0,0 1-1,-1-1 1,1 0 0,0 0-1,0 1 1,-1-1 0,1 0 0,0 1-1,0-1 1,0 0 0,0 1 0,0-1-1,-1 0 1,1 1 0,0-1-1,0 0 1,0 1 0,0-1 0,0 0-1,0 1 1,0-1 0,0 0-1,0 1 1,0-1 0,0 0 0,0 1-1,1-1 1,-1 0 0,0 1-1,0-1 1,0 0 0,1 1 0,12 4 83,30-5 628,-31-1-388,143 1 952,-154 0-1717,-23 2-3611,-1 9-502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4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6 656,'0'0'8011,"1"-1"-7950,0 1 1,-1-1-1,1 1 0,0-1 0,0 1 0,0-1 1,-1 1-1,1 0 0,0-1 0,0 1 0,0 0 1,0 0-1,0 0 0,0-1 0,0 1 0,-1 0 1,3 1-1,2 6 214,-1 2 0,-1-1-1,1 0 1,-1 1 0,0 0 0,-1-1 0,0 1 0,1 15 0,-2-16-143,6 50 460,-1 89 0,1 7 99,-5-145-325,-1-1-675,-1-4-3320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1880,'0'0'9238,"26"-1"-8104,157-3 520,-104 6-840,-29 0-514,66-7-1,-92 1-494,-7 1-1463,1 1-4077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5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3449,'0'0'7291,"16"-14"-6999,51-47-116,-60 55-132,0-1 1,0 0 0,-1 0-1,0 0 1,-1-1 0,0 1-1,0-2 1,0 1-1,-1 0 1,0-1 0,3-12-1,3-6 173,-9 23-307,6-16 1762,-7 20-1656,0 0 0,0-1-1,0 1 1,0 0 0,1 0 0,-1-1 0,0 1-1,0 0 1,0 0 0,0-1 0,1 1 0,-1 0-1,0 0 1,0 0 0,0 0 0,1-1 0,-1 1-1,0 0 1,0 0 0,1 0 0,-1 0-1,0 0 1,0 0 0,1 0 0,-1-1 0,0 1-1,0 0 1,1 0 0,-1 0 0,0 0 0,1 0-1,-1 0 1,0 0 0,0 0 0,1 1 0,-1-1-1,0 0 1,0 0 0,1 0 0,-1 0-1,0 0 1,0 0 0,1 0 0,-1 1 0,0-1-1,0 0 1,0 0 0,1 0 0,-1 1 0,0-1-1,0 0 1,0 0 0,0 0 0,1 1 0,-1-1-1,0 0 1,0 0 0,0 1 0,0-1-1,0 0 1,0 0 0,0 1 0,0-1 0,0 1-1,8 18-20,-1 0-1,-1 1 0,-1 0 1,-1 1-1,0-1 0,0 33 0,0-17 9,2 49 2,-4-52-4,1 1 1,9 41-1,-12-73-26,0-1-1,0 0 0,0 0 0,1 0 0,-1 0 0,0 0 0,1 0 0,-1 0 1,1 0-1,0 0 0,-1 0 0,1 0 0,0 0 0,-1 0 0,1 0 1,0 0-1,0-1 0,0 1 0,0 0 0,0-1 0,0 1 0,2 0 0,14 1-3972,-6-2 364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2513,'0'0'6082,"-2"18"-5606,-10 62-65,11-75-364,-1 1 0,1-1 0,-1 0 1,0 0-1,-1 1 0,1-2 0,-1 1 0,0 0 0,0 0 1,-1-1-1,1 0 0,-1 0 0,0 0 0,-5 4 0,-6 7 152,-99 105 142,115-120-354,-1 1 1,1-1-1,-1 1 1,1-1-1,-1 1 1,1-1-1,-1 0 1,1 1-1,0-1 1,-1 0-1,1 1 1,0-1-1,-1 0 1,1 0-1,0 0 1,-1 1-1,1-1 0,0 0 1,-1 0-1,1 0 1,0 0-1,-1 0 1,1 0-1,0 0 1,0-1-1,0 1 1,34 0 166,-32 0-191,86 0 118,180 5 144,-235-5-4875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1320,'0'0'10887,"0"-4"-10318,0-11-225,0 22-37,4 55 329,41 281-164,-41-308-467,-3-15 3,0-12 5,-1 0 0,1 0-1,1 0 1,2 9 0,-4-17-30,0 1-1,0-1 0,0 0 0,1 0 0,-1 1 0,0-1 0,0 0 0,1 0 0,-1 1 1,0-1-1,1 0 0,-1 0 0,0 0 0,1 1 0,-1-1 0,0 0 0,1 0 1,-1 0-1,0 0 0,1 0 0,-1 0 0,0 0 0,1 0 0,-1 0 0,1 0 0,-1 0 1,0 0-1,1 0 0,-1 0 0,0 0 0,1 0 0,-1 0 0,0-1 0,1 1 0,-1 0 1,1 0-1,12-8-3333,-3-2-1856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2777,'0'0'9368,"18"9"-8834,-1-1-439,-4-3-48,0 0 0,-1 2 0,0-1 0,-1 2 0,1-1 0,-1 2 0,-1-1 0,11 12 0,48 62 74,-51-58-42,1 0 1,1-2-1,1 0 1,35 28-1,-51-48-9,0 1-1,-1-1 1,1 0-1,0 0 1,0 0 0,1 0-1,-1-1 1,0 0 0,0 0-1,1-1 1,-1 1 0,0-1-1,8-1 1,-30-2-7662,-2-1 1206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23:57:1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3849,'0'0'8480,"0"8"-8149,-2 43 231,-2-1-1,-11 55 1,-32 105 67,46-204-594,-2 26 1686,3-5-10264,0-12 2500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4:06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667 132 568,'0'0'2921,"-1"-6"-2149,1 4-716,0 0 0,-1-1 0,1 1 0,-1 0 0,1 0 0,-1 0 0,0 0 0,0 0 0,0 0 0,0 0 0,0 1 0,0-1 0,0 0 0,-1 0 0,1 1 0,-1-1 0,1 1 0,-1-1 0,1 1 0,-1 0 0,0 0 0,0 0 0,0 0 0,0 0 0,0 0 0,0 0 0,0 0 0,0 1 0,0-1 0,0 1 0,0 0 0,0-1 0,-4 1 0,-81-3 428,-108 8 1,174-3-423,0 1 1,0 0-1,1 2 1,-1 0 0,1 1-1,-26 12 1,35-13-51,1 1 0,-1 0 0,1 1 0,0 0 1,1 1-1,0 0 0,0 0 0,0 1 0,1 0 0,1 0 0,-1 1 1,-7 15-1,9-14-13,0 1 1,2 0 0,-1 1-1,2-1 1,-1 1 0,2-1-1,-2 21 1,2-2 1,5 63 1,-1-78 10,1 1 1,1-1 0,0 0 0,1 0 0,1 0 0,14 27-1,-5-15 6,2-1 1,33 42-1,-30-46 2,1-2 0,1 0 0,1-1 0,1-1 1,28 17-1,1-3 35,85 36 1,-120-61 3,0-2 1,0-1 0,1 0-1,-1-1 1,1-1-1,22 1 1,115-5 196,-147-1-215,0 1 1,0-2-1,0 1 0,0-1 0,0 0 0,-1-1 0,1 0 1,-1 0-1,0-1 0,0 0 0,-1 0 0,0-1 1,1 0-1,6-8 0,0-1 8,0 0 1,-1-1 0,0-1-1,-2 0 1,13-24-1,-13 18 15,-2-1 0,0 0 1,-2 0-1,0-1 0,-2 0 0,4-39 0,-4-156 64,-5 147-158,-1 57 37,0 0-1,0 0 1,-2 0 0,0 1-1,-1-1 1,0 1 0,-1 0 0,-1 0-1,-1 0 1,0 1 0,0 0-1,-10-13 1,10 17 11,-1 1 0,0-1 0,0 2 0,0-1 0,-1 1 0,-1 1 0,1-1 0,-1 2 0,0-1 0,-1 1 0,0 1 0,1 0 0,-2 1 0,1 0 0,0 0 0,-19-2 0,7 3-177,0 1 0,-1 1 0,1 1 0,0 1 0,-1 1 0,1 1-1,0 1 1,1 1 0,-1 2 0,1 0 0,0 1 0,-33 17 0,-2 6-1823,12-3-321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4:5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5 888,'0'0'9596,"-6"-3"-8548,4 1-932,4 3 423,2 1-438,0 0 0,0 1 0,0 0 1,-1-1-1,1 1 0,0 1 0,-1-1 1,0 0-1,4 6 0,27 40 500,-30-42-517,28 43 274,69 99 131,-84-128-436,0-1 0,2 0 0,0-1-1,38 27 1,-29-24-41,-19-14-230,1 0 1,0-1-1,20 11 0,-29-19 100,-1 1-1,1 0 0,-1 0 1,1-1-1,-1 1 0,0 0 1,1 0-1,-1-1 0,1 1 1,-1-1-1,1 1 0,-1 0 1,0-1-1,1 1 0,-1-1 0,0 1 1,0-1-1,1 1 0,-1-1 1,0 1-1,0-1 0,0 1 1,1-1-1,-1 1 0,0-1 1,0 0-1,0 1 0,0-1 1,0 1-1,0-1 0,0 1 1,0-1-1,-1 1 0,1-1 1,0-1-1,0 0-531,0-16-3971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4:5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2 176,'0'0'10941,"0"-2"-9987,-1 10-1001,-12 44 51,-2 0-1,-2-1 1,-30 60 0,-91 139 1836,118-222-1325,20-28-383,5 0-606,11 0-1969,8 0-3093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4:5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 1616,'0'0'5962,"-3"1"-5268,16 2 936,31-1-411,56-1 252,-11 1-832,-35 0-426,80-7 1,-97-4-989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4:5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1504,'0'0'7147,"2"0"-6420,25 3 183,0-1 0,49-3-1,-21-1-220,4 2 146,0-2 1,71-13-1,-123 14-895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1 912,'0'0'5875,"-43"3"-3840,39-1-1794,3-2-179,-1 1-1,1-1 1,-1 1-1,1 0 0,-1 0 1,1 0-1,0 0 1,-1 0-1,1 0 1,0 0-1,0 0 0,0 0 1,-1 0-1,1 1 1,1-1-1,-1 0 0,-1 3 1,37-4 874,379 10 3597,-414 5-11434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0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2401,'0'0'10322,"-1"-7"-9737,2-6-331,0-1-1,1 0 0,1 1 1,0-1-1,0 1 1,7-15-1,0 1 97,-2 1 0,-1-2 0,-1 1 0,-2-1 0,3-46 0,-1 128-588,-4 103 200,-3-60 66,25 187 0,-22-273-20,-2-5 1,1-1 1,0 1-1,0-1 1,1 0-1,-1 1 0,1-1 1,4 8-1,-5-12-38,0-1-1,0 1 1,-1-1-1,1 1 1,0-1 0,0 0-1,0 1 1,-1-1-1,1 0 1,0 1 0,0-1-1,0 0 1,0 0 0,0 0-1,0 0 1,-1 0-1,1 0 1,0 0 0,0 0-1,0 0 1,0 0-1,0-1 1,0 1 0,-1 0-1,1-1 1,0 1-1,0 0 1,0-1 0,-1 1-1,2-2 1,23-15-1292,-24 16 1195,27-23-3291,-3 1-2988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 5265,'0'0'8251,"0"0"-8246,0 0-1,0 0 0,0 0 1,0 0-1,0 0 0,0 0 1,-1 0-1,1 0 0,0 1 1,0-1-1,0 0 0,0 0 1,0 0-1,0 0 1,0 0-1,0 0 0,0 0 1,0 0-1,-1 0 0,1 0 1,0 0-1,0 0 0,0 0 1,0 0-1,0 0 0,0 0 1,0 0-1,-1 0 1,1 0-1,0 0 0,0 0 1,0 0-1,0 0 0,0 0 1,0 0-1,0 0 0,0 0 1,-1 0-1,1 0 0,0 0 1,0 0-1,0 0 1,0 0-1,0-1 0,0 1 1,0 0-1,0 0 0,0 0 1,0 0-1,0 0 0,0 0 1,0 0-1,-1 0 0,1 0 1,0-1-1,0 1 1,0 0-1,0 0 0,0 0 1,-11 12-74,0 1 1,1 0-1,-9 15 1,-14 20 222,-53 44 55,55-61-624,-50 66 0,74-82-432,26-15 904,75-27 87,-50 24 110,82 3 1,-79 2-1047,65-6 0,-111 4 542,0-1 0,0 1-1,1 0 1,-1 0 0,0-1 0,0 1 0,0-1 0,0 1 0,1-1 0,-1 0 0,0 1-1,0-1 1,0 0 0,0 1 0,-1-1 0,1 0 0,0 0 0,0 0 0,0 0 0,-1 0-1,1 0 1,0 0 0,0-2 0,0-7-3991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2601,'0'0'11254,"0"-8"-10682,0-11-425,0 12-113,0 11-85,6 63-107,40 320 847,-34-272-667,-11-111-108,4 29 301,-4-32-288,-1 1 0,0-1 0,1 0 0,-1 0 0,1 0 0,-1 1 0,1-1 0,-1 0 0,1 0 0,0 0 0,-1 0 0,1 0 0,0 0 0,0 0 0,0 0 0,0-1 0,0 1 0,0 0 0,0 0 0,0-1 0,0 1 0,0-1 0,2 1 0,44 0-4261,-19-1-266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2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1 208,'0'0'13003,"0"5"-12668,-9 383 2373,9-290-1649,0-97-688,1-1-439,0-1 0,0 1 1,0-1-1,-1 1 0,1-1 1,0 1-1,0-1 1,-1 1-1,1-1 0,-1 0 1,1 1-1,0-1 0,-1 0 1,1 0-1,-1 1 0,0-1 1,1 0-1,-1 0 0,1 0 1,-1 0-1,0 1 0,0-1 1,0 0-1,1-2 0,4-25-3068,-5 25 2328,1-17-4975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1672,'0'0'8649,"6"0"-7785,146 4 3568,-68-2-3956,0 0-3700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2441,'0'0'7668,"-16"0"-6899,-36 0 229,40 0 434,47 0-296,422 3 1257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46 1720,'0'0'11221,"-1"-8"-10432,-2-22-247,4 22-25,3 9-528,-3 0 59,5 1-44,-1 1 1,1 0 0,-1 1-1,0-1 1,0 1 0,-1 0-1,1 0 1,-1 1-1,0-1 1,0 1 0,5 8-1,6 6 45,42 45 111,3 6-252,2-3-1,90 73 0,-152-139 52,0-1-1,0 0 1,0 1-1,1-1 1,-1 0-1,0 0 1,0 1-1,1-1 1,-1 0-1,0 0 1,1 0-1,-1 1 1,0-1-1,0 0 1,1 0-1,-1 0 1,0 0-1,1 0 1,-1 0-1,1 1 1,-1-1-1,0 0 1,1 0-1,-1 0 0,0 0 1,1 0-1,-1 0 1,0-1-1,1 1 1,-1 0-1,0 0 1,1 0-1,-1 0 1,0 0-1,1 0 1,-1-1-1,0 1 1,1 0-1,-1 0 1,0 0-1,0-1 1,1 1-1,-1 0 1,0 0-1,0-1 1,1 1-1,-1 0 0,0-1 1,0 1-1,0 0 1,0-1-1,1 1 1,-1 0-1,0-1 1,0 1-1,0 0 1,0-1-1,0 1 1,0 0-1,0-1 1,0-30-1571,-1 22 222,1-23-3551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74 3065,'0'0'11498,"1"-15"-10666,-1 8-710,1-40 187,0 42-327,-1 37-211,-26 570 1017,19-497-1232,14-110-1769,11-11-159,1-5-1892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6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1 128,'0'0'5313,"-16"6"-4575,-51 18 19,62-23-658,-21 8 1519,31-8-211,11-2-1585,422 11 1914,-67 0-1227,-262-9-201,456 15 2698,-564-16-2965,-1 0 1,1 0-1,-1 0 1,1 0 0,0-1-1,-1 1 1,1 0-1,-1 0 1,1 0 0,0 0-1,-1 0 1,1 1-1,-1-1 1,1 0-1,-1 0 1,1 0 0,0 0-1,-1 1 1,1-1-1,-1 0 1,1 1 0,-1-1-1,1 0 1,-1 1-1,1-1 1,-1 1-1,0-1 1,1 0 0,-1 1-1,0-1 1,1 1-1,-1-1 1,0 1 0,1-1-1,-1 1 1,0 0-1,0-1 1,0 1 0,1-1-1,-1 1 1,0 0-1,0 0 1,3 13-517,11 46-54,-12-34-2408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2088,'0'0'9118,"18"-12"-8452,62-37 10,-76 47-608,0 0 0,1-1 0,0 1 0,-1 1 0,1-1 0,0 1 0,0 0 0,-1 0 0,1 0 0,0 1 0,0 0 0,0 0 0,0 0 0,6 1 0,8 0 83,-16-1-150,0 0 0,0 0-1,-1 1 1,1-1 0,-1 1 0,1-1 0,0 1 0,-1 0-1,1 0 1,-1 0 0,0 0 0,1 1 0,-1-1 0,0 1-1,0-1 1,0 1 0,0 0 0,0 0 0,0 0-1,0 0 1,0 0 0,-1 0 0,1 0 0,-1 1 0,0-1-1,0 0 1,0 1 0,0-1 0,0 1 0,1 3 0,1 8-52,-1 0 1,0 0-1,-1 1 1,-1 21 0,0-22 44,-1-4 31,0-1 0,-1 1 0,0 0 0,0-1 1,-1 1-1,-1-1 0,1 0 0,-2 0 0,1 0 0,-1 0 1,0-1-1,-1 0 0,0 0 0,0 0 0,-1-1 0,-11 11 0,-1-2-124,0 0 0,-1-2 0,0 0 0,-2-1 0,-34 16 0,55-29-48,29-5-18,7-4 376,-1 2 0,1 2 0,0 1 0,0 1 0,48 4 0,-68-1 2,-7 0-200,-1-1 0,0 1-1,0-1 1,0-1 0,11-3 0,15-9-2694,-16 4-1264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0 232,'0'0'11105,"25"0"-10075,154 0 670,74 13-762,-242-7-1855,-7-1-942,-16 1-7505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56,'0'0'5049,"-22"13"-4506,-68 41-91,85-51-379,0 0 0,-1 1 0,2 0 0,-1 0 0,0 0 1,-6 8-1,10-10-19,0 0 0,0-1 0,0 1 1,1 0-1,-1 0 0,1 0 0,-1 0 1,1 0-1,0 0 0,-1 0 0,1-1 0,1 5 1,-1-5-18,0 0 16,0-1 0,0 1 0,1 0 1,-1-1-1,0 1 0,1-1 1,-1 1-1,1-1 0,-1 1 1,1-1-1,-1 0 0,1 1 0,-1-1 1,1 1-1,-1-1 0,1 0 1,-1 0-1,1 1 0,0-1 1,-1 0-1,1 0 0,-1 0 0,1 0 1,0 1-1,-1-1 0,1 0 1,0 0-1,0-1 0,25 2 888,-22-1-679,85-2 1756,70 2-993,-155 1-1031,1 0-1,0 1 0,-1-1 1,1 1-1,-1 0 0,1 0 0,-1 1 1,0-1-1,0 1 0,0 0 0,0 0 1,-1 0-1,1 1 0,3 4 0,-3-3-25,0-1-1,0 1 1,-1-1 0,0 1-1,0 0 1,0 1-1,0-1 1,-1 0-1,0 1 1,0-1-1,1 10 1,-2-7 2,0-1 1,-1 0 0,0 1 0,0-1-1,-3 11 1,2-15 41,0 0 0,0 0-1,0 0 1,0 0 0,-1 0 0,0 0 0,1 0-1,-1-1 1,0 1 0,0-1 0,0 1 0,-1-1-1,1 0 1,-4 3 0,-3 1 41,-1 0 0,1-1 0,-1 1 0,0-2-1,0 0 1,-1 0 0,1-1 0,-1 0 0,-14 2 0,-8-1-541,-58-1 0,97-9-1341,16-6-449,5-3-1319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0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1 368,'0'0'5457,"-20"8"-4698,-64 29 16,76-33-661,1 0 1,0 0-1,0 1 1,0 0-1,1 0 0,0 1 1,0 0-1,0 0 1,0 0-1,1 1 1,0-1-1,1 1 0,0 1 1,-5 9-1,-1 0 86,1 0-71,1-1-1,0 1 1,1 1-1,1-1 1,0 1 0,2 0-1,0 0 1,1 1-1,0-1 1,2 1-1,0-1 1,4 32-1,-3-46-74,1 0-1,0-1 0,1 1 1,-1 0-1,1 0 0,-1-1 1,1 1-1,0-1 0,1 0 1,-1 1-1,0-1 1,1 0-1,0 0 0,0-1 1,0 1-1,0-1 0,0 1 1,0-1-1,1 0 0,-1 0 1,1 0-1,-1-1 0,1 1 1,0-1-1,0 0 0,6 2 1,6 0 223,0 0 0,1-1 0,-1-1-1,1-1 1,16-1 0,-27 0-163,-1 1 0,0-2 1,1 1-1,-1-1 0,0 1 0,1-1 0,-1-1 0,0 1 0,-1-1 0,1 0 0,0 0 0,-1 0 0,0-1 0,0 0 0,0 1 0,0-1 0,0-1 0,-1 1 1,1 0-1,-1-1 0,-1 0 0,1 0 0,-1 0 0,1 0 0,-1 0 0,-1 0 0,1-1 0,-1 1 0,0 0 0,0-1 0,-1 1 0,1-1 0,-2-7 0,1 12-107,0 1-1,0-1 0,-1 0 1,1 1-1,0-1 0,-1 1 1,1-1-1,-1 1 0,1-1 1,-1 1-1,1-1 0,-1 1 1,1-1-1,-1 1 0,0 0 1,1-1-1,-1 1 0,1 0 1,-1-1-1,0 1 0,1 0 1,-1 0-1,0 0 0,1 0 1,-1-1-1,0 1 0,1 0 1,-1 0-1,0 0 0,0 1 1,-31-1-206,21 0 92,-5 1-530,-1 0 1,0 2-1,1 0 0,0 1 1,0 0-1,0 1 0,0 1 1,0 1-1,1 0 0,1 1 1,-22 15-1,3-2-4379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1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0 299 368,'0'0'4505,"6"2"-3406,15 3-434,0-1 0,1-1 0,0-1 0,-1 0 1,1-2-1,28-3 0,13 1 231,75 2 1222,353-8 106,119 1-1169,-359 9-667,387-31-244,-401 15-142,317-36 75,-180 4-56,-247 33-18,379-28-212,-84 8 47,-190 14 134,171-19 1108,-394 36-886,-5 2-20,-1 0 1,1 0 0,-1-1 0,0 0-1,1 0 1,-1 0 0,0 0-1,1 0 1,-1-1 0,0 1-1,3-3 1,-5 3-118,-4 1-2362,-38 8-6748,4 2 859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1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63 656,'0'0'11628,"14"-7"-10959,-5 2-566,7-3 100,1 0 0,-1 1 0,1 1 1,0 0-1,24-4 0,-33 9-118,5-1 4,-1 1 0,1 0 0,16 1-1,-27 0-93,0 0-1,0 0 0,0 1 0,1-1 0,-1 1 0,0-1 0,0 1 0,0 0 1,0 0-1,0-1 0,0 2 0,0-1 0,0 0 0,0 0 0,0 1 0,0-1 0,-1 1 1,1-1-1,-1 1 0,1 0 0,-1-1 0,0 1 0,1 0 0,0 3 0,1 5 15,0-1-1,-1 0 0,0 1 0,-1-1 0,0 1 1,-1 0-1,0-1 0,0 1 0,-1 0 0,0-1 0,-1 1 1,0-1-1,0 1 0,-1-1 0,0 0 0,-1 0 1,0 0-1,0-1 0,-1 1 0,0-1 0,-7 7 0,-7 10-145,-2-2 0,-1-1 0,0 0 0,-1-2 0,-2-1-1,-40 25 1,63-43 80,1-1 278,13 0-449,0-2-1,0 1 0,16-6 0,28-2 193,30 7 470,-52 3 63,-1-2 0,0-1 0,40-8 0,-68 8-525,0 0-1,0-1 1,0 0 0,-1 0-1,1 0 1,0 0-1,-1-1 1,0 0-1,0 0 1,0 0 0,-1 0-1,7-9 1,6-8-3680,-2 7-1157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1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4 200,'0'0'10504,"-2"-1"-10344,0 0 0,-1 1 1,1-1-1,-1 1 1,1 0-1,0-1 1,-1 1-1,1 0 1,-5 1-1,-1 6-70,1 1-1,1-1 1,-1 1-1,2 1 1,-1-1-1,1 1 1,-6 14-1,5-13-54,-5 13 27,0 1 1,2 1-1,1-1 1,0 2 0,2-1-1,-3 29 1,5-12-20,1-1-1,2 1 1,5 45 0,-2-76 90,0 0-1,0 1 1,1-1-1,0 0 1,1 0-1,0-1 1,1 1-1,0-1 1,1 0-1,0 0 0,0-1 1,1 0-1,0 0 1,1 0-1,0-1 1,0 0-1,18 12 1,-24-19-172,0 0 1,0 0 0,0 0 0,1-1-1,-1 1 1,0-1 0,0 0-1,0 1 1,0-1 0,0 0 0,1 0-1,-1-1 1,0 1 0,0 0-1,0-1 1,0 1 0,0-1 0,0 0-1,2 0 1,2-2-960,-1 1-1,1-1 1,-1-1-1,0 1 1,5-5 0,8-9-4618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1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2969,'0'0'8048,"7"0"-7332,88-5 1603,-59 1-1736,1 2 0,52 4 0,-87-2-600,-1 1 0,-1-1 0,1 1 0,0 0 1,0-1-1,0 1 0,0 0 0,0 0 0,0-1 1,-1 1-1,1 0 0,0 0 0,-1 0 0,1 0 0,-1 0 1,1 0-1,-1 0 0,1 0 0,-1 0 0,0 0 1,1 0-1,-1 1 0,0-1 0,0 0 0,0 0 1,0 0-1,0 0 0,0 2 0,-2 34-329,1-32 345,-1 0 0,1 0 0,-1 0 0,-1-1 0,1 1 0,-1 0 0,0-1 0,0 0 0,0 0 0,0 0 0,-1 0 0,0 0 0,1-1 0,-8 5 0,-10 8-126,-35 19-1,52-33 77,3-1 46,-4 2-88,0 0 0,-1 0 0,1 0 0,-1 0 1,0-1-1,0 0 0,1 0 0,-1-1 0,-11 2 684,20-3-545,-1 0 0,1-1 0,-1 1 0,1-1 0,-1 1 0,0-1 0,1 0 0,-1 0-1,0 0 1,3-1 0,-5 2-42,11-4 8,1 0 1,0 0 0,-1 1 0,1 1 0,0 0 0,16 0 0,74 4-163,-99-2 133,0 0 0,0 0 0,0 1 0,-1 0 0,1-1 1,0 1-1,0 0 0,0 1 0,0-1 0,-1 0 0,1 1 1,-1-1-1,1 1 0,-1 0 0,0 0 0,1 0 0,-1 0 1,0 0-1,0 1 0,0-1 0,-1 1 0,1-1 0,-1 1 1,1-1-1,-1 1 0,0 0 0,2 5 0,-1 0-8,0 1-1,-1 0 1,0 0 0,0 0-1,-1 0 1,0 0-1,-1 0 1,-1 10-1,1-15 55,-1 0-1,1 0 0,-1 0 1,1 0-1,-1-1 0,0 1 0,-1 0 1,1-1-1,-1 0 0,1 1 1,-1-1-1,0 0 0,0 0 1,-1-1-1,1 1 0,0-1 0,-1 0 1,-4 3-1,0-1 96,0 0 0,0 0-1,0-1 1,0 0 0,-1-1 0,1 0 0,-16 2 0,14-3-54,1 0-160,-1 0 0,1 0 1,-1-1-1,1-1 0,-1 1 0,1-2 0,-12-2 1,20 3-102,0 1 0,0-1 0,0 0 1,0-1-1,0 1 0,0 0 1,0 0-1,1 0 0,-1 0 1,0-1-1,1 1 0,-1 0 1,1-1-1,-1 1 0,1-1 1,0 1-1,-1 0 0,1-1 1,0 1-1,0-1 0,0 1 1,0-1-1,0 1 0,1-3 0,-1-1-1088,0-13-3370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1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2312,'0'0'7427,"4"3"-6717,29 27-1,-2 1 0,0 1 0,31 45 0,-51-62-724,-1 1 1,-1 1-1,0-1 0,-1 1 1,-1 1-1,0 0 1,-2-1-1,0 2 0,-1-1 1,3 29-1,-7-44 12,4 133 121,-5-121-50,0 0-1,-1 0 0,-1 0 1,0 0-1,-1 0 0,-1-1 0,-6 14 1,11-27-313,-7 13 898,6-8-4125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1 992,'0'0'8559,"15"13"-7657,99 90 792,164 129 818,-259-215-2943,-4-3 802,0-2-1,28 19 1,-40-29-654,0 1 1,1-1-1,0-1 1,-1 1-1,1 0 0,0-1 1,0 0-1,0 0 1,0 0-1,0-1 1,0 1-1,0-1 1,0 0-1,0 0 1,0 0-1,0 0 1,0-1-1,8-2 0,-3-3-3431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17 3745,'0'0'9434,"-2"-4"-9150,-7-9-224,2 16-32,-7 30 97,9-16 26,-53 134 682,-78 143 1,130-285-776,4-7-45,1-1 1,0 1 0,0 0-1,0 0 1,0 0-1,0-1 1,0 1 0,1 0-1,-1 0 1,1 0-1,-1 0 1,1 3 0,0-5-181,4 0-570,7 0-656,0-1 0,0-1 1,14-3-1,16-7-7053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1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1 128,'0'0'7751,"-5"2"-6928,-7 5-170,12-3 525,33 2 801,95 2 627,3 0-2494,-129-8-159,23 7-2072,-24-7 1806,-1 0-1,1 1 1,-1-1-1,1 1 1,-1-1-1,1 1 1,-1-1-1,0 1 1,1-1-1,-1 1 1,1-1-1,-1 1 1,0-1-1,0 1 0,1-1 1,-1 1-1,0 0 1,0-1-1,0 1 1,0-1-1,1 1 1,-1 1-1,0 3-3755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1816,'0'0'10051,"26"0"-9114,170 0 549,-90 0-1407,-61 0-5103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1608,'0'0'6263,"-26"3"-5563,-79 7 11,94-9-348,0 0-1,0 0 1,0 1-1,0 1 1,-12 4-1,4 0 6,83-4 1786,186-13-643,-171 4-7100,-57 2 705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5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1 231 2585,'0'0'9939,"0"-6"-9232,0 2-635,0-6 203,0 0-1,0 0 1,1 0 0,1 1-1,-1-1 1,7-16 0,11-32 169,-14 41 263,1 0 0,13-27-1,-8 111-1419,-4 59 811,-5-71-85,15 90 1,-17-144-46,0 0 0,0 0-1,0 0 1,1 0-1,-1 0 1,0 0 0,1 0-1,-1 0 1,1 0 0,-1 0-1,1 0 1,0 0-1,-1 0 1,1-1 0,0 1-1,-1 0 1,1-1 0,0 1-1,0 0 1,0-1-1,0 1 1,0-1 0,-1 1-1,1-1 1,0 1 0,0-1-1,0 0 1,0 0 0,0 1-1,2-1 1,1 0-556,0 0 0,0-1 0,0 1 0,-1-1 0,1 0 0,6-2 0,10-4-4766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3849,'0'0'6253,"-2"15"-5829,-2 3-319,0 0 1,-1 0-1,0 0 0,-2-1 0,0 0 0,-1 0 1,-17 26-1,1-14-13,-1-2 1,-37 32-1,65-56-330,9-1 191,16-1 75,-26-1-43,103 2 81,115-5 1428,-213 2-1635,-1 0-1,1-1 0,-1 1 0,1-1 0,-1-1 0,0 1 0,8-5 1,-11 0-3928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34 3769,'0'0'8492,"-1"-6"-7709,-1-16-113,2 17 359,0 13-839,2 23-6,2-1 1,1 1 0,2-1-1,14 42 1,-9-30 65,12 65-1,-23-85-153,-1-17-50,0 1 0,1-1 0,-1 1 0,1-1 0,0 0 0,0 0 0,1 1 0,0-1 1,3 8-1,-2-12-301,1 0 1,-1 0-1,0-1 1,0 1-1,1-1 1,-1 0 0,0 0-1,1 0 1,-1 0-1,0 0 1,6-2-1,-6 2 85,27-8-2854,1-3-2719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 2729,'0'0'8719,"-1"-5"-8010,-3-15-50,3 15 437,0 6-1053,1 1 0,-1 0 0,1-1 0,-1 1-1,1 0 1,0 0 0,0-1 0,-1 1 0,1 0-1,0-1 1,1 1 0,-1 3 0,0-1 15,-1 86 298,-1-31-135,8 93 0,3-108 19,-7-59-11564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1800,'0'0'9218,"179"23"-8217,-135-23-377,-2 0-296,-11 0-216,-6 0-112,-5 0-240,2 0-937,-5 5-1287,-3-3-2081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28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16 264,'0'0'5888,"-17"-1"-5200,-7-2-399,-57-1 3423,114 4-1916,410-7 2627,-442 7-4843,-15 5-11619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30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2264,'0'0'10087,"13"-6"-9083,44-22-316,-51 23-599,1 1 0,-1-2 0,0 1 1,0-1-1,-1 1 0,0-2 0,0 1 0,0 0 0,-1-1 1,0 0-1,0 0 0,-1 0 0,1-1 0,-2 1 0,1-1 1,2-12-1,-5 17-67,14-67 1645,-14 70-1650,0 0 0,0 0 0,0-1 0,0 1 1,0 0-1,0 0 0,0 0 0,0-1 0,0 1 0,1 0 0,-1 0 1,0 0-1,0 0 0,0-1 0,0 1 0,0 0 0,0 0 1,1 0-1,-1 0 0,0 0 0,0 0 0,0 0 0,0-1 1,1 1-1,-1 0 0,0 0 0,0 0 0,0 0 0,1 0 1,-1 0-1,0 0 0,0 0 0,0 0 0,1 0 0,-1 0 1,0 0-1,0 0 0,0 0 0,1 0 0,-1 0 0,0 0 1,0 0-1,0 0 0,1 1 0,-1-1 0,0 0 0,10 10-109,4 15-256,9 25 278,26 87-1,-31-79 33,28 58 1,-45-115-40,0 0 0,0-1 1,0 1-1,0 0 0,0 0 0,0 0 0,0-1 0,0 1 0,0-1 0,0 1 0,1-1 0,-1 1 0,0-1 0,0 1 0,1-1 0,-1 0 0,0 0 0,0 0 0,1 0 0,-1 0 0,0 0 0,2 0 0,32-4-1629,-30 3 1450,34-9-3050,0-2-2629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2088,'0'0'3290,"-22"2"-2691,-71 6 55,88-7-546,0 0 0,-1 0 0,1 0 0,0 0 0,0 1 0,0 0 0,0 0 0,0 1 0,1-1-1,-1 1 1,1 0 0,-1 0 0,1 1 0,0-1 0,0 1 0,1 0 0,-1 0 0,1 0 0,-1 0 0,2 1 0,-1-1 0,-4 11 0,6-15-101,-8 17 129,1 1 1,0 0-1,1 0 1,0 0-1,2 1 1,0 0-1,2 0 1,0 0-1,0 0 1,2 1 0,1-1-1,2 29 1,0-42-96,0 1 0,0-1 0,0 0 0,1 0 1,0 0-1,0 0 0,0 0 0,1 0 1,0-1-1,0 0 0,0 1 0,1-2 0,0 1 1,0 0-1,0-1 0,6 4 0,-4-3 82,1 0 0,-1-1 0,1 1 0,0-2 0,0 1 0,1-1 0,-1 0 0,1-1 0,-1 0 0,1 0 0,15 1 0,-12-3 13,0 0-1,-1-1 1,1 0 0,0-1-1,-1-1 1,0 1 0,14-6-1,-21 6-41,-1 1 0,1-1-1,-1 0 1,1-1 0,-1 1-1,0-1 1,0 1-1,0-1 1,0 0 0,0 0-1,-1 0 1,1 0 0,-1-1-1,0 1 1,0-1 0,0 1-1,0-1 1,-1 0-1,1 0 1,-1 1 0,0-1-1,0 0 1,-1 0 0,1-7-1,0 3 109,0 3-57,-1 0-1,0 0 1,0-1-1,0 1 1,-2-10-1,2 14-134,0-1-1,-1 1 1,0 0-1,1 0 1,-1-1 0,0 1-1,1 0 1,-1 0-1,0 0 1,0 0 0,0 0-1,0 0 1,0 0 0,0 0-1,0 0 1,0 1-1,0-1 1,-1 0 0,1 1-1,0-1 1,0 1-1,-1-1 1,1 1 0,0-1-1,-1 1 1,-1 0-1,-15-3-62,1 1 0,-1 1 0,1 1 0,-1 0 0,0 1 0,-22 5 0,30-4-294,0 1 1,-1 0-1,1 1 1,1 0-1,-1 0 1,0 1-1,1 0 0,0 1 1,0 0-1,1 0 1,-12 12-1,-11 17-3284,8-5-2753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3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18 416,'0'0'6449,"17"1"-5544,131 5 1869,-30-4-1940,130-4 1587,-154-8-1890,87-5 32,564 15 946,251 0-1746,-620 8 171,80 2-1334,-482-3-3674,10 1 650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3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14 1792,'0'0'6715,"-8"-2"-6216,-7-2-122,-1 1 1,-23-1 0,32 3-213,0 1 0,1 0 0,-1 0 0,0 1 1,0 0-1,0 0 0,1 1 0,-1 0 0,-12 5 1,9-2-137,0 1 1,1 0-1,0 1 1,0 0 0,1 1-1,0 0 1,0 0-1,0 1 1,1 0 0,1 0-1,0 0 1,0 1-1,0 0 1,2 0 0,-1 0-1,1 1 1,1 0-1,-1 0 1,2 0 0,0 0-1,0 0 1,1 0-1,0 1 1,2 11 0,-2-11-15,1 0 0,1 0-1,0 1 1,4 13 0,-3-22-17,-1 1 0,1 0 0,0-1 0,1 1 0,-1-1-1,1 0 1,0 0 0,0 0 0,0 0 0,0 0 0,1-1 0,7 7-1,1-1-3,0 0-1,0-1 1,1-1-1,0 0 0,1-1 1,0 0-1,0-1 1,0 0-1,0-1 0,1-1 1,-1-1-1,1 0 1,0 0-1,0-2 1,-1 0-1,27-3 0,-36 2 22,0-1-1,0 0 1,0 0-1,0 0 1,-1 0-1,1-1 1,-1 0-1,0 0 1,1 0-1,-1 0 1,-1-1-1,1 0 1,0 0-1,-1 0 1,0 0-1,0 0 1,3-6-1,-4 6 40,1 0 0,-1-1 0,0 1 0,0-1 0,0 1-1,-1-1 1,0 0 0,1 1 0,-2-1 0,1 0 0,-1 0 0,1 0-1,-1 0 1,-1 0 0,1 0 0,-1 0 0,0 0 0,-2-6 0,2 8-34,-1 1 0,0 0 0,0-1 1,0 1-1,0 0 0,0 0 0,0 0 1,0 1-1,-1-1 0,1 0 0,-1 1 1,0 0-1,1-1 0,-1 1 0,0 0 1,0 0-1,1 1 0,-1-1 0,0 1 1,0-1-1,0 1 0,-4 0 0,-7-1-44,-1 1-1,1 1 0,-18 2 0,21 0-49,0 0-1,1 1 1,-1 0 0,1 1-1,0 0 1,0 0-1,0 1 1,1 1-1,0-1 1,0 1 0,1 1-1,0 0 1,0 0-1,1 1 1,-9 12-1,14-17-222,-1 0 0,1 0 0,0 0 0,1 1 0,-1-1 0,1 1 0,0-1 0,0 1 0,0 4 0,0-5-328,1-1-1,0 1 1,0-1-1,1 1 1,-1-1 0,1 0-1,1 6 1,10 8-4183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2184,'0'0'9392,"12"10"-8512,56 60 77,64 60 71,-98-100-681,0-1 0,45 27 0,45 18-46,-123-73-884,3 2 1148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2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5505,'0'0'5467,"-6"17"-4698,-99 274 1124,38-103-1736,66-187-296,7-3-2027,11-11-1316,5 0-3354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97 3881,'0'0'6935,"-2"-10"-5975,-5-76 3267,2 269-5911,5-192 2687,-1-5-985,1 7 58,0 0-1,0 0 1,1 0 0,2-14-1,-3 19-299,1 0-1,0 0 0,0 0 1,0 0-1,0 0 1,0 0-1,0 0 0,0 1 1,0-1-1,1 0 1,-1 1-1,1-1 0,-1 1 1,1 0-1,0-1 1,-1 1-1,1 0 0,0 0 1,0 0-1,0 0 1,3-1-1,12-1-5191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56,'0'0'11154,"48"7"-9985,-12-4-249,3-3-448,3 0-304,-6 2-168,-3-2-72,-5 3-440,-5-1-512,2 1-617,-6-3-863,-7 2-1809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2529,'0'0'8953,"145"16"-7800,-106-16-377,-3 0-400,0 0-264,1 0-112,16 0-648,-6 0-1113,-5 0-2175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4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2545,'0'0'8851,"11"2"-7966,50 8 701,87 3 0,-106-12-3258,63-6-1,-65-4-2736,-4-1-3290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2873,'0'0'6546,"5"-17"-6172,35-132 1609,-34 126-1223,-2 12 20,-1 0 1,-1 0-1,3-21 1416,-3 45-2368,40 203-134,-6-36 411,-33-161-156,-2-11-33,0 0 0,0 0 1,1 1-1,0-1 0,1 0 1,-1 0-1,9 14 0,-10-21-302,1 0 0,0-1 0,0 1-1,0 0 1,0-1 0,1 0 0,-1 1 0,0-1-1,0 0 1,0 0 0,0 0 0,0 0-1,0-1 1,3 1 0,4-1-2582,10 1-3650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5193,'0'0'8574,"-1"31"-7751,-2-20-764,-1 1 0,0-1 0,0 0 0,-1 0 0,-1 0 0,1-1 0,-2 0 0,-9 13 0,-68 70-177,68-77-30,-32 28-2135,76-42 1103,214-2 1688,-139 0-4618,-87 0 2300,-6-5-273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4001,'0'0'10633,"0"-8"-10349,0-19-266,0 55-47,1 68 272,29 273 153,-30-359-490,2 5 178,-1-1 0,2 0-1,3 14 1,-5-25-123,-1-1 0,1 0 0,0 1 0,-1-1 0,1 0 0,0 0 0,0 0 0,1 0 0,-1 0 0,0 0 0,1 0 0,-1 0 0,1 0 0,0-1 0,-1 1 0,1-1 0,0 1 0,0-1 0,0 0 0,0 1 0,0-1 0,0 0 0,1-1 0,-1 1 0,0 0 0,3 0 0,42-2-5798,-24-5-2884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33 2609,'0'0'11219,"0"-8"-10448,-2-16-379,1 29-175,5 58-119,9 430 803,-12-493-978,0 0 0,0-1 0,-1 1-1,1 0 1,0-1 0,0 1 0,0-1-1,-1 1 1,1-1 0,0 1-1,-1-1 1,1 1 0,0-1 0,-1 0-1,1 1 1,-1-1 0,2-1 0,4-13-2307,-1-2-1927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2657,'0'0'7289,"187"37"-6593,-128-32-672,33-5-24,-14 0-2144,-8 0-5786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1 299 2497,'0'0'5107,"0"-22"-4647,0-152 2756,0 72 2292,9 146-5812,3 75 254,22 155 69,-33-265-15,0-6-2,-1 0 0,0 0 1,1 0-1,-1 0 0,1 0 0,0 0 0,0 0 0,0-1 0,0 1 0,1 0 1,-1-1-1,2 4 0,-1-6-161,0 1-1,-1-1 1,1 1 0,0-1 0,0 0-1,-1 0 1,1 1 0,0-1-1,0 0 1,-1-1 0,1 1 0,0 0-1,3-1 1,-2 0-345,15 1-2237,3-5-2044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8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1896,'0'0'4063,"-25"4"-3385,-80 17 23,98-19-610,1 0 1,0 0 0,0 1 0,0 0 0,1 0 0,-1 0 0,1 1 0,-1 0 0,1 0 0,0 0 0,1 0 0,-1 1 0,1 0-1,0 0 1,0 0 0,-6 10 0,0 0 82,1-2-120,1 0 0,1 1 1,0-1-1,1 1 0,0 1 0,1-1 0,0 1 1,-3 24-1,4-9 3,1-1 1,2 1-1,4 44 0,-3-68-39,1 0-1,0-1 0,0 1 1,1 0-1,-1-1 0,1 1 1,1-1-1,-1 0 1,1 1-1,0-1 0,0 0 1,0-1-1,1 1 0,-1 0 1,1-1-1,1 0 0,-1 0 1,0 0-1,1-1 0,0 1 1,0-1-1,0 0 0,10 4 1,-1-2 25,1 1 1,1-2 0,-1 0 0,0-1 0,1 0 0,0-2-1,26 1 1,-38-2 17,1-1-1,-1 1 0,1-1 0,-1 0 1,0 0-1,0 0 0,1-1 0,-1 0 1,0 1-1,0-1 0,0-1 1,-1 1-1,1-1 0,-1 1 0,1-1 1,-1 0-1,0 0 0,0-1 0,0 1 1,0 0-1,-1-1 0,1 0 1,1-4-1,0 0 182,0 0 1,-1 0-1,0 0 0,0 0 1,-1-1-1,0 0 1,0 1-1,-1-1 0,0 0 1,-1-16-1,0 23-225,-1 0-1,1 0 0,0 0 1,-1 0-1,1 1 0,-1-1 1,0 0-1,0 0 1,0 0-1,0 1 0,0-1 1,0 0-1,0 1 1,0-1-1,-1 1 0,1-1 1,0 1-1,-4-3 0,0 2-5,1-1-1,-1 1 1,1-1-1,-1 2 1,0-1-1,0 0 0,-6 0 1,-9-2-262,0 2 0,-37 0 1,57 2 244,-18 0-343,-7 0-1388,-43 4-1,25 7-2889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4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2008,'0'0'5700,"-13"0"-5246,3 1-733,-28 0 1836,34-1-936,7 0-6,25 0 401,747 15 1503,-551-15-2396,887 5 389,-595 30 627,-515-35-1176,0 0 0,0 0-1,0 0 1,-1 0 0,1 1 0,0-1 0,0 0 0,0 0 0,0 1 0,0-1-1,0 1 1,0-1 0,0 1 0,-1-1 0,1 1 0,0-1 0,0 1 0,-1 0 0,1-1-1,0 1 1,-1 0 0,1 1 0,-1-2-116,0 1 0,0 0 0,0 0 0,0 0-1,0 0 1,0-1 0,0 1 0,0 0 0,-1 0 0,1-1 0,0 1-1,-1 0 1,1 0 0,-1-1 0,1 1 0,0 0 0,-1-1 0,0 1 0,1 0-1,-1-1 1,1 1 0,-1-1 0,0 1 0,1-1 0,-1 1 0,0-1 0,0 0-1,-1 1 1,-21 10-3728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2889,'0'0'6296,"-26"3"-5739,-84 12-11,102-14-468,-1 1-1,1 0 1,0 1 0,0 0 0,0 0 0,0 1 0,0-1 0,1 2 0,0-1 0,0 1 0,0 0 0,0 1 0,1 0 0,0 0 0,0 0 0,0 0 0,1 1 0,-6 10 0,5-8-22,1-1 0,0 1-1,1 1 1,0-1 0,0 1 0,1-1-1,0 1 1,-1 11 0,0 4 52,2 1 1,1 26-1,1-46-72,1-1 1,0 0-1,0 0 0,0 0 0,1 0 1,0 0-1,0 0 0,0 0 1,0 0-1,1-1 0,0 1 0,0-1 1,0 0-1,0 0 0,1 0 0,0 0 1,0 0-1,0-1 0,0 0 1,0 0-1,1 0 0,-1 0 0,10 3 1,4 3 70,1-2 1,0 0-1,0-1 1,39 7-1,-31-9-74,0-1 0,0-1 1,1-1-1,38-4 0,-63 2 20,0 1 0,0-1 1,0 0-1,0 0 0,0-1 1,-1 1-1,1 0 0,0-1 1,-1 0-1,1 0 0,-1 1 1,0-2-1,1 1 0,-1 0 1,0 0-1,0-1 0,0 1 1,-1-1-1,1 1 0,-1-1 1,1 0-1,-1 1 0,0-1 1,0 0-1,0 0 0,0 0 1,-1 0-1,1 0 0,-1 0 1,0-4-1,1 3 19,-1 0 0,0 0 0,0 0 0,0 0 0,0 0 0,-1 0 0,0 0 0,0 0 0,0 0 0,0 0 0,0 1 0,-1-1 0,0 0 0,0 1 0,0-1 0,0 1 0,0 0 0,-1-1-1,1 1 1,-1 0 0,0 1 0,-5-5 0,0 3-14,-1 0 0,0 0 0,0 1 0,0 0 0,-1 1 0,1 0 0,-1 0 0,-13 0 0,5 1-140,0 1 1,1 1-1,-31 5 0,41-5-83,0 1 0,0 0-1,0 0 1,0 0 0,0 1-1,1 0 1,-1 1 0,1-1 0,0 1-1,0 1 1,0-1 0,0 1 0,1 0-1,0 0 1,-9 12 0,10-11-350,0 0 1,1 0-1,-1 1 1,2-1 0,-1 1-1,1 0 1,0 0-1,0 0 1,1 0-1,-1 9 1,1 15-4135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5257,'0'0'6047,"14"21"-5232,95 144 441,4 39-757,-51-86-1242,-47-98-418,-14-19 1041,-1-1 1,1 1 0,-1-1-1,1 1 1,-1-1-1,1 0 1,-1 1-1,1-1 1,0 0-1,-1 1 1,1-1-1,0 0 1,-1 0 0,1 0-1,0 0 1,-1 1-1,1-1 1,0 0-1,-1 0 1,1 0-1,0-1 1,-1 1-1,1 0 1,0 0-1,-1 0 1,1 0 0,0-1-1,-1 1 1,1 0-1,0 0 1,-1-1-1,1 1 1,0-1-1,7-10-3459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0 1168,'0'0'10117,"-17"30"-9750,5-10-268,-91 183 751,-52 108-242,154-310-703,0 0-1,1 0 1,-1 0-1,1 0 0,-1 0 1,1 0-1,-1 0 1,1 0-1,-1 0 0,1 0 1,0 1-1,0-1 0,0 0 1,0 0-1,0 2 1,0-2-154,1-1 1,0 1 0,-1-1 0,1 1 0,0-1 0,0 1 0,-1-1 0,1 0 0,0 0 0,0 1-1,0-1 1,-1 0 0,1 0 0,0 0 0,0 0 0,0 0 0,0 0 0,-1 0 0,1 0-1,1 0 1,20 0-4557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3945,'0'0'7707,"24"-5"-7084,73-19-115,-94 23-468,0 1 0,0-1 0,-1 1 0,1 0 0,0 0-1,0 0 1,0 0 0,0 0 0,0 0 0,5 2 0,-7-1-29,0-1 0,0 1 0,0-1 0,0 1 0,1 0 0,-1 0 0,0-1 0,0 1 0,0 0 0,0 0 1,-1 0-1,1 0 0,0 0 0,0 0 0,-1 0 0,2 2 0,-1 2-17,1-1 1,-2 1 0,1-1-1,0 0 1,-1 1 0,0-1 0,0 1-1,-1 8 1,0 0-43,1-5 24,-1 1 0,-1-1 0,0 1 0,0-1 0,-1 0 0,0 0 0,0 0 0,-1 0 0,0 0 0,0-1 0,0 1 0,-1-1 0,-1 0 0,1-1 0,-1 1 0,0-1 0,-1 0 0,1-1 0,-1 0 0,0 0 1,0 0-1,-1-1 0,1 0 0,-11 4 0,18-8 25,-1 0 0,1 0 0,-1 0 1,1 0-1,-1 0 0,1 0 0,-1 0 1,1 1-1,0-1 0,-1 0 0,1 0 1,-1 0-1,1 0 0,0 1 0,-1-1 1,1 0-1,0 1 0,-1-1 0,1 0 1,0 1-1,-1-1 0,1 0 0,0 1 1,0-1-1,-1 0 0,1 1 0,0-1 0,0 1 1,0-1-1,0 0 0,-1 1 0,1-1 1,0 1-1,0 0 0,17 4 154,42-4 422,-49-2-371,37 3 296,35-2-316,-31-7-3448,-28 0-2067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3025,'0'0'9370,"153"16"-8826,-111-14-248,-6-2-296,-5 3-72,-9-1-624,-2 1-745,-6-1-1215,-6 1-1977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2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1040,'0'0'9754,"147"30"-8161,-91-25-593,0-2-504,-3-1-496,28-2-328,-17 0-1849,-3-2-4312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2425,'0'0'9169,"64"8"-7640,-22-3-481,5-3-272,-2-2-192,-6 3-328,-3-3-168,-8 0-88,-3 0-400,6 0-824,-9 0-1224,-2 0-3274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3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2088,'0'0'7323,"0"-13"-6904,1-14-7,0 1 0,2-1-1,9-36 1,15-44 4182,-21 122-3956,0 14-847,9 61 217,1 3 23,9 176 0,-25-268-72,-1 0-1,1 0 1,0 0 0,0 0-1,0 0 1,1 0-1,-1 0 1,0 0 0,0 0-1,0 0 1,1 0-1,-1 0 1,0 0-1,1 0 1,-1 0 0,1 0-1,-1 0 1,1-1-1,0 1 1,-1 0 0,1 0-1,1 0 1,21 3-3596,-20-4 3341,13 0-2603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4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3 224,'0'0'11667,"0"-3"-10894,-3 13-748,0 0 0,-1 0 0,0 0 0,-1-1-1,0 0 1,0 0 0,-8 9 0,-56 70-139,58-76 33,9-9-66,-1 1 1,1-1-1,0 1 0,0-1 0,0 1 1,1 0-1,-3 7 0,3-10 107,1 0 0,0 0 0,0 0 0,-1 0 0,1 0 0,0 0-1,0 0 1,0 0 0,0 0 0,0 0 0,0-1 0,0 1 0,1 0 0,-1 0 0,0 0-1,0 0 1,1 0 0,-1 0 0,1 0 0,-1 0 0,1-1 0,-1 1 0,1 0 0,-1 0 0,1-1-1,0 1 1,-1 0 0,1-1 0,0 1 0,0 0 0,-1-1 0,1 1 0,0-1 0,0 0-1,0 1 1,0-1 0,1 1 0,28 4 415,0 0 0,0-2 0,0-2-1,53-3 1,-15 0-440,-56 3-138,-10-1-11,0 1 1,0-1 0,0 0-1,0 0 1,0 0 0,0 0-1,1 0 1,-1 0 0,0 0 0,0-1-1,0 1 1,0-1 0,0 0-1,0 1 1,0-1 0,-1 0-1,1 0 1,0 0 0,2-2 0,2-9-2400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4249,'0'0'9659,"0"-5"-9293,0 1-255,0 11-21,0 30 49,1 53 138,-1-66-219,16 295 318,-14-300-89,9 38 0,-10-52-260,1 0 0,0 0 0,-1-1-1,1 1 1,1-1 0,-1 0 0,1 1 0,-1-1-1,1 0 1,1 0 0,-1-1 0,0 1-1,5 3 1,-6-6-243,1 0-1,-1 0 1,0 0 0,0 0-1,0 0 1,1 0-1,-1-1 1,0 1-1,0-1 1,1 0 0,-1 0-1,0 0 1,5 0-1,0 0-878,9 0-2732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1984,'0'0'7055,"-6"0"-6444,-18 0-175,24 0-419,-1 1-1,1-1 1,0 0-1,-1 0 1,1 0-1,0 0 1,-1 0-1,1 0 1,0 0-1,0 0 1,-1 0-1,1 0 1,0 1-1,0-1 1,-1 0-1,1 0 1,0 0-1,0 1 1,0-1-1,-1 0 1,1 0-1,0 1 1,0-1-1,0 0 1,0 0-1,-1 1 1,1-1-1,0 0 0,0 0 1,0 1-1,0-1 1,0 0-1,0 1 1,0-1-1,0 0 1,0 0-1,0 1 1,0-1-1,0 0 1,0 1-1,0-1 1,0 0-1,0 0 1,0 1-1,0-1 1,1 0-1,-1 1 1,0-1-1,0 0 1,0 0-1,0 1 1,1-1-1,-1 0 1,9 13 610,-2-8-408,0-1 1,0 0 0,0 0-1,0-1 1,1 0 0,-1 0-1,1-1 1,-1 0 0,15 2-1,76 3 720,-75-6-649,146 0 1350,-96-1-9246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6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0 309 96,'0'0'7926,"5"-21"-7177,37-126 1625,-5 6 2732,-33 182-4751,0-10-396,8 77 204,49 198 1,-59-297-190,-1-4-1,0 0-1,0 0 0,1 0 0,-1 0 1,1 0-1,0 0 0,1 0 0,-1 0 1,6 6-1,3-10-1644,37-2-2117,-21-5-610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6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0 656,'0'0'6504,"-26"6"-6165,-80 25 6,102-29-312,0 0 0,1-1 0,-1 1-1,0 1 1,1-1 0,-1 0-1,1 1 1,0 0 0,0-1 0,0 1-1,0 1 1,0-1 0,1 0-1,0 1 1,-1-1 0,1 1 0,0 0-1,1 0 1,-3 4 0,-2 7 121,-4 7 32,1-1 0,1 2 1,1-1-1,1 1 1,1 0-1,1 0 1,1 0-1,1 0 1,1 1-1,4 44 1,-1-58-122,0 0 0,0 0-1,1 0 1,1-1 0,-1 1 0,2 0 0,-1-1 0,1 0 0,1 0 0,-1-1 0,14 15 0,-14-17-43,0 0-1,1-1 1,-1 1 0,1-1 0,0-1-1,1 1 1,-1-1 0,1 0-1,0 0 1,0-1 0,0 0-1,1 0 1,-1-1 0,1 0-1,-1 0 1,9 0 0,-10-1 81,-1-1 0,1 0 0,-1 0-1,1-1 1,-1 0 0,1 0 0,-1 0 0,1 0 0,-1-1 0,0 0 0,9-4-1,-11 3 0,0 1-1,0 0 0,0-1 1,-1 1-1,1-1 0,-1 0 1,0 0-1,0 0 0,0 0 0,0 0 1,-1 0-1,1-1 0,-1 1 1,1 0-1,-1-1 0,0 1 1,-1-1-1,1 0 0,0-4 1,0 3 80,-1-1 1,1 0 0,-1 0 0,0 1 0,-1-1-1,0-6 1,0 10-157,0 0-1,1 0 1,-1 0-1,0 0 0,0 0 1,0 0-1,0 0 1,0 1-1,0-1 1,-1 1-1,1-1 0,-1 1 1,1-1-1,-1 1 1,1 0-1,-1-1 1,0 1-1,1 0 0,-1 0 1,-2-1-1,-10-3-45,1 1 1,-1 0-1,-1 1 0,1 0 0,0 1 0,-19 0 0,6 1-402,0 1 0,-41 7 0,54-4-314,0 0 0,0 1 0,0 1 0,0 0 0,-16 10 0,-3 5-3856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20 912,'0'0'2874,"-26"0"-1902,-169 0 2357,187 0-3141,-19 0 359,-1 0-1,0 2 1,-44 9-1,88-9 3595,84 3-4097,1509-30 981,-1509 18-291,28-1 493,-147 10-3646,1 1-1,-1 0 1,-27 9 0,-1 3-2895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5:5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80,'0'0'6745,"-24"0"-6002,-75 0-68,90 0-507,-1 0 0,1 0-1,0 1 1,-1 0 0,1 1 0,0 0-1,0 0 1,0 1 0,0 0-1,0 1 1,0 0 0,1 0 0,0 1-1,0 0 1,0 0 0,1 1 0,-11 9-1,15-12-130,-1 0 1,0 1-1,1-1 0,0 0 0,0 1 0,0 0 0,0 0 0,0 0 0,1 0 0,0 0 0,0 0 0,0 1 0,0-1 0,1 1 0,-1-1 0,1 1 0,0 0 0,1-1 1,-1 1-1,1 0 0,0 0 0,0 0 0,0-1 0,1 1 0,0 0 0,0-1 0,0 1 0,0 0 0,1-1 0,0 1 0,0-1 0,0 0 0,0 0 0,1 0 1,0 0-1,-1 0 0,6 5 0,4 2-9,1-1 0,-1 0 0,1-1 1,1 0-1,0-2 0,0 1 1,1-1-1,-1-1 0,2-1 0,-1 0 1,0-1-1,1-1 0,0 0 0,0-1 1,27 0-1,-37-2 46,0 0-1,0 0 1,0-1 0,0 1-1,0-1 1,0-1 0,-1 1 0,1-1-1,0 0 1,7-4 0,-11 5-25,0-1 1,1 0-1,-1 0 1,0 0 0,0-1-1,0 1 1,0 0-1,-1-1 1,1 1-1,-1-1 1,1 1 0,-1-1-1,0 0 1,0 0-1,0 1 1,0-1-1,-1 0 1,1 0 0,-1 0-1,1 0 1,-1 0-1,-1-5 1,1 5-10,0 0 0,-1 1 0,0-1-1,0 0 1,0 1 0,0-1 0,0 0 0,0 1 0,0 0 0,-1-1 0,0 1 0,1 0 0,-1 0-1,0 0 1,0 0 0,0 0 0,0 0 0,0 0 0,0 1 0,-1-1 0,1 1 0,-1-1 0,1 1-1,-1 0 1,1 0 0,-1 0 0,-4 0 0,-6-3 9,1 1 0,-2 1 0,1 0 0,-19-1 0,20 3-160,-4-1 18,0 1 1,1 0-1,-1 1 0,-17 4 1,29-5-171,1 1 0,-1 0 0,1 0 1,-1 1-1,1-1 0,0 1 0,-1-1 1,1 1-1,0 0 0,0 0 0,0 1 1,0-1-1,1 1 0,-1-1 0,1 1 0,0 0 1,-1 0-1,1 0 0,0 0 0,1 0 1,-1 0-1,0 1 0,0 3 0,0 9-5011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00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0 176,'0'0'10376,"8"16"-9189,-3-4-947,-1-2-77,1 0 0,0 0 0,0 0 0,1-1 0,0 0 0,0 0 0,1-1 0,0 0 1,11 9-1,31 20 508,2-2 1,88 44 0,-22-14-2215,-109-62-4400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0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17 5065,'0'0'8702,"0"-4"-8102,-3-8-73,-4 22-251,-12 42 41,10-27 65,-54 117 415,13-34-630,44-89 298,4-5-1801,15-9-7280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0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93 1120,'0'0'10245,"0"-8"-9582,-1 1-666,0 1 366,0 0 0,1-1-1,0 1 1,0 0 0,0 0 0,1 0-1,-1-1 1,2 1 0,-1 0 0,4-10-1,-5 23-314,0-1 0,0 1 0,0-1 0,1 0 0,0 1 0,1-1 0,1 6 0,17 61-165,-12-55-4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03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 2505,'0'0'7745,"-10"0"-5022,82 8-2431,1-4-1,109-7 0,-160 0-615,-21 3 55,0 0 0,0 0 0,0 0 0,-1 0 0,1 0 0,0-1 0,0 1 0,0 0 0,0-1 0,0 1 0,0-1 0,0 1 0,-1-1 0,1 1 0,0-1 0,0 1 0,-1-1 0,1 0 0,0 1 0,0-2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0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1856,'0'0'8106,"16"3"-6690,26 4-70,78 3 0,-83-10-1188,21 0 273,-19 0-5720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1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64 1392,'0'0'4821,"-6"1"-3560,-5 1-1497,1 0 5032,21-10-2154,13-7-2581,-15 10-60,-1-1-1,1 1 0,0 0 0,0 1 1,1 0-1,-1 0 0,1 1 0,0 1 1,0-1-1,0 2 0,15-2 0,-21 3-17,-1 0-1,0 0 0,0 0 0,0 0 1,0 0-1,0 1 0,0 0 0,0-1 1,0 1-1,0 1 0,0-1 0,0 0 1,-1 0-1,1 1 0,2 2 0,-3-2-10,0 0 1,0 1-1,-1-1 0,1 1 0,-1 0 0,1-1 0,-1 1 1,0 0-1,0 0 0,0 0 0,-1 0 0,1 0 0,-1 0 1,0 0-1,0 5 0,1 10-45,0 0 0,-2 1 0,-4 31-1,2-39 73,0-1-1,0 0 1,-1 0-1,0 0 0,0-1 1,-1 1-1,-12 15 1,1-4-29,-1 0 1,0-2 0,-2 0-1,-1-1 1,-37 27 0,42-36-326,18-13 188,0 1 165,0 1 1,1 0-1,-1 0 0,1 0 1,-1 0-1,7-1 0,6 0 15,0 2-1,0 0 1,0 1-1,0 0 0,-1 2 1,1 0-1,20 4 1,-12-1 201,-1-2 1,26 1-1,-36-4-11,0 0 0,1-1 0,-1-1 0,0 0 0,20-6 0,-28 7-197,-1-1 1,0 1 0,-1-1 0,1 0 0,0 0 0,0-1 0,-1 1 0,0-1 0,1 0 0,-1 0 0,0 0-1,0 0 1,-1 0 0,1-1 0,0 1 0,-1-1 0,0 0 0,0 0 0,0 0 0,-1 0 0,2-5 0,-2-3-2207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1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1400,'0'0'6522,"1"1"-5390,12 2-798,-1 1 0,1-2-1,0 1 1,0-2 0,0 0 0,20 0-1,2 0-129,342 2 117,-312-4-220,17-4 646,-1-3 0,89-22 0,-85 14 933,-80 15-1612,-4 1-294,-1 11-6212,0 1 634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1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56,'0'0'5655,"-18"11"-5014,-56 35-57,70-43-473,0-1 1,0 1-1,1 0 0,-1 0 1,1 1-1,-1-1 0,1 1 1,0-1-1,1 1 0,-1 0 1,1 0-1,-1 0 0,1 1 1,0-1-1,-2 8 0,1-4 19,-1 7 7,1-1 0,0 1 0,0 0 0,2 0 0,0 0 0,0 0 0,4 25 0,-2-33-146,0-1-1,1 0 1,0 0-1,1 0 1,-1 0-1,1 0 1,0 0-1,1-1 0,-1 1 1,1-1-1,0 0 1,7 7-1,2 1-187,1 0 0,0-1-1,18 13 1,-19-18 299,-1 0 0,1-1 0,1 0 0,-1-1-1,1 0 1,0-1 0,0-1 0,0 0 0,0-1 0,1 0 0,28-1 0,-40-2-57,-1 1 1,1 0 0,0-1-1,0 0 1,-1 1 0,1-1-1,-1 0 1,1-1-1,0 1 1,-1 0 0,0-1-1,1 1 1,-1-1-1,0 0 1,0 0 0,0 0-1,0 0 1,0 0 0,0 0-1,-1-1 1,1 1-1,-1 0 1,0-1 0,1 1-1,1-6 1,-1 2 87,0 0 1,-1 0 0,1 0-1,-1 0 1,0 0-1,0 0 1,-1 0-1,0-1 1,0 1-1,0 0 1,-2-7-1,1 10-101,0 0 0,-1 0 0,1 1 0,-1-1 0,1 0 0,-1 0 0,0 1 0,0-1 0,0 1-1,0 0 1,-1 0 0,1 0 0,0 0 0,-1 0 0,0 0 0,1 0 0,-1 1 0,0-1 0,0 1-1,0 0 1,-4-1 0,-2-1 58,-1 0 0,0 1 0,0 0 0,0 1 0,-14 0 0,17 1-142,0-1-1,0 2 1,1-1 0,-1 1 0,0 0-1,0 0 1,1 1 0,-1 0-1,1 0 1,0 1 0,-1 0 0,1 0-1,0 0 1,1 1 0,-1-1-1,1 2 1,-1-1 0,1 0 0,0 1-1,1 0 1,-1 0 0,1 1-1,-5 8 1,6-9-147,1 0 0,1 0 0,-1 0 0,1 0-1,0 1 1,0-1 0,0 0 0,1 1 0,0 6 0,0-9 13,0-1-1,0 1 1,0 0 0,1-1-1,-1 1 1,1 0 0,-1-1-1,1 1 1,0-1 0,0 1 0,1-1-1,-1 1 1,0-1 0,1 0-1,-1 0 1,1 0 0,0 0-1,0 0 1,2 2 0,18 9-2500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6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1 280,'0'0'8350,"23"11"-7359,2 2-726,22 11 349,45 31-1,-29-12 121,-39-25-518,0-1 0,1-1 0,0-2 0,1 0 0,54 19 0,-53-29-556,-12-7-4653,-12-5-104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1 968,'0'0'9709,"-13"26"-8800,-45 89-292,1 18-72,33-71-474,9-14-167,22-48-2125,8 0-719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38 4713,'0'0'8006,"0"-7"-7415,-2-24-301,-4 116-572,6-19 310,0-66-116,0 7-3009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1 200,'0'0'9042,"142"0"-8082,-100 0-376,-6 0-352,-5 0-232,-6 0 0,0 0-736,-5 0-1232,-9 2-1321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6 328,'0'0'11859,"168"0"-11627,-135 0-232,3 0 0,29 0-753,-12-3-943,0 1-1545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1 311 2296,'0'0'6629,"0"-24"-6128,-1 5-328,1-22 656,9-73-1,-4 85-167,-1 5 818,1-36-1,1 63-889,0 14-595,-1 0-1,0 0 0,-1 0 0,2 19 0,1 6 73,6 29-48,18 75 162,-26-125-286,2 0 0,1-1 0,0 0 0,20 34 0,-25-51-728,-1 0 0,1 1 0,0-1 0,0 0 0,0 0 1,6 4-1,-4-3-1468,9 6-4714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8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21 368,'0'0'8246,"-8"-3"-7465,2 1-562,-16-6 440,21 4-100,15 3 310,259 0 4320,3 0-6272,-252 3-1828,-24-1 2668,1-1-1,0 1 0,0-1 1,-1 1-1,1 0 1,0-1-1,-1 1 0,1 0 1,-1-1-1,1 1 1,-1 0-1,1 0 0,-1-1 1,0 1-1,1 0 1,-1 0-1,0 0 1,1 0-1,-1-1 0,0 1 1,0 0-1,0 1 1,1 18-5027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6:5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65 208,'0'0'9799,"18"-9"-8953,62-27 49,-71 32-701,-1 1 1,1 0-1,0 0 1,0 1-1,1 0 1,-1 1 0,0 0-1,1 1 1,17 0-1,-1 1-109,-24-1-86,0 1 0,0-1 0,-1 1 0,1 0 0,0 0 0,-1-1 0,1 1 0,0 0-1,-1 0 1,1 0 0,-1 1 0,0-1 0,1 0 0,-1 0 0,0 1 0,0-1 0,0 1 0,0-1 0,0 1 0,0-1 0,0 1 0,0 0 0,-1 0 0,1-1 0,-1 1 0,1 0 0,-1 0 0,1-1 0,-1 1 0,0 2 0,1 1-15,-1 1-1,1-1 1,-1 0 0,0 0-1,0 0 1,-1 0-1,1 0 1,-1 0-1,0 0 1,-3 7 0,1-6 11,-1-1 1,0 1 0,-1-1 0,1 0 0,-1 0 0,0-1 0,0 1 0,0-1 0,-9 5-1,-56 31-83,67-38 78,-26 14-179,18-9-203,-1-1 0,0 0-1,0 0 1,-20 5 0,29-10 322,7-2 192,-1 0 0,0 0 0,1 0-1,-1 0 1,0-1 0,1 1-1,-1-1 1,0 0 0,4-3 0,17-8 129,-10 8-219,1 1 1,0 0-1,0 1 1,0 1-1,0 0 0,0 1 1,1 0-1,25 3 1,-39-1-37,0-1 0,-1 1 1,1 0-1,0-1 0,0 1 1,-1 0-1,1 0 0,-1 0 1,1 0-1,-1 0 0,1 0 1,-1 1-1,1-1 0,-1 1 1,0-1-1,0 1 0,0-1 1,0 1-1,0-1 0,0 1 1,0 0-1,-1 0 0,1-1 0,0 1 1,-1 0-1,1 0 0,-1 2 1,2 7-14,-1 1-1,0-1 1,-2 17 0,1-13-31,-1-7 47,0-1 0,0 1 0,-1 0 1,0 0-1,0-1 0,-1 0 0,0 1 0,0-1 1,-1 0-1,0 0 0,0-1 0,-1 1 0,0-1 1,0 0-1,-11 10 0,9-9 73,0-1 1,0 0-1,-1 0 1,0-1-1,0 0 1,0 0-1,0-1 1,-1 0-1,0 0 0,0-1 1,0-1-1,0 1 1,-12 0-1,9-1 142,-1-2-1,1 1 0,0-2 1,-1 1-1,1-2 1,-1 0-1,1 0 0,0-1 1,0-1-1,1 0 0,-21-10 1,3-1-1430,-28-21-1,40 24-1753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01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1720,'0'0'7154,"134"145"-6226,-103-107-264,-4-3-72,-4-10-192,-4-5 1,-2-7-113,-9-6-128,1-4 16,-1-1-176,-2-2-128,-3 0-1209,-1-12-8073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0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5905,'0'0'5297,"-13"24"-4695,-82 148 633,-72 96-470,166-268-1265,-1 6 655,18-4-11902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0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4257,'0'0'7201,"23"-3"-7061,72-10-120,-94 12-21,1 1 0,-1-1 0,1 1-1,-1 0 1,1 0 0,-1-1 0,1 1-1,-1 0 1,1 0 0,0 1 0,-1-1-1,1 0 1,-1 1 0,1-1 0,-1 0-1,1 1 1,-1 0 0,1-1 0,-1 1-1,0 0 1,1 0 0,1 1 0,-2 0-6,-1-1 0,0 0 0,1 0 0,-1 0 0,0 1 0,0-1 1,0 0-1,1 1 0,-1-1 0,-1 0 0,1 0 0,0 1 0,0-1 0,0 0 1,-1 2-1,-1 6-43,2-5 29,0 0-1,-1 0 0,0 0 0,1 0 1,-2 0-1,1 0 0,0 0 1,-1-1-1,0 1 0,1-1 0,-2 1 1,1-1-1,0 1 0,-1-1 0,1 0 1,-1 0-1,0 0 0,0-1 0,-4 4 1,1-1-23,0 1 0,0 1 1,-8 12-1,13-19 61,1 1 1,0-1-1,-1 1 0,1 0 1,0-1-1,-1 1 1,1-1-1,0 1 0,0 0 1,0-1-1,0 1 1,-1 0-1,1 0 0,0-1 1,0 1-1,0 0 0,1-1 1,-1 1-1,0 0 1,0-1-1,0 1 0,0 0 1,1-1-1,-1 1 0,0 0 1,0-1-1,1 1 1,-1-1-1,1 1 0,-1 0 1,1-1-1,-1 1 0,1-1 1,-1 1-1,1-1 1,-1 0-1,1 1 0,-1-1 1,1 0-1,0 1 0,-1-1 1,1 0-1,-1 1 1,1-1-1,0 0 0,-1 0 1,1 0-1,0 0 1,0 0-1,-1 0 0,2 0 1,44 4 1283,-38-3-1218,104 2-226,-40-9-5407,-43-1-1866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0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1 640,'0'0'10906,"134"0"-10089,-92 0-185,-6 0-448,-3 0-184,-5 0-80,-8 0-576,-9 0-761,-6 10-1199,-5 3-2017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0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4993,'0'0'7682,"151"5"-6994,-118-5-232,-2 0-256,-9 0-80,-5 0-120,-3 0-120,-5 0-536,-7 0-776,-2 10-7002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1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1 704,'0'0'4705,"-11"9"-3626,-34 28 19,43-35-883,-1 0 0,1-1 1,-1 1-1,1-1 1,-1 1-1,0-1 0,1 0 1,-1 0-1,0 0 0,0 0 1,0-1-1,-6 1 1,8-1-110,0 0 0,-1 0 1,1 0-1,0 1 1,-1-1-1,1 0 1,0 1-1,0-1 1,-1 1-1,1-1 1,0 1-1,0 0 1,0-1-1,-3 3 1106,8-3-489,438 0 1320,-458-5-14584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1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1816,'0'0'8017,"24"-8"-7117,77-24-56,-90 28-661,1 2 0,0-1 0,0 1 0,0 1-1,0 0 1,0 1 0,15 1 0,6 1-66,-30-2-131,0 0-1,1 1 0,-1-1 0,1 1 0,-1 0 0,0 0 0,0 0 0,0 1 0,1-1 0,-1 1 1,0 0-1,-1 0 0,1 0 0,0 0 0,-1 0 0,1 0 0,-1 1 0,1-1 0,-1 1 0,0 0 0,0 0 1,0-1-1,-1 1 0,1 1 0,-1-1 0,1 0 0,-1 0 0,0 0 0,-1 1 0,1-1 0,0 0 1,-1 1-1,0-1 0,1 1 0,-2-1 0,1 1 0,0-1 0,-1 0 0,1 1 0,-1-1 0,0 0 0,0 1 1,0-1-1,-1 0 0,1 0 0,-1 0 0,1 0 0,-1 0 0,0 0 0,-4 3 0,-2 2-160,-1 0-1,-1-1 1,0 0-1,0 0 1,0-1-1,0 0 1,-1-1-1,0 0 1,0-1-1,-1 0 1,1-1-1,-1 0 1,0-1-1,-23 2 1,35-4 251,10-8 257,3 3-219,0 1 1,0 1-1,0 0 0,0 0 0,1 1 0,0 1 1,-1 0-1,27 3 0,-15-2-52,-22 0-63,1 1 0,0 0 0,0 0 1,0 0-1,0 0 0,-1 0 0,1 1 1,-1-1-1,1 1 0,-1 0 0,0 0 0,1 0 1,-1 1-1,0-1 0,0 1 0,-1 0 1,1 0-1,-1 0 0,1 0 0,-1 0 0,0 0 1,0 1-1,3 6 0,-3-5-14,1 1-1,-1 0 0,0-1 1,0 1-1,-1 0 1,0 0-1,0 0 0,0 0 1,-1 0-1,0 0 1,0 0-1,-1 0 0,1 0 1,-1 0-1,-2 6 1,1-8 26,0 0 1,-1 0-1,1 0 1,-1 0 0,0-1-1,0 1 1,0-1-1,0 0 1,-1 0 0,1 0-1,-1 0 1,0-1-1,-6 4 1,-2 0 208,0 0 1,-1 0-1,-16 4 1,26-9-151,-1 1 1,1-1-1,-1-1 1,1 1-1,-1 0 1,0-1-1,1 0 1,-1 0-1,0 0 1,1 0-1,-1-1 1,1 1-1,-1-1 1,0 0-1,-6-2 1,8 1-275,0 0 0,0 1 0,0-1 0,0 0 0,0 0 0,0 0 0,1 0 0,-1 0 0,1-1-1,-1 1 1,1 0 0,0-1 0,0 1 0,0-1 0,0 1 0,0-1 0,1 0 0,-1 1 0,1-1 0,0 0 0,0-3 0,-1-12-4346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13 520,'0'0'5604,"-4"26"-4656,-12 81-100,14-98-698,0 0 0,1 0-1,1 1 1,0-1-1,0 0 1,1 1 0,0-1-1,0 0 1,1 0-1,0 0 1,1 0 0,0 0-1,1-1 1,-1 1-1,10 13 1,-7-14-99,1 0 0,1-1 0,-1 0 0,1 0 0,1 0 0,-1-1 0,1-1 0,0 1 0,0-2 0,1 1 0,15 5 0,-13-6-25,0-1 1,0 0-1,0-1 0,0 0 0,1-1 0,20 0 0,-25-1 29,-1 0 0,1-1 1,0 0-1,0 0 0,-1-1 0,1 0 0,-1-1 0,0 1 0,1-1 0,-1-1 0,10-6 1,-7 3 128,-1-1 1,-1 0 0,1-1 0,-1 0 0,0 0 0,-1 0 0,0-1 0,-1 0 0,7-16 0,-9 18-64,-1 0 0,0 0-1,-1 0 1,0 0 0,0 0 0,-1 0-1,1-1 1,-2 1 0,0-1 0,0 1-1,0-1 1,-1 1 0,0 0 0,-3-11-1,1 12-121,0 0-1,0 0 0,-1 1 1,1 0-1,-2-1 1,1 2-1,0-1 0,-1 0 1,0 1-1,-1 0 1,1 0-1,-1 0 0,0 1 1,0 0-1,0 0 1,-1 0-1,0 1 0,1 0 1,-11-3-1,0 0-395,-2 1-1,1 0 0,0 2 1,-1 0-1,0 0 1,-20 2-1,-34 1-2953,7 0-2449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44 336,'0'0'5641,"16"2"-4838,276 16 2122,14-20-1613,-226 0-949,589-37 1582,-485 25-1430,-14 8-580,-170 6 40,0 0 0,0 0 0,0 0 0,1 0 0,-1 0 1,0 0-1,0 0 0,0 0 0,0 0 0,1 0 0,-1 0 0,0 0 0,0 0 0,0 0 0,1 0 1,-1 0-1,0 0 0,0 0 0,0 0 0,1 0 0,-1 1 0,0-1 0,0 0 0,0 0 1,0 0-1,1 0 0,-1 0 0,0 0 0,0 0 0,0 1 0,0-1 0,0 0 0,0 0 0,1 0 1,-1 0-1,0 1 0,0-1 0,0 0 0,0 0 0,0 0 0,0 1 0,0-1 0,0 0 0,0 0 1,0 0-1,0 1 0,0-1 0,0 0 0,0 0 0,0 0 0,0 1 0,0-1 0,0 0 1,0 0-1,0 0 0,0 0 0,0 1 0,-1-1 0,1 0 0,0 0 0,-10 11-1829,-15-1-1831,-5 0-3032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1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4425,'0'0'4306,"-24"15"-3931,-74 51 64,92-63-377,1 1 0,0 1 1,0-1-1,0 1 1,1 0-1,0 0 0,-1 0 1,2 0-1,-1 1 0,1 0 1,0-1-1,0 1 1,0 1-1,1-1 0,0 0 1,0 0-1,-1 13 0,0-5 89,-1 3-32,0-1 0,2 1 0,0 0 0,1-1 0,1 1 0,0 0 0,4 25 0,-2-34-84,0-1 0,0 1 1,0-1-1,1 0 0,0 0 1,1 0-1,-1 0 1,1 0-1,1-1 0,-1 0 1,1 0-1,0 0 0,1 0 1,-1-1-1,1 0 0,0 0 1,0-1-1,10 6 0,-7-5 16,0-1 0,1 0 0,-1 0 0,1-1 0,0 0 0,0-1 0,0 0 0,0-1 0,0 0 0,0 0-1,1-1 1,-1-1 0,0 1 0,17-5 0,-21 4 10,0-1 0,0 1 0,-1-1 0,1-1-1,-1 1 1,0-1 0,1 0 0,-1 0 0,0 0 0,-1-1 0,1 0 0,-1 0-1,1 0 1,-1 0 0,0-1 0,-1 1 0,1-1 0,-1 0 0,0 0-1,0-1 1,-1 1 0,1-1 0,-1 1 0,0-1 0,-1 0 0,2-6 0,-2 7 51,0 0 1,-1 1 0,1-1-1,-1 0 1,0 1 0,0-1-1,0 0 1,-1 0 0,0 1-1,0-1 1,0 1 0,0-1-1,-1 1 1,-3-8 0,2 9-81,1 0 1,0 1 0,-1-1-1,0 1 1,1-1 0,-1 1-1,0 0 1,0 0 0,0 1-1,-1-1 1,1 0 0,0 1 0,-1 0-1,1 0 1,0 0 0,-1 0-1,1 1 1,-1-1 0,0 1-1,-3 0 1,-3-1-33,-1 1 0,1 0 1,-1 1-1,1 0 0,0 1 0,-1 0 0,1 0 0,0 1 0,0 1 1,-11 5-1,7-1-134,-1 0 0,2 1-1,-1 1 1,1 0 0,-22 23 0,20-17-833,0 0-1,2 0 1,-16 24-1,12-4-3334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4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60 207 592,'0'0'10024,"0"-8"-9051,-3-22-193,3 30-768,0 0 0,1-1 0,-1 1 0,0 0 0,0-1 0,0 1 0,0 0 0,0 0 0,0-1 0,0 1 0,0 0 0,-1-1 0,1 1 0,0 0 0,0 0 0,0-1 0,0 1 0,0 0 0,0 0 0,0-1 0,-1 1 0,1 0 0,0 0 0,0 0 0,0-1 0,-1 1 0,1 0 0,0 0 0,0 0 0,0 0 0,-1-1 0,1 1 0,0 0 0,0 0 0,-1 0 0,1 0 0,0 0 0,-1 0 0,1 0 0,0 0 0,0 0 0,-1 0 0,1 0 0,0 0 0,0 0 0,-1 0 0,1 0 0,0 0 0,-1 0 0,1 0 0,0 0 0,0 0 0,-1 0 0,1 0 0,0 1 0,0-1 0,-1 0 0,1 0 0,0 0 0,0 0 0,0 1 0,-1-1 0,1 0 0,0 0 0,0 0 0,0 1 0,0-1 0,0 0 0,-1 1 0,-3 5-6,0 1 0,0 0-1,0 0 1,1 1-1,0-1 1,0 1-1,1-1 1,-1 9-1,-2 7 57,-2 37 0,5-40-53,2 1 1,0 0-1,1-1 1,7 40-1,-5-49-7,0-1-1,1 0 1,0 1 0,1-1-1,0-1 1,0 1 0,1-1-1,0 0 1,1 0 0,15 15-1,-3-6 18,0-2 1,2 0-1,0-2 0,1 0 0,0-1 0,1-2 1,0 0-1,1-1 0,0-2 0,39 10 1,-21-10-45,1-1 0,0-2 0,0-1 0,0-3 1,65-6-1,-90 3-20,0-2 0,0 0 0,0-1 1,0 0-1,-1-2 0,0 0 0,-1-1 0,1 0 0,15-12 1,-20 12 38,0-1 1,0-1 0,0 0 0,-1 0 0,-1-1 0,0-1 0,0 0 0,-1 0 0,0-1 0,-2 0 0,9-17-1,-9 4 188,-7 47-209,0-9 8,0 0 0,1 0 0,1 0-1,0 0 1,0-1 0,1 1 0,1-1 0,0 1-1,7 13 1,-7-18 5,0-1 0,0 0-1,1 1 1,-1-2 0,2 1 0,-1-1-1,0 1 1,1-1 0,0-1 0,0 1-1,1-1 1,-1 0 0,1-1 0,0 1-1,14 3 1,-6-2-2,0-2 0,1 0 0,-1 0 1,1-2-1,0 0 0,0-1 0,-1 0 0,1-1 0,0-1 1,-1-1-1,1 0 0,-1-1 0,0 0 0,0-2 0,0 0 0,-1 0 1,21-13-1,-11 2 31,-1 0 0,-1-2 0,-1-1 0,0 0 0,-2-2 0,0 0 0,-2-1 1,26-43-1,-37 49 65,-2 8-71,-5 18-122,-1 7 66,-2 3 26,1 1 0,1 0 0,0 0 0,2 0 0,1 0 0,4 32 0,-4-47 8,1-1 1,0 0-1,0 0 0,0 0 0,0 0 0,1 0 0,0 0 0,0 0 0,0-1 0,0 0 1,0 1-1,1-1 0,-1 0 0,1-1 0,0 1 0,0-1 0,0 1 0,0-1 1,0 0-1,0-1 0,1 1 0,-1-1 0,7 2 0,4 0-12,0-1-1,0 0 1,0-1 0,0-1-1,29-3 1,-31 1 2,0-1 1,0-1-1,0 0 1,0-1-1,-1 0 1,0-1 0,0 0-1,0-1 1,-1-1-1,0 1 1,0-2-1,-1 0 1,10-11-1,-1 1 125,-2-1 0,-1 0 0,0-1-1,-2-1 1,22-43 0,-15 16 1118,-17 57-1504,1 2 256,0 1-1,0 0 0,1-1 1,1 0-1,-1-1 0,2 1 1,-1-1-1,1-1 0,1 1 1,0-1-1,0-1 0,0 0 1,17 10-1,-11-9-60,1-1-1,0 0 1,0-2 0,1 1-1,0-2 1,0 0-1,0-2 1,32 3 0,-25-4 239,1-1 0,-1-2 0,0 0 0,0-1 0,0-1 0,0-2 0,-1 0 0,1-1 0,-2-2 0,1 0 0,-1-1 0,-1-2 0,0 0 0,0-1 1,-1-1-1,-1-1 0,0-1 0,23-25 0,-30 27 108,0 0 1,-2-1-1,1 0 1,-2 0-1,0-1 1,-1-1 0,0 1-1,-2-1 1,8-28-1,-7 8-178,-1 1-1,-2-1 1,-1-62-1,-3 97-169,0 1-1,0-1 1,0 1 0,0-1 0,0 1-1,-1-1 1,1 1 0,0-1-1,-1 1 1,1-1 0,-1 1-1,0-1 1,1 1 0,-1 0-1,0-1 1,0 1 0,0 0-1,0 0 1,-1-2 0,0 2-333,1 0 1,0 1 0,-1-1 0,1 0 0,0 1-1,-1-1 1,1 1 0,-1 0 0,1-1-1,-1 1 1,1 0 0,-1 0 0,-1 0-1,-6 0-6203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21 384,'0'0'7731,"0"-4"-6165,0 3-1480,0 1 0,-1-1 0,1 1-1,0-1 1,0 1 0,0-1 0,0 1 0,0-1 0,0 1 0,0-1 0,0 1 0,0 0 0,0-1 0,0 1 0,0-1 0,0 1 0,0-1-1,1 1 1,-1-1 0,0 1 0,0-1 0,0 1 0,1-1 0,-1 1 0,0 0 0,1-1 0,-1 1 0,0-1 0,1 1 0,-1 0 0,0 0-1,1-1 1,-1 1 0,1 0 0,-1-1 0,1 1 0,-1 0 0,0 0 0,1 0 0,-1 0 0,1 0 0,-1-1 0,1 1 0,-1 0-1,1 0 1,-1 0 0,1 0 0,-1 0 0,1 0 0,-1 0 0,1 1 0,-1-1 0,1 0 0,-1 0 0,1 0 0,-1 0 0,1 1 0,-1-1-1,0 0 1,1 0 0,-1 1 0,1-1 0,-1 0 0,0 1 0,1 0 0,36 32-1007,-21-17 1356,16 13-364,1-1 0,2-2 0,0-1 0,2-2 0,1-2 0,56 24 0,-94-44-191,1-1 0,0 1 0,0-1 0,-1 0 0,1 1 0,0-1 0,0 0 0,0 1 0,-1-1 0,1 0 0,0 0 0,0 0 0,0 0 0,0 1 0,0-1 0,-1 0 0,1-1 0,0 1 0,0 0 0,0 0 0,0 0 0,0-1 0,-14-14-3481,-9 0-1088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3001,'0'0'7376,"-1"13"-6695,-6 26-51,-1-1 0,-2-1 0,-23 59 0,-56 90 270,81-180-1750,3-9-2832,4-7-1351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2601,'0'0'7831,"18"-5"-7358,57-17-208,-73 21-258,1 0 1,0 1-1,0-1 0,0 1 0,0-1 0,0 1 0,-1 0 0,1 0 0,0 1 0,0-1 1,0 0-1,0 1 0,4 1 0,-5-1-6,0 0 0,-1 0 0,0 0 1,1 0-1,-1 0 0,1 0 0,-1 0 0,0 1 0,0-1 1,0 0-1,0 1 0,0-1 0,0 1 0,0-1 0,0 1 1,0 2-1,1 4-4,0 0 1,-1-1 0,-1 1-1,1 0 1,-1-1 0,0 1-1,-2 9 1,1-5 15,0-6-7,-1 0 1,1 0-1,-1 0 1,-1 0-1,1-1 0,-1 1 1,0-1-1,0 0 1,-1 1-1,1-1 1,-1-1-1,-7 8 1,-19 29 633,43-41-419,0 0 1,0 0-1,1-2 1,-1 1 0,0-2-1,0 0 1,-1 0-1,20-8 1,-31 10-497,1 0 1,0-1 0,-1 1 0,1 0 0,-1-1-1,1 1 1,-1-1 0,0 0 0,0 1 0,1-1-1,-1 0 1,0 0 0,-1 1 0,1-1 0,0 0-1,-1 0 1,1 0 0,0-3 0,-1 3-251,4-12-3925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7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1 360,'0'0'5863,"-3"7"-5194,-8 25 286,11-31-885,0 0 1,0 0-1,0 0 1,0-1-1,0 1 1,0 0-1,0 0 1,0 0-1,0 0 1,0 0-1,1-1 1,-1 1-1,0 0 1,1 0-1,-1 0 1,0-1-1,1 1 1,-1 0-1,1-1 1,-1 1-1,1 0 1,0-1-1,-1 1 1,1 0-1,0-1 0,-1 1 1,1-1-1,0 0 1,0 1-1,-1-1 1,1 1-1,0-1 1,0 0-1,0 0 1,-1 1-1,1-1 1,1 0-1,38 6 1218,-33-5-1008,54 3 498,108-6-1,-142-2-1170,-26 4 236,0 0-1,0 0 1,0 0-1,-1 0 0,1-1 1,0 1-1,0 0 1,0-1-1,0 1 1,0 0-1,-1-1 1,1 1-1,0-1 1,0 0-1,-1 1 0,1-1 1,0 1-1,-1-1 1,1 0-1,-1 0 1,1 1-1,-1-1 1,1-1-1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28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10 960,'0'0'9797,"24"4"-8779,80 12-141,-81-12-532,1-2 0,0 0 0,-1-2 0,1-1 0,0-1 0,0 0 1,40-11-1,-58 11-619,17-5 400,-23 6-359,1 1-1,-1 0 1,1-1 0,-1 1 0,0 0 0,1-1 0,-1 1-1,1 0 1,-1-1 0,0 1 0,0-1 0,1 1 0,-1-1 0,0 1-1,0-1 1,1 1 0,-1-1 0,0 1 0,0-1 0,0 1-1,0-1 1,0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3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1 880,'0'0'7390,"0"3"-6175,0-2-1084,-1 0-1,1 0 1,0 0 0,0-1 0,0 1 0,0 0-1,1 0 1,-1 0 0,0-1 0,0 1 0,0 0-1,1 0 1,-1-1 0,0 1 0,1 0 0,-1 0-1,1-1 1,-1 1 0,0-1 0,1 1 0,0 0-1,-1-1 1,1 1 0,0 0 0,26 4 1590,-26-5-1770,70 2 1235,-52-3-1079,1 2 1,-1 0-1,25 4 0,-40-1-971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3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1400,'0'0'7349,"26"3"-6041,89 9-225,73-8 1177,-116-5-2324,-88 1-9247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3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1896,'0'0'4568,"-8"15"-4233,-26 47-149,32-59-167,0 0-1,0 0 1,0 1-1,1-1 0,-1 1 1,1-1-1,0 1 1,0-1-1,0 1 0,1 0 1,-1-1-1,1 1 1,0 0-1,0-1 0,0 1 1,0 0-1,1 0 1,1 5-1,-1-8 89,1-1 1,0 1-1,0-1 1,0 1-1,-1-1 1,1 1-1,0-1 1,0 0-1,0 0 0,0 0 1,-1 0-1,1 0 1,3-1-1,0 1 272,16-1 481,0-1 1,32-8-1,-32 6-776,0 0 0,34 0 0,-50 3-86,0 2 0,0-1 0,0 1 0,0-1 0,0 1 0,0 1 1,-1-1-1,1 1 0,0-1 0,-1 1 0,0 1 0,1-1 0,-1 1 1,0-1-1,0 1 0,0 0 0,0 1 0,3 3 0,-3-2 1,-1 0-1,1 0 1,-1 0-1,0 1 1,-1-1-1,0 1 1,1 0 0,-2 0-1,1-1 1,-1 1-1,1 0 1,-2 0-1,1 0 1,-1 9-1,0-10 4,1 4-4,-1-1 1,-1 1-1,1-1 0,-2 1 1,-2 13-1,2-19 8,1 0 1,0 0 0,-1-1-1,1 1 1,-1-1 0,0 1-1,0-1 1,0 0-1,0 1 1,0-1 0,0 0-1,-1 0 1,1-1 0,-1 1-1,0 0 1,1-1-1,-1 0 1,0 1 0,-4 0-1,-5 2 353,0 0 0,0-1 0,-1-1 0,1 0 0,-1-1 0,1 0 0,-1-1 0,-20-2 0,25 1-312,-1 0-1,1-1 1,-1 0 0,1-1 0,0 0 0,-1 0 0,1-1-1,1 0 1,-1 0 0,1-1 0,0 0 0,0 0 0,-9-9-1,15 13-330,-1 0-1,1-1 1,0 1 0,0-1-1,0 1 1,0-1-1,0 1 1,0-1-1,0 0 1,1 0-1,-1 1 1,0-4-1,0-4-4082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7:4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39 320 1568,'0'0'8034,"-6"20"-7955,-2 0-41,3-8 3,1-1 0,0 1 0,1 0 0,0 1 0,1-1 0,0 0 1,1 1-1,1 16 0,0-21 20,1 1 1,0-1 0,1 1-1,0-1 1,0 0 0,0 0-1,1 0 1,1 0 0,-1 0-1,1-1 1,1 0 0,5 8-1,-2-4 1,1-1-1,1 0 1,0 0 0,0-1-1,1-1 1,22 15-1,-7-9-32,1-1 0,0-1-1,1-1 1,0-2 0,1 0 0,39 5-1,-12-6-233,1-2-1,0-3 0,114-8 1,-155 2 222,0 0-1,0 0 1,-1-2 0,1 0 0,-1-1 0,0 0 0,0-1 0,-1-1 0,0 0 0,0-1 0,-1 0 0,17-17 0,-5 3 263,-2-2 1,0-1-1,-2-1 1,32-53 0,-52 79-271,-1 1-1,0-1 1,0 1 0,0 0 0,0-1 0,1 1 0,-1 0 0,0-1 0,0 1 0,1 0-1,-1-1 1,0 1 0,1 0 0,-1 0 0,0-1 0,1 1 0,-1 0 0,0 0 0,1 0-1,-1-1 1,1 1 0,-1 0 0,0 0 0,1 0 0,-1 0 0,1 0 0,-1 0 0,0 0-1,1 0 1,-1 0 0,1 0 0,-1 0 0,0 0 0,1 0 0,-1 0 0,1 0 0,-1 0 0,0 0-1,1 1 1,-1-1 0,1 0 0,-1 0 0,0 1 0,1-1 0,-1 0 0,0 0 0,1 1-1,-1-1 1,0 0 0,0 1 0,1-1 0,-1 0 0,0 1 0,14 25-353,-10-19 424,3 6-115,1 0 1,1 0 0,0-1 0,1 0-1,0-1 1,0 0 0,19 14-1,-21-19 3,0 0-1,1-1 0,0 0 0,0 0 1,1-1-1,-1 0 0,1-1 1,0 0-1,0-1 0,0 1 0,0-2 1,13 1-1,13-1 86,1-2 1,-1-2-1,1-1 1,-1-2-1,0-1 0,-1-2 1,0-2-1,0-1 1,-1-1-1,46-26 1,-55 26 2,0 0 1,-1-2 0,-1-1 0,0 0-1,-1-2 1,32-32 0,-42 39 671,-11 25-285,-1 9-637,0-18 115,1 0 1,0 1-1,0-1 1,1 0-1,0 0 0,0 0 1,0 0-1,0 0 1,1 0-1,0-1 1,0 1-1,0-1 0,1 0 1,-1 0-1,1 0 1,0 0-1,0 0 0,0-1 1,1 0-1,-1 0 1,1 0-1,0-1 1,0 1-1,0-1 0,5 2 1,9 2-107,0 0 0,0-1 0,1-1 0,0-1 0,30 2 0,-14-3 32,1-2 0,47-5-1,-70 3 145,0 0 0,0-1-1,0-1 1,-1-1 0,0 0-1,1 0 1,-2-1 0,1-1-1,12-9 1,-9 4 272,0-2 0,-1 0 0,0-1 0,-1-1 0,-1 0 0,-1 0 0,0-2 0,-1 1 0,-1-1 0,15-35-1,-23 45 158,5-3 634,3 24-1093,-5-7-202,0 1 220,1 0 0,-1 0 0,2-1 0,-1 1 0,1-2 0,0 1 1,0-1-1,0 0 0,1 0 0,0-1 0,-1 0 0,2 0 0,-1-1 0,0 0 0,1-1 0,-1 0 0,1 0 0,0 0 0,0-2 0,0 1 0,0-1 0,-1 0 1,1 0-1,0-1 0,16-4 0,-8 1 64,-1-1 1,0 0-1,0-1 0,-1-1 1,1 0-1,-2-1 0,1-1 1,-1 0-1,0-1 1,-1 0-1,0-1 0,20-22 1,-24 23 170,0-1 0,-1 0-1,0 0 1,-1 0 0,0-1 0,-1 0 0,-1-1 0,0 1 0,0-1 0,-1 0-1,-1 0 1,0-1 0,0 1 0,-2-1 0,1-15 0,-2 17-70,1 10-144,-1 1 0,1-1-1,-1 1 1,0-1-1,0 1 1,0-1-1,0 1 1,0-1 0,0 0-1,0 1 1,-1-1-1,1 1 1,-1-1-1,1 1 1,-1-1 0,1 1-1,-1 0 1,0-1-1,0 1 1,1 0-1,-1-1 1,0 1 0,0 0-1,0 0 1,0 0-1,-1 0 1,1 0-1,0 0 1,-3-1 0,-53-17-3369,30 15-949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9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82 184,'0'0'9682,"23"-12"-9139,70-34-160,-87 43-304,2-1-1,-1 1 1,0 0 0,1 1 0,-1-1 0,1 1 0,0 1 0,0 0 0,-1 0 0,1 0 0,0 1 0,0 1 0,0-1 0,13 3-1,-16-2-6,-1 0-49,0 0 1,-1 0 0,1 0-1,-1 0 1,1 1 0,-1-1-1,0 1 1,0 0 0,0 0-1,0 0 1,0 1 0,0-1-1,0 0 1,-1 1 0,1 0-1,-1 0 1,0 0 0,0 0-1,0 0 1,0 0-1,0 1 1,-1-1 0,0 0-1,1 1 1,-1-1 0,0 5-1,2 4 17,-1 1 0,0-1-1,-1 1 1,-1 0 0,0 0-1,-3 17 1,1-21-15,0 0 0,-1 0 0,0-1 0,0 1 0,-1-1 1,0 0-1,-1 0 0,0 0 0,0-1 0,-1 1 0,0-1 0,-11 10 1,2-2-34,-2 0 1,0-2-1,-1 0 1,-23 13-1,75-22-80,46-3 0,-27-2 506,0-3 0,0-2 0,0-2 0,74-22 0,-125 29-408,0 1 0,0-1 0,0 0 0,0 0 0,0 0 0,0 0 1,-1 0-1,1 0 0,0 0 0,-1-1 0,1 1 0,0 0 0,-1-1 0,0 0 0,1 1 0,-1-1 0,0 0 0,0 0 1,0 1-1,0-1 0,1-3 0,-1 2-407,-1 0 0,0 0 0,1 1 0,-1-1 0,0 0 1,-1 0-1,1 0 0,0 1 0,-1-1 0,-1-5 0,-5-5-4824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3521,'0'0'6689,"0"0"-6644,0 0 1,0 0-1,-1 0 0,1 1 1,0-1-1,0 0 0,0 0 1,0 0-1,-1 0 0,1 1 1,0-1-1,0 0 0,0 0 1,0 0-1,0 1 0,0-1 1,0 0-1,-1 0 0,1 0 0,0 1 1,0-1-1,0 0 0,0 0 1,0 1-1,0-1 0,0 0 1,0 0-1,0 1 0,0-1 1,0 0-1,1 0 0,-1 0 1,0 1-1,0-1 0,0 0 0,0 0 1,0 0-1,0 1 0,0-1 1,0 0-1,1 0 0,-1 0 1,0 1-1,5 5 144,-1 1 0,1-1 0,0 0 0,0 0 0,1-1 0,11 9 0,6 6 187,136 127 657,67 66-788,-218-203-250,-7-8-20,0 0 1,0-1-1,0 1 1,0 0-1,1-1 1,-1 1-1,0-1 1,1 0-1,-1 1 0,1-1 1,0 0-1,-1 0 1,1 0-1,0 0 1,3 1-1,-6-10-5311,-3-1 3318,2 6 937,-10-15-5203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2865,'0'0'8191,"0"4"-8229,-1 20 179,-2 1-1,0-1 0,-9 32 0,-26 76 844,22-81-704,-19 59 200,-29 110-171,58-182-748,10-46-2166,11-3-2782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1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2545,'0'0'9076,"0"-7"-8544,0 4-554,0 6 43,10 233 233,-6-181 29,4-66-1680,0-6-1237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0 336,'0'0'8095,"3"4"-7259,0-2-633,0 1-1,0 0 0,0-1 1,1 0-1,-1 0 0,1 0 1,0 0-1,0-1 1,-1 1-1,1-1 0,0 0 1,0 0-1,7 0 0,65 4 1005,-48-4-1043,91 4-381,-41-5-6402,-71 0 2152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1824,'0'0'8562,"148"53"-7666,-109-53-255,-3 0-209,0 0-112,-2 0-152,-1-3-64,-2-9-104,3-1-376,16-19-881,-8 2-1359,-3 2-2665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3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2937,'0'0'5017,"-8"5"-4256,-25 15 161,24-15 1330,162-5 2441,-77 0-5751,3 0-3290,-64-1 1835,0-3-1117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66 904,'0'0'8993,"16"-5"-8225,1-1-708,17-6 390,1 1-1,1 1 1,-1 2 0,62-5-1,-96 13-474,0 0 0,1 1-1,-1-1 1,0 0 0,0 1-1,0-1 1,1 1-1,-1-1 1,0 1 0,0 0-1,0-1 1,0 1 0,0 0-1,0 0 1,0 0-1,0 0 1,-1 0 0,1 0-1,0 0 1,0 0 0,-1 0-1,1 0 1,-1 0-1,1 0 1,-1 1 0,1-1-1,-1 0 1,0 0 0,0 1-1,1 1 1,2 45-696,-3-41 719,-1 0 1,0 0-1,0 0 1,-1 0 0,0 0 0,0 0-1,-1-1 1,0 1 0,0-1 0,0 0 0,-1 0-1,0 0 1,0 0 0,0 0 0,-1-1-1,-8 8 1,-7 5-34,0-1 0,-40 26-1,39-31-400,25-16 344,1 1 108,-1 1 1,0-1-1,1 1 0,-1 0 0,1 0 0,0 1 0,7-3 1,3 2 39,0 1 1,-1 0-1,1 1 0,0 1 1,-1 0-1,20 4 1,-30-4-57,1 0 0,-1 0 0,1 1 0,-1 0 0,0 0 0,0 0 0,0 0 0,0 0 1,0 1-1,0 0 0,-1 0 0,1 0 0,-1 0 0,0 0 0,0 1 0,0-1 0,0 1 0,0 0 1,-1 0-1,0 0 0,0 0 0,0 0 0,2 9 0,0-1-11,-2 0 0,0 0 0,0 0 0,-1 1 0,0-1-1,-1 0 1,-1 1 0,0-1 0,0 0 0,-1 0 0,-1 0 0,0 0 0,-1 0-1,0-1 1,-1 1 0,0-1 0,-1 0 0,0 0 0,0-1 0,-13 15 0,7-11 97,-1 1 0,-1-1 0,-1-1 0,-26 19 0,34-28 89,1 1 1,-1-2-1,0 1 0,0-1 1,0 0-1,-1 0 1,1 0-1,-1-1 0,1-1 1,-1 1-1,0-1 0,0-1 1,0 1-1,-13-2 0,20 1-172,-1-1-1,0 1 0,1-1 0,-1 0 0,1 0 1,-1 1-1,1-1 0,-1 0 0,1 0 1,0-1-1,-1 1 0,1 0 0,0 0 0,0 0 1,0-1-1,0 1 0,0-1 0,0 1 0,0-1 1,0 1-1,1-1 0,-1 0 0,1 1 0,-1-1 1,1 0-1,0 1 0,-1-1 0,1 0 1,0 1-1,0-4 0,0-1-240,0-1 0,0 0 0,1 1 1,0-1-1,0 0 0,3-9 0,-1 9-295,0 1 0,0 0 0,0 0 0,1 0 0,7-9 0,24-26-5148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5977,'0'0'7593,"-1"9"-7799,1 20 246,1 0-1,1 0 1,13 57 0,-2-5 265,24 222 1017,-33-290-1361,1-20-865,2-21-1697,-6 2-1683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4529,'0'0'8106,"203"13"-7754,-94-21-352,-17-9-1128,-11-1-1857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4761,'0'0'4717,"9"27"-3957,2 4-556,5 15 228,17 81 0,10 122 1410,-38-234-732,1-22 493,4-27 95,-9 30-1935,9-45 113,-2 0-1,1-58 1,-6-100-1612,1-31-1,-2 215 1988,0 0 0,1 0-1,1 0 1,2 1 0,10-30 0,-15 51-297,0 0 0,-1 0 1,1 1-1,0-1 1,0 0-1,0 1 1,1-1-1,-1 1 0,0-1 1,0 1-1,0 0 1,0 0-1,0-1 1,0 1-1,1 0 1,-1 0-1,0 0 0,0 0 1,0 0-1,0 0 1,1 0-1,0 1 1,34 5-475,-31-5 535,154 27 504,214 11 0,-51-28-773,-107-9-2705,-226-2-1626,-9 5-1171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1120,'0'0'9917,"13"-24"-8938,3-7-754,44-81 502,-51 96-417,-6 10-34,0 0-1,1 0 1,0 0 0,0 0 0,9-9 0,-11 15-239,0 2-92,-1 0 0,0 0 0,1 0 0,-1 0 0,0 0 0,0 1 0,0-1 0,0 0 0,-1 1 0,1-1 0,0 5 0,1-1 12,21 83 271,-4 1 1,-4 0-1,5 150 1,-20-221-238,0-14-11,-1-1 0,1 0 0,1 1-1,-1-1 1,0 0 0,1 0-1,0 1 1,3 7 0,7-12-1774,-7-1 1448,-1 0-1,0 0 1,0-1-1,0 1 0,0-1 1,0 1-1,-1-1 1,1 0-1,0 0 1,-1 0-1,1 0 1,2-4-1,17-16-5375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2112,'0'0'8064,"19"-6"-7523,61-21-225,-76 25-305,0 1 1,0 0-1,0 0 1,1 0-1,-1 1 0,0-1 1,0 1-1,1 0 0,-1 0 1,0 0-1,0 1 1,1 0-1,-1 0 0,0 0 1,0 0-1,0 0 0,0 1 1,0 0-1,0 0 1,-1 0-1,1 0 0,0 0 1,-1 1-1,0 0 0,0 0 1,1 0-1,3 5 1,0 4-33,0-1 0,0 2 0,-1-1 0,-1 1 1,0 0-1,5 19 0,-6-18 35,6 23 113,-1 0 1,-2 0-1,-2 1 1,1 74-1,-5-94 448,0-12-1591,0-13-4855,-1-7 1342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1344,'0'0'10611,"148"3"-9779,-95-3-208,3 0-352,-3 0-272,-5 0-584,-1-8-921,-8-4-1391,-14-1-4378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8:3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310 121 2345,'0'0'2436,"-24"1"-1586,-169 13 1145,100-9 2122,199-3-3480,-16 1-98,182-3-165,511-3-13,-1-27-879,-629 16 431,217-46-1,-349 55-14,40-14 0,-52 13-274,-9 6 318,0 0 1,0 0 0,0 0 0,0 0 0,0 0-1,0-1 1,0 1 0,0 0 0,0 0-1,1 0 1,-1 0 0,0-1 0,0 1-1,0 0 1,0 0 0,0 0 0,0-1 0,0 1-1,0 0 1,0 0 0,0 0 0,0 0-1,0-1 1,-1 1 0,1 0 0,0 0 0,0 0-1,0 0 1,0-1 0,0 1 0,0 0-1,0 0 1,0 0 0,-1 0 0,1-1-1,0 1 1,0 0 0,0 0 0,0 0 0,0 0-1,-1 0 1,1 0 0,0 0 0,0 0-1,0 0 1,0-1 0,-1 1 0,1 0 0,0 0-1,0 0 1,0 0 0,0 0 0,-1 0-1,1 0 1,0 0 0,0 0 0,0 0-1,-1 0 1,1 0 0,0 1 0,0-1 0,-19-3-4567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0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1856,'0'0'5468,"12"0"-4597,404-12 1590,-407 12-2879,-27 0-6795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10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18 592,'0'0'7024,"29"0"-5991,12 2-689,140-3 1513,-107-8-1095,-12 1-1384,-19 6-3795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 1432,'0'0'7689,"-2"-4"-6169,-3-13-394,5 17-1065,1-1 0,-1 1 0,1-1 0,0 1 0,0-1 1,-1 1-1,1 0 0,0-1 0,-1 1 0,1 0 1,0 0-1,0-1 0,0 1 0,-1 0 0,1 0 1,0 0-1,0 0 0,0 0 0,-1 0 0,1 0 1,0 0-1,1 1 0,-1-1 76,5 0-65,-1 1 0,1 0 0,-1 1 0,0-1 0,1 1 0,-1 0 0,0 0 0,0 0 1,0 1-1,0 0 0,8 6 0,52 48 98,-45-38-90,217 211 175,-138-128-2669,-92-97 1005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5905,'0'0'3693,"-6"26"-3458,-42 172 1317,-41 55 341,46-143-2532,39-95-452,18-12-7616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5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2737,'0'0'6468,"17"-9"-6208,57-24-88,-72 32-169,-1 0 0,0 0 0,1 1 0,-1-1 0,1 1 0,-1-1 0,0 1 0,1-1 0,0 1 0,-1 0 0,1 0 0,-1-1 0,1 1 0,-1 0 0,1 1 0,-1-1 0,1 0 0,-1 0 0,1 1 0,-1-1 0,1 1 0,-1-1 0,1 1 0,-1 0 0,0-1 0,1 1 0,-1 0 0,0 0 0,1 0 0,-1 0 0,0 0 0,0 0 0,0 0 0,0 1 0,0-1 0,0 0 0,0 2 0,1 2-8,0 1 1,-1-1-1,1 1 1,-1-1-1,0 1 1,-1-1-1,0 8 1,1-9 2,-1 13 19,0 0 0,-1 0-1,-1 0 1,-1 0 0,0 0 0,-1 0 0,-1 0 0,-9 23 0,11-33 84,0-1 52,0 0-1,1 0 1,0 0 0,1 0 0,-1 1 0,0 10 0,25-19 1908,-9-4-1860,0 1-1,-1-2 0,0 0 0,23-16 0,49-44-1574,-78 61 1091,66-61-5309,-44 36-1049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5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2088,'0'0'8706,"153"18"-7914,-106-18-487,-2 0-305,-9 0 0,-10 0-761,-13 0-967,-7 0-1313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55 264,'0'0'9610,"145"0"-8682,-92 0-488,3-7-440,36-11-40,-14 3-1136,-5 0-1664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3 208,'0'0'6237,"-6"0"-5689,-14 0 29,27 0 584,47 0 789,192-2 1158,-67 1-6023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 24,'0'0'7466,"-18"0"-6805,-51 0-206,55 0 4434,227-3-4070,-213 3-965,-28 0-2269,22 0 2017,-30 2-382,35-2 588,0 0 0,0 0 0,0 0 1,0 0-1,0 0 0,0 0 0,0 0 1,1 1-1,-1-1 0,0 0 0,0 1 1,0-1-1,0 1 0,1-1 0,-1 1 1,0-1-1,1 1 0,-1-1 0,0 1 1,1 0-1,-1-1 0,1 1 0,-1 0 1,1-1-1,-1 1 0,1 0 0,-1 0 1,1 0-1,0 0 0,-1 1 0,1 0-1957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61 600,'0'0'7240,"-15"0"-6455,-46 0-91,47-2 783,12-1-1029,8-2-106,5-2-249,1 1 0,0 1 0,0-1 0,0 2-1,1 0 1,-1 0 0,27-3 0,0 3-1,55 1 0,-84 2-83,17 3-62,-26-2 43,0 1-1,-1-1 1,1 1 0,0-1-1,0 0 1,-1 1 0,1 0-1,0-1 1,-1 1 0,1-1-1,0 1 1,-1 0 0,1-1 0,-1 1-1,1 0 1,-1 0 0,0-1-1,1 1 1,-1 0 0,0 0-1,1 0 1,-1 0 0,0-1-1,0 1 1,0 0 0,0 0-1,0 1 1,0 3-29,0 0 0,0 0 0,-1 0 0,0 0 0,0-1 0,0 1-1,-1 0 1,0 0 0,0-1 0,0 1 0,0-1 0,0 0 0,-1 0 0,0 0 0,0 0 0,0 0 0,-1 0 0,1-1 0,-1 1 0,-5 2 0,-10 9 8,0-2 1,-1 0-1,-23 9 1,20-10 33,-138 68-962,205-97 1396,50-12 0,-66 21-313,0 1 1,0 2-1,1 1 1,48-1 0,-75 6-128,0-1 1,0 0 0,0 0 0,0 0 0,1 1 0,-1-1 0,0 1 0,-1 0 0,1 0 0,0 0 0,0-1 0,0 2 0,0-1 0,-1 0 0,1 0 0,0 0 0,-1 1 0,1-1 0,-1 1 0,0 0 0,1-1 0,-1 1 0,0 0 0,0-1 0,0 1-1,0 0 1,-1 0 0,1 0 0,0 0 0,0 4 0,1 6-21,0-1 1,-1 1-1,0 0 0,-2 16 0,1-13 26,0-7 21,-1 0 1,0 0 0,-1 0-1,1 0 1,-1-1 0,-1 1-1,0 0 1,0-1-1,0 0 1,-1 0 0,0 0-1,0 0 1,-1-1 0,0 1-1,0-1 1,-1 0 0,1-1-1,-1 1 1,-1-1-1,1 0 1,-14 7 0,6-4 151,0 0 0,-1-2 0,1 0 0,-1 0 0,-1-2 0,1 0 1,-1 0-1,1-2 0,-1 0 0,-20 0 0,25-1-123,8-1-61,0 1 0,0-1 0,1 0 0,-1 0 0,0 0 1,1 0-1,-1-1 0,0 1 0,0-1 0,1 1 0,-1-1 1,1 0-1,-1 0 0,1 0 0,-1-1 0,1 1 0,0 0 0,-1-1 1,1 0-1,0 1 0,-2-4 0,-2-2-625,0-2 0,1 1 0,1 0 0,-7-16 0,4-2-3156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29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 40,'0'0'7048,"-24"-1"-6145,-73 1-148,61 3-70,36-3-590,0 0 1,-1 1-1,1-1 0,-1 0 1,1 0-1,0 0 0,-1 0 1,1 1-1,-1-1 0,1 0 1,0 1-1,-1-1 0,1 0 1,0 0-1,0 1 0,-1-1 1,1 0-1,0 1 0,0-1 0,-1 1 1,1-1-1,0 0 0,0 1 1,0-1-1,0 1 0,0-1 1,-1 1-1,1-1 0,0 0 1,0 1-1,0 0 0,25 1 551,273 7 2239,-165-8-10873,-114-1 2645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0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1768,'0'0'10263,"7"7"-10259,8 12 94,-1 1 0,-1 0 0,0 1 0,-1 0 0,-2 1 0,11 30 0,-8-18 164,2-2-1,32 53 1,-46-84-238,-1-1 1,1 1 0,-1 0 0,0-1 0,1 1 0,-1 0-1,1-1 1,-1 1 0,1-1 0,-1 1 0,1-1 0,0 1 0,-1-1-1,1 0 1,0 1 0,-1-1 0,1 0 0,0 1 0,0-1-1,-1 0 1,1 0 0,1 1 0,-1-2-7,-1 1 0,1 0 0,0-1 0,-1 1 0,1 0-1,-1-1 1,1 1 0,-1-1 0,1 1 0,-1-1 0,1 1 0,-1-1 0,1 1 0,-1-1 0,0 1 0,1-1-1,-1 0 1,0 1 0,0-1 0,1 0 0,8-42 249,-9 37-279,10-85-170,-3-95 0,-4 49 280,0 107 613,11-60-1,-13 89-684,-1 0 0,1 1 0,-1-1-1,1 0 1,-1 1 0,1-1-1,0 0 1,-1 1 0,1-1 0,0 1-1,-1-1 1,1 1 0,0-1-1,0 1 1,0 0 0,-1-1 0,1 1-1,0 0 1,0-1 0,0 1 0,0 0-1,0 0 1,1 0 0,27-2-141,-19 1 150,490-6-165,-179 7 150,13-13 71,-359 19-4120,-26 8-8,4 4-134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3233,'0'0'7385,"3"14"-7049,34 312 2017,-37-325-2393,0 0 0,1 0-1,-1 0 1,0-1 0,1 1 0,-1 0 0,1 0 0,-1 0-1,1-1 1,0 1 0,-1 0 0,1-1 0,0 1 0,-1 0-1,1-1 1,0 1 0,0-1 0,-1 1 0,1-1 0,0 1 0,0-1-1,0 0 1,0 1 0,0-1 0,0 0 0,-1 0 0,1 0-1,0 0 1,0 1 0,0-1 0,0-1 0,0 1 0,0 0-1,0 0 1,0 0 0,0 0 0,0-1 0,0 1 0,1-1 0,39-14-2888,-10 0-1396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1176,'0'0'9496,"11"-6"-8832,0 0-531,1 1-1,0 0 1,0 0 0,0 1 0,1 1-1,0 0 1,-1 1 0,20-1 0,-21 2-83,1 1 0,-1 1 0,1 0 0,-1 0 0,1 1 0,18 6 0,-24-5-55,1 0 0,-1 0 0,1 0 0,-1 1 0,0 0 0,-1 0 0,1 1 0,-1 0 0,0 0 0,0 0 0,0 0 0,4 7 0,-3-3-16,0 1 1,-1 0-1,0 0 1,0 0-1,-1 0 0,5 20 1,7 67-42,-6-31 64,-10-65-13,0 0 0,0 1 0,0-1 0,1 0 0,-1 0 0,0 0 0,1 0 0,-1 0 0,1 0 0,-1 0 0,1 0 0,0 0 0,-1 0 0,1 0 0,0 0 0,0 0 0,0 0 0,0 0 0,0-1-1,1 2 1,-1-2-80,0 0 0,-1 0 0,1 0 0,0 0 0,0 0 0,-1 0 0,1 0 0,0-1 0,0 1-1,-1 0 1,1 0 0,0-1 0,0 1 0,-1 0 0,1-1 0,-1 1 0,1-1 0,0 1-1,-1-1 1,1 1 0,-1-1 0,1 1 0,-1-1 0,1 0 0,-1 1 0,1-1 0,-1 0 0,0 1-1,1-1 1,-1 0 0,0 0 0,1 0 0,5-14-4098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5449,'0'0'4881,"156"-10"-3809,-95 10-455,-5 0-409,-6 0-208,-11 0-48,14 0-905,-11 10-1159,-6-2-2513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2 2481,'0'0'4351,"-26"0"-3117,-5-1-806,-12 0 991,-77 8 0,103-5-914,12-2-360,-1 0 0,1 0 1,0 1-1,0 0 1,-1 0-1,1 0 1,0 0-1,0 1 0,-7 3 1,13-4-124,-1-1 0,0 0 1,1 1-1,-1-1 0,0 0 0,1 1 1,-1-1-1,0 0 0,1 0 0,-1 0 1,1 1-1,-1-1 0,1 0 0,-1 0 1,0 0-1,1 0 0,-1 0 0,1 0 1,-1 0-1,1 0 0,-1 0 0,1 0 1,-1 0-1,0 0 0,1 0 1,-1 0-1,1 0 0,0-1 0,355 23 676,-231-10-601,-35-4-35,623 49 405,1-30-160,-501-27-228,-211 0-80,91-4-6,-86 3-17,1 0 1,-1 0-1,0-1 0,1 0 1,-1-1-1,0 1 1,0-1-1,0-1 1,9-5-1,-16 9-52,4-3 70,-12 0-1447,-17 5-951,0 0 0,-27 7 0,-19 6-4163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1872,'0'0'9368,"29"-9"-8771,95-26-43,-116 32-511,0 1-1,0 1 1,0-1 0,0 1 0,1 0 0,-1 1 0,0 0 0,0 1 0,1-1-1,-1 2 1,0-1 0,0 1 0,12 4 0,-17-4-43,1 0 0,-1 1 0,0-1 1,1 0-1,-1 1 0,-1 0 0,1 0 0,0 0 0,-1 0 1,1 0-1,-1 1 0,0-1 0,0 1 0,0 0 0,-1-1 1,1 1-1,-1 0 0,0 0 0,0 0 0,0 0 0,-1 0 1,1 8-1,0-5 0,-1 1 0,0 0 0,0 0 0,-1 0 0,0-1 0,0 1 1,-1 0-1,0-1 0,0 1 0,-1-1 0,-6 14 0,3-13 9,1 1 0,-2-1 0,1-1 0,-1 1 0,0-1 0,-1 0 0,0-1 0,-15 11 0,10-8-124,0-1 0,0 0-1,-1 0 1,0-2 0,0 0-1,0 0 1,-1-1 0,0-1-1,0 0 1,0-2 0,-19 2-1,33-4 31,8-5-283,16-3 374,-1 1 1,1 1 0,0 1-1,43-4 1,102 4 1101,-35 2-142,-111 2-841,8 0 546,35-7-1,-58 6-501,0 1 0,1-1 0,-1 0 0,0-1 0,0 0 1,0 0-1,-1 0 0,1-1 0,-1 0 0,7-6 0,-12 10-499,3-6 384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2296,'0'0'5226,"53"10"-4642,-11-5-248,3 0-192,0 0-136,2 3-8,-5-1-312,-3 1-616,-8 7-609,-9-5-287,-11 0-1377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09:3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3609,'0'0'2720,"151"8"-2640,-121-3-80,4-3-72,2-2-552,-8 0-704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31 264,'0'0'3238,"26"-2"-2931,-1 1-229,158-3 359,93 13-129,53 1-91,-106-9-104,875-22 135,-901-1-218,-194 21-340,-10 1-498,-82 6-876,34 1 414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54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1096,'0'0'848,"257"-13"145,-23-4-97,42-6-320,0 6-8,-36 4-232,-72 3-184,-54 3-64,-50 4-88,-33-2-8,-12 2-248,-7 1 136,-29 2-1024,-19 0-1273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4:5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999 162 176,'133'-22'0,"-56"3"39,-72 18 26,0-1 1,0-1 0,-1 1-1,1-1 1,0 1 0,-1-1-1,0-1 1,7-6 0,-10 10-70,0-1 0,0 0 0,0 0 1,0 0-1,0 0 0,0 0 1,0 0-1,-1 0 0,1 0 1,-1 0-1,1-1 0,0 1 1,-1 0-1,0 0 0,1-1 1,-1 1-1,0 0 0,0 0 1,1-1-1,-1 1 0,0 0 1,0-1-1,-1 1 0,1 0 1,0 0-1,0-1 0,-1 1 1,1 0-1,0 0 0,-1-1 1,1 1-1,-1 0 0,0 0 1,1 0-1,-1 0 0,0 0 1,0 0-1,0 0 0,0 0 1,1 0-1,-1 0 0,0 0 1,-1 1-1,1-1 0,0 0 1,-1 0-1,-6-3-99,1 0-1,0 1 1,-1 0 0,0 0 0,-14-3-1,-27-2 119,0 3 0,0 2 0,-72 4 0,38 1 243,-498 30 2165,557-30-2343,-212 9 2399,384-11-2152,45-2-130,92-9-58,1862-13 1627,-1769 35-1517,-219-10-1077,-146-4-39,-11-9-708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5:28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363 150 336,'0'0'532,"-23"9"-297,-74 28-96,85-32-17,0 0 1,0 2 0,1-1 0,0 1 0,0 1 0,-19 17 0,16-13-35,2-2-18,2 0 0,-1 1 0,2 0 0,-1 1 0,1 0 0,1 0 0,0 1 0,1 0 0,1 1 0,0-1 0,-7 23 0,7-8-9,0-1 1,2 1-1,1 0 0,1 0 1,3 32-1,0-42-33,1 0 1,1-1-1,1 1 1,0-1-1,1 0 0,1 0 1,1-1-1,0 1 1,1-1-1,1-1 0,0 0 1,1 0-1,1-1 0,0 0 1,1-1-1,0 0 1,22 17-1,-11-12 12,1 0 0,1-2 0,0-1 0,1-1 0,0 0 0,2-3 0,-1 0 0,1-1 0,52 9 0,-38-12 60,0-3 0,1-2 0,-1-1 0,44-5 0,-69 1-78,0 0 0,-1-1 0,0-1 0,0 0 0,0-1 0,0-1 0,-1 0 0,0-1 0,-1-1 0,0 0 1,0-1-1,17-17 0,-7 4 101,0 0 0,-2-2 0,-1-1 0,-2-1 0,23-39 1,-27 40 14,-3 0 1,0-1-1,-1-1 1,-2 0-1,-1 0 1,-1 0-1,4-38 1,-8 46-30,-2 0 0,0 0 1,-2 0-1,0 0 1,-1 0-1,-1 1 0,-1-1 1,-1 1-1,0 0 0,-2 0 1,-13-29-1,9 26-35,-2 1 1,0 0-1,-1 2 0,-1-1 0,-1 2 0,0 0 1,-2 0-1,0 2 0,-26-18 0,29 24-112,-1 0 0,0 2 0,-1 0-1,0 1 1,0 1 0,0 0 0,-1 2-1,0 0 1,0 0 0,0 2 0,0 0-1,-1 1 1,-24 3 0,10 1-676,1 1-1,-1 2 1,1 1 0,-45 16-1,-9 12-3551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29 232,'0'0'6032,"26"-1"-4609,7 1-1001,15-2 550,58-8 0,21-1 399,146 7 0,-186 4-2476,-100 0-5848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1720,'0'0'8217,"0"5"-7985,-3 324 3622,0 12-3603,14-341-4556,-5 0 425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1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66 256,'0'0'8092,"14"2"-6983,36 4-550,0-1 0,-1-3 0,1-2 0,0-3 1,0-1-1,85-20 0,-118 19-1228,-1-1 0,0-1 0,15-10 1,-27 15 254,19-10-3139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2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1 904,'0'0'10434,"128"32"-9497,-78-29-361,1-1-320,-1 1-232,0-3-24,-5 0-616,-4 0-585,4 0-767,-11 0-945,-12 0-3176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2665,'0'0'6985,"145"5"-5713,-101-5-167,-2 0-393,-3 0-296,0 0-232,-5-5-160,2-5-24,20-7-800,-6-1-945,-2-2-2528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3793,'0'0'7111,"10"-19"-6841,5-10-131,-4 9 205,0-1-1,-2-1 0,10-30 1,-15 40 200,-1-1 0,0 1 0,-1-1 0,0-17 0,3 110-632,29 151 0,-34-230 86,7 37 78,1 0 1,23 65 0,-31-102-89,1 0-1,0 0 0,-1 0 0,1-1 1,0 1-1,0 0 0,-1 0 1,1-1-1,0 1 0,0 0 0,0-1 1,0 1-1,0-1 0,0 1 1,0-1-1,0 0 0,0 1 0,0-1 1,1 0-1,-1 0 0,0 0 1,0 0-1,0 0 0,0 0 0,0 0 1,0 0-1,2 0 0,29-8-2082,-4-5-2370,-2 0-3462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3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91 2585,'0'0'4725,"-13"22"-3921,-43 76 13,51-87-681,1-1 0,0 1 0,1-1 0,0 1 0,0 0 0,1 1 0,1-1 0,0 0 0,0 0 0,1 1 0,2 18-1,0 10 251,-2-35-357,0 1 0,1-1 1,0 0-1,0 1 1,0-1-1,0 0 0,1 0 1,0 1-1,0-1 1,0-1-1,1 1 0,0 0 1,-1 0-1,2-1 1,-1 0-1,0 0 0,1 0 1,0 0-1,0 0 1,0-1-1,1 1 0,-1-1 1,1 0-1,6 3 1,0-2 28,0 1 0,0-1 0,0-1 0,0 0 1,1 0-1,0-2 0,-1 1 0,1-1 0,0-1 0,17-1 1,-23 0-18,1-1 0,0 0 0,-1 0 0,0 0 0,0-1 0,1 0 0,-1 0 0,-1-1 0,1 1 0,-1-1 0,1-1 0,-1 1 0,0-1 0,-1 0 0,1 0 0,-1 0 0,7-11 0,-3 4 68,0-1 0,-1 0 0,-1 0 0,0-1 0,0 0 1,-1 0-1,3-17 0,-6 21-39,0-1 0,0 1 0,-1-1 0,0 0 0,-1 0 0,0 1 0,-1-1 0,0 0 0,0 1 0,-2-1 0,1 1 0,-1-1 0,-1 1 0,1 0 0,-2 0 0,0 0 0,-11-17 0,-2 4 86,-34-35-1,45 52-274,0-1-1,0 1 1,0 1-1,0-1 0,-1 1 1,0 1-1,0-1 1,-1 1-1,-11-3 1,19 6-89,-1 1 1,0-1-1,1 1 1,-1 0-1,0 0 1,1 0-1,-1 0 1,0 0-1,1 0 1,-1 0-1,0 1 1,1-1 0,-1 0-1,0 1 1,1 0-1,-1-1 1,1 1-1,-1 0 1,1 0-1,0 0 1,-1 0-1,1 0 1,0 0-1,-1 0 1,1 0-1,0 0 1,0 1-1,0-1 1,0 0-1,0 1 1,0-1-1,1 1 1,-1-1-1,0 1 1,1 0 0,-1-1-1,1 1 1,0-1-1,-1 3 1,-5 28-4796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18 1768,'0'0'6596,"-19"25"-5969,-58 82-93,74-102-485,0 0 1,0 0 0,0 0-1,1 0 1,-1 1 0,1-1-1,1 1 1,-1-1 0,1 1-1,0 0 1,0 0 0,1-1-1,-1 1 1,1 0 0,1 7-1,0 7 101,-1-9-98,1 0 1,0 0-1,1 1 1,0-1-1,0 0 1,1 0-1,1-1 1,0 1 0,0-1-1,1 0 1,9 15-1,-9-18-23,0 0 0,1 0-1,0-1 1,0 1 0,1-1 0,0-1 0,0 1-1,0-1 1,0 0 0,1-1 0,0 0 0,0 0-1,0 0 1,0-1 0,12 2 0,-9-2 45,1 0 0,0-2 0,0 1 1,0-1-1,0-1 0,0 0 0,-1-1 0,1 0 1,15-4-1,-19 3-13,-1-1 1,1 1-1,-1-2 0,0 1 1,0-1-1,0 0 1,0 0-1,-1-1 0,0 0 1,0 0-1,0-1 1,0 1-1,-1-1 0,8-12 1,-7 9 34,-1-1-1,0 0 1,0 0 0,-1 0 0,0-1 0,-1 1-1,0-1 1,2-18 0,-2-7 286,-1-47 0,-2 66-290,0 10-120,0 0 1,0-1 0,-1 1 0,0-1-1,-1 1 1,0 0 0,0 0-1,-1 0 1,1 0 0,-1 0 0,-1 1-1,1-1 1,-1 1 0,-1 0 0,1 0-1,-1 0 1,0 1 0,0-1 0,0 1-1,-1 0 1,0 1 0,0 0 0,0 0-1,0 0 1,-1 0 0,0 1 0,0 0-1,1 1 1,-2-1 0,1 1 0,-8-1-1,-53 2-6226,42 1-360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3841,'0'0'5024,"0"23"-4015,0-1-760,-1 8 82,2-1-1,1 1 1,7 34-1,27 99 1014,-29-136-1186,2-1 0,1 0 0,0-1 0,16 25 0,-25-48-108,0 0 0,0-1 0,0 1 1,0 0-1,0-1 0,0 0 0,0 1 0,1-1 0,-1 0 1,1 1-1,-1-1 0,1 0 0,-1 0 0,1 0 0,2 1 1,-3-2 17,1 0 1,-1 0-1,0 0 1,0 0 0,0-1-1,0 1 1,1 0-1,-1 0 1,0-1 0,0 1-1,0-1 1,0 1 0,0-1-1,0 1 1,0-1-1,0 0 1,0 1 0,0-1-1,0 0 1,0 0-1,-1 0 1,1 1 0,0-1-1,0 0 1,-1 0 0,2-2-1,12-19-129,-1-1-1,0-1 1,-2 0-1,0-1 1,-2 0 0,-1 0-1,-1-1 1,-1 0-1,4-40 1,-3-27-498,-6-129 1,-3 103 747,2 78 201,36 41-619,823 14 218,-472-13-473,-386 7-4285,-1 2 237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90 2104,'0'0'8738,"-16"-15"-7831,-55-43-319,69 56-565,-1 0 0,0 0 0,1 1-1,-1-1 1,0 1 0,0-1 0,0 1 0,0 0-1,0 0 1,0 1 0,-1-1 0,1 1 0,0-1-1,0 1 1,0 0 0,-1 0 0,-4 1 0,-6 0 25,3-1-47,0 1-1,0 0 1,0 1-1,0 0 1,1 0 0,-1 1-1,0 1 1,1 0-1,-13 7 1,16-8-4,1 1-1,0 0 1,0 0 0,0 1-1,1 0 1,-1 0-1,1 0 1,0 1 0,1 0-1,0-1 1,-1 2 0,2-1-1,-1 0 1,1 1-1,-3 9 1,4-11-1,0 0 0,0 1 1,1-1-1,0 1 0,1 0 0,-1-1 1,1 1-1,0-1 0,0 1 0,1 0 0,-1-1 1,3 9-1,-2-11-6,1 0-1,-1 0 1,1 0 0,-1 0-1,1 0 1,0 0 0,0 0-1,0-1 1,1 1 0,-1-1-1,0 0 1,1 1 0,0-1-1,-1 0 1,1-1 0,0 1 0,0 0-1,0-1 1,1 0 0,-1 1-1,5 0 1,11 2-94,0-1 1,0-1-1,0-1 0,0-1 1,21-1-1,-37 0 90,2 1 8,-1 0-1,1-1 1,-1 0 0,1 0 0,-1 0 0,1-1-1,-1 1 1,0-1 0,0 0 0,1 0-1,-2-1 1,1 1 0,0-1 0,0 0 0,-1 0-1,1 0 1,-1 0 0,0-1 0,0 1-1,-1-1 1,1 0 0,-1 0 0,3-5 0,3-9 274,0-1 1,-2 0-1,0 0 1,4-23 0,0 1 1423,-10 41-1677,0-1 0,0 1 0,0 0 0,0 0 0,0 0 0,0 0 0,0 0 0,0-1 0,0 1 0,0 0 0,0 0 0,0 0 0,0 0 0,0 0 1,0 0-1,1 0 0,-1-1 0,0 1 0,0 0 0,0 0 0,0 0 0,0 0 0,0 0 0,0 0 0,1 0 0,-1 0 0,0 0 0,0 0 0,0 0 0,0 0 0,0 0 0,1-1 0,-1 1 0,0 0 1,0 0-1,0 0 0,0 0 0,0 0 0,1 1 0,-1-1 0,0 0 0,0 0 0,0 0 0,0 0 0,0 0 0,0 0 0,1 0 0,-1 0 0,0 0 0,0 0 0,0 0 0,0 0 0,0 0 0,0 1 0,0-1 1,1 0-1,-1 0 0,0 0 0,0 0 0,0 0 0,0 0 0,0 0 0,0 1 0,0-1 0,0 0 0,0 0 0,5 15-72,0-1 1,-2 1-1,0 0 0,2 25 0,1 3 86,12 115 99,-13-97 396,20 94-1,-25-153-587,1 0-1,0-1 1,-1 1 0,1 0-1,0 0 1,0 0-1,0-1 1,0 1-1,0 0 1,0-1 0,1 1-1,-1-1 1,0 0-1,1 1 1,-1-1-1,4 2 1,15 7-4258,-8-5-1950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0 136,'0'0'5028,"-24"0"-4319,-73 0-70,80 0-448,-7 1 186,15 4 129,7-3-397,2 2 1402,9-3-472,351 5 2481,-229-7-4832,-131 1 1191,1 0-1,-1 0 1,1-1-1,-1 1 1,1 0-1,-1 0 1,0 1-1,1-1 1,-1 0-1,1 0 1,-1 0-1,1 0 0,-1 0 1,1 0-1,-1 1 1,0-1-1,1 0 1,-1 0-1,0 1 1,1-1-1,-1 0 1,0 0-1,1 1 1,-1-1-1,0 0 1,1 1-1,-1-1 1,0 1-1,0-1 0,1 0 1,-1 1-1,0-1 1,0 1-1,0-1 1,0 0-1,0 1 1,1-1-1,-1 1 1,0-1-1,0 1 1,0-1-1,0 1 1,0-1-1,-1 1 1,1 0-31,1 13-4088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3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22 224,'0'0'10824,"-3"-3"-9589,-2 0-1022,1 1 1,-1 0-1,0-1 1,0 1-1,0 1 1,0-1-1,0 1 1,-1 0-1,1 0 1,0 1-1,-1-1 1,1 1-1,-8 1 0,4-1-176,0 0 0,0 1-1,-1 1 1,1 0 0,0 0-1,0 1 1,-13 5 0,11-2-22,0 1 0,1 0 0,0 1 0,0 0 0,0 0 0,1 1 1,1 0-1,-1 1 0,1 0 0,1 0 0,0 1 0,-10 22 0,9-16 5,1 0 0,2 1 0,-1 0-1,2 0 1,0 0 0,1 0 0,1 1 0,1 21-1,1-34-12,0 0 1,0 1-1,1-1 0,0 0 0,0 0 0,1 0 0,0 0 0,0 0 0,0 0 0,1 0 0,0-1 0,3 7 0,-1-6 7,1 1-1,-1-1 1,1 0-1,1 0 1,-1-1-1,1 0 1,0 0-1,12 7 1,1-2 37,1-1 0,0-1 0,0 0 1,0-2-1,1 0 0,38 4 0,6-4 247,66-3-1,-128-2-277,0-1 1,1 0-1,-1-1 0,0 1 0,1-1 0,-1 0 0,0 0 1,1 0-1,-1-1 0,0 1 0,0-1 0,0 0 0,0 0 0,-1 0 1,1-1-1,0 0 0,3-3 0,-7 6-165,1-1 0,0 0 0,-1 0 0,1 0 1,0 0-1,-1 0 0,1 0 0,-1 0 0,0 0 0,1 0 0,-1 0 0,0 0 0,0 0 0,1 0 0,-1 0 0,0 0 1,0 0-1,0 0 0,0 0 0,0 0 0,-1-2 0,1-5-2648,0-4-3542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0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3401,'0'0'7169,"187"5"-6721,-140-5-224,4-2-136,-7-8-72,-5 0-16,-5 0-16,-6 0-304,-6 2-416,-5 1-416,-6 4-993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1256,'0'0'6822,"11"2"-5283,5 0-1095,0-1 0,1-1 0,-1 0 0,1-1 0,-1 0 0,18-5 0,36-12 392,-28 7-592,62-9 1,-77 19-3406,-17 1-1513,-4 0 515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2312,'0'0'8697,"11"-8"-8050,-1 0-481,1 1 1,0 0-1,0 1 0,0 0 1,0 1-1,1 0 0,0 0 1,0 2-1,1-1 0,21-2 1,-31 6-140,3-1-12,1 0 0,-1 1 0,1 0 0,0 0 0,-1 0 0,1 1 0,-1 0 0,1 0 0,-1 1 1,0 0-1,1 0 0,-1 0 0,0 1 0,9 5 0,-6-1-15,0 1 1,-1-1 0,0 1-1,0 1 1,-1-1-1,0 1 1,0 1-1,-1-1 1,5 11-1,-8-12-5,0-1 0,0 1 0,-1 0 0,0 0 0,0 0 0,-1 0 0,0 0 0,-1 0 0,1 0 0,-2 0 0,1 0 0,-1 0 0,-3 12 0,2-12 20,-2 1 0,1-1 1,-1 0-1,0 0 0,-1-1 1,0 1-1,0-1 0,0 0 1,-1 0-1,0-1 0,-13 11 1,-10 6 133,-44 29 1,60-44-137,1 1-16,9-6-33,0-1 0,0 1 0,-1-1 0,1 0 0,0 0 0,-1 0 0,0 0 0,1 0 0,-1-1 0,0 0 0,-5 1 0,9-2 284,29-4-2136,121 4 1668,-107 2 977,0-2-1,0-1 0,0-2 0,45-10 1,-80 10-322,-2 1-1331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8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24 680,'0'0'6193,"-15"19"-5443,-45 58-189,58-75-519,0 1-1,0 0 1,0 0-1,0-1 1,0 1-1,1 0 0,-1 0 1,1 1-1,0-1 1,0 0-1,0 0 1,1 1-1,-1-1 0,1 0 1,-1 1-1,1-1 1,0 1-1,1-1 1,0 7-1,1 6 131,-3-11-91,1 1 0,1 0 1,-1-1-1,1 1 0,0 0 1,0-1-1,1 1 0,-1-1 1,1 0-1,5 9 0,-5-10-35,1-1 1,0 1-1,0-1 0,0 0 0,1 0 0,-1 0 0,1 0 0,-1-1 0,1 1 0,0-1 0,0 0 0,0 0 0,0-1 0,5 2 0,3 1 15,0-1 1,-1 0-1,1-1 0,0 0 0,1-1 0,-1-1 0,0 1 0,0-2 0,0 0 0,0 0 0,19-6 1,-26 6-7,1-1 1,-1 0-1,0 0 1,1 0 0,-1-1-1,0 1 1,0-1 0,-1 0-1,1-1 1,0 1-1,-1-1 1,0 0 0,0 0-1,0-1 1,-1 1 0,1-1-1,-1 0 1,0 1-1,-1-2 1,1 1 0,-1 0-1,0 0 1,0-1 0,0 1-1,-1-1 1,1-8-1,-1 7 50,0 0 0,-1 0-1,0 0 1,0 0 0,-1 0-1,0 0 1,0 0 0,-1 0-1,0 1 1,0-1-1,0 0 1,-1 1 0,0 0-1,-5-8 1,3 6-59,-1 1 0,0 0 1,0 0-1,-1 1 0,0-1 0,0 2 0,-1-1 1,0 1-1,0 0 0,-11-5 0,8 5-379,0 1 1,-1 0-1,1 1 0,-1 1 0,1-1 0,-1 2 1,0 0-1,1 0 0,-1 1 0,-12 1 0,22-1 54,0 0 0,0 0 0,0 1 0,1-1 0,-1 0-1,0 1 1,0-1 0,1 1 0,-1-1 0,0 1 0,0 0-1,1 0 1,-1 0 0,1 0 0,-1 0 0,1 0 0,-1 0-1,1 0 1,0 1 0,-2 1 0,-6 12-5281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 4193,'0'0'9107,"0"-5"-8381,0-8-408,0 7-194,0 10-18,-14 455 1109,16-254-1159,-1-204-119,-1-1 0,0 0 0,0 0 0,0 1 0,0-1 0,0 0-1,0 0 1,1 1 0,-1-1 0,0 0 0,0 0 0,0 0 0,1 0 0,-1 1 0,0-1 0,0 0 0,1 0 0,-1 0 0,0 0 0,0 0 0,1 0 0,-1 0 0,0 1 0,0-1 0,1 0 0,-1 0 0,0 0 0,0 0 0,1 0 0,-1 0 0,0 0 0,0 0 0,1 0 0,-1-1 0,0 1 0,0 0 0,1 0-1,1 0-1025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4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3569,'0'0'5970,"32"0"-4845,107 0-93,250 0 1631,-383-10-6657,-6 3-922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2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4305,'0'0'6087,"0"-1"-6048,0 1 1,0 0-1,0-1 1,0 1-1,0 0 1,0-1 0,0 1-1,0 0 1,1 0-1,-1-1 1,0 1-1,0 0 1,0 0-1,0-1 1,1 1 0,-1 0-1,0 0 1,0 0-1,1-1 1,-1 1-1,0 0 1,0 0 0,1 0-1,-1 0 1,0 0-1,1 0 1,-1-1-1,0 1 1,1 0-1,1 2 33,-1 0-1,1 0 1,-1 0-1,1 0 0,-1 0 1,0 0-1,1 0 0,-1 0 1,0 0-1,-1 1 1,1-1-1,1 4 0,0 1 104,15 47 402,-3 1 0,-2 1-1,9 96 1,-4-19 605,-14-119-348,-1-5-1778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1608,'0'0'11267,"137"-5"-10523,-87 0-424,-2-2-232,-4 2-88,1-3-432,28-5-768,-15 3-1033,-2-2-2256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4497,'0'0'8536,"14"-8"-8206,43-30-74,-52 34-203,0 0-1,-1 0 1,1 0-1,-1 0 1,0-1-1,0 0 1,0 0 0,-1 0-1,0 0 1,0-1-1,0 1 1,-1-1 0,0 0-1,0 0 1,2-9-1,-1 5-9,0-11 594,0 0 0,-1-35 0,2 151-577,31 175-1,-35-268-78,0-1 1,1 1-1,-1-1 0,0 1 1,1-1-1,-1 0 0,1 1 1,-1-1-1,1 0 1,-1 1-1,1-1 0,0 0 1,0 0-1,0 1 0,0-1 1,0 0-1,0 0 0,0 0 1,0 0-1,0 0 1,2 0-1,0 0-358,0 0-1,0 0 1,0-1-1,0 1 1,0-1-1,0 0 1,1 0 0,2 0-1,4 0-1216,7 0-3793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6441,'0'0'4033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68 616,'0'0'8919,"6"-10"-8264,22-29-36,-26 37-558,0 0 0,0 0 1,1 1-1,-1-1 0,1 1 0,0-1 1,-1 1-1,1 0 0,0 0 0,0 0 1,-1 0-1,1 1 0,0-1 0,0 1 1,0 0-1,0 0 0,0 0 0,0 0 1,0 0-1,3 1 0,7 0 91,1-1-45,3-1-44,-1 1-1,0 1 1,0 0-1,1 2 1,16 4-1,-29-6-68,0 0 0,0 1 0,0-1 0,-1 1 0,1 0 0,-1 0 0,1 1 0,-1-1 0,0 1 0,1 0 0,-1-1 0,-1 1 0,1 1 0,0-1 0,-1 0-1,0 1 1,1-1 0,-1 1 0,-1 0 0,1-1 0,0 1 0,-1 0 0,0 0 0,0 0 0,1 7 0,-1-5-24,0 1 1,0 0-1,-1 0 1,0 0-1,0 0 1,0 0-1,-1 0 0,0 0 1,0 0-1,-1-1 1,0 1-1,0 0 1,-1-1-1,0 1 0,0-1 1,0 0-1,-1 0 1,0 0-1,0-1 1,0 1-1,-1-1 0,-5 5 1,0 2-51,-1-1 0,0-1-1,-1 0 1,0-1 0,-1 0 0,0-1 0,0 0 0,-26 11-1,37-19 80,1 0 356,25 0-23,-6 0-388,116-3 676,-113 1-419,1-1-1,-1-1 1,0-1-1,25-8 1,-37 9-277,0 0-1,0-1 1,-1 0 0,15-11 0,11-13-4049,-20 17-439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5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1608,'0'0'3544,"-17"22"-2600,-54 73-245,68-90-638,-1 0 0,1 0 0,0 0 0,1 1 1,-1-1-1,1 1 0,0-1 0,0 1 0,1 0 0,0 0 0,0 0 1,0 0-1,1 0 0,0 0 0,1 11 0,-1 3 185,1-16-204,-1-1 0,0 1 0,1 0 0,0 0 0,-1 0 0,2-1 1,-1 1-1,0-1 0,1 1 0,-1-1 0,1 1 0,0-1 0,0 0 0,1 0 0,-1 0 0,1 0 0,-1 0 0,1 0 0,0-1 0,0 1 1,0-1-1,0 0 0,1 0 0,-1 0 0,0 0 0,1-1 0,-1 0 0,1 1 0,0-1 0,5 1 0,11 2 118,1-1 1,0 0-1,0-2 0,27 0 0,-36-2-154,-2 2-21,1-2-1,-1 1 1,1-1-1,-1-1 1,0 0-1,1-1 1,-1 0-1,12-5 1,-17 5 67,0 0 0,0 0 0,0 0 0,0-1-1,0 0 1,-1 0 0,0 0 0,0 0 0,0-1 0,0 0 0,0 0 0,-1 0 0,0 0 0,0 0 0,3-11 0,-3 8 93,-1 1 0,-1 0 1,1-1-1,-1 0 0,0 1 0,-1-1 0,0 1 0,0-1 0,-1 0 0,0 1 0,0-1 0,-1 1 0,0-1 0,0 1 0,0 0 1,-1 0-1,-1 0 0,1 0 0,-1 1 0,-5-8 0,6 9-264,-1 0 1,0 0-1,1 1 1,-1 0-1,-1 0 1,1 0-1,-1 0 0,1 1 1,-1 0-1,0 0 1,0 0-1,-1 0 1,1 1-1,-1 0 0,1 0 1,-1 0-1,1 1 1,-1 0-1,0 0 1,0 0-1,0 1 0,1 0 1,-1 0-1,0 0 1,0 1-1,-9 2 1,-5 8-2143,3 3-737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6:55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 2585,'0'0'4978,"-17"26"-4421,-50 83-143,64-105-378,1 1 1,0 0 0,-1-1-1,1 1 1,1 0 0,-1 1-1,1-1 1,0 0-1,0 0 1,0 0 0,1 1-1,0-1 1,0 0 0,1 8-1,0 5 47,-1-13-72,1 1-1,-1 0 1,1-1-1,0 1 1,0-1 0,0 1-1,1-1 1,0 1 0,0-1-1,1 0 1,-1 0-1,1 0 1,0 0 0,0-1-1,1 1 1,-1-1-1,1 0 1,0 0 0,0 0-1,1 0 1,-1-1 0,1 1-1,0-1 1,-1 0-1,1-1 1,1 1 0,7 2-1,4 0-25,0 0 0,1-1-1,-1-1 1,1 0 0,0-2-1,-1 0 1,30-2 0,-39 0 69,1 0 0,-1-1 0,0 1 0,1-2 0,-1 1 1,0-1-1,0 0 0,-1-1 0,1 0 0,-1 0 0,0 0 0,0-1 0,0 0 1,0-1-1,-1 1 0,0-1 0,0-1 0,9-12 0,-8 8 275,0 0 0,-1 0 0,-1-1 0,0 1 0,0-1 0,-1 0 0,-1-1 0,0 1 0,0 0 0,-1-1-1,0-25 1,-2 32-187,0-1 0,0 0-1,-1 0 1,0 0 0,0 0-1,-3-8 1,3 12-118,0 0-1,-1 1 1,0-1 0,0 0-1,0 1 1,0-1-1,0 1 1,0-1 0,-1 1-1,1 0 1,-1 0 0,1 0-1,-1 0 1,0 1-1,-4-3 1,-9-3-183,0 1-1,0 1 1,0 0 0,-1 1-1,1 0 1,-34-2-1,11 5-2938,-74 5 0,62 4-2795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2264,'0'0'8344,"7"-7"-6247,-6 7-2115,0 0-1,0 1 1,0-1-1,1 1 1,-1-1-1,0 1 1,0 0-1,0-1 1,0 1-1,0 0 1,0 0-1,0-1 0,0 1 1,0 0-1,-1 0 1,1 0-1,1 2 1,14 23-82,-10-15 76,8 11 11,1-1 0,0 0-1,2-1 1,34 34 0,-46-50 18,-1 0 0,1 0 0,0 0 0,1-1 0,-1 1 0,1-1 0,-1-1 0,1 1 0,0-1 0,0 0-1,0 0 1,0-1 0,0 0 0,0 0 0,0 0 0,1-1 0,-1 0 0,0 0 0,1 0 0,-1-1 0,0 0 0,0 0 0,0-1 0,0 1 0,0-2 0,8-3 0,15-11 106,-1-1 0,0-1 0,42-41 0,-37 31 82,50-34-1,-81 62-206,0-1 0,1 1 0,-1 0 0,0 0 0,1 0 0,-1 1 1,1-1-1,0 1 0,-1-1 0,1 1 0,-1 0 0,1 0 0,0 0 0,-1 0 0,1 0 0,0 1 0,-1-1 0,1 1 0,-1 0 0,1 0 0,-1 0 0,1 0 0,-1 0 0,3 2 0,6 4-21,0 1 0,-1 0 0,17 18 1,-1-2 68,-9-11-26,-1 0 1,2-1-1,0-1 1,0 0-1,1-1 1,0-2-1,0 0 1,1-1-1,0 0 1,1-2-1,-1-1 1,42 4-1,-42-7 16,0 0 0,0-2 0,0 0 0,0-1 0,0-1 0,0-1-1,-1-1 1,36-13 0,-6-8 15,-31 16-27,0 1-1,1 1 1,30-10-1,-47 17-34,0 1 0,1 0-1,-1-1 1,1 1 0,-1 0-1,1 1 1,-1-1 0,0 0-1,1 1 1,-1-1 0,1 1-1,-1 0 1,0-1-1,1 1 1,-1 0 0,0 1-1,0-1 1,2 2 0,4 3-6,-1 0 1,0 0 0,9 12-1,16 14 58,-22-25-12,0-1 0,0-1 0,1 1 0,0-2-1,0 1 1,0-2 0,0 1 0,1-2-1,18 3 1,5-2 76,67-3 0,-74-3-73,-1-2 0,-1 0 0,1-2 0,-1-1 0,37-16 0,-40 14-27,2 0 1,-1 2 0,1 1 0,0 1-1,0 1 1,39-2 0,-44 7-30,1 1 1,0 0-1,-1 2 1,41 10-1,-9 0 40,1-2 0,102 9-1,107-14 70,-252-6-75,23 1 96,-1-2 0,1-1 0,-1-2 0,0-1 0,0-2 0,39-12 1,-66 18-2333,-5 11-2008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6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3881,'0'0'6480,"11"-14"-5808,5-4-445,-7 8-15,0 0 0,-1 0 0,-1-1 0,11-19 0,9-37 2771,-24 69-2464,1 10-576,1 18-170,31 298 831,-35-309-574,-1-13-13,0 0 0,0 0 0,1 0 1,-1 0-1,1-1 0,1 1 0,-1 0 0,1-1 0,4 10 0,-6-14-58,1-1-1,-1 0 0,0 1 1,1-1-1,-1 0 0,1 1 1,-1-1-1,0 0 0,1 0 1,-1 0-1,1 1 0,-1-1 1,0 0-1,1 0 0,-1 0 1,1 0-1,-1 0 0,1 0 0,-1 0 1,1 0-1,-1 0 0,0 0 1,1 0-1,-1 0 0,1 0 1,-1 0-1,1 0 0,-1-1 1,1 1-1,-1 0 0,0 0 1,1 0-1,-1-1 0,0 1 0,1 0 1,-1 0-1,0-1 0,1 0 1,14-14-4047,-12 11 2291,11-9-6340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2160,'0'0'3487,"-11"21"-2541,-35 70-48,42-81-695,0-1 1,1 1-1,0 0 0,1 0 1,0 0-1,0 0 0,1 0 1,0 0-1,1 0 1,2 20-1,0 4 243,-3-27-372,2 0 0,-1-1-1,1 1 1,0-1 0,0 1 0,1-1-1,0 1 1,0-1 0,1 0 0,-1 0-1,1 0 1,1 0 0,-1-1 0,1 1-1,0-1 1,0 0 0,1 0 0,-1 0-1,9 6 1,-5-6-10,0 0-1,0 0 1,0-1 0,1 0 0,0 0-1,0-1 1,0 0 0,0 0 0,0-1-1,1-1 1,-1 0 0,1 0 0,9-1-1,-9 1 74,-1-1 0,1-1 0,-1 0 0,1 0-1,-1-1 1,15-5 0,-19 5-65,0 0 0,0-1 0,-1 0 0,1 0 0,-1 0 0,0 0 0,0-1 0,0 0 0,0 0 0,0 0 0,-1 0 0,0-1 0,4-6 0,-2 0 31,0 0 0,-1 0-1,0-1 1,-1 1 0,0-1 0,-1 0 0,0 0-1,-1 0 1,-1-1 0,-1-23 0,1 22-50,-1 5-23,0 0-1,0 0 0,-1 0 0,0 0 0,-1 1 0,0-1 0,0 1 1,-1 0-1,0 0 0,-1 0 0,0 0 0,0 1 0,0-1 0,-1 2 1,0-1-1,-13-11 0,14 13-271,-1 0-1,0 1 1,0-1 0,-1 1 0,1 0-1,-1 0 1,0 1 0,0 0 0,0 0-1,-1 1 1,1 0 0,0 0 0,-1 1-1,0 0 1,1 0 0,-1 1 0,0 0-1,1 0 1,-1 1 0,-10 1 0,17-1-56,-1-1 0,0 1 1,1 0-1,-1-1 1,0 1-1,1 0 0,-1 0 1,1 0-1,-1 0 0,-1 3 1,-10 15-4032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8 384,'0'0'4784,"-18"24"-4199,-58 78 45,72-97-523,1 0 0,-1 1 0,1 0-1,1-1 1,-1 1 0,1 0 0,0 1 0,0-1 0,0 0 0,1 1 0,0-1 0,1 0 0,-1 1 0,1-1 0,1 1 0,0 10 0,1 11 325,-1-21-354,-1 0 1,1 0 0,0 0 0,0 0-1,1-1 1,0 1 0,0 0 0,1-1-1,-1 1 1,2-1 0,-1 0 0,1 0-1,-1 0 1,2 0 0,-1-1 0,1 1-1,0-1 1,0 0 0,0-1 0,6 5-1,-1-2-32,-1-1 1,1-1-1,1 0 0,-1 0 0,1-1 0,0 0 0,0-1 0,0 0 0,0-1 0,0 0 1,19 1-1,-18-3 72,0 0 1,-1 0 0,1-1 0,0 0-1,-1-1 1,1-1 0,19-6 0,-24 6 5,0-1 1,0 0 0,0 0 0,-1-1-1,1 0 1,-1 0 0,0 0-1,-1-1 1,1 1 0,-1-1-1,0-1 1,5-9 0,-3 5-25,-2 0-1,1-1 1,-2 0 0,0 0 0,0 0 0,-1 0-1,0-1 1,-1 1 0,-1-1 0,1-17-1,-2 21-91,0-1-1,-1 0 1,0 1-1,0-1 0,-1 1 1,0 0-1,-1 0 0,0 0 1,0 0-1,-1 0 1,0 0-1,-1 1 0,0 0 1,-7-10-1,6 12-86,0 0 1,0 0-1,-1 0 0,0 1 1,0 0-1,0 0 0,0 1 1,-1-1-1,-10-3 0,8 5-588,1 0 0,-1 0-1,0 1 1,-15-1 0,1 2-3348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3785,'0'0'5033,"4"27"-4318,17 89-110,-11-72-353,2 0 0,1-1 0,33 72 0,-35-91-220,-9-19 49,-2-3-38,1 0 0,-1 0 0,1 0 0,0-1 0,0 1 0,-1 0 0,2 0 0,-1 0 0,0-1 0,0 1 0,0 0 0,1-1 0,-1 0 0,1 1 0,-1-1 0,1 0 0,3 2 0,-5-4 110,1-1 0,0 0 0,-1 0-1,1 0 1,-1 0 0,0 1 0,0-1-1,0 0 1,0 0 0,0 0 0,0-2 0,0 2-37,1-89-134,1 14-212,-10-90 1,-1-31 1273,9 198-1055,30-10-6,83-4-25,159 1 0,-137 10 26,44-2-3,329-25 687,-538 40-6477,6 4 1900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16 2873,'0'0'5119,"-26"-3"-4520,-83-8-159,104 10-414,0 1-1,1 0 1,-1 0-1,1 0 0,-1 0 1,0 1-1,1-1 1,-1 1-1,1 1 0,-1-1 1,1 0-1,-1 1 1,1 0-1,0 0 1,0 0-1,0 1 0,0-1 1,0 1-1,1 0 1,-1 0-1,-5 7 1,0-1-15,3-3-18,1-1 0,0 1 1,1 0-1,-1 1 0,1-1 0,0 1 0,1 0 1,-1 0-1,1 0 0,1 0 0,-1 0 0,1 1 0,1-1 1,-1 1-1,1 0 0,1-1 0,-1 14 0,2-18 15,-1-1-1,1 0 1,-1 0-1,1 1 1,0-1-1,0 0 1,0 0-1,0 0 1,0 0-1,0 0 1,0 0-1,1 0 1,-1-1-1,1 1 1,-1 0-1,1-1 1,0 1-1,-1-1 1,1 0-1,0 1 1,0-1-1,0 0 1,0 0-1,0 0 1,1 0-1,-1-1 1,0 1-1,0-1 1,1 1-1,2-1 1,10 3 54,0-1 1,0-1-1,19 0 1,-34-1-63,15 0 15,0 0 1,0-1-1,0 0 0,26-7 0,-36 6-6,-1 1-1,0-1 0,0 0 0,0 0 1,0 0-1,0 0 0,0-1 0,-1 0 1,1 1-1,-1-1 0,0-1 0,0 1 1,0 0-1,0-1 0,0 0 0,-1 1 1,1-1-1,-1 0 0,0 0 0,2-7 1,1-7 383,0 0 0,4-34 0,-5-8 3127,-4 60-3197,5 17-755,33 318 352,-33-274 73,-4-45 7,-1-6 15,0 0 0,1 0 1,1-1-1,-1 1 0,2 0 1,-1-1-1,8 16 1,-10-24-123,0-1 1,1 0 0,-1 0 0,1 1-1,-1-1 1,1 0 0,-1 0 0,1 1-1,-1-1 1,1 0 0,-1 0 0,1 0-1,-1 0 1,1 0 0,-1 0 0,1 0-1,-1 0 1,1 0 0,-1 0 0,1 0-1,-1 0 1,1 0 0,-1-1 0,1 1 0,-1 0-1,1 0 1,-1 0 0,0-1 0,1 1-1,-1 0 1,1-1 0,-1 1 0,1-1-1,4-5-3840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09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49 200,'0'0'8283,"7"0"-6727,152-8 3014,79-32-3870,-235 40-1124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0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3681,'0'0'5278,"-12"0"-3103,264-4 3385,-125 2-6763,2 1-6833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1672,'0'0'8078,"22"0"-5304,235 1 858,8 1-6385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73 984,'0'0'10561,"22"-12"-10183,72-37-113,-91 47-254,0 1 0,0-1 0,0 1 0,0 0 1,1 0-1,-1 0 0,0 0 0,1 0 0,-1 1 0,1-1 0,-1 1 1,1 0-1,-1 0 0,0 1 0,1-1 0,-1 1 0,1-1 0,-1 1 1,0 0-1,1 0 0,-1 1 0,0-1 0,0 1 0,0-1 0,0 1 1,0 0-1,0 0 0,-1 1 0,1-1 0,3 4 0,-1 1-2,0 0-1,-1 0 0,0 1 1,0-1-1,-1 1 1,1 0-1,-2 0 1,1 0-1,1 10 0,-2-6-10,1 0-1,-2-1 0,1 1 0,-2 0 1,0 0-1,0 0 0,-1 0 0,0 0 1,-1 0-1,-1-1 0,0 1 1,0 0-1,-1-1 0,-1 0 0,0 0 1,0-1-1,-1 1 0,-12 16 0,-1-5-238,-1 0-1,0-1 0,-2-1 1,-1-1-1,0-1 0,-1 0 1,-1-2-1,-51 23 0,90-56-149,-3 9 419,0 0-1,1 1 0,-1 1 0,1 0 0,1 0 0,-1 1 0,1 1 0,0 0 1,0 1-1,26-3 0,8 2 159,85 4 0,-56 2 117,60-3 581,-134 1-884,1 0-1,-1 0 1,0-1-1,0 1 1,0-1-1,0 0 1,1 1-1,-1-1 0,0 0 1,-1 0-1,1 0 1,0-1-1,0 1 1,0 0-1,-1-1 1,3-1-1,10-20-3168,-10 15-989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 2841,'0'0'3790,"-26"-1"-3361,-82-3-255,102 4-158,0 1 0,0-1 0,0 1 0,1 0 0,-1 1 1,0-1-1,1 1 0,-1 0 0,1 1 0,-1-1 0,1 1 1,0 0-1,0 1 0,0-1 0,1 1 0,-1 0 0,1 0 1,0 0-1,0 1 0,-4 4 0,4-3-22,0-2 3,0 1 0,0 0 0,0 0 0,1 0 0,0 0 0,0 0 0,1 1 0,-1 0 0,1-1 0,0 1 1,1 0-1,-1 0 0,1 0 0,0 0 0,1 0 0,-1 0 0,1 0 0,1 9 0,0-13 11,0 0 0,0 1 0,0-1 0,0 0 0,0 0 0,1 0 0,-1 0 0,1 0 0,-1 0 0,1 0 0,0-1 0,0 1 0,0-1 0,0 1 0,0-1 0,0 0 0,0 1 0,0-1 0,0 0 0,1-1 0,-1 1 0,0 0 0,5 0 0,6 2 31,1 0 0,24 0 1,-36-2-37,16 0 31,0 0 1,0-1-1,-1-1 0,28-5 0,-38 4-16,0 0 1,0 0 0,0 0-1,-1-1 1,1 0-1,-1-1 1,0 1 0,0-1-1,0-1 1,0 1-1,-1-1 1,0 0 0,0 0-1,5-6 1,-5 4 160,1-1 1,-1 0-1,-1 0 1,1 0 0,-1 0-1,4-14 1,-6 15 558,0 0 1,-1-1 0,0 1-1,1-15 791,-2 35-1827,3 54 361,25 128 0,2 36 27,-30-217-87,0-3 15,1 0 1,0-1 0,3 14 0,-4-23-44,1-1 0,-1 0 1,0 0-1,0 1 0,0-1 1,0 0-1,0 0 0,1 1 1,-1-1-1,0 0 0,0 0 1,0 1-1,1-1 0,-1 0 1,0 0-1,0 0 0,1 0 1,-1 1-1,0-1 0,0 0 1,1 0-1,-1 0 0,0 0 1,1 0-1,-1 0 0,0 0 1,1 0-1,-1 0 0,0 0 1,0 0-1,1 0 0,-1 0 1,0 0-1,1 0 0,-1 0 1,0 0-1,1 0 0,-1 0 1,0 0-1,0-1 0,1 1 1,-1 0-1,0 0 0,0 0 1,1 0-1,-1-1 0,0 1 1,0 0-1,0 0 0,1 0 1,-1-1-1,0 1 0,0 0 1,0-1-1,0 1 0,1-1 1,10-13-5225,-5 1-2106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1456,'0'0'8837,"29"0"-7227,95-2-421,-40 1-240,127 2 204,-166 4-930,-19-2-1733,-1-1-4862,-14-2-995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3985,'0'0'8478,"2"-3"-7853,-1 3-617,-1-1 1,0 1-1,0 0 1,0 0-1,1-1 0,-1 1 1,0 0-1,0 0 0,1 0 1,-1-1-1,0 1 0,1 0 1,-1 0-1,0 0 0,0 0 1,1 0-1,-1 0 0,0 0 1,1-1-1,-1 1 0,0 0 1,1 0-1,-1 0 0,0 0 1,1 1-1,-1-1 0,0 0 1,1 0-1,-1 0 0,0 0 1,1 0-1,-1 0 0,0 0 1,0 0-1,1 1 0,-1-1 1,0 0-1,1 0 1,-1 0-1,0 1 0,0-1 1,0 0-1,1 0 0,-1 1 1,0-1-1,0 0 0,1 1 1,12 25 337,10 49 381,-19-60-477,52 262 938,-48-230-1059,-8-46-149,0 0 0,0 0 1,0 0-1,0 1 1,0-1-1,1 0 0,-1 0 1,0 0-1,1 0 0,-1 0 1,1 0-1,-1 0 0,1 0 1,-1 0-1,1 0 1,0 0-1,-1 0 0,1-1 1,0 1-1,0 0 0,1 1 1,17-2-3013,-10-2-511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4993,'0'0'7226,"159"-23"-6762,-109 21-360,9-3-104,33-3-704,-14 3-1153,-8-2-2056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6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4809,'0'0'6608,"6"-18"-6036,41-117 1131,-14 52 1322,-24 133-3254,7 108 218,8 51 123,-17-197-928,13-7-5456,-15-4 4707,7 1-5275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6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6441,'0'0'5314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6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103 183 3641,'0'0'4921,"3"-24"-3874,8-72 156,-10 93-1116,-1 0 0,0 0 0,1 0-1,0 1 1,0-1 0,0 0 0,0 0 0,0 1 0,0-1 0,1 1 0,-1-1 0,1 1 0,0-1 0,0 1 0,0 0 0,0 0 0,0 0 0,0 0 0,0 0 0,1 1 0,-1-1 0,1 1 0,-1-1 0,1 1 0,0 0 0,-1 0 0,1 0-1,0 0 1,0 1 0,0-1 0,0 1 0,0-1 0,-1 1 0,1 0 0,0 0 0,0 1 0,0-1 0,4 1 0,-5 0-97,0 0 0,0 0 0,0-1 1,0 1-1,0 1 0,0-1 0,0 0 0,0 1 0,0-1 0,0 1 1,-1-1-1,1 1 0,0 0 0,-1-1 0,0 1 0,1 0 1,-1 0-1,0 0 0,0 0 0,0 0 0,0 1 0,0-1 0,-1 0 1,1 0-1,-1 1 0,1-1 0,-1 4 0,2 9-69,0 0-1,0 26 1,-2-40 77,-1 9-40,0 1 0,-1-1 0,0 1 0,0-1 0,-1 0 0,0 0 0,-1 0 1,0 0-1,-1-1 0,0 1 0,-1-1 0,1 0 0,-2-1 0,1 0 0,-13 13 0,-3 0-479,-1-1 0,-1-1 0,-1 0 0,-31 16 1,42-27-104,7-4 621,22-6 317,21-4 133,-12 1-89,1 1 1,32 0-1,35 6 425,-28 0-1377,69-7 1,-111 0-1650,-2-4-1714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7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42 2841,'0'0'3307,"-23"25"-3136,-71 81-13,91-103-132,0 0-1,1 1 1,-1 0 0,1-1-1,-1 1 1,1 0-1,1 0 1,-1 0-1,0 0 1,1 1-1,0-1 1,0 0-1,0 1 1,1-1-1,-1 0 1,1 1 0,0-1-1,1 9 1,1 4 93,-3-12-80,2 0 0,-1 0 0,1 0 0,0 0 0,0 0 1,0 0-1,0 0 0,1 0 0,0 0 0,0-1 0,1 1 1,-1-1-1,1 1 0,0-1 0,0 0 0,0 0 0,1 0 1,-1-1-1,1 1 0,0-1 0,0 0 0,0 0 0,0 0 1,1 0-1,-1-1 0,1 0 0,5 2 0,3 1 91,0-2-1,0 1 1,1-2-1,-1 0 1,1 0-1,-1-1 0,1-1 1,0 0-1,17-4 1,-23 3-45,0-1 1,0 0 0,-1-1 0,1 0-1,-1 0 1,1-1 0,-1 0 0,0 0-1,-1 0 1,1-1 0,-1 0-1,0-1 1,0 1 0,0-1 0,-1 0-1,7-10 1,-5 6 62,-1 0 1,0-1-1,0 1 0,-1-1 1,0 0-1,-1 0 0,0-1 0,-1 0 1,-1 1-1,3-20 0,-4 21-52,-1-1 0,0 0-1,0 1 1,-1-1 0,0 0-1,-1 1 1,0 0 0,-7-18-1,7 23-97,0 1-1,-1 0 0,1-1 0,-1 1 0,0 0 1,0 1-1,-1-1 0,1 0 0,-1 1 1,0 0-1,0 0 0,0 0 0,0 0 1,0 1-1,0 0 0,-1-1 0,0 2 1,1-1-1,-1 0 0,-9-1 0,8 2-342,-1-1 0,1 1 0,0 0-1,-1 1 1,1 0 0,-1 0 0,1 0-1,0 1 1,-1 0 0,1 0 0,0 0-1,-1 1 1,1 0 0,-9 5 0,-9 12-3600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7:1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89 151 704,'0'0'4746,"-14"24"-4281,-44 80-137,56-100-296,-1 0-1,1 1 1,0 0 0,1-1 0,-1 1 0,1 0 0,0 0-1,0 0 1,0 0 0,1 0 0,0 0 0,0 0 0,0 0 0,0 0-1,2 7 1,0-4 16,-1-3-15,1 1-1,0-1 1,0 0 0,0 0-1,1 0 1,-1 0-1,1 0 1,0-1 0,1 1-1,-1-1 1,1 0-1,0 0 1,0 0 0,0 0-1,1-1 1,-1 0-1,1 0 1,0 0 0,0 0-1,0-1 1,0 0-1,0 0 1,0 0 0,7 1-1,-4-1 136,0 0-1,0 0 1,0-1-1,1 0 0,-1 0 1,0-1-1,1 0 1,-1-1-1,0 0 1,1 0-1,-1-1 0,0 0 1,0 0-1,0-1 1,14-6-1,-10 1 105,-1 0-1,0-1 1,0 0-1,0 0 1,-2-1-1,1-1 1,-1 0-1,0 0 1,-1 0-1,-1-1 1,0-1-1,11-24 1,-11 16 158,0 1 1,-2-2-1,0 1 1,-1 0-1,-1-1 1,-1 0-1,-2-36 1,0 55-394,0 0 0,0 0 0,-1-1 0,0 1 0,1 0 0,-1 0 0,0-1 0,-1 1 0,1 0 0,0 0 0,-1 0 0,0 0 0,0 1 0,0-1 0,0 0 0,0 1 0,0 0 0,-5-4 0,2 2-70,0 1-1,0 0 1,-1 0-1,1 1 1,-1-1-1,0 1 1,0 0-1,0 1 1,-8-2-1,-7 1-549,-1 0-1,1 2 0,0 1 1,-36 5-1,-16 12-2856,5 3-2605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4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6 144,'0'0'3860,"0"1"-4215,3 5 5455,-2-6-4983,0 0 1,1 0-1,-1-1 1,0 1-1,0-1 1,0 1-1,1 0 1,-1-1-1,0 0 1,0 1-1,0-1 1,0 0-1,0 0 1,0 1-1,1-2 1,4-2-1980,-4 23-1140,-2-2 30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 6321,'0'0'7987,"2"-2"-7205,7-3-151,-12 8 120,-20 22-270,0 8-443,-15 21 16,-39 72-1,68-108-75,0 1 0,2 0 0,0 0 0,1 1 0,0 0 0,2 0 0,1 0 0,-2 28 0,4-34-3,1 1 1,0-1-1,1 1 1,1-1-1,0 0 1,1 1-1,1-1 1,0-1-1,1 1 1,8 16-1,5 4 14,3 0 0,0-2 0,2 0 0,1-2 0,50 49 0,-72-77 10,0 1 1,1-1 0,-1 0 0,1 0 0,0 0 0,0 0 0,0 0 0,0-1 0,0 1-1,0-1 1,6 2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0 248 5841,'0'0'5912,"15"-20"-5585,46-62 82,-55 75-219,0-1 0,0-1 0,-1 1 0,-1-1 0,1 1 0,-1-1 0,-1-1 1,0 1-1,2-10 0,5-16 286,-2 20-286,-8 32-568,-1 5 307,-1 117 230,4 152 356,-2-285-502,1 0 1,0 0-1,0 0 1,0 0 0,0 0-1,1 0 1,0-1 0,5 9-1,-5-13 49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265 252 9234,'0'0'4441,"6"-136"-4153,-12 108 160,-10 1-144,-10 4-72,-1 6-232,-4 4 0,0 6-128,-2 7-608,-9 0-896,8 10-1321,9 7-2104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1592,'0'0'6431,"-3"0"-6086,1 0-293,0 0-1,0 0 0,0 1 0,0-1 0,1 1 1,-1-1-1,0 1 0,0 0 0,0 0 1,1 0-1,-1 0 0,0 0 0,1 0 0,-1 0 1,1 1-1,-1-1 0,1 0 0,-1 1 0,1-1 1,0 1-1,0 0 0,0-1 0,-1 4 0,-30 52 290,28-50-296,-3 8-19,0 1 0,1 0 0,1 0 0,0 0 0,1 1 1,1-1-1,1 1 0,0 0 0,1 29 0,1-42-14,1 0 0,-1-1 0,1 1 0,0-1 0,0 1 1,0-1-1,1 1 0,-1-1 0,1 0 0,-1 0 1,1 0-1,0 0 0,1 0 0,-1 0 0,0 0 1,1-1-1,-1 1 0,1-1 0,0 0 0,0 1 1,0-1-1,0-1 0,0 1 0,1 0 0,-1-1 1,0 0-1,5 2 0,5 1 68,0 0 0,1-1-1,0-1 1,-1 0 0,27 0 0,-32-2-15,0 0 1,1 0-1,-1-1 1,0 0 0,0 0-1,0-1 1,0 0-1,-1-1 1,1 1-1,-1-2 1,1 1 0,-1-1-1,0 0 1,0 0-1,-1-1 1,1 0-1,-1 0 1,0-1 0,0 0-1,-1 0 1,1 0-1,-2 0 1,7-11-1,-6 9 90,-1 0-1,-1 0 1,0-1 0,0 0-1,0 1 1,-1-1-1,0 0 1,-1 0-1,0 0 1,0 0-1,-1-1 1,0 1 0,-1 0-1,0 0 1,0 0-1,-4-12 1,3 15-153,-1 0 0,1 0 1,-1 1-1,0-1 1,0 1-1,0-1 0,-1 1 1,0 0-1,0 1 1,0-1-1,-1 1 0,1 0 1,-1 0-1,0 0 1,-1 0-1,1 1 0,0 0 1,-1 0-1,0 1 1,1-1-1,-1 1 0,0 1 1,0-1-1,-10-1 1,7 2-386,1 0 0,-1 0 0,0 1 1,0 0-1,0 1 0,0 0 0,0 0 1,0 1-1,1 0 0,-1 0 0,0 1 1,1 0-1,0 1 0,0 0 0,0 0 1,0 0-1,-8 8 0,-19 18-4299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1696,'0'0'4988,"-18"22"-4628,-56 71-104,71-89-237,0 0 0,0 1 0,1-1 0,-1 1 0,1 0 0,0-1 0,0 1 0,1 0 0,-1 0 0,1 1 0,0-1-1,1 0 1,-1 0 0,1 0 0,0 1 0,0-1 0,2 9 0,0 9 20,-2-18-18,1 0 0,0 0 1,0-1-1,0 1 0,0 0 0,1-1 0,0 1 0,0-1 0,0 1 0,1-1 0,-1 0 0,1 0 0,0 0 1,0 0-1,0-1 0,1 1 0,-1-1 0,1 0 0,0 0 0,0 0 0,0 0 0,0-1 0,9 4 0,-1 0 33,1-1 0,-1 0 0,1-1-1,0-1 1,0 0 0,1-1 0,21 2 0,-20-4 21,1 0 0,-1 0 0,0-1 0,1-1 0,-1-1 1,0 0-1,17-7 0,-26 8 2,0 0-1,-1-1 1,1 0-1,0-1 1,-1 1 0,0-1-1,0 0 1,0-1 0,0 1-1,-1-1 1,0 0-1,0 0 1,0 0 0,0 0-1,-1-1 1,0 0-1,0 1 1,0-1 0,3-11-1,-4 9 42,0-1-1,-1 1 0,0-1 0,0 0 1,-1 1-1,0-1 0,0 0 0,-1 1 1,0-1-1,-1 1 0,0-1 1,0 1-1,0 0 0,-1-1 0,-1 1 1,0 1-1,0-1 0,0 0 0,-1 1 1,0 0-1,0 0 0,0 1 1,-1-1-1,-1 1 0,1 0 0,-1 1 1,1-1-1,-2 2 0,-11-8 0,12 9-391,0 1 0,-1 0 0,1 0 0,-1 1 0,1 0 0,-1 0 0,0 0 0,1 1 0,-1 0 0,0 1 0,1 0 0,-1 0 0,0 0 0,-7 4 0,-22 10-4227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4153,'0'0'3849,"8"22"-3288,4 5-428,-3-6-5,0 1 0,-2-1 1,9 42-1,-6-3 162,-6-33-128,0 0 1,15 42-1,-19-68-128,0 0 0,1 0-1,-1-1 1,1 1 0,-1 0-1,1 0 1,-1 0 0,1 0-1,0-1 1,-1 1 0,1 0 0,0-1-1,0 1 1,-1 0 0,1-1-1,0 1 1,0-1 0,0 1-1,1 0 1,-2-1-6,1 0 0,-1 0-1,1 0 1,-1-1 0,1 1-1,-1 0 1,0 0 0,1 0 0,-1 0-1,1 0 1,-1 0 0,1-1-1,-1 1 1,0 0 0,1 0-1,-1-1 1,0 1 0,1 0 0,-1 0-1,0-1 1,1 1 0,-1-1-1,0 1 1,1 0 0,-1-1 0,0 1-1,0 0 1,0-1 0,1 1-1,-1-1 1,0 1 0,0-1-1,0 1 1,0-1 0,0 1 0,0 0-1,0-1 1,0 1 0,0-1-1,0 1 1,0-2 0,2-52-918,-8-87-1,2 82 1635,4-66-1,0 122-701,1 0 0,-1 0 0,1 0 0,0 1 0,0-1 0,0 1 0,0-1-1,1 1 1,-1-1 0,1 1 0,0 0 0,-1-1 0,1 1 0,0 0 0,0 0-1,0 0 1,1 1 0,-1-1 0,0 1 0,1-1 0,-1 1 0,1 0 0,-1-1 0,1 1-1,0 1 1,-1-1 0,1 0 0,5 0 0,8-2 1,1 1 1,-1 0-1,26 1 1,-35 1-8,43 0 33,0 2 0,89 14-1,90 19-520,-209-28-787,-19-7 1075,-1 1 0,0-1 0,1 1 1,-1-1-1,0 1 0,1-1 0,-1 1 0,0-1 0,0 1 0,0-1 0,1 1 0,-1-1 0,0 1 0,0-1 1,0 1-1,0 0 0,0-1 0,0 1 0,0-1 0,0 1 0,0-1 0,0 1 0,-1-1 0,1 1 0,0-1 1,0 1-1,0-1 0,-1 1 0,1-1 0,0 1 0,0-1 0,-1 1 0,0 0 0,-8 7-5157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17 2865,'0'0'6678,"-26"-3"-6595,-81-5-64,105 7-19,0 1 0,0 0 1,0 0-1,0 0 1,1 0-1,-1 0 0,0 0 1,0 0-1,0 1 0,0-1 1,1 1-1,-1-1 1,0 1-1,0 0 0,1 0 1,-1 0-1,1 0 0,-1 0 1,0 0-1,1 0 1,0 0-1,-1 1 0,1-1 1,0 0-1,0 1 0,0-1 1,0 1-1,0-1 1,0 1-1,0 0 0,0-1 1,1 1-1,-2 2 0,0 3-2,0-4-7,0 0 0,1 0 0,-1 0 1,1 1-1,0-1 0,0 0 0,0 1 0,1-1 0,-1 1 0,1-1 0,-1 1 0,1-1 0,1 1 0,-1-1 0,0 0 0,1 1 0,-1-1 0,1 1 0,0-1 0,0 0 0,1 1 0,-1-1 0,1 0 0,-1 0 0,1 0 0,0 0 0,0 0 0,0-1 0,1 1 0,-1-1 0,1 1 0,-1-1 0,1 0 0,0 0 0,0 0 1,0 0-1,0 0 0,0-1 0,4 2 0,2 1 17,0-1 1,0 0-1,0-1 1,0 0-1,1 0 1,-1-1 0,1 0-1,-1-1 1,1 0-1,10-2 1,-15 2 10,-1-1 1,0 0 0,0 0 0,0 0-1,0 0 1,0-1 0,0 0-1,0 0 1,0 0 0,-1 0 0,1 0-1,-1-1 1,1 1 0,-1-1-1,0 0 1,0 0 0,0 0 0,-1-1-1,1 1 1,-1-1 0,0 1-1,0-1 1,0 0 0,2-6-1,0-5 813,0 0-1,-2 0 0,1-1 1,-2 1-1,0-21 0,10 77-923,26 238 224,-32-158-3035,-17-121-1925,1 0 161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3425,'0'0'8583,"12"2"-8422,-9-1-141,2-1 32,1 1 0,0 0 0,-1 0 0,1 0 0,-1 1 0,1 0 0,-1 0-1,0 1 1,0-1 0,0 1 0,0 0 0,0 1 0,-1-1 0,8 8 0,6 10 13,-2 0 0,-1 1-1,0 1 1,-2 0 0,0 1 0,-2 0-1,-1 1 1,-1 1 0,-1-1 0,8 44-1,-5 7-52,-3 1-1,-3 110 1,-5-186-28,0 1-1,0-1 1,0 0-1,0 1 1,0-1 0,0 1-1,0-1 1,-1 1-1,1-1 1,0 0 0,-1 1-1,1-1 1,-1 0-1,0 1 1,1-1 0,-1 0-1,0 0 1,0 1-1,0-1 1,0 0 0,0 0-1,0 0 1,0 0-1,0 0 1,0 0 0,-1-1-1,1 1 1,0 0-1,0-1 1,-1 1 0,1 0-1,0-1 1,-3 1-1,1-1-266,0 0 0,0 0 0,0 0 0,1 0 0,-1-1 0,0 1 0,0-1 0,0 0 0,1 0 0,-1 0 0,0 0 0,1 0 0,-1 0 0,1-1 0,-5-3 0,-10-10-5273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2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3305,'0'0'9484,"26"-7"-8661,85-22-232,-107 28-568,0 0 0,0 0-1,1 1 1,-1 0 0,0-1 0,0 1-1,0 0 1,0 1 0,0-1 0,1 1 0,-1 0-1,0 0 1,0 0 0,7 4 0,-8-4-21,0 1 0,-1 0 0,1 1 0,-1-1 0,1 0 1,-1 1-1,0-1 0,0 1 0,0 0 0,0-1 0,0 1 0,-1 0 1,1 0-1,1 5 0,-1 2-24,1 0 0,-1 0 0,-1 0 0,0 0 0,0 1 0,-1-1 0,-1 0 0,-2 18 0,1-19-41,-1 0 1,0 0-1,-1-1 0,1 1 0,-2-1 1,1 1-1,-1-1 0,-1-1 0,1 1 1,-13 12-1,9-10-30,0 1-1,1 0 1,0 1 0,-5 12 0,12-24 75,1 1 0,-1-1 1,1 1-1,-1 0 0,1-1 1,0 1-1,-1 0 0,1-1 1,0 1-1,0 0 0,-1 0 1,1-1-1,0 1 0,0 0 1,0 0-1,0-1 0,0 1 1,0 0-1,0 0 0,0-1 1,0 1-1,0 0 0,1 0 1,-1-1-1,0 1 0,0 0 0,1-1 1,-1 1-1,1 0 0,-1-1 1,0 1-1,1 0 0,-1-1 1,1 1-1,-1-1 0,1 1 1,0-1-1,-1 1 0,1-1 1,-1 1-1,1-1 0,0 0 1,-1 1-1,1-1 0,0 0 1,1 1-1,4 0 90,0-1-1,0 1 1,0-1 0,0 0 0,7-2 0,4 1 50,22 1-25,13 0-176,-17 0-3378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23 2369,'0'0'5357,"-9"5"-4927,13-4-224,0 0 0,-1 0 0,1-1 0,0 0-1,-1 1 1,1-1 0,7-1 0,-1 1 163,268-12 4470,-168 6-4413,-95-2-5666,-7 4 380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1344,'0'0'6806,"-9"0"-4672,206 4 1293,19 0-4338,-214-4 749,-1-1 58,-1 1 0,1 0 1,-1 0-1,1 0 1,-1 0-1,1 0 0,-1 0 1,1 0-1,-1 0 0,1 0 1,-1 0-1,1 0 1,-1 0-1,0 1 0,1-1 1,-1 0-1,1 0 0,-1 0 1,1 1-1,-1-1 1,1 0-1,-1 0 0,0 1 1,1-1-1,-1 0 0,0 1 1,1-1-1,-1 1 1,0-1-1,1 0 0,-1 1 1,0-1-1,0 1 0,1-1 1,-1 1-1,0 7-3874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1 704,'0'0'10082,"159"20"-8913,-109-17-361,0-3-240,-2 0-208,-1 0-168,-8 0-176,-5 0-16,-4 0-160,15 0-888,-3-5-1681,-6-1-3904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3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1360,'0'0'10757,"0"-3"-10247,0 2-496,0 1 1,1-1-1,-1 1 1,0 0-1,0-1 1,0 1-1,0-1 1,0 1 0,0-1-1,0 1 1,0-1-1,0 1 1,0-1-1,0 1 1,0 0-1,0-1 1,0 1-1,0-1 1,0 1-1,0-1 1,-1 1 0,1-1-1,0 1 1,0 0-1,-1-1 1,1 1-1,0 0 1,-1-1-1,1 1 1,0 0-1,-1-1 1,1 1-1,0 0 1,-1-1 0,-16 8 347,-18 28 127,24-22-415,0 1 1,1 0-1,1 0 1,0 1-1,1 0 1,1 1-1,0 0 1,1 0-1,1 1 1,-3 16-1,1 6-58,3-1-1,1 0 0,2 54 0,2-75-13,1 0 1,1 0-1,0 0 0,1 0 1,1 0-1,0-1 0,1 0 1,1 0-1,1-1 0,14 22 0,-16-26 43,1-1 0,1-1-1,0 1 1,0-1-1,1 0 1,0-1-1,0 0 1,1-1-1,0 0 1,0 0-1,1-1 1,0 0-1,0-1 1,0-1-1,18 6 1,-23-9 9,-1 0 1,1-1-1,-1 1 1,1-1 0,-1 0-1,1-1 1,7 0-1,-10 0-913,0 0 0,0 0-1,0 0 1,0 0-1,0 0 1,0-1-1,5-3 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3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1360,'0'0'9841,"26"-13"-9019,86-41-70,-105 51-661,-1 0-1,1 1 1,-1-1 0,1 1 0,0 1 0,0-1 0,0 1 0,0 0-1,0 1 1,0 0 0,0 0 0,7 1 0,11 1 180,-21-2-262,0 0-1,0 0 1,0 1-1,0 0 1,0 0-1,0 0 1,-1 0-1,1 1 1,0-1-1,-1 1 1,1 0-1,-1 0 1,1 0-1,-1 1 1,0-1-1,0 1 1,0 0-1,0 0 1,-1 0-1,1 0 1,-1 0-1,1 0 1,-1 1-1,0-1 1,-1 1-1,1 0 1,2 7-1,0 2-39,-1-1-1,0 1 1,-1 0 0,-1 0-1,0 0 1,0 1-1,-2 17 1,-1-24 19,1 0 0,-1 0-1,0 0 1,-1 0 0,0-1 0,0 1 0,0-1 0,-1 1 0,0-1 0,0 0 0,0-1 0,-1 1-1,0-1 1,0 0 0,-1 0 0,1 0 0,-1-1 0,-7 5 0,-14 8-354,-1 0 1,-49 20-1,70-34 187,6-3-9,35-1 511,197-28 690,-205 25-1360,0-1 0,0-1 0,37-14 0,-26 7-2700,-14 6-1429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44 2761,'0'0'3866,"-26"-7"-2923,-82-20-219,98 24-607,-1 1-1,1 0 1,-1 1 0,0 0 0,1 0 0,-1 1 0,0 1 0,-10 1-1,10 0-50,5-1-53,1 0 1,0 0-1,0 1 0,0-1 0,0 1 0,0 1 0,1-1 0,-1 1 0,1-1 0,-1 1 0,1 1 1,0-1-1,0 0 0,0 1 0,1 0 0,-1 0 0,1 0 0,0 1 0,0-1 0,1 1 0,-4 7 1,1-1-7,0 0 1,1 1 0,1 0 0,0 0 0,1 0 0,0 0-1,1 0 1,0 14 0,1-23-15,0 0 1,0 0-1,0-1 0,1 1 1,-1 0-1,1 0 0,0-1 0,0 1 1,0 0-1,0-1 0,0 1 1,1-1-1,-1 1 0,1-1 0,0 0 1,0 0-1,3 4 0,-1-3-19,1 1 1,-1-1-1,1-1 0,-1 1 0,1-1 0,0 0 1,0 0-1,10 3 0,5-1 62,1-1 0,0-1 1,36 0-1,-50-3-20,0 0-1,0 0 1,0 0 0,0-1 0,0 0-1,0 0 1,-1-1 0,1 0 0,-1 0-1,1-1 1,-1 1 0,0-1-1,0-1 1,-1 1 0,1-1 0,-1 0-1,0 0 1,7-10 0,-5 6 233,-1-1 0,1 0 0,-2 0 0,1 0 0,-2 0 1,1-1-1,-1 0 0,-1 0 0,0 0 0,3-22 0,-3 12 1110,-3 21-1346,0 0 1,0 0-1,0 0 1,0 0-1,0 0 0,0 0 1,0 0-1,0 0 0,0 0 1,0 1-1,0-1 1,1 0-1,-1 0 0,0 0 1,0 0-1,0 0 0,0 0 1,0 0-1,0 0 1,0 0-1,0 0 0,0 0 1,0 1-1,0-1 1,0 0-1,0 0 0,0 0 1,1 0-1,-1 0 0,0 0 1,0 0-1,0 0 1,0 0-1,0 0 0,0 0 1,0 0-1,0 0 0,0 0 1,0 0-1,1 0 1,-1 0-1,0 0 0,0 0 1,0 0-1,0 0 1,0 0-1,0 0 0,0 0 1,0 0-1,0 0 0,0 0 1,1 0-1,-1 0 1,0-1-1,0 1 0,0 0 1,0 0-1,0 0 0,0 0 1,0 0-1,0 0 1,0 0-1,0 0 0,0 0 1,8 35 392,-6-27-520,14 107 423,4 184-1,-12-212-301,0 10-14,-5-120-5759,-3 6 82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58 968,'0'0'12619,"179"-3"-11883,-132 1-400,6-1-336,0 1-88,6-3-720,33-10-904,-14 2-1385,-5-2-2736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4593,'0'0'7795,"0"4"-7688,9 176 1633,1 9-450,-4-156-1021,-4-50-6349,-2 4 335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7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25 264,'0'0'11795,"61"-2"-10467,-24 2-472,4 0-416,1 0-264,0 0-176,3 0-96,-1 0-720,23-5-792,-8-5-1617,-12 2-2616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2721,'0'0'9386,"6"-8"-8890,8-11-37,-1-1 0,-1 0 0,-1 0 0,0-1 0,14-44 0,-23 56-280,2-13 404,-2 20-472,-1 14-311,-4 377 412,5-388-575,0 0 1,0 1-1,1-1 0,-1 0 1,1 0-1,-1-1 0,1 1 1,4 0-1,-4 0-756,12 2-3114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4505,'0'0'6977,"8"-3"-7681,4 3-1016,2-2-2193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1512,'0'0'8981,"7"-15"-8169,25-47-161,-30 60-608,-1 0 0,2-1-1,-1 1 1,0 0 0,0 0 0,1 0 0,-1 0 0,1 1-1,-1-1 1,1 1 0,0-1 0,-1 1 0,1 0 0,0 0-1,0 0 1,0 1 0,0-1 0,0 1 0,0-1 0,0 1 0,0 0-1,0 0 1,0 1 0,0-1 0,4 1 0,7 0-32,-12-1-10,0 0-1,0 0 1,0 1-1,-1-1 0,1 1 1,0-1-1,0 1 0,0 0 1,0 0-1,-1-1 1,1 1-1,0 0 0,-1 1 1,1-1-1,0 0 0,-1 0 1,2 3-1,1 0 1,-1 0 0,0 0 0,-1 0 0,1 1 0,-1-1 0,3 9 0,-1 0-2,0 0 0,-1 0 1,-1 0-1,2 22 0,-4-27-2,0 0 0,0 0 0,0 1 1,-1-1-1,-1 0 0,1 0 0,-1 0 0,0 0 1,-1 0-1,0 0 0,-1 0 0,1-1 1,-1 0-1,-1 1 0,1-2 0,-1 1 0,0 0 1,-1-1-1,0 0 0,0 0 0,-9 6 0,-66 49-1874,120-58 1811,223 0 241,-259-4-560,1 1 1,0-1-1,-1 0 0,1 0 1,-1 0-1,1 0 0,-1 0 1,1-1-1,-1 0 0,0 0 1,1 0-1,-1 0 0,0 0 1,0 0-1,3-4 0,-5 5 179,13-12-4694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39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72 1256,'0'0'4829,"-13"23"-4333,-39 79-102,50-97-350,-1 0 1,1 0-1,1 0 1,-1 0-1,1 0 1,0 1-1,0-1 1,0 0-1,1 1 1,0-1-1,0 10 1,1 1 158,-1-13-129,0 1-1,1 0 1,-1-1 0,1 1-1,0 0 1,0-1-1,0 1 1,1-1 0,-1 0-1,1 1 1,-1-1-1,1 0 1,0 0-1,1 0 1,-1 0 0,0 0-1,1 0 1,0-1-1,-1 1 1,1-1-1,0 0 1,0 0 0,0 0-1,1 0 1,-1 0-1,0-1 1,1 0-1,5 2 1,2 0 114,1 0-1,0-1 1,-1 0 0,1-1 0,0 0-1,0-1 1,22-2 0,-26 0-127,0 0 0,0 0 0,0-1 0,0 0 0,-1 0 0,0-1 0,1 1 0,-2-2 1,1 1-1,0-1 0,-1 0 0,0 0 0,0-1 0,0 0 0,9-12 0,-9 10 17,-1 0 0,1 0-1,-1-1 1,-1 0 0,0 0 0,0 0 0,0 0-1,-1-1 1,-1 1 0,0-1 0,0 0-1,1-16 1,-3 20-73,1 1 1,-1-1-1,-1 1 0,1-1 1,-1 0-1,1 1 0,-2-1 0,1 1 1,-1-1-1,1 1 0,-1 0 0,-1 0 1,1 0-1,-1 0 0,0 0 1,0 0-1,0 1 0,-1-1 0,0 1 1,0 0-1,-6-5 0,2 3-49,1 0 0,-1 1 0,0 0-1,0 0 1,0 1 0,-1 0 0,1 0 0,-13-3-1,18 6-134,0 0-1,0 1 0,0-1 0,0 1 0,0 0 1,0-1-1,0 1 0,0 1 0,0-1 0,1 0 1,-1 1-1,0-1 0,0 1 0,0 0 0,0 0 1,1 0-1,-1 0 0,0 1 0,1-1 0,-1 1 1,1-1-1,0 1 0,-1 0 0,1 0 0,0 0 1,0 0-1,0 1 0,0-1 0,-2 4 0,-8 22-2615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4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76 1432,'0'0'3677,"-15"25"-3470,-42 81-15,54-102-136,1 0-1,0 1 1,1-1 0,-1 1 0,1-1 0,0 1-1,0 0 1,0-1 0,1 1 0,0 0 0,0 0-1,0-1 1,0 1 0,2 9 0,-1-11 18,1 1-1,-1-1 1,1 0-1,0 0 1,0 1 0,0-1-1,0 0 1,0-1 0,1 1-1,0 0 1,-1-1 0,1 1-1,0-1 1,6 4 0,0-1 185,1-1 0,0 1 0,0-2 0,0 0 0,1 0 0,-1-1 0,1 0 0,-1 0-1,19-1 1,-19-1-11,-1 0 0,0-1 0,1 0 0,-1 0 0,0-1-1,0 0 1,0-1 0,13-5 0,-16 5-139,-1-1 0,1 1 1,-1-1-1,0 0 0,0-1 0,0 1 0,0-1 1,-1 0-1,0 0 0,0 0 0,0-1 1,-1 1-1,4-8 0,-4 6-85,0 0 0,0 0 0,0 0 0,-1 0 1,1-1-1,-2 1 0,1-1 0,-1 0 0,-1 1 0,1-1 0,-1 0 0,-1 0 1,1 1-1,-1-1 0,-1 0 0,1 1 0,-1-1 0,0 1 0,-1 0 0,0-1 1,0 1-1,-1 1 0,0-1 0,0 0 0,0 1 0,-1 0 0,0 0 0,0 0 0,-1 1 1,1-1-1,-1 1 0,0 1 0,-14-9 0,11 8-322,-1 0 0,0 1 0,0-1 0,-14-2 0,20 5-213,-1 1 1,0 0 0,0 1-1,1-1 1,-1 1-1,0 0 1,0 0 0,0 0-1,0 1 1,1-1 0,-9 3-1,-3 10-5157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4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0 288,'0'0'11177,"1"1"-11155,1-1-1,-1 0 1,0 1-1,0-1 0,0 1 1,0 0-1,1-1 1,-1 1-1,0 0 1,0 0-1,0-1 1,0 1-1,-1 0 1,1 0-1,0 0 1,0 0-1,0 0 1,-1 0-1,2 2 1,30 39 67,-1 2 1,-3 1 0,-1 1 0,-2 1 0,-2 1 0,23 74 0,-39-94-57,-2 0 1,-1 0-1,-1 1 0,-1-1 1,-2 1-1,-3 32 0,3-59-3,0 0 0,0 0 0,0 0 0,-1 0 0,1 0 0,0 0 0,-1 0 0,1 0 0,-1 0 0,0 0 0,0 0-1,1 0 1,-1-1 0,-1 1 0,1 0 0,0 0 0,0-1 0,-1 1 0,1-1 0,0 1 0,-1-1 0,0 0 0,1 0 0,-1 1-1,0-1 1,0 0 0,1-1 0,-1 1 0,-3 1 0,2-2-311,1 1-1,-1-1 1,0 0-1,0 0 1,0 0 0,0 0-1,1 0 1,-5-2-1,3-12-9368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19:4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1824,'0'0'8724,"15"-11"-7908,50-36-112,-60 44-592,0-1 1,0 1-1,0 1 1,1-1-1,-1 1 1,1 0-1,0 0 0,9-1 1,-12 2-102,0 1 0,0 0 0,0 0 1,0 0-1,0 0 0,0 0 0,-1 1 0,1 0 1,0-1-1,0 1 0,0 0 0,0 0 0,3 3 1,-3-2-20,0 0 0,0 1 0,0 0 1,0 0-1,-1-1 0,1 2 1,-1-1-1,0 0 0,0 0 0,0 1 1,0-1-1,-1 1 0,1-1 1,-1 1-1,0 0 0,0 0 0,0 0 1,-1-1-1,1 1 0,-1 0 1,0 6-1,0 0 10,0 0-1,-1-1 1,0 1 0,0 0 0,-1-1-1,0 1 1,-1-1 0,0 0-1,0 0 1,-1 0 0,0 0 0,-11 16-1,9-17-15,2-3 4,1 0 1,0 1-1,0-1 1,0 1-1,0-1 1,1 1 0,0 0-1,0 0 1,0 0-1,1 0 1,-1 9-1,2-14 37,1 0 0,0-1 0,-1 1 0,1 0 0,0-1 0,0 1 0,-1-1 0,1 1 0,0-1 0,0 1 0,0-1 0,0 0 0,-1 0 0,1 1 0,0-1 0,0 0 0,0 0 0,0 0 0,0 0 0,0 0 0,1 0 0,28 2 545,-26-2-437,154 0 1078,-157 9-5840,-1 5-2556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1 880,'0'0'3564,"-13"22"-2714,-42 77-51,51-92-679,1 0-1,0 1 1,1-1-1,0 0 0,0 1 1,0 0-1,1-1 0,0 1 1,1 0-1,0 0 1,1 10-1,0 4 241,-2 9-80,2-1 0,1 1 0,1-1-1,2 1 1,1-1 0,1 0 0,1-1 0,2 0 0,1 0 0,18 31 0,-21-45-201,1 0 0,1-1 0,0 0 0,1-1 0,0 0 0,26 23 0,-29-30-14,0 0-1,1-1 0,0 0 1,0 0-1,0-1 0,0 0 1,1 0-1,-1-1 0,1-1 0,0 1 1,0-2-1,0 1 0,12-1 1,-5 0 7,0-1 1,0 0 0,-1-1 0,1-1 0,0-1 0,-1 0-1,0-1 1,1-1 0,19-9 0,-6 0 19,-2-1 1,0-1 0,-1-1-1,0-1 1,36-34-1,-54 43-6,0 0 0,0-1 0,-1 0 0,0 0 0,-1-1 0,0 1-1,-1-2 1,0 1 0,-1-1 0,0 0 0,-1 0 0,0 0-1,-1-1 1,0 1 0,-1-1 0,1-23 0,-4 22 8,0 1-1,-1-1 1,-1 1 0,0-1 0,-1 1-1,0 0 1,-1 0 0,-1 0 0,0 1-1,0 0 1,-1 0 0,-1 1 0,0 0-1,0 0 1,-1 0 0,-1 1 0,-16-13-1,11 10-60,0 1-1,-1 1 1,0 1-1,0 1 0,-1 0 1,-1 0-1,1 2 0,-1 1 1,-1 0-1,1 1 1,-1 1-1,-24-3 0,7 4-292,-50 3-1,72 1 32,0 1 0,0 0 0,1 1 0,-1 0 0,0 1 1,1 1-1,-13 6 0,-12 10-2128,1 2 1,-61 51-1,34-16-4403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3609,'0'0'9494,"1"-11"-9303,0 0-118,1 0 1,0 1 0,1-1-1,0 1 1,1-1 0,7-14 0,-4 13 75,-1 1 1,-1-1 0,0 0 0,0 0 0,-1-1-1,-1 1 1,0-1 0,1-18 0,-4 30-151,0 12-327,0 73 147,-2-11 184,3 0 0,3-1 0,18 94 0,-20-156-14,-2-8 3,0-1 1,0 0-1,0 1 1,0-1-1,0 0 1,0 1 0,0-1-1,0 0 1,1 0-1,-1 1 1,1-1-1,-1 0 1,1 0-1,-1 0 1,1 1 0,0-1-1,0 0 1,-1 0-1,1 0 1,0 0-1,0 0 1,0 0-1,0-1 1,0 1 0,2 1-1,-1-5-659,0 0 0,0-1 0,0 1 0,0-1 0,-1 1-1,2-8 1,-1 5-1860,5-12-4731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23 160,'0'0'3808,"-9"25"-2700,-26 84-249,30-91-645,1 0 0,0 1 1,1-1-1,1 1 0,0 0 0,2 0 1,2 22-1,-1-21-160,-1-17-38,0 0 1,1 0-1,-1 0 0,1 0 0,-1-1 1,1 1-1,0 0 0,0 0 1,1-1-1,-1 1 0,0-1 0,1 1 1,0-1-1,-1 1 0,1-1 1,0 0-1,3 3 0,-1-2 51,0 0 1,1 0-1,-1-1 0,1 1 1,0-1-1,0 0 0,0 0 0,0 0 1,5 0-1,7 1 129,1-1 1,-1 0-1,0-2 1,34-2-1,-47 1-140,1 0-1,0 0 0,-1 0 0,1 0 0,-1-1 0,1 0 0,-1 0 0,0 0 1,0 0-1,0-1 0,0 0 0,0 0 0,0 0 0,-1 0 0,0 0 0,1-1 1,-1 1-1,0-1 0,-1 0 0,1 0 0,-1 0 0,0 0 0,0-1 0,0 1 1,0-1-1,1-7 0,1-1 220,-2-1-1,1 1 1,-2-1 0,0 1-1,0-1 1,-2 1 0,1-1 0,-4-18-1,1 21-247,0 1 0,-1-1 1,0 1-1,0 0 0,-1 0 0,0 0 0,-1 0 0,0 1 0,-1 0 0,0 0 0,0 1 0,-1 0 0,0 0 0,0 1 1,-1 0-1,0 0 0,0 1 0,0 0 0,-1 1 0,0 0 0,0 0 0,0 1 0,-1 1 0,0-1 0,1 2 0,-1 0 1,0 0-1,-14 0 0,23 2-126,0 0 0,0 0 1,1 0-1,-1 0 0,0 1 0,1-1 1,-1 1-1,0-1 0,1 1 1,-1-1-1,0 1 0,1 0 0,-1 0 1,1 0-1,0 0 0,-1 0 1,1 0-1,0 0 0,-1 1 0,1-1 1,0 0-1,-1 3 0,-1 0-399,1 1 0,1-1-1,-1 1 1,0-1 0,1 1-1,0 0 1,-1 7-1,1 20-3872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53 2056,'0'0'3952,"-15"23"-3365,-48 73-266,59-89-296,1 0 1,-1 0-1,1 1 0,1-1 1,-1 0-1,1 1 0,1 0 1,0 0-1,0-1 0,0 1 1,1 0-1,0 0 0,1 12 1,1 8 94,-2-24-94,0-1 0,0 0 0,0 0 0,1 0 0,-1 1 0,1-1 0,0 0 0,0 0 0,0 0 0,0 0 0,1 0 0,-1 0 0,1 0 0,0-1 0,-1 1 0,1 0 0,1-1 0,-1 1 0,0-1-1,0 0 1,1 0 0,0 0 0,-1 0 0,1 0 0,0-1 0,0 1 0,0-1 0,5 2 0,4 0 211,0 0 0,0-1-1,0 0 1,1-1-1,-1-1 1,18-1 0,-23 0-107,0 0 1,-1 0-1,1-1 0,0-1 1,-1 1-1,1-1 1,-1 0-1,0 0 1,0-1-1,0 0 0,-1 0 1,1 0-1,-1-1 1,0 1-1,0-1 1,0-1-1,-1 1 1,7-11-1,-5 6-16,1 0 1,-1 0 0,-1-1-1,0 0 1,-1 0-1,0 0 1,0-1-1,-1 1 1,-1-1-1,2-16 1,-3 19-35,-1 0 0,0 0 0,-1 0 1,0 0-1,0 0 0,-1 0 0,0 0 0,-1 0 0,-6-13 1,6 16-55,0 0 1,-1 1 0,0-1 0,0 1 0,0 0 0,-1 1-1,0-1 1,0 1 0,0 0 0,0 0 0,-1 0 0,1 1-1,-1-1 1,-7-2 0,6 3-102,-1 0 0,1 1 0,0 0 0,-1 0 0,0 0 0,1 1 0,-1 0 0,0 1 0,1-1 0,-1 1 0,0 1 0,-9 1 0,11-1-231,0 1-1,0 0 1,1 0-1,-1 0 1,1 1-1,-1-1 0,1 1 1,0 1-1,0-1 1,0 1-1,1 0 1,-1 0-1,1 0 0,0 0 1,-6 10-1,-9 19-3451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96 2689,'0'0'3496,"-12"23"-2850,-38 75-57,46-89-506,0-1 0,0 1 0,1 0 0,0 0 0,0 1 0,1-1 1,1 0-1,-1 1 0,2-1 0,-1 1 0,1 0 0,0-1 0,1 1 0,3 11 0,-3-17-49,0-1 0,0 0 0,1 0 0,-1 0 1,1 0-1,0-1 0,0 1 0,0 0 0,0-1 0,0 1 0,0-1 0,1 0 1,-1 0-1,1 0 0,0 0 0,0 0 0,0 0 0,-1-1 0,2 0 1,-1 1-1,0-1 0,0 0 0,0 0 0,6 0 0,8 2 151,0-1 0,0 0 0,24-2 0,-35 0-151,1 0 18,0 0 0,-1-1 0,1 0 0,0-1 0,-1 1 0,0-1 0,1 0 0,-1-1 0,0 0 0,0 0 0,0 0-1,-1-1 1,1 1 0,-1-1 0,0-1 0,0 1 0,0-1 0,0 0 0,-1 0 0,0 0 0,0-1 0,0 1 0,-1-1 0,0 0 0,3-8 0,1-2 221,-1-1 0,0 1 1,-2-1-1,0-1 0,-1 1 0,-1-1 1,0 1-1,-1-26 0,-2 36-232,0 1 0,0 0 0,0 0 0,-1-1 1,1 1-1,-2 0 0,1 0 0,-1 1 0,0-1 0,0 0 0,0 1 0,-1 0 0,1 0 0,-2 0 1,1 0-1,0 1 0,-1-1 0,0 1 0,0 0 0,-6-3 0,3 2-94,0 0 1,0 1-1,0 0 1,-1 1-1,0-1 0,1 2 1,-1-1-1,0 1 1,0 1-1,-1 0 1,1 0-1,0 1 0,-14 0 1,20 1-35,0 0 1,0-1-1,0 1 1,1 0-1,-1 0 1,0 1 0,0-1-1,1 0 1,-1 1-1,1 0 1,-1-1-1,1 1 1,0 0-1,-1 1 1,1-1-1,0 0 1,1 0 0,-1 1-1,0-1 1,-1 4-1,-2 4-720,0 1-1,1-1 1,-6 22 0,2 12-3337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83 1120,'0'0'2141,"-2"26"-1676,-6 83-337,7-104-125,1 0 0,-1-1 1,2 1-1,-1 0 0,0 0 0,1 0 0,0 0 0,0 0 1,0-1-1,1 1 0,-1 0 0,1-1 0,0 1 0,1-1 1,-1 0-1,1 1 0,0-1 0,0-1 0,0 1 0,0 0 1,1-1-1,5 5 0,-3-5 153,0 1 0,1-1 0,-1-1 0,1 1 0,0-1 0,0 0 0,0-1 0,0 0 0,0 0 0,0 0 0,0-1 0,11-1 0,-13 1-8,-1-1 1,1 0 0,-1-1 0,1 1-1,-1-1 1,0 0 0,1 0 0,-1 0-1,0 0 1,0-1 0,0 0 0,-1 0-1,1 0 1,-1 0 0,0 0-1,1-1 1,-1 1 0,-1-1 0,1 0-1,0 0 1,-1 0 0,4-9 0,-1 2 76,0-1 1,-1-1 0,0 1-1,-1-1 1,-1 1 0,1-1-1,-1-17 1,-2 29-211,1-10 93,-1 0 0,0 0 0,0 0 0,-2 1 0,-3-21 0,3 27-116,1 1-1,-1-1 0,0 1 0,0-1 0,0 1 1,0 0-1,-1 0 0,1 0 0,-1 0 0,0 0 1,0 0-1,0 1 0,0-1 0,0 1 1,0 0-1,-1 0 0,1 0 0,-1 1 0,0-1 1,-5-1-1,-10-2-521,0 1 0,-1 1 0,0 1 0,-30 0 0,-12 1-2399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1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3 280,'0'0'14643,"-12"-2"-14643,18 2-984,14 0-808,-4 2-2545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7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34 72,'0'0'8769,"-15"-5"-8105,-46-15-178,53 17-379,0 1 0,-1 1 0,1 0-1,-1 0 1,1 0 0,-1 1-1,0 1 1,-12 1 0,7 0-2,4-1-104,-1 1 1,1 1-1,0 0 1,0 0-1,0 1 0,1 1 1,-1-1-1,1 2 1,0-1-1,0 1 0,1 0 1,-1 1-1,1 0 1,1 0-1,0 1 0,0 0 1,0 0-1,-7 13 1,12-17-37,0 0-1,0 0 1,1 0 0,-1 0 0,1 0 0,0 1 0,0-1 0,0 0 0,1 1-1,0-1 1,0 0 0,0 1 0,0-1 0,1 1 0,-1-1 0,1 0-1,0 0 1,1 1 0,-1-1 0,1 0 0,-1 0 0,1 0 0,0 0 0,1-1-1,-1 1 1,1-1 0,0 1 0,-1-1 0,1 0 0,1 0 0,-1 0 0,0 0-1,1-1 1,0 1 0,-1-1 0,1 0 0,0 0 0,0 0 0,0-1 0,7 3-1,8 0 47,0 0-1,0-1 0,0-1 1,1-1-1,25-2 0,-21 1-61,-17 0 36,-1-1 0,0 0-1,1 0 1,-1 0 0,0 0 0,0-1-1,0 0 1,0-1 0,0 1 0,0-1-1,0 0 1,-1-1 0,0 1 0,1-1-1,-2 0 1,1-1 0,0 1 0,-1-1-1,0 0 1,0 0 0,0 0 0,0 0 0,-1-1-1,0 1 1,0-1 0,-1 0 0,1 0-1,-1 0 1,-1 0 0,1-1 0,-1 1-1,0 0 1,0-1 0,-1-10 0,0-59 5180,1 102-5123,-2-17-36,21 438 288,-17-403-284,-3-36-181,5 20 600,-5-28-488,0 1 0,1 0 0,-1-1 0,1 1 0,-1-1-1,1 1 1,-1-1 0,1 1 0,0-1 0,-1 1 0,1-1 0,0 1 0,-1-1-1,1 0 1,0 1 0,-1-1 0,1 0 0,0 1 0,0-1 0,-1 0 0,1 0-1,0 0 1,0 0 0,0 0 0,-1 0 0,1 0 0,0 0 0,0 0 0,-1 0-1,1-1 1,1 1 0,4-3-2456,-1-6-2205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 2425,'0'0'5393,"-7"0"-5152,-13 5 712,45-2 821,57-1 900,308-15 236,-388 13-3498,14 0 1845,-9 2-2946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0 144,'0'0'6071,"-4"3"-5234,-7 8 81,20-6 350,38-2 988,-31-2-1943,182 2 1221,-66-6-4941,-113 0 1272,-6-2-447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1816,'0'0'8558,"28"0"-7706,90 1-177,-69-2-36,1-3 0,-1-2 0,62-15-1,-102 19-566,15-4 62,-14 4-1340,0-1 1,1 2 0,16-2 0,-12 3-2419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34.1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14 762 1216,'0'0'5503,"-14"1"262,15-8-5685,-1 1 1,1-1-1,0 0 1,0 1-1,1-1 1,0 1-1,0 0 1,1-1-1,-1 1 1,1 0-1,1 0 1,7-10-1,1-3 102,5-9-71,3 1-1,0 1 0,1 1 1,2 1-1,0 1 0,30-23 1,3 4 151,113-63 0,-110 74-193,113-40 1,71-6-45,-187 60 27,25-7-30,0 4 1,2 4 0,88-7-1,638-2 10,-646 25-27,195 27 0,-141-11 2,-149-14-10,-1 3-1,114 23 1,-85-6-10,57 16 15,-130-30-25,0 0 1,-1 2-1,0 1 0,32 20 1,36 25 9,-60-40 9,0 2 0,-2 1 0,0 2 0,48 45 0,-64-49-48,1 0 0,-2 0 1,-1 1-1,0 1 0,-1 0 0,9 27 1,-6-13 362,19 32 0,-34-63 699,-12-2-4369,10 0 2231,-11 0-5707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35.95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1184 1376,'0'0'5491,"1"-18"-2359,5 12-2944,0 1 0,1 0 0,-1 0-1,1 0 1,12-6 0,18-13 1042,17-15-156,73-42 0,8-4-156,-23 9-677,4 6 1,2 4 0,3 6-1,3 5 1,2 5-1,2 7 1,2 4-1,206-32 1,-18 24-223,115-19 86,961-114-54,-1323 172-52,958-60 11,-881 67-34,0 7 0,149 25 0,-224-19 14,218 48 7,-257-51-21,-1 2 0,0 2 0,0 0 0,-2 3 1,1 0-1,35 27 0,-55-34-1,0 1 0,-1 1 0,0 0 0,0 0 0,-2 1 0,1 0 0,-1 1 0,-1 0 0,10 21 1,-7-8-12,-2 0 1,0 0-1,-2 1 1,6 38-1,-7-23 236,3 0-1,20 59 1,-29-101-181,0 1-1,0-1 1,-1 0 0,1 1 0,0-1 0,-1 0-1,1 0 1,0 1 0,0-1 0,-1 0 0,1 0-1,0 0 1,-1 0 0,1 1 0,-1-1-1,1 0 1,0 0 0,-1 0 0,1 0 0,0 0-1,-1 0 1,1 0 0,0 0 0,-1 0 0,1 0-1,-1 0 1,1 0 0,0 0 0,-1 0 0,1 0-1,0-1 1,-1 1 0,1 0 0,-1-1 0,-1 1-62,-53-6-6899,30 3 194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40.3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 3545,'0'0'8232,"1"6"-4453,12 30-3334,-1-17-333,0-1-1,1 0 1,1-1 0,1 0 0,0-1 0,1-1 0,1 0-1,0-1 1,1-1 0,0-1 0,1-1 0,1 0 0,37 14-1,29 3 192,1-4-1,148 20 0,-175-34-318,34 3 57,99 1-1,96-13 78,-153-2-98,-108 0-20,0-1 1,0-2-1,0-1 1,0-1-1,0-1 1,-1-2-1,-1 0 1,36-19-1,-16 4 1,-2-2 0,0-2 0,68-59 0,-100 77 101,0-2 0,0 1 0,-1-1 0,-1-1 0,0 0-1,0-1 1,-2 0 0,1 0 0,-2-1 0,0 0 0,7-24 0,-13 36-26,-1 2-127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41.7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35 3441,'0'0'3106,"3"11"-2626,3 4-84,0 1-1,1-1 1,1-1 0,1 1-1,0-2 1,15 19 0,11 8 721,47 41 0,-63-64-879,1-2-1,1 0 1,0-1-1,38 17 1,17 0 697,103 28-1,-32-13-473,-93-29-319,0-3 0,70 10 0,113 2 562,-18-2-371,-56-9-246,258-8 1,-246-8-62,-71 1-17,233-5 33,-265-1-6,1-2-1,115-29 0,-117 17-43,128-54-1,-162 57 19,-1-3 1,-1 0 0,0-3 0,61-52-1,149-155 1649,-221 206-1071,-5 7 418,30-37 0,-48 51-864,-1 3-175,-48-1-11716,21-6 4221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10 4809,'0'0'6037,"0"0"-5992,0-1 0,0 1 1,0-1-1,0 1 0,0-1 0,0 1 0,0 0 0,0-1 0,-1 1 0,1-1 0,0 1 0,0 0 0,0-1 0,-1 1 0,1 0 1,0-1-1,0 1 0,-1 0 0,1-1 0,0 1 0,-1 0 0,1 0 0,-1-1 0,1 1 0,0 0 0,-1 0 0,1 0 0,-1 0 1,1-1-1,-3 2 24,1-1 0,-1 0 0,1 1 0,-1 0 1,1-1-1,-1 1 0,1 0 0,0 0 0,0 0 1,-1 1-1,1-1 0,0 1 0,0-1 0,0 1 1,0-1-1,-2 4 0,-2 0 58,-8 7-69,1-1 1,0 2 0,0 0 0,2 0 0,0 1 0,0 1 0,1 0 0,1 0 0,0 1-1,1 0 1,1 0 0,1 1 0,0 0 0,1 0 0,1 0 0,0 1 0,2 0 0,-1 23-1,1-17-14,2 0 0,0 0 0,2 0 0,1 0 1,0-1-1,2 1 0,9 25 0,0-10 192,32 59 0,-40-88-75,0 0 1,0 0-1,1 0 1,1-1-1,-1 0 1,1-1-1,1 1 1,0-2-1,0 1 1,16 9-1,-22-16-204,0 0 0,-1 0 1,1 0-1,0-1 0,0 0 0,0 1 1,0-1-1,0 0 0,0 0 0,-1-1 1,1 1-1,0-1 0,0 1 0,4-2 0,21-9-3198,-8 2-1959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2961,'0'0'8123,"24"-9"-7412,79-28-329,-98 35-375,-1 0-1,1 1 0,0 0 0,0 0 1,0 0-1,0 1 0,0-1 1,0 1-1,0 0 0,0 1 1,0-1-1,0 1 0,0 0 0,0 0 1,0 0-1,0 1 0,-1 0 1,1 0-1,7 4 0,-5 0-11,0 0 0,0 1-1,-1-1 1,0 1 0,0 1-1,0-1 1,5 11 0,-9-15 11,1 1-3,-1 0 0,1 0 0,-1 0 1,0 1-1,0-1 0,0 1 0,0-1 1,-1 1-1,1 0 0,-2 0 0,1-1 0,0 1 1,-1 0-1,0 0 0,0 0 0,0 0 1,-1 0-1,1 0 0,-1 0 0,0-1 1,-1 1-1,1 0 0,-1-1 0,0 1 1,0-1-1,-1 1 0,1-1 0,-1 0 1,0 0-1,0 0 0,0 0 0,0-1 1,-1 1-1,-7 4 0,-10 8 33,-1-2 0,-1 0 1,-1-2-1,1 0 0,-2-2 0,-27 9 0,98-17 930,1-2-725,-16 2 5,1-2 0,-1-1 0,0-2 0,0-1 0,0-1 0,39-12 0,-63 15-452,0 0 1,-1 0-1,1 1 1,11-1-1,12 1-3775,-15 1-1235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1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37 2921,'0'0'4291,"-25"1"-4008,-78 5-35,101-6-242,0 1 1,0-1-1,1 0 1,-1 1-1,0-1 1,0 1-1,0 0 1,0-1-1,1 1 1,-1 0-1,0 0 1,1 0-1,-1 0 1,1 1-1,-1-1 1,1 0-1,-1 0 1,1 1-1,0-1 1,0 1-1,0 0 1,0-1-1,0 1 1,0 0-1,0-1 1,0 1-1,1 0 1,-1 0-1,1 0 1,-1 0-1,1 0 1,0 0-1,-1-1 1,1 1-1,0 0 1,1 0-1,-1 0 1,0 0-1,0 0 1,2 3-1,-2 4 1,0-6-37,1 0-1,-1 0 0,1 0 0,0 1 0,-1-1 1,1 0-1,1 0 0,-1 0 0,0-1 1,1 1-1,-1 0 0,1 0 0,0-1 0,0 1 1,0-1-1,0 0 0,0 1 0,1-1 0,-1 0 1,1 0-1,-1 0 0,1-1 0,0 1 1,0-1-1,0 1 0,0-1 0,0 0 0,5 1 1,1 0-22,0 1 0,1-2 0,-1 0 0,0 0 0,0 0 0,1-1 0,-1-1 0,0 0 0,11-2 0,-15 2 167,1-2-1,-1 1 1,1 0 0,-1-1-1,0 0 1,0-1 0,0 1 0,-1-1-1,1 0 1,-1 0 0,0 0-1,0 0 1,0-1 0,0 0-1,-1 0 1,0 0 0,4-9-1,3-6 1284,-1-1 0,0-1-1,5-25 1,-12 96-720,31 430 706,-32-477-1476,0 3 226,-2 1-4256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5353,'0'0'6562,"142"0"-5082,-92 0-568,-5 0-352,0-3-344,-4-4-216,-1 2-352,13 2-1096,-9 1-1569,-2-3-4472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4905,'0'0'7382,"2"23"-6953,7 368 1266,-9-314-1216,-1-91-2633,-6-1-2220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6057,'0'0'6114,"176"0"-5266,-121 0-520,1 0-328,19 0-232,-13 3-1273,-9 2-2623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2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2833,'0'0'9324,"6"-23"-8741,25-119 545,-27 125-652,3-29 1694,-7 96-2350,2 112 95,0-129 145,1 0 1,15 61-1,-17-92-129,-1-1-1,1 0 1,0 0-1,-1 1 1,1-1-1,0 0 1,0 0 0,-1 0-1,1 0 1,0 0-1,0 0 1,0 0-1,0 0 1,0 0-1,1-1 1,-1 1-1,0 0 1,0-1-1,0 1 1,1-1 0,-1 1-1,0-1 1,1 0-1,-1 1 1,0-1-1,1 0 1,-1 0-1,0 0 1,1 0-1,-1 0 1,1 0-1,1-1 1,9 2-3288,-1-1-4087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3473,'0'0'8406,"27"-11"-7469,87-32 1,-99 38-720,-1 0 1,1 1-1,0 1 1,1 0-1,-1 1 1,0 1-1,1 0 1,29 3-1,-21-1-163,-20-1-54,-1 1-1,1-1 0,-1 1 0,1 0 0,-1 0 1,1 0-1,-1 1 0,0-1 0,0 1 0,1 0 1,-1-1-1,0 1 0,0 1 0,-1-1 0,1 0 1,0 1-1,-1-1 0,0 1 0,1 0 0,-1 0 1,0 0-1,-1 0 0,1 0 0,0 1 0,-1-1 1,2 5-1,-2-3-10,1 0 0,-1 1 0,0-1 0,0 1 1,-1-1-1,1 1 0,-1 0 0,0-1 0,-1 1 0,0-1 0,1 1 1,-2-1-1,1 1 0,-1-1 0,0 0 0,0 1 0,-3 4 0,-3 2-3,0 0 1,-2-1-1,1-1 0,-1 1 0,-1-1 0,-16 12 0,-76 48-1327,102-69 1294,-10 7-225,5-4 96,1-1 0,0 1 0,-1-1 1,0 0-1,0 0 0,0 0 0,0-1 0,0 0 1,-13 2-1,19-4 419,23-1 139,38-7 0,-39 5 389,39-2 1,121 12-942,-181-7-23,0 0 0,1 0 0,-1 0 1,0 0-1,0 0 0,1-1 0,-1 1 1,0 0-1,1-1 0,-1 1 0,0-1 0,0 1 1,0-1-1,0 0 0,0 0 0,0 1 1,0-1-1,0 0 0,1-1 0,7-8-4561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56 135 16,'0'0'7531,"-9"25"-6999,-28 79-339,35-99-182,0 1-1,1-1 1,-1 1-1,1-1 0,1 1 1,-1-1-1,1 1 1,0 0-1,0-1 0,1 1 1,-1 0-1,1-1 1,0 1-1,4 8 0,-4-10-4,1-1-1,1 1 0,-1-1 0,0 0 0,1 0 1,0 0-1,0 0 0,0 0 0,0 0 0,0-1 1,0 0-1,1 1 0,-1-1 0,1 0 0,6 2 1,7 1 54,1-1 0,-1 0 0,1-1 0,1-1 0,-1-1 0,29-2 1,-30 1 57,-9 0-33,-1-1 0,1-1-1,0 1 1,-1-1-1,1-1 1,-1 1 0,1-1-1,-1-1 1,0 1-1,0-1 1,-1 0 0,1-1-1,-1 1 1,0-1 0,0-1-1,0 1 1,-1-1-1,0 0 1,0 0 0,-1-1-1,1 1 1,5-13 0,-6 12 54,-1-1 0,1 1-1,-1-1 1,-1 1 0,1-1 0,-1 0 0,-1 0 0,1 0 0,-1 0 0,-1 0 0,1-1 0,-2 1 0,1 0 0,-1 0 0,0 0 0,-1 0 0,1 0 0,-2 0 0,1 0 0,-1 1 0,-7-15 0,1 10-49,0-1-1,-1 1 1,0 1-1,0-1 1,-2 2-1,1-1 1,-23-14-1,30 22-220,-1 0-1,1 1 0,-1-1 0,1 1 1,-1 0-1,0 0 0,0 1 1,0-1-1,1 1 0,-2 0 1,1 1-1,0-1 0,0 1 1,0 0-1,0 0 0,0 0 1,0 1-1,0 0 0,0 0 1,0 0-1,0 1 0,0-1 0,1 1 1,-1 0-1,0 1 0,-7 4 1,-24 29-2870,7 3-1501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73 154 4257,'0'0'4449,"-12"23"-4154,-35 73-111,45-90-181,0 0 0,-1 0 1,2 0-1,-1 1 1,1-1-1,0 0 1,0 1-1,1-1 0,0 1 1,0-1-1,1 11 1,0-13-19,1 0-1,-1 0 1,0 0 0,1 0 0,0 0 0,0 0-1,0 0 1,1-1 0,-1 1 0,1-1 0,0 1-1,-1-1 1,7 4 0,-2-1 23,1-2 0,0 1 0,0-1 0,0 0 0,0-1 0,1 0 0,-1 0 1,1 0-1,0-2 0,0 1 0,0-1 0,0 0 0,10-1 0,-3 1 201,0-2-1,0 0 1,-1-1 0,26-6-1,-33 6-3,0-1 0,0-1 0,0 0 0,-1 0 0,1 0 0,-1-1 0,0 0 0,0 0 0,-1-1 0,7-6 0,-5 2 83,0 1-1,-1-1 1,0 0 0,0-1-1,-1 1 1,-1-1-1,0-1 1,-1 1 0,0-1-1,0 1 1,-1-1 0,-1 0-1,0 0 1,0-1 0,-2-22-1,0 27-237,0-1-1,-1 1 0,0 0 0,0-1 1,-1 1-1,0 0 0,-1 0 1,0 0-1,0 0 0,-1 1 0,0-1 1,0 1-1,0 0 0,-1 0 1,0 1-1,-1-1 0,1 1 0,-1 0 1,-1 0-1,1 1 0,-1 0 1,0 0-1,-14-7 0,16 10-254,-1-1-1,0 1 1,0 1-1,0-1 1,0 1 0,0 0-1,0 1 1,-1-1-1,1 1 1,0 0-1,-9 2 1,8-1-719,-1 1 1,0 0-1,1 0 1,-14 7-1,-19 14-5361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5881,'0'0'7711,"20"25"-7073,64 85-278,-75-97-332,-1 0 0,-1 0 1,0 0-1,-1 1 0,0 0 1,-2 1-1,5 16 0,-5-6-25,-1 0-1,0 39 0,-3-47-4,1 1-61,0 1 1,-1 0-1,-2 0 1,0 0-1,0-1 1,-2 1 0,0-1-1,-1 0 1,-13 30-1,9-30-25,0-1 1,-1 0-1,-1 0 0,-1-1 0,-26 28 0,29-35-700,-1-1 0,0 0 0,-14 8 0,9-7-2744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7618,'0'0'5577,"-11"14"-5340,-20 26-30,3 2 1,-32 60-1,47-76-207,1 1 0,2 0 0,1 1 0,1 0 0,1 0 0,2 0 0,0 1 0,2 0 0,1 0 0,2 0 0,3 32 0,-1-50-64,1 1 0,0 0 0,1-1 0,0 0 0,1 0 0,0 0 1,1 0-1,0-1 0,0 0 0,1 0 0,16 17 0,-8-12 164,-1-1 0,2-1 0,0 0-1,0-1 1,1-1 0,23 12 0,-18-15 356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6537,'0'0'3843,"32"-5"-2454,107-15-455,-126 19-884,-1 0-1,1 0 1,0 1 0,0 1 0,22 4 0,-29-4-31,-1 0 0,1 1 0,0 0-1,0 1 1,-1-1 0,1 1 0,-1 0 0,0 0 0,0 1 0,5 4 0,-5-3-10,0 1 0,-1 0 0,1 0 0,-1 1 0,0-1 0,-1 1-1,0 0 1,0 0 0,0 0 0,-1 1 0,0-1 0,-1 0 0,1 1 0,-1-1 0,-1 1 0,1 0 0,-2 9 0,1-11-10,1 1-18,-1 0-1,0 1 1,0-1 0,0 1-1,-1-1 1,0 0 0,-1 1-1,0-1 1,0 0 0,0 0-1,-1 0 1,0 0 0,0 0-1,-8 11 1,3-9-61,0-1 1,-1 1-1,0-1 0,-1-1 0,1 0 0,-1 0 0,-1-1 1,1 0-1,-1-1 0,0 0 0,0-1 0,0 0 1,-1 0-1,0-1 0,1-1 0,-1 0 0,0-1 1,-20 0-1,32-1 38,10 0-128,190-8 1852,-17 1-5225,-147 4-83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8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50 5017,'0'0'4753,"-24"-8"-4090,-79-26-338,96 32-301,0 0 0,1 1 1,-1 0-1,0 0 0,0 0 0,0 1 0,1 0 0,-1 0 0,0 1 0,0 0 0,0 0 0,1 1 0,-1-1 1,0 2-1,1-1 0,0 1 0,-1 0 0,1 0 0,-8 6 0,6-3-28,1 1-1,-1 0 1,2 1 0,-1-1-1,1 1 1,0 0-1,1 1 1,0-1 0,0 1-1,-6 18 1,9-22-49,0 0 1,0 1-1,0-1 0,1 1 1,0 0-1,0-1 1,1 1-1,-1 0 0,1 0 1,0-1-1,1 1 1,-1 0-1,4 10 1,-3-13-12,1 0 0,-1 1 0,1-1 0,0-1 0,0 1 1,0 0-1,1 0 0,-1-1 0,1 1 0,-1-1 0,1 0 0,0 0 1,0 0-1,0 0 0,0 0 0,0-1 0,0 1 0,0-1 0,1 0 1,-1 0-1,1 0 0,-1 0 0,5 0 0,8 2 21,-1-1-1,1-1 1,0 0-1,-1-1 1,1-1-1,29-4 0,-38 3 104,1 0 0,0 0 0,-1-1 0,1 0-1,-1 0 1,0-1 0,0 0 0,0 0 0,0-1 0,-1 0-1,0 0 1,0 0 0,0-1 0,0 0 0,5-7-1,-4 3 516,-1-1 0,0 0 1,0 1-1,-1-2 0,0 1 0,-1-1 0,0 1 0,-1-1 0,2-13 0,-5 40-95,1-1 0,3 23-1,1 4-463,3 38 18,30 222-815,-33-277 282,1 0 0,1 0 0,12 26 0,-18-45-1435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4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1 384,'0'0'9554,"11"78"-12691,-16-38 89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0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0 760,'0'0'704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11 1920,'-44'-4'559,"17"1"1259,-40 0 0,67 3-1761,-1 0 0,0 0 0,0-1 0,0 1-1,0 0 1,0 0 0,0 0 0,0 0 0,0 0 0,0 1 0,1-1 0,-1 0 0,0 0 0,0 0 0,0 1 0,0-1 0,0 1 0,1-1 0,-1 0 0,0 1 0,0-1 0,0 1 0,1 0 0,-1-1 0,0 1 0,1 0 0,-1-1 0,1 1 0,-1 0 0,1 0 0,-1-1 0,1 1 0,-1 0 0,1 0 0,0 0 0,0 0 0,-1 0-1,1 0 1,1 0-37,-1 0 0,1 0-1,-1 0 1,1-1-1,0 1 1,0 0 0,-1-1-1,1 1 1,0-1-1,0 1 1,0-1-1,0 1 1,-1-1 0,1 0-1,0 1 1,0-1-1,0 0 1,0 0 0,0 0-1,0 1 1,0-1-1,0 0 1,0 0-1,2-1 1,2 2 125,63 5 1942,124-6 0,-124-2-1565,17-4 54,-49 3-1905,37 0 0,-85 8-5311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1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1 832,'0'0'11041,"1"10"-10601,54 398 2003,-47-343-2238,-7-47-410,-1-15 347,0 1-1,0 0 1,1-1 0,0 1-1,-1-1 1,1 1-1,2 3 1,-2-5-594,-1-1 0,1 0 0,0 1-1,0-1 1,0 0 0,1 1 0,-1-1 0,0 0 0,0 0 0,1 0 0,1 2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6601,'0'0'5810,"148"0"-5178,-98 2-384,-3 3-248,15 3-808,-15-3-1273,-11 0-3192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3449,'0'0'8731,"10"-21"-8166,-3 7-411,62-119 1269,-30 61 1220,-35 87-2660,1 284-606,-5-230-129,19-69-2696,-4 0-799,1 0-2823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1816,'0'0'9684,"13"-22"-8661,43-69-187,-54 89-795,-1 0 0,1-1 0,-1 1 0,1 0 0,0 0 0,0 0 0,0 0 0,0 0-1,0 0 1,0 0 0,0 1 0,0-1 0,1 1 0,-1 0 0,1 0 0,-1 0 0,1 0 0,0 0 0,-1 0 0,1 0 0,0 1 0,-1 0 0,1-1 0,0 1 0,0 0 0,-1 0 0,1 1 0,4 0 0,4 0 10,-9-1-54,1 0 0,0 1 0,-1-1 0,1 1 0,-1-1 0,1 1-1,-1 0 1,1 0 0,-1 0 0,0 0 0,1 1 0,-1-1 0,0 0 0,0 1 0,0 0 0,0 0 0,2 2 0,-1 0-7,0 0 0,0 0 0,-1 0 0,0 0 0,0 1 0,0-1 0,0 1 0,1 8 0,0 7-16,-1-1 0,0 1 1,-3 32-1,1-45 30,-1 2-47,-1 0 0,0 1 1,0-1-1,-1 0 0,0 0 1,0 0-1,-1-1 0,0 1 0,-1-1 1,0 0-1,0 0 0,-8 8 1,4-4-314,-1-1 0,-1 0 1,0-1-1,0 0 0,-1 0 0,-1-1 1,-12 7-1,20-13 808,26-3 103,32 1 322,-1-2 0,1-3-1,-1-1 1,57-14-1,-57 4-3703,-17 4-3246,-15 4-194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73 3089,'0'0'1873,"-13"22"-1685,-40 73-76,50-90-101,1 0 0,0 1 0,0-1 0,0 0 0,1 1 0,-1-1 0,1 1 0,1-1 0,-1 1 0,1 0-1,0 9 1,1 1 20,-1-14-18,0 1 1,0 0-1,0 0 0,0-1 1,1 1-1,-1 0 0,1 0 1,0-1-1,0 1 1,0 0-1,0-1 0,0 1 1,0-1-1,1 0 0,-1 1 1,1-1-1,0 0 1,0 0-1,0 0 0,0 0 1,0 0-1,0 0 0,0-1 1,1 1-1,-1-1 1,0 1-1,1-1 0,-1 0 1,5 1-1,5 1 226,0-1 1,0 0-1,0 0 0,1-1 1,16-2-1,-21 1-32,-1 0-49,0-1 1,-1 0-1,1 0 0,-1 0 0,1-1 1,-1 0-1,0-1 0,0 1 0,0-1 1,0 0-1,0-1 0,-1 1 0,1-1 1,-1 0-1,0-1 0,0 1 0,0-1 0,7-10 1,-6 7 25,0-1 0,-1 1 0,0-1 1,0 0-1,-1 0 0,-1-1 0,1 1 0,-1-1 1,-1 0-1,0 1 0,2-21 0,-4 22-86,0 0-1,0 0 0,0 0 1,-1 0-1,-1 0 0,1 0 1,-1 0-1,0 0 0,-1 1 1,-4-10-1,4 12-84,0 1 0,0-1 0,-1 1 0,0 0 0,1 0 0,-1 0 0,-1 0 0,1 1 0,0-1 0,-1 1 0,0 0 0,1 1 1,-1-1-1,-1 1 0,1 0 0,-6-2 0,6 3-166,0-1 0,0 1 1,0 0-1,0 0 1,-1 1-1,1 0 1,0 0-1,-1 0 0,1 0 1,0 1-1,0 0 1,-1 0-1,1 0 0,0 1 1,0-1-1,0 1 1,0 1-1,1-1 0,-1 1 1,1-1-1,-1 1 1,1 1-1,0-1 0,0 1 1,0-1-1,0 1 1,1 0-1,0 0 0,0 1 1,-4 6-1,-15 29-3701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83 121 2801,'0'0'2155,"-13"24"-1890,-39 79-126,49-97-110,0 0 0,1 1 0,-1-1 0,2 1 0,-1 0 0,1-1-1,0 1 1,0 0 0,1 0 0,1 12 0,-1-1 78,0-12-91,1-1-1,-1 1 0,1-1 1,0 1-1,0-1 1,1 1-1,0-1 0,0 0 1,0 0-1,0 0 1,1 0-1,0 0 0,0-1 1,0 1-1,1-1 1,-1 0-1,1 0 0,0 0 1,0 0-1,1-1 0,-1 1 1,1-1-1,-1 0 1,1-1-1,0 1 0,0-1 1,8 2-1,0 1 103,1-1 0,0-1-1,0 0 1,0-1 0,1-1 0,-1 0-1,0-1 1,1 0 0,24-5 0,-27 2 198,0 0 1,0-1-1,0-1 1,-1 0-1,1 0 1,-1-1 0,0-1-1,-1 1 1,0-2-1,10-8 1,-8 5 105,1-1 0,-2 0 0,0-1 1,0 0-1,-1-1 0,-1 0 0,8-15 1,-12 20-261,-1 0 0,-1-1 0,1 1 0,-2 0 1,1-1-1,-1 0 0,-1 0 0,0 0 0,0 1 1,-1-1-1,0 0 0,-1 0 0,0 0 0,-3-11 0,2 13-129,0 1 1,-1-1-1,0 1 0,-1 0 0,1 0 0,-1 0 0,-1 0 0,1 1 0,-1 0 0,0 0 0,-1 0 0,1 1 0,-1-1 0,-1 1 0,1 1 0,0-1 0,-1 1 0,-7-3 0,3 2-197,0 1-1,0 0 1,0 0-1,0 1 1,-1 1-1,1 0 1,-1 1-1,1 0 1,-1 0-1,1 1 1,-1 1-1,-12 2 1,8 0-887,1 0 0,-1 1 0,1 1 0,-26 12 0,-22 15-4629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0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3513,'0'0'6466,"8"-20"-5608,56-145 2243,-62 161-2963,9-20 978,-11 23-1107,0 1-1,0 0 0,0 0 1,0-1-1,1 1 0,-1 0 1,0-1-1,0 1 0,0 0 1,0 0-1,1 0 0,-1-1 1,0 1-1,0 0 0,1 0 1,-1 0-1,0-1 0,0 1 1,1 0-1,-1 0 0,0 0 1,1 0-1,-1 0 0,0 0 1,1 0-1,-1 0 0,0 0 1,0 0-1,1 0 0,-1 0 1,0 0-1,1 0 0,-1 0 1,0 0-1,1 0 0,-1 0 1,0 0-1,0 0 0,1 0 1,-1 0-1,0 1 0,1-1 0,-1 0 1,0 0-1,0 0 0,0 1 1,1-1-1,-1 0 0,0 0 1,0 1-1,0-1 0,1 0 1,-1 0-1,0 1 0,0-1 1,0 0-1,0 0 0,0 1 1,0-1-1,0 0 0,1 1 1,-1-1-1,0 0 0,0 1 1,0-1-1,0 0 0,0 0 1,0 1-1,-1 0 0,25 81-27,-5 2 0,-3 1 0,8 125 0,-23-203 19,-1-3 1,0 1-1,0-1 1,1 1 0,-1-1 0,1 0 0,0 0 0,1 1-1,-1-1 1,1 0 0,-1 0 0,4 4 0,19-8-1075,-10 0-1602,0 0-2762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08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69 1560,'0'0'6304,"-13"15"-5610,-45 52-142,53-60-471,1 0 0,-1 1-1,2 0 1,-1 0 0,1 0 0,0 0 0,1 0 0,0 0-1,0 1 1,1-1 0,0 1 0,0-1 0,1 1-1,1 15 1,-1-5 41,1-14-91,-1 0 0,0 0 0,1 0 0,0 0 0,0 0 1,1 0-1,-1 0 0,1-1 0,0 1 0,0-1 0,1 1 1,-1-1-1,1 0 0,0 0 0,0 0 0,0 0 0,1-1 1,-1 1-1,1-1 0,0 0 0,0 0 0,0 0 0,0-1 1,1 1-1,-1-1 0,8 3 0,-2-1 108,1-1-1,0 0 1,0-1-1,0 0 1,0 0-1,0-1 1,0-1 0,0 0-1,1 0 1,20-4-1,-23 2-63,-1-1 0,0 0 0,0 0 0,0 0 0,-1-1 0,1 0 0,-1-1-1,0 0 1,0 0 0,-1 0 0,1-1 0,-1 0 0,0 0 0,8-12 0,-8 10 4,0-1 1,-1 0-1,0-1 1,0 1-1,-1-1 1,0 0-1,0 0 1,-2 0 0,1 0-1,-1 0 1,1-16-1,-3 19-18,1 0-1,-2-1 1,1 1-1,-1 0 1,0 0-1,-1 0 1,1 0-1,-1 0 1,-1 1-1,-5-12 1,2 8-46,0 1 0,0 0 0,-1 1 0,-1 0 0,1 0 0,-13-9 0,11 9-132,-1 0 0,0 1 0,0 0 0,0 1-1,-1 0 1,0 1 0,-13-5 0,21 9-73,0 0 0,0 0 0,0 0 0,0 1 0,0-1 0,0 1 0,0 0 0,0 0 0,0 0 0,0 0 0,0 0 0,0 1 0,0-1 0,0 1 0,0 0 0,0 0 0,0 0 0,0 0 0,0 1 0,1-1 0,-1 1 0,0 0 0,1-1 0,0 1 0,-1 0 0,1 1 0,0-1 0,0 0 0,0 1 0,0-1 0,0 1 0,-1 3 0,-13 28-3988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0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47 3625,'0'0'5548,"-17"15"-5207,-49 52-9,62-62-295,0 0 1,1 0-1,0 0 0,0 1 1,0 0-1,1 0 0,0-1 0,0 1 1,0 1-1,1-1 0,0 0 1,0 0-1,0 0 0,1 1 1,1 11-1,-1 0 8,-1-10-33,1 0 1,0 0 0,0-1 0,1 1 0,0 0 0,1 0 0,0-1 0,0 1 0,0-1-1,7 15 1,-6-18 35,0-1-1,0 1 0,0 0 1,0-1-1,0 0 1,1 1-1,0-2 0,0 1 1,0 0-1,0-1 1,0 1-1,0-1 0,0 0 1,1-1-1,-1 1 1,1-1-1,0 0 0,-1 0 1,8 1-1,-3-1 68,-1 1 0,1-1 0,-1-1-1,1 1 1,0-1 0,0-1 0,-1 0 0,1 0-1,-1-1 1,1 0 0,-1 0 0,1-1 0,-1 0-1,0 0 1,0-1 0,-1 0 0,1-1 0,-1 1-1,0-2 1,0 1 0,0-1 0,-1 0 0,7-7-1,-6 4 68,0-1 0,0 0 0,-1 0-1,0 0 1,-1-1 0,0 0 0,-1 0 0,0 0-1,0-1 1,-1 1 0,-1-1 0,0 0-1,-1 1 1,0-1 0,-1 0 0,-1-16-1,0 22-164,0 0-1,0 1 0,-1-1 0,0 0 1,0 0-1,-1 1 0,0-1 0,1 1 1,-2 0-1,1 0 0,-1 0 0,1 0 0,-1 1 1,-1-1-1,1 1 0,-1 0 0,-9-6 1,9 6-269,-1 0 1,1 1-1,-1-1 1,0 1 0,-1 0-1,1 1 1,0-1-1,-1 1 1,0 0 0,1 1-1,-1 0 1,0 0-1,0 0 1,1 1 0,-13 1-1,-4 9-3110,5 8-2007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0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2481,'0'0'7401,"28"-4"-6469,90-13-128,-116 17-781,75-7 780,-74 7-764,1 1 1,0-1-1,0 1 1,0-1 0,0 1-1,0 0 1,-1 0-1,1 1 1,0-1-1,5 4 1,-7-4-44,-1 0 1,0 1 0,0-1-1,0 0 1,0 0-1,1 0 1,-2 1 0,1-1-1,0 1 1,0-1 0,0 1-1,-1-1 1,1 1-1,-1-1 1,1 1 0,-1-1-1,0 1 1,1 0 0,-1-1-1,0 1 1,0 0-1,0-1 1,0 1 0,-1-1-1,1 1 1,0 0 0,-1 1-1,0 2-4,-1 0-1,1 0 1,-1 0-1,0-1 1,0 1-1,-1 0 1,-2 4-1,-33 37 54,-13 19-42,47-59-22,-1 1-1,1 0 1,1 1 0,0-1-1,0 0 1,0 1 0,-2 14-1,5-22 81,1 1 0,-1 0 1,1 0-1,-1-1 0,1 1 0,0 0 0,-1 0 0,1-1 0,0 1 0,-1-1 0,1 1 0,0-1 0,0 1 0,0-1 0,0 1 0,-1-1 0,1 0 1,0 1-1,0-1 0,0 0 0,0 0 0,0 0 0,0 0 0,0 0 0,0 0 0,0 0 0,0 0 0,0 0 0,1 0 0,44-1 891,-34 1-836,28-3-58,18 2-2465,-36 5-527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5281,'0'0'7552,"-3"2"-7549,-2 3 0,0 0 0,1 0 1,-1 0-1,1 1 0,0 0 0,0 0 0,1 0 1,-5 11-1,-22 59 250,28-68-235,-8 28 105,1 1 0,2 0-1,2 1 1,2 0 0,2 70-1,1-93-38,1 0-1,1-1 1,0 1-1,1 0 1,0-1 0,1 0-1,1 0 1,0 0-1,1-1 1,1 1-1,0-1 1,0-1-1,14 17 1,-19-27-291,0 0 0,0 0 0,1-1 0,-1 1 0,1-1 0,0 1 1,-1-1-1,1 0 0,0 0 0,-1-1 0,1 1 0,0 0 0,0-1 0,0 0 0,0 0 0,0 1 0,-1-2 1,1 1-1,4-1 0,5 1-2123,5 0-5300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4849,'0'0'6464,"8"17"-6223,-1-1-170,0-2 1,0 1 1,-1-1 0,-1 1 0,-1 1-1,5 25 1,-4-4 188,-5-25-163,1 0 1,1 1 0,0-1-1,1 0 1,0 0 0,1 0-1,0-1 1,11 21-1,-14-31-34,-1 0 0,1 0 0,0-1 0,0 1 0,0 0 0,0 0 0,0-1 0,1 1 0,-1-1 0,0 1-1,0-1 1,0 0 0,0 1 0,0-1 0,1 0 0,-1 0 0,0 0 0,0 0 0,1 0 0,-1 0-1,0 0 1,0 0 0,0 0 0,1-1 0,-1 1 0,0 0 0,0-1 0,0 1 0,0-1 0,0 1-1,2-2 1,1 0-14,0 0 0,0-1 0,0 0 0,0 1 0,-1-2-1,6-4 1,-4 2-75,-1 0 0,0 0-1,-1-1 1,1 1-1,-1-1 1,0 0 0,-1 0-1,1 0 1,-2-1 0,1 1-1,1-13 1,-1-10-266,-3-49 0,0 32 294,2-3-5,1 27 22,-2 0 1,-4-36-1,4 58-22,0 1 0,0-1 0,0 1-1,0-1 1,1 1 0,-1-1 0,0 1-1,0-1 1,0 1 0,0 0 0,1-1 0,-1 1-1,0-1 1,0 1 0,1 0 0,-1-1 0,0 1-1,0 0 1,1-1 0,-1 1 0,1 0 0,-1-1-1,0 1 1,1 0 0,-1 0 0,1 0-1,-1-1 1,1 1 0,23-6-26,40 1 31,-35 3 6,223-31 60,16-3 43,-200 31-82,131 5-1,-187 2-31,0 1 0,1 0 0,-2 1 0,1 0 0,0 0-1,11 8 1,-5-4 1,-16-7-73,-8 5-972,-58 19-3826,28-12 166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2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41 4233,'0'0'7320,"-22"-7"-6869,-74-21-218,91 26-223,0 1 1,0 0-1,0 0 0,0 1 0,0-1 0,0 1 0,0 0 1,0 1-1,0-1 0,0 1 0,0 0 0,0 0 0,1 0 1,-1 1-1,0-1 0,1 1 0,-1 1 0,1-1 0,-1 1 1,1-1-1,0 1 0,0 0 0,0 1 0,1-1 0,-1 1 1,1-1-1,-1 1 0,1 0 0,1 0 0,-1 1 1,-2 5-1,3-8-13,0 1 1,1-1-1,-1 1 1,1 0 0,0 0-1,0 0 1,0 0-1,0-1 1,1 1-1,-1 1 1,1-1-1,-1 0 1,1 0 0,0 0-1,0 0 1,1 0-1,-1 0 1,1 0-1,1 5 1,-1-5-3,0-1 1,1 1-1,0-1 1,-1 0-1,1 0 1,0 0-1,0 0 0,0 0 1,0 0-1,0 0 1,0-1-1,1 1 0,-1-1 1,0 1-1,1-1 1,-1 0-1,1 0 1,0 0-1,-1-1 0,1 1 1,4 0-1,3 1 23,1 0 1,0-1-1,-1-1 0,1 1 0,0-2 0,-1 0 0,1 0 1,0 0-1,10-4 0,-15 3-12,-1-1 0,1 1 0,-1-1 0,1 0 0,-1 0 0,0 0 0,0-1 0,0 1 0,-1-1 1,1-1-1,-1 1 0,0 0 0,0-1 0,-1 0 0,1 0 0,-1 0 0,3-8 0,0-3-42,3-9 1630,-5 24-1080,-2 14-798,6 339 493,-8-328-206,0-21-182,1 15 577,-1-18-473,0 1 0,0-1 0,0 1 0,0-1 0,0 1 0,0-1 0,0 0 0,0 1 0,1-1 0,-1 1 1,0-1-1,0 1 0,0-1 0,0 0 0,1 1 0,-1-1 0,0 0 0,1 1 0,-1-1 0,0 0 0,1 1 0,-1-1 0,0 0 1,1 0-1,-1 1 0,0-1 0,1 0 0,-1 0 0,1 0 0,0 1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2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2961,'0'0'9178,"184"-25"-8098,-140 20-208,-7 0-400,-9 0-288,-1 0-184,-1 0-112,1 0-792,10 0-728,-9 0-721,-3-1-2072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2457,'0'0'9698,"1"-8"-8814,-1 3-777,4-18 163,3 19-192,5 14-37,2 11-12,0 0 0,-1 0 0,-1 1 0,-2 1 0,0 0 0,-1 0 0,-1 1 0,-1 0-1,6 44 1,-4 11 47,-1 138 0,-8-210-51,-1-1-1,1 0 0,-1 0 0,0 0 0,0 0 0,-1-1 1,1 1-1,-1 0 0,-1-1 0,1 1 0,-1-1 1,0 1-1,-5 6 0,5-11-143,1 1 0,0-1 1,-1 0-1,1 0 0,-1 0 0,0 0 0,1 0 0,-1 0 0,0-1 1,0 0-1,1 1 0,-1-1 0,0 0 0,0 0 0,1-1 1,-6 0-1,-3 1-2309,2 0-2742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1216,'0'0'9982,"12"-5"-9348,-12 5-633,9-5 160,1 1 1,0 0-1,0 1 0,0 0 0,1 1 1,-1 0-1,1 0 0,-1 1 0,1 0 1,10 2-1,-18-1-159,0 1 1,-1 0-1,1 0 0,-1 0 1,0 0-1,1 0 0,-1 0 1,0 1-1,0-1 1,0 1-1,1-1 0,-2 1 1,1 0-1,0 0 0,0 0 1,-1 0-1,1 0 1,-1 1-1,1-1 0,-1 0 1,0 1-1,0-1 0,0 1 1,0-1-1,-1 1 0,1-1 1,-1 1-1,1-1 1,-1 6-1,1-1-6,-1-1-1,0 1 1,0-1 0,0 1 0,-1 0-1,0-1 1,-1 1 0,1-1 0,-1 0-1,0 1 1,-4 5 0,-3 2 29,0 0 0,-23 23 0,23-28-10,1 1-1,0 0 1,0 0 0,1 1-1,0 0 1,-7 16-1,13-25-8,0 0 0,1 0 0,-1 0 0,0 0 0,1 0 0,0 1 0,-1-1 0,1 0 0,0 0 0,0 0 0,0 1-1,1-1 1,-1 0 0,0 0 0,1 3 0,0-4 32,0 0 0,0 1 0,-1-1-1,1 0 1,0 0 0,0 0 0,0 0 0,0 0-1,0 0 1,1 0 0,-1 0 0,0 0-1,0 0 1,1 0 0,-1-1 0,0 1 0,2 0-1,6 1 221,0 0 0,0-1 0,0 0 0,0 0 0,19-2 0,-11 1-115,5-1-21,0-2 1,31-6-1,27-3-3459,-59 12-1241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4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2697,'0'0'8545,"109"0"-7872,-56 3-281,3-3-200,-3 0-192,-3 0-104,-11 0-448,-8 0-721,-14 0-503,-9 2-905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0:1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3169,'0'0'6073,"176"10"-4433,-115-8-463,-2 1-433,-6-1-336,-12 1-176,-4-3-144,-9 2-88,-6 4-264,14 1-1040,-8-2-1249,0 3-3456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151 206 1320,'0'0'3605,"-16"6"-3100,-118 43 1077,209-67 773,-63 14-2294,278-101 1011,-202 69 800,105-60 0,-187 95-3100,-11 10-14,-5 11-1249,5-4-575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2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109 186 3049,'0'0'7404,"-20"4"-7052,-60 13-189,72-14 1270,21-2-1054,27-3-178,62-19 247,141-47 0,-149 39-357,193-62-244,-288 98-3979,-10 8-262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46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1280,'0'0'9112,"27"24"-8194,88 79-89,-87-79-275,-1 2-1,45 55 1,-62-67-421,-1 1 0,0 1 0,-1 0-1,-1 0 1,-1 0 0,7 28 0,3 15 157,9 80 1,-21-104-284,-1-1-1,-2 1 1,-7 63 0,1-72 1,-2-1 1,-1 0-1,-1 0 0,-1-1 1,-1 0-1,-14 23 1,24-46-73,0 1 0,0-1 0,-1 0 0,1 0 0,0 1 1,0-1-1,-1 0 0,1 0 0,-1 0 0,1-1 1,-1 1-1,1 0 0,-1 0 0,1-1 0,-1 1 0,0-1 1,1 0-1,-1 1 0,0-1 0,1 0 0,-1 0 0,0 0 1,0 0-1,1 0 0,-1 0 0,-1-1 0,-6 1-2044,-7 0-3608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412 130 1768,'0'0'8330,"0"-11"-7351,-2-37-108,1 46-790,1 1 0,-1-1-1,1 0 1,-1 0 0,0 0 0,0 0 0,0 0 0,0 1-1,0-1 1,0 0 0,0 1 0,-1-1 0,1 1 0,-1 0-1,1-1 1,-1 1 0,1 0 0,-1 0 0,0 0 0,-2-1-1,-38-13 607,30 12-503,-14-3-14,0 1-1,0 1 1,0 2-1,-52 1 1,59 1-128,14 0-49,-1 0-1,1 1 1,0-1 0,0 1 0,0 0-1,0 1 1,0-1 0,0 1 0,0 0-1,0 0 1,0 1 0,1 0 0,-1-1-1,1 1 1,0 1 0,0-1 0,0 1-1,0-1 1,1 1 0,-1 0 0,1 0-1,0 1 1,0-1 0,1 1 0,-1-1-1,1 1 1,0 0 0,0 0 0,1 0-1,-1 0 1,1 0 0,0 0-1,0 6 1,-1 1-29,1 0-1,0-1 0,0 1 1,1 0-1,1-1 0,0 1 1,0 0-1,4 11 1,-3-18-18,0 1 1,0 0-1,1-1 1,0 1-1,0-1 1,0 0-1,1 0 1,-1 0-1,1 0 1,1-1-1,-1 0 1,0 0-1,1 0 1,0 0-1,0-1 1,10 6-1,-4-4-1,0 0-1,0-1 0,1-1 0,0 0 1,-1 0-1,1-1 0,15 1 0,-19-3 37,1 1-1,0-1 1,0-1-1,0 1 0,-1-1 1,1-1-1,0 0 1,-1 0-1,0-1 0,13-5 1,-15 4 26,0 0-1,0 0 1,0-1 0,-1 0 0,0 0 0,0 0 0,0 0-1,0-1 1,-1 0 0,0 0 0,0 0 0,-1-1-1,0 1 1,0-1 0,0 0 0,-1 0 0,0 0 0,2-10-1,0-12 492,-1 0-1,-2 0 1,-2-40-1,0 17 1175,2 73-1940,1 0-1,7 29 0,1 8 268,-4 35 10,-5-60 11,2 0-1,10 50 0,-13-82-64,0 0 0,0 0-1,1-1 1,-1 1 0,0 0-1,1-1 1,-1 1 0,0 0-1,1-1 1,-1 1 0,1-1-1,-1 1 1,1 0 0,0-1 0,-1 0-1,1 1 1,-1-1 0,1 1-1,0-1 1,-1 0 0,1 1-1,0-1 1,0 0 0,-1 0 0,1 1-1,0-1 1,0 0 0,-1 0-1,1 0 1,0 0 0,0 0-1,-1 0 1,1 0 0,0 0 0,0 0-1,-1-1 1,1 1 0,0 0-1,0 0 1,-1-1 0,2 0-1,28-16-3329,-8 0-2392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5265,'0'0'5801,"17"21"-4916,6 9-594,4 4 305,54 53 1,-80-85-573,25 25 389,1-1-1,1-1 0,2-1 0,58 35 1,-88-58-445,1-1 1,-1 0-1,1 1 1,-1-1-1,1 0 1,-1 0-1,1 1 1,-1-1-1,1 0 1,-1 0-1,1 0 1,-1 0-1,1 0 1,0 1-1,-1-1 1,1 0-1,-1 0 1,1 0-1,-1 0 1,1-1-1,-1 1 1,1 0 0,0 0-1,-1 0 1,2-1-1,0-13-4185,-2-3-707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3513,'0'0'7016,"-6"23"-6345,-44 152 920,15-72-360,-27 92 912,61-227-5232,1 10-1585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1720,'0'0'10400,"5"-2"-9672,10-2-407,-1 1-1,1 0 1,0 1 0,0 1-1,0 0 1,28 2 0,-41 0-329,1-1 1,-1 1 0,0-1 0,0 1 0,1 0 0,-1 0 0,0 0 0,0 0 0,0 1 0,0-1 0,0 0 0,0 1 0,-1-1 0,1 1 0,0 0-1,-1-1 1,1 1 0,-1 0 0,0 0 0,1 0 0,-1 0 0,0 0 0,0 0 0,0 1 0,-1-1 0,1 0 0,0 0 0,-1 1 0,0-1-1,1 4 1,1 10-25,-1-1 0,-1 0 0,-2 25 0,1-28 119,-7 30 101,0 8-213,8-49 88,9-1 725,141-9-224,-51-2-5642,-77 9 2999,19-2-3813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6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1256,'0'0'11159,"0"-14"-10355,0-43-328,17 226 742,-9 261-204,-8-372-776,4-46 105,-3-12-341,-1 0 1,0 0-1,0 0 0,1 0 1,-1 0-1,0 0 1,0 0-1,1 0 1,-1 0-1,0 0 0,0 0 1,1 0-1,-1 0 1,0 0-1,1 0 1,-1 0-1,0 0 1,0 0-1,1 0 0,-1 0 1,0 0-1,0 0 1,1-1-1,-1 1 1,0 0-1,0 0 0,0 0 1,1 0-1,-1-1 1,0 1-1,0 0 1,0 0-1,1 0 1,-1-1-1,0 1 0,0 0 1,0 0-1,0-1 1,0 1-1,0 0 1,0 0-1,1-1 0,-1 1 1,0 0-1,0 0 1,0-1-1,10-41-3463,-6 19-706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0 111 176,'0'0'12411,"193"-20"-11355,-129 10-432,-3-3-392,1 1-232,-1 2-616,20-8-952,-17 3-1529,-8 3-3480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7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2737,'0'0'9123,"2"17"-8903,14 352 1179,-14-313-1382,-1-27-23,11 54-1,-12-83 24,0 0 0,0-1 0,0 1 0,0 0 0,0 0 0,0 0 0,0 0 0,0 0 0,0 0 0,0 0 0,0 0 0,0 0 0,0 0 0,0 0 0,0 0 0,0 0 0,0 0 0,0 0 1,0 0-1,0 0 0,0 0 0,0-1 0,0 1 0,0 0 0,1 0 0,-1 0 0,0 0 0,0 0 0,0 0 0,0 0 0,0 0 0,0 0 0,0 0 0,0 0 0,0 0 0,0 0 0,0 0 0,0 0 0,0 0 0,0 0 0,1 0 0,-1 0 0,0 0 0,0 0 0,0 0 0,0 0 0,0 1 0,0-1 0,0 0 1,0 0-1,4-13 249,1-16-204,-3 15 8,0-1-1,1 0 0,1 1 0,0-1 1,1 1-1,0 0 0,1 1 0,1-1 0,12-17 1,-15 25-24,1-1 0,0 1 0,1 0 0,0 0 1,0 0-1,0 1 0,0 0 0,1 1 0,0-1 1,0 1-1,0 0 0,0 1 0,1 0 0,0 0 0,-1 0 1,1 1-1,0 0 0,16-1 0,-12 2-23,0 0 1,1 1-1,-1 1 0,0 0 0,17 3 1,-23-2-24,-1 0 0,1 0 1,-1 0-1,0 1 1,0-1-1,0 1 1,0 1-1,0-1 0,0 1 1,-1 0-1,0 0 1,0 0-1,5 6 1,-4-2-17,1 0 1,-1 0 0,-1 1-1,0 0 1,0 0 0,0 0-1,-1 0 1,-1 1 0,1-1 0,-2 1-1,1-1 1,-1 1 0,-1 0-1,1 0 1,-2-1 0,-2 16-1,3-21 24,-1 0-1,-1 0 1,1-1-1,0 1 1,-1-1-1,0 1 1,0-1-1,0 0 1,0 0-1,0 0 1,-1 0-1,0 0 1,1 0-1,-1-1 1,0 1-1,0-1 1,0 0-1,-1 0 1,1 0-1,0 0 1,-1 0-1,1-1 0,-1 0 1,0 0-1,1 0 1,-7 1-1,-10 2 140,0-1 0,0-2 0,-35 0 0,41-1-92,6 0 43,-1-1 1,1 1 0,0-2 0,0 1 0,-14-5-1,19 5-220,1 0 0,-1 0 0,1-1 0,0 1 0,0 0-1,0-1 1,-1 1 0,2-1 0,-1 0 0,-2-2 0,3 3-201,0 0 1,0-1 0,1 1-1,-1 0 1,0 0 0,1-1-1,-1 1 1,1-1 0,0 1-1,-1-1 1,1 1 0,0 0-1,0-1 1,0 1 0,0-1-1,0 1 1,0-1 0,0 1-1,1-2 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7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5409,'0'0'6059,"29"26"-5116,96 84-241,-53-47-74,86 71 966,-158-133-1621,1-1 0,-1 1-1,0-1 1,1 1 0,-1-1-1,0 1 1,1-1 0,-1 1-1,1-1 1,-1 0-1,1 1 1,-1-1 0,1 0-1,-1 0 1,1 1 0,-1-1-1,1 0 1,0 0 0,-1 0-1,1 1 1,-1-1 0,1 0-1,0 0 1,-1 0 0,1 0-1,-1 0 1,1 0 0,0 0-1,-1-1 1,1 1 0,-1 0-1,1 0 1,0-1 0,2-19-3477,-4 12 2301,1-12-3967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7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2665,'0'0'7771,"-8"20"-7053,-47 139 789,26-81-317,-50 95 0,44-102-700,26-45-307,9-26-219,8-4-1594,9-10-804,3-3-2042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1456,'0'0'11365,"0"16"-10691,4 32 112,1 0 0,14 51 0,-1-13-105,20 80 562,-33-155-954,-2-12-982,0-18-2760,-3 2-1225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3289,'0'0'10962,"184"-18"-10250,-131 18-360,-6 0-264,1 0-88,-1 0-352,3 8-712,23-8-920,-15 0-1289,-2 0-4353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21 1928,'0'0'5944,"-28"-4"-4891,-87-10-332,110 13-683,1 1-1,-1-1 1,0 1-1,0 0 0,1 0 1,-1 0-1,0 1 1,0 0-1,1 0 1,-1 0-1,1 0 1,-1 1-1,1 0 1,-1 0-1,1 0 1,0 0-1,0 1 1,0-1-1,0 1 1,0 0-1,1 0 1,-1 1-1,1-1 1,0 1-1,0 0 1,0-1-1,-2 7 1,-1-2 12,-3 6 39,0 1-1,2 0 0,-1 0 1,2 1-1,0 0 1,1 0-1,1 0 0,0 1 1,1 0-1,1-1 0,1 1 1,0 0-1,1 0 1,4 32-1,-3-41 13,1 1-1,-1-1 1,2 0 0,-1 0-1,1 0 1,0 0 0,1 0 0,-1 0-1,2-1 1,-1 0 0,1 1-1,0-2 1,0 1 0,1-1 0,0 0-1,0 0 1,1 0 0,-1-1-1,1 0 1,0 0 0,1-1-1,-1 0 1,1 0 0,0-1 0,0 0-1,0 0 1,0-1 0,0 0-1,1 0 1,-1-1 0,1 0 0,11-1-1,-10 1-7,-1 0-115,-1-1 0,1 0 1,0 0-1,0-1 0,0 0 0,0 0 0,0-1 0,-1 0 0,1-1 1,-1 0-1,9-4 0,86-55-3739,-62 32-959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9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0 784,'0'0'12235,"161"56"-11619,-113-56-336,-9 2-280,-6-2-296,-2 0-968,-6 0-1337,-11 0-2616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3529,'0'0'7377,"170"0"-5832,-117 0-657,-3 0-632,-5-3-256,-3-2-488,0-2-1001,11-11-591,-9 0-1145,-7 3-3064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1:5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52 3881,'0'0'5804,"-27"19"-5395,-84 64-93,106-79-293,0 0 0,1 0 0,-1 0 0,1 1 0,0 0 0,1 0 0,-1 0 0,1 0 0,0 1 0,0-1 0,1 1 0,0 0 0,0 0 0,0 0 0,0 0 0,1 0 0,0 0 0,0 0 0,1 0 0,0 1 0,0-1 0,1 7 0,-1 4 26,0-11-22,0 1 1,0-1 0,0 0 0,1 0-1,0 1 1,0-1 0,1 0 0,0 0-1,0 0 1,0-1 0,0 1 0,1 0-1,0-1 1,0 1 0,1-1 0,-1 0-1,1 0 1,1-1 0,-1 1 0,0-1-1,1 0 1,0 0 0,0 0 0,0 0-1,11 4 1,-6-2 63,1-1-1,-1 0 0,1-1 1,0 0-1,0 0 0,1-1 1,-1-1-1,1 0 0,-1-1 1,1 0-1,-1-1 0,1 0 1,0 0-1,-1-2 0,1 1 1,-1-1-1,1-1 0,-1 0 1,0-1-1,0 0 0,-1-1 1,1 0-1,-1 0 0,0-1 1,0-1-1,-1 1 0,1-2 1,-2 1-1,1-1 0,12-15 1,-13 10 89,0 0 1,0 0-1,-2-1 0,0 0 1,0 0-1,-1 0 1,-1-1-1,0 1 1,-1-1-1,-1 0 1,0 0-1,-1-1 0,-1 1 1,0 0-1,-1 0 1,-4-22-1,4 32-129,-1 0 1,1 0-1,-1 0 1,0 1-1,0-1 0,0 0 1,-1 1-1,1-1 1,-1 1-1,0 0 0,-1 0 1,1 0-1,-1 1 0,-6-7 1,3 5-55,-1 1 0,1-1 0,-1 1 0,0 1 0,0-1 0,0 1 0,0 1 0,-9-2 0,-8 0-580,1 1 1,0 1-1,-1 1 1,1 1-1,-27 4 1,-14 10-3588,10 5-2341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2:3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986 88 1216,'0'0'4120,"-26"-12"-3055,-83-40-364,99 48-643,1 0 0,-1 0 1,0 1-1,-1 1 1,1 0-1,0 0 1,-1 1-1,1 0 1,-1 0-1,-16 3 1,-5-1 54,-3 0 9,0 1 1,1 2-1,-1 2 1,1 1 0,0 1-1,0 2 1,1 2-1,-61 30 1,68-28-93,1 1 0,1 0 0,0 2 0,2 1 0,0 1 0,1 1 0,0 0 1,2 2-1,1 0 0,0 1 0,-16 31 0,26-39-42,1-1 0,1 1 1,0 1-1,1-1 0,1 1 0,0 0 1,2 0-1,-3 31 0,5-37 36,0-1-1,0 1 1,1-1 0,1 1-1,-1-1 1,2 1 0,-1-1-1,1 0 1,0 0-1,1 0 1,0-1 0,1 1-1,0-1 1,0 0 0,0 0-1,10 9 1,-1-4 14,1 0-1,1-1 1,-1 0-1,2-1 1,0-1 0,0-1-1,1 0 1,0-2-1,1 0 1,29 8 0,-6-6 16,1-2 1,0-2 0,76 0-1,-98-6-41,0-1-1,-1 0 1,1-2-1,-1 0 1,0-1 0,0-1-1,0-1 1,-1-1-1,0-1 1,0 0-1,-1-2 1,-1 0 0,1 0-1,-2-2 1,29-27-1,-29 24 97,-1-1 0,-1 0-1,-1-1 1,0 0 0,-1-1 0,-2-1 0,1 0-1,-2 0 1,-1-1 0,0 0 0,-2 0-1,0-1 1,-2 1 0,4-39 0,-7 47-3,-1 0 1,0 0 0,-1-1-1,0 1 1,-1 0 0,-1 0 0,0 0-1,-1 1 1,0-1 0,-9-18 0,8 22-77,-1 1 0,0-1 0,0 1 0,-1 0 0,0 1 0,0-1 0,0 2 0,-1-1 0,0 1 0,-1 0 0,0 0 0,1 1 0,-2 1 0,-11-6 0,3 4-102,1 0 1,-1 1-1,0 1 0,0 1 1,-1 0-1,1 2 0,-1 0 1,-33 3-1,23 1-986,1 1 0,0 2-1,0 1 1,-52 21 0,6 2-4352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2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142 189 208,'0'0'1350,"-13"24"-1041,-37 78-101,46-95-180,1 0 0,1 0 0,-1 1 0,1-1 0,1 0 0,-1 1 0,1 0 0,1-1 0,-1 1 0,1 0 0,2 13 0,0 6 80,-2-20-71,0-1 0,1 1 0,0 0 0,0-1 1,1 1-1,0-1 0,0 0 0,1 0 0,-1 1 0,1-1 0,0-1 0,7 10 0,-3-6 49,0-1-1,1 0 1,0 0-1,0-1 1,1 0-1,0 0 1,11 6 0,-2-4-3,0 0 1,0-1-1,1 0 1,1-2-1,-1 0 0,1-1 1,0-2-1,20 3 1,-14-4 42,0-1 0,-1-1-1,1-1 1,0-1 0,-1-1 0,1-1 0,-1-2-1,0-1 1,0 0 0,-1-2 0,24-12 0,-30 12-2,1-2 0,-2 0 1,1-1-1,-2-1 1,0 0-1,28-30 0,-37 35-20,0-1-1,0 0 0,-1-1 0,0 1 0,-1-1 0,0 0 0,-1-1 1,0 1-1,0-1 0,-1 0 0,0 0 0,-1 0 0,-1 0 0,1-17 0,-1 6 79,-2 0 0,0 0 0,-2 0 0,0 0 0,-8-25-1,8 39-158,0 0 1,0 0-1,-1 0 0,0 1 0,0-1 0,-1 1 0,0 0 0,-1 0 1,1 1-1,-1-1 0,0 1 0,-1 1 0,1-1 0,-1 1 0,-1 0 1,-10-5-1,-3 0-69,0 2 0,-1 1 0,-1 0 0,1 2 1,-1 0-1,0 2 0,0 0 0,0 2 0,0 0 0,-45 6 1,47-2 15,1 1 0,-1 1 0,1 0 1,-1 2-1,2 0 0,-23 12 0,2 2-10,-68 48 1,92-57 36,0 0 1,1 1-1,0 1 1,1 1-1,1 0 0,0 1 1,1 0-1,-16 30 1,21-34-2,2 1-1,-1 0 1,1 1-1,1-1 1,1 1 0,0 0-1,0 0 1,2 0-1,0 0 1,0 1 0,1-1-1,1 0 1,3 17 0,-2-23-14,1 0 1,-1-1 0,2 1 0,-1-1 0,1 0-1,0 0 1,1 0 0,0-1 0,0 0 0,0 1 0,0-2-1,1 1 1,0-1 0,1 0 0,12 8 0,3 1 10,0-1 0,1-1 0,40 15 0,-29-16 23,1-1 1,-1-2 0,2-2-1,40 4 1,144-8 61,-194-3-69,-1-2-1,1-1 1,-1-1-1,0-1 0,0-2 1,0 0-1,-1-1 1,31-18-1,-39 19-1,-1-1 0,-1-1 0,1 0 0,-2 0 0,1-2-1,-2 1 1,0-2 0,0 0 0,-1 0 0,0-1 0,-1 0 0,-1-1-1,10-22 1,-14 22 16,-1 0 0,-1 0 0,0 0-1,-1 0 1,0-1 0,-1 1 0,-2-21 0,1 20 21,-1 6-21,-1 0 0,1 0 0,-2 1 0,1-1 1,-1 0-1,-1 1 0,0-1 0,0 1 0,-1 0 0,0 1 0,0-1 0,-1 1 0,0 0 1,-1 0-1,-9-8 0,6 5-10,-2 1 0,1 0-1,-1 0 1,-1 1 0,0 1 0,0 0 0,-1 1 0,0 1 0,-21-8 0,12 10-29,0 0 0,-1 1 1,1 2-1,-48 2 0,20 0-11,28 0 2,0 1 0,1 1 0,-1 2 0,1 0 0,0 1 0,-25 10 0,2 3 47,-78 45-1,101-51-56,1 0-1,1 2 1,0 0-1,1 1 1,1 1 0,1 1-1,0 1 1,1 0-1,-21 34 1,33-47-544,2 0 1,-1 1 0,1-1 0,0 1 0,0-1 0,0 1 0,0 10 0,1 1-3862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24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4521,'167'0'648,"-3"0"-472,-49 0-168,-31 0-16,-15 0-328,-2 0-120,0 0-168,-5 0 32,-23 0 120,-17 0 344,-22-7-8,0-1-569,-14-2-911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2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46 408,'0'0'5049,"5"-1"-4481,147-16-308,173 2-1,-255 14-224,1426-10-869,-1242 11-1217,-281 0 808,-8 0-336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2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63 624,'0'0'1420,"27"-3"-977,179-21 360,241-8 149,2 29-786,-226 3-165,1024-1-2636,-1215 1 1349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2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96 880,'0'0'834,"31"0"-274,199 0 269,104-17 360,-131 4-961,1211-25-451,-1386 39 170,-15 0-3,1-1 1,-1 0 0,1-1-1,-1-1 1,23-5 0,-36 7 35,1 0 1,-1 0 0,0 0-1,1 0 1,-1 0 0,0 0-1,1 0 1,-1 0 0,0 0-1,1 0 1,-1-1 0,0 1-1,1 0 1,-1 0 0,0 0-1,1-1 1,-1 1 0,0 0 0,0 0-1,1-1 1,-1 1 0,0 0-1,0-1 1,0 1 0,1 0-1,-1 0 1,0-1 0,0 1-1,0-1 1,0 1 0,0 0-1,0-1 1,0 1 0,1 0 0,-1-1-1,0 1 1,0 0 0,0-1-1,-1 1 1,1-1 0,0 1-1,0 0 1,0-1 0,0 1-1,0 0 1,0-1 0,0 1-1,-1 0 1,1-1 0,0 1 0,0 0-1,0 0 1,-1-1 0,-15-4-1778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3:5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4247 850 256,'0'0'1852,"-29"-18"-1043,-97-61-195,54 35 97,-2 4-1,-127-50 0,-144-13 96,-189-19 384,-783-77-1,947 187-1018,335 13-171,0 3 0,0 1 0,0 1 1,1 2-1,-49 18 0,28-5-5,0 3-1,-71 44 1,86-43-54,1 3 0,2 1-1,1 1 1,1 2 0,-52 64 0,48-47-10,2 2 0,2 2 0,-49 100 0,71-122-7,1 1-1,2-1 1,1 2-1,1-1 0,2 1 1,1 1-1,2-1 1,1 47-1,3-61 73,1-1 1,1 0-1,0 0 1,2 0-1,0 0 1,1-1-1,0 0 1,2 0-1,0 0 0,1-1 1,0-1-1,2 1 1,11 13-1,6 5 46,1-2 0,2-2 0,1 0 0,52 36 0,-45-41 6,1-1 0,2-2 0,0-1-1,1-3 1,1-1 0,0-2 0,2-3 0,49 8 0,58 3 194,169 1 1,-243-19-69,339 15 55,544 45-101,-403-42-111,-486-25-8,-1-4 0,139-28 0,132-65 19,-283 79 6,-2-2 0,85-46 1,-121 55-18,0-1 1,-1-1 0,0-1 0,-1 0 0,-1-2-1,-1 0 1,-1-1 0,29-41 0,-33 39 18,-1-1 1,-1-1-1,-1 0 1,0-1-1,-2 1 1,-1-2 0,-1 1-1,-1-1 1,-2 0-1,0 0 1,-1 0-1,-2 0 1,0 0-1,-5-31 1,1 40 6,1 0-1,-2-1 1,0 1 0,-1 1 0,-1-1 0,-1 1-1,0 0 1,0 1 0,-2 0 0,1 0-1,-14-13 1,-14-14 51,-2 2 0,-46-35 0,3 10-76,-3 3 1,-2 5 0,-94-45-1,-288-112 93,7 49 340,344 133-432,-241-32 0,8 35-150,-380 19 0,632 14 22,-185 31 0,228-24-28,1 3-1,1 2 0,0 2 1,-91 47-1,76-28-110,-19 8 52,-98 70 0,161-98 149,1 1-1,1 1 1,1 1-1,0 1 1,2 1 0,0 1-1,2 1 1,-19 33-1,12-9-87,2 1 0,3 1 0,2 1-1,2 0 1,2 2 0,-12 102-1,22 5-71,4-112 180,0-30 29,2 0-1,0 0 1,0-1 0,2 1 0,1-1 0,0 0 0,1 0-1,1 0 1,0-1 0,2 0 0,0-1 0,0 0 0,2 0-1,0-1 1,1 0 0,0-1 0,1 0 0,1-1 0,0-1-1,1 0 1,0-1 0,1 0 0,33 16 0,1-6 106,100 27 1,62 1 112,-151-36-194,48 11 63,613 125 233,10-41-266,174-76 344,-816-36-365,0-4 0,-1-3-1,127-35 1,-152 28 23,-1-3-1,-1-2 1,-1-3 0,-1-3-1,76-50 1,-111 62 32,0-1 0,-1-1 1,-1-2-1,24-26 0,-37 35-36,0 0-1,-1-1 0,-1 0 1,0 0-1,0-1 1,-2 0-1,1 0 0,-2-1 1,0 1-1,4-20 1,-6 16-43,-1 0 0,0-1 0,-1 1 0,-1 0 0,-1 0 0,-1-1 0,0 1 1,-1 0-1,-1 0 0,-1 0 0,-1 1 0,0 0 0,-1 0 0,-1 0 0,0 1 0,-1 0 0,-1 1 1,-1 0-1,0 0 0,-1 1 0,0 1 0,-1 0 0,0 0 0,-1 1 0,-1 1 0,-28-16 0,1 4-896,-1 3 0,-68-24 0,24 17-2777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4081,'0'0'5920,"-27"6"-5520,-86 24 64,104-28-399,1 2 0,0-1 1,0 1-1,0 0 0,1 1 0,0 0 1,-1 0-1,2 1 0,-1-1 0,1 2 1,-12 12-1,8-7 11,1-2-46,0 0 1,0 1-1,1 0 1,0 1-1,1 0 1,1 0 0,0 1-1,0-1 1,2 1-1,-1 0 1,2 1-1,-1-1 1,2 1-1,0-1 1,1 1-1,0 0 1,2 24-1,-1-34-2,1 0 0,0 0 0,-1 0 0,2 0 0,-1 0 0,0 0 0,1 0 0,0-1 0,0 1 0,0-1 0,0 1 0,0-1 0,1 0 0,-1 0 0,7 5 0,-4-3 25,1-1 0,0 0 0,0-1 0,0 1-1,1-1 1,-1-1 0,1 1 0,10 2 0,9 0 99,0-1 0,1-2 1,47 0-1,-65-2-143,1 0 26,0-1 0,0 0 1,0-1-1,0 0 0,-1 0 0,1-1 1,0-1-1,-1 1 0,0-1 0,0-1 1,0 0-1,-1 0 0,1-1 0,-1 0 1,0 0-1,-1-1 0,0 0 0,0 0 1,12-17-1,-12 14 40,0-1 0,-1-1 1,0 1-1,0-1 0,-1 0 1,-1 0-1,0-1 0,-1 1 1,0-1-1,-1 0 0,-1 0 0,0 0 1,0 0-1,-1 0 0,-2-15 1,1 23-61,-1-1 0,1 1 0,0 0 0,-1 0 1,0 0-1,-1 0 0,1 0 0,-1 0 0,1 1 1,-2-1-1,1 1 0,0 0 0,-7-6 0,3 4-9,-1-1 1,1 2-1,-2-1 0,1 1 0,0 0 0,-1 1 0,-10-4 0,4 2-258,0 2 0,0 0 0,0 0 0,0 2-1,-1 0 1,1 1 0,-1 0 0,1 1-1,-20 3 1,27-2-242,0 1 0,1 0-1,0 0 1,-12 6 0,-24 16-3746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12 960,'0'0'10660,"-2"-11"-9887,-2 20-686,-15 108 1335,-6 192-1,26 121-806,-1-422-598,0 12 95,0 1 0,2-1 0,0 0 0,1 0-1,11 37 1,-14-57-122,0 1-1,0-1 0,0 1 1,0-1-1,1 1 0,-1-1 1,0 0-1,0 1 1,0-1-1,0 1 0,1-1 1,-1 0-1,0 1 0,1-1 1,-1 0-1,0 1 1,0-1-1,1 0 0,-1 1 1,1-1-1,-1 0 0,0 0 1,1 1-1,-1-1 1,1 0-1,-1 0 0,0 0 1,1 0-1,0 1 0,5-12-1486,-1-19-3880,-5 7-2280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1632,'0'0'11523,"120"0"-10011,-59 0-568,9 0-616,8-5-328,6-10-568,53-23-976,-20 5-1225,-8-2-2752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8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3753,'0'0'8378,"195"22"-7770,-130-22-608,-4 3-80,3-3-985,-14 0-959,-16 0-2153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8 808,'0'0'8674,"198"5"-7306,-134-5-672,-2 0-696,30 0-184,-14-5-1496,-9-2-3289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41 3505,'0'0'4338,"-29"-4"-3729,-91-11-163,111 14-364,0 0 0,1 1 0,-1 0 0,0 0 0,1 1 0,-1 0 1,0 0-1,1 1 0,-1 0 0,1 1 0,0 0 0,-12 6 0,13-5-33,0 1 0,0 0-1,0 1 1,1 0 0,0 0 0,0 0 0,0 1-1,1 0 1,-8 13 0,10-14-52,-1 0 0,2 0-1,-1 0 1,1 1 0,0-1 0,0 0 0,1 1-1,0 0 1,0-1 0,0 13 0,1-15 1,0-1-1,0 0 1,1 1 0,-1-1-1,1 1 1,0-1 0,0 0 0,0 1-1,0-1 1,0 0 0,1 0-1,0 0 1,-1 0 0,1 0 0,0 0-1,1 0 1,-1-1 0,0 1-1,1-1 1,0 0 0,3 3 0,4 0 53,-1 0 0,1-1 0,-1-1 0,1 0 0,0 0 0,0-1 1,19 3-1,-9-4-23,0 0 0,0-2 1,23-2-1,-36 2-37,1-1 0,-1 0 0,1 0-1,-1 0 1,0-1 0,0 0 0,0 0-1,-1-1 1,1 0 0,-1 0 0,0-1-1,0 0 1,0 0 0,0 0 0,-1 0 0,7-10-1,-6 7 119,-1 0 0,0 0-1,-1-1 1,0 0 0,0 1 0,0-1-1,-1 0 1,-1-1 0,0 1-1,0-1 1,0 1 0,-1-17 0,-1-63 3270,0 88-3068,5 20-799,-4-11 365,26 213 13,13 69 340,-40-288-268,0-1 0,1 1 1,-1-1-1,0 0 0,1 1 0,-1-1 0,1 0 1,0 0-1,-1 1 0,1-1 0,0 0 0,0 0 1,-1 0-1,1 0 0,0 0 0,0 0 0,0 0 1,0 0-1,1 0 0,-1-1 0,0 1 0,0 0 1,0-1-1,1 1 0,-1 0 0,0-1 0,1 0 1,-1 1-1,3-1 0,0 0-303,0 0-1,0 0 1,0-1-1,-1 0 1,1 0-1,0 0 1,0 0-1,0 0 0,5-4 1,18-9-3839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2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41 1664,'0'0'5656,"-20"25"-4578,-65 83-335,79-99-703,0-1 0,1 2 0,0-1 0,0 1 1,1-1-1,1 1 0,-1 0 0,2 0 0,-1 1 1,2-1-1,-1 1 0,1-1 0,1 1 0,1 20 0,0-5-32,-2-17-11,2 0 0,-1 0 0,1 0 0,1-1 0,0 1 0,0 0 0,0-1 0,1 1 0,5 9 0,-5-13 15,1 1 0,-1-1-1,1 0 1,0 0 0,1 0 0,-1 0 0,1-1 0,0 0 0,0 0 0,0 0 0,1-1 0,0 1 0,7 2-1,0 0 33,0-1 0,1-1 0,-1 0 0,1-1 0,0 0 0,0-1 0,0-1 0,0 0 0,0-1 0,1-1 0,-1 0 0,0-1 0,16-3 0,-18 2 60,0-1 1,0 0-1,0-1 1,0 0-1,-1 0 1,0-1-1,0-1 1,-1 0-1,1 0 1,-1-1-1,-1-1 1,0 1 0,0-2-1,13-17 1,-13 14 155,-2-1 1,0 0-1,0-1 0,-1 0 1,-1 0-1,0 0 1,-1 0-1,2-20 1,-5 26-151,1-1 1,-2 0-1,1 0 1,-1 0-1,-1 1 1,0-1-1,0 0 1,-1 0 0,0 1-1,-1-1 1,0 1-1,0-1 1,-1 1-1,-7-11 1,3 9-141,-1 0 0,-1 1 0,1 0 0,-2 1 0,0 0 1,0 0-1,0 2 0,-1-1 0,0 1 0,0 1 0,-1 0 0,0 1 0,0 0 1,0 1-1,-1 1 0,1 0 0,-1 0 0,0 2 0,-15-1 0,24 2-92,1 0 0,0 0 0,0 0 0,-1 1 0,1 0 0,0 0 0,0 0 0,0 0 0,0 0 0,0 1 0,0 0 0,0 0 0,0 0 0,1 0 0,-1 1 0,-2 2 0,1 0-250,0 0-1,1 0 1,0 1-1,0 0 1,0 0 0,1 0-1,0 0 1,0 0-1,-2 9 1,-8 30-3992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95 136 2801,'0'0'5283,"-15"30"-4807,-46 100-82,57-120-355,0 1 0,1 0 0,1 0 0,0 0 0,0 0-1,1 0 1,0 0 0,1 0 0,2 15 0,-1 5 12,-1-18-35,1 0-1,0-1 1,1 1-1,0-1 1,1 0-1,0 0 1,1 0-1,1 0 1,0-1-1,0 1 1,1-1-1,0 0 1,16 19-1,-15-22 14,0 0-1,1-1 1,-1 0-1,2-1 1,-1 0-1,1 0 1,0 0-1,0-1 0,0-1 1,1 0-1,-1 0 1,1 0-1,0-1 1,0-1-1,1 0 1,-1 0-1,13 0 0,-12-1 52,-1-1 0,0 0 0,1 0 0,-1-1 0,1 0 0,-1-1 0,0 0 0,0-1 0,0 0 0,0 0 0,0-1 0,-1-1 0,0 0 0,0 0 0,0 0 0,0-1 0,-1 0 0,0-1 0,0 0 0,9-11 0,-1 0 290,0-2 0,-2 0 0,0 0 0,-1-1 0,-1-1 0,-2 0 0,0 0 0,9-30 0,-11 23-30,0-2-1,-2 1 0,-1-1 0,-2 0 0,-1 0 1,-2-35-1,-1 59-317,1 1 1,-1 0-1,0-1 1,-1 1-1,1 0 1,-1 0-1,-1-1 1,1 2-1,-1-1 1,0 0-1,0 0 1,-1 1-1,1 0 1,-1 0-1,-6-7 1,2 6-63,1-1 0,-1 1 0,-1 1 0,1-1 0,-1 2 1,0-1-1,0 1 0,0 0 0,-10-2 0,-5 0-331,0 1 1,0 1-1,-1 1 0,1 1 0,-1 1 1,-47 5-1,43 0-1251,-54 16 0,-23 15-4287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78 4089,'0'0'8564,"-24"-13"-8296,-80-38-218,99 48-43,0 1 1,0 0-1,0 0 0,-1 1 1,1 0-1,0 0 0,-8-1 1,10 2 7,0 1 1,0-1-1,1 1 0,-1-1 1,0 1-1,0 0 1,1 0-1,-4 2 0,-5 1 53,-2 2 28,0 0 0,-1 1 0,2 0-1,-1 1 1,1 0 0,1 1 0,-1 1-1,2 0 1,-17 19 0,19-20-91,2 0 1,-1 0-1,1 1 1,1 0-1,0 0 0,0 0 1,1 1-1,0 0 1,1 0-1,0 0 0,1 0 1,0 0-1,0 12 1,1-15-38,1-1 0,0 1 1,1 0-1,-1-1 1,2 1-1,-1-1 0,5 14 1,-5-18 22,1 1 0,0-1 1,0 0-1,1 0 0,-1 0 0,1 0 1,0 0-1,-1 0 0,1-1 0,0 1 1,1-1-1,-1 0 0,0 0 0,1 0 1,-1 0-1,7 2 0,2 0-14,0 0 0,0-1 0,1 0 0,0-1 0,-1 0-1,1-1 1,0 0 0,0-1 0,-1-1 0,1 0 0,0-1 0,-1 0 0,1-1-1,-1 0 1,0-1 0,1 0 0,-2-1 0,1-1 0,-1 0 0,0 0-1,0-1 1,10-9 0,-11 7 38,-1 0 0,-1-1 1,0-1-1,0 1 0,-1-1 0,-1 0 0,0-1 0,0 1 0,-1-1 0,0-1 1,-1 1-1,2-14 0,1-8 1083,-2 0 1,-2 0-1,-1-46 1,-2 120-1527,-14 333 59,-3-26 316,18-347-49,-1 1 0,0-1 0,1 1 0,-1-1 0,1 1 0,-1-1 0,1 0 0,-1 1 0,1-1-1,-1 1 1,1-1 0,-1 0 0,1 0 0,-1 1 0,1-1 0,0 0 0,-1 0 0,1 0 0,-1 0 0,1 0 0,0 0 0,-1 0 0,1 0 0,0 0 0,-1 0 0,1 0 0,-1 0-1,1 0 1,0 0 0,0-1 0,23-6-4225,-13-6-1106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1360,'0'0'13779,"170"15"-12811,-119-15-503,-1 0-313,0 0-152,28-18-745,-11 3-1071,-5-5-2697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4377,'0'0'8970,"187"15"-7490,-120-15-600,0 0-456,-8 0-376,-3 0-48,-12 0-704,1 0-936,-12 0-1537,-16 0-3128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6329,'0'0'4921,"151"12"-3712,-93-7-881,1 0-328,8-2-160,33-3-1033,-13-5-1663,-6-10-4714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4305,'0'0'6583,"-7"11"-5970,-7 10-234,-2-1 0,0 0 0,-38 33 0,-39 18 58,64-51-674,0 1-1,1 2 1,1 1 0,-40 47 0,64-67-60,0 0 0,0 0 0,1 0 0,0 0 0,0 1-1,0-1 1,0 1 0,1-1 0,0 1 0,-1-1 0,2 1 0,-1 0 0,1-1 0,-1 1 0,1 0 0,1 8 0,0-12 279,-1 0 1,1 0-1,-1 0 1,1 1-1,0-1 0,-1 0 1,1 0-1,0 0 1,0 0-1,0 0 1,0 0-1,0 0 1,0 0-1,0-1 1,0 1-1,0 0 1,0-1-1,0 1 1,1 0-1,-1-1 1,0 1-1,0-1 1,1 0-1,-1 1 1,0-1-1,1 0 1,0 0-1,46 4 821,-37-4-607,87 1 1107,166-19 0,-255 17-1602,1-1 1,-1 0 0,1 0 0,-1-1 0,0 0 0,0 0 0,16-10 0,-7 1-2096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2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7354,'0'0'5565,"1"26"-4944,9 165 574,-4-104-640,-3-28-375,2-1 1,3 0-1,29 109 0,-35-161-182,0-1 0,0 1-1,0-1 1,1 0 0,0 0-1,0 1 1,5 4 0,-6-8-58,0 0 0,0 0 1,0-1-1,0 1 0,0 0 1,1-1-1,-1 0 0,1 0 1,-1 0-1,1 0 0,-1 0 1,1 0-1,0-1 0,0 1 1,-1-1-1,1 0 0,0 1 1,2-2-1,3 2-696,0-2 1,-1 1-1,1-1 0,-1 0 0,1-1 0,10-3 1,11-11-5893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22 1424,'0'0'5978,"-24"25"-5024,-75 85-359,93-104-549,1 1-1,1-1 0,-1 2 0,1-1 1,0 0-1,1 1 0,0 0 1,0-1-1,1 1 0,0 0 1,0 1-1,0-1 0,1 0 0,1 0 1,0 1-1,0-1 0,1 11 1,0 7 61,-1-20-61,0 1 1,0 0-1,1-1 1,0 1-1,0-1 0,1 1 1,0-1-1,0 0 0,0 0 1,1 0-1,0 0 1,0 0-1,0 0 0,1-1 1,0 1-1,0-1 0,0 0 1,1-1-1,-1 1 1,1-1-1,1 0 0,-1 0 1,0 0-1,1 0 0,0-1 1,0 0-1,0-1 1,0 1-1,0-1 0,13 3 1,-6-2 162,1 0 0,0-1 0,-1-1 0,1 0 0,0 0 0,0-1 0,0-1 0,19-4 0,-24 3-121,1-1 0,0 0 0,0 0 0,-1-1 0,0-1 0,0 1 0,0-1 0,0-1 0,-1 0 0,0 0-1,0-1 1,7-7 0,-7 4 27,0 0 0,0-1 0,-1 0-1,-1 0 1,0 0 0,0-1 0,-1 0-1,-1 0 1,0 0 0,0 0 0,-1-1 0,-1 0-1,0 0 1,-1 1 0,0-1 0,-1 0-1,-1 0 1,-2-16 0,2 21-87,-1 0-1,-1-1 1,1 1 0,-1 0-1,-1 0 1,1 0 0,-1 0 0,-1 1-1,1 0 1,-1 0 0,-1 0-1,1 0 1,-1 1 0,0 0 0,-1 0-1,1 1 1,-10-7 0,8 6-142,-1 1 1,0-1-1,-1 1 1,1 1-1,-1 0 0,0 0 1,0 1-1,0 0 1,-1 1-1,1 0 1,0 1-1,-1 0 1,1 0-1,-12 2 1,17-1-171,0 1 1,1 0 0,-1 0-1,0 0 1,0 0 0,1 1 0,-1 0-1,0 0 1,1 0 0,0 1 0,0-1-1,-1 1 1,1 0 0,1 0-1,-1 0 1,-6 8 0,-14 24-4389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00:27:33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108 237 408,'0'0'7799,"-15"22"-6953,-49 75-282,59-87-522,1 0 0,0 1 1,0 0-1,1 0 0,0 0 1,1 0-1,0 0 0,1 1 1,0-1-1,1 0 0,0 1 1,1-1-1,0 0 0,3 12 0,-3-18-37,0 2 35,1 0 0,-1 0 1,1-1-1,1 1 0,-1 0 1,1-1-1,0 1 1,1-1-1,0 0 0,0 0 1,0 0-1,0-1 1,1 0-1,0 0 0,0 0 1,1 0-1,-1-1 0,1 1 1,0-2-1,0 1 1,0 0-1,1-1 0,6 2 1,5 1 57,-1 0 0,1-2 0,0 0 1,0-1-1,0 0 0,0-2 0,35-1 1,-43-1-20,0 0 1,0-1 0,0 0-1,-1 0 1,1-1 0,-1-1 0,1 1-1,-1-2 1,15-8 0,-11 4 133,0-1 0,0 0 0,-1-1 0,0 0 0,15-19 0,-10 7 185,0-1 0,-2-1 0,0 0 0,-2 0 0,-1-2 0,12-38 0,-17 42-36,-2-1 0,0 0 0,-2 0 0,0 0 0,-2 0-1,-3-42 1,2 60-332,-1 0 0,0 0 0,0 1 0,0-1 0,-1 0-1,0 1 1,0-1 0,0 1 0,-1 0 0,1 0-1,-1 0 1,-1 0 0,1 0 0,-1 0 0,0 1-1,-6-6 1,3 4-84,-1 1 0,0-1 0,-1 1 0,1 1 0,-1 0 0,0 0 0,0 0 0,0 1 0,-11-2 0,-16-1-695,0 2 1,0 1 0,-1 1-1,-37 4 1,62-1 357,-96 6-4387,9 7-2922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2.png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7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customXml" Target="../ink/ink28.xml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12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26.xml"/><Relationship Id="rId1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6.xml"/><Relationship Id="rId21" Type="http://schemas.openxmlformats.org/officeDocument/2006/relationships/customXml" Target="../ink/ink38.xml"/><Relationship Id="rId42" Type="http://schemas.openxmlformats.org/officeDocument/2006/relationships/image" Target="../media/image54.png"/><Relationship Id="rId63" Type="http://schemas.openxmlformats.org/officeDocument/2006/relationships/customXml" Target="../ink/ink59.xml"/><Relationship Id="rId84" Type="http://schemas.openxmlformats.org/officeDocument/2006/relationships/image" Target="../media/image75.png"/><Relationship Id="rId138" Type="http://schemas.openxmlformats.org/officeDocument/2006/relationships/image" Target="../media/image102.png"/><Relationship Id="rId159" Type="http://schemas.openxmlformats.org/officeDocument/2006/relationships/customXml" Target="../ink/ink107.xml"/><Relationship Id="rId170" Type="http://schemas.openxmlformats.org/officeDocument/2006/relationships/image" Target="../media/image118.png"/><Relationship Id="rId191" Type="http://schemas.openxmlformats.org/officeDocument/2006/relationships/customXml" Target="../ink/ink123.xml"/><Relationship Id="rId205" Type="http://schemas.openxmlformats.org/officeDocument/2006/relationships/image" Target="../media/image135.png"/><Relationship Id="rId226" Type="http://schemas.openxmlformats.org/officeDocument/2006/relationships/customXml" Target="../ink/ink141.xml"/><Relationship Id="rId247" Type="http://schemas.openxmlformats.org/officeDocument/2006/relationships/image" Target="../media/image156.png"/><Relationship Id="rId107" Type="http://schemas.openxmlformats.org/officeDocument/2006/relationships/customXml" Target="../ink/ink81.xml"/><Relationship Id="rId268" Type="http://schemas.openxmlformats.org/officeDocument/2006/relationships/customXml" Target="../ink/ink162.xml"/><Relationship Id="rId11" Type="http://schemas.openxmlformats.org/officeDocument/2006/relationships/customXml" Target="../ink/ink33.xml"/><Relationship Id="rId32" Type="http://schemas.openxmlformats.org/officeDocument/2006/relationships/image" Target="../media/image49.png"/><Relationship Id="rId53" Type="http://schemas.openxmlformats.org/officeDocument/2006/relationships/customXml" Target="../ink/ink54.xml"/><Relationship Id="rId74" Type="http://schemas.openxmlformats.org/officeDocument/2006/relationships/image" Target="../media/image70.png"/><Relationship Id="rId128" Type="http://schemas.openxmlformats.org/officeDocument/2006/relationships/image" Target="../media/image97.png"/><Relationship Id="rId149" Type="http://schemas.openxmlformats.org/officeDocument/2006/relationships/customXml" Target="../ink/ink102.xml"/><Relationship Id="rId5" Type="http://schemas.openxmlformats.org/officeDocument/2006/relationships/customXml" Target="../ink/ink30.xml"/><Relationship Id="rId95" Type="http://schemas.openxmlformats.org/officeDocument/2006/relationships/customXml" Target="../ink/ink75.xml"/><Relationship Id="rId160" Type="http://schemas.openxmlformats.org/officeDocument/2006/relationships/image" Target="../media/image113.png"/><Relationship Id="rId181" Type="http://schemas.openxmlformats.org/officeDocument/2006/relationships/customXml" Target="../ink/ink118.xml"/><Relationship Id="rId216" Type="http://schemas.openxmlformats.org/officeDocument/2006/relationships/customXml" Target="../ink/ink136.xml"/><Relationship Id="rId237" Type="http://schemas.openxmlformats.org/officeDocument/2006/relationships/image" Target="../media/image151.png"/><Relationship Id="rId258" Type="http://schemas.openxmlformats.org/officeDocument/2006/relationships/customXml" Target="../ink/ink157.xml"/><Relationship Id="rId279" Type="http://schemas.openxmlformats.org/officeDocument/2006/relationships/image" Target="../media/image172.png"/><Relationship Id="rId22" Type="http://schemas.openxmlformats.org/officeDocument/2006/relationships/image" Target="../media/image44.png"/><Relationship Id="rId43" Type="http://schemas.openxmlformats.org/officeDocument/2006/relationships/customXml" Target="../ink/ink49.xml"/><Relationship Id="rId64" Type="http://schemas.openxmlformats.org/officeDocument/2006/relationships/image" Target="../media/image65.png"/><Relationship Id="rId118" Type="http://schemas.openxmlformats.org/officeDocument/2006/relationships/image" Target="../media/image92.png"/><Relationship Id="rId139" Type="http://schemas.openxmlformats.org/officeDocument/2006/relationships/customXml" Target="../ink/ink97.xml"/><Relationship Id="rId85" Type="http://schemas.openxmlformats.org/officeDocument/2006/relationships/customXml" Target="../ink/ink70.xml"/><Relationship Id="rId150" Type="http://schemas.openxmlformats.org/officeDocument/2006/relationships/image" Target="../media/image108.png"/><Relationship Id="rId171" Type="http://schemas.openxmlformats.org/officeDocument/2006/relationships/customXml" Target="../ink/ink113.xml"/><Relationship Id="rId192" Type="http://schemas.openxmlformats.org/officeDocument/2006/relationships/image" Target="../media/image129.png"/><Relationship Id="rId206" Type="http://schemas.openxmlformats.org/officeDocument/2006/relationships/customXml" Target="../ink/ink131.xml"/><Relationship Id="rId227" Type="http://schemas.openxmlformats.org/officeDocument/2006/relationships/image" Target="../media/image146.png"/><Relationship Id="rId248" Type="http://schemas.openxmlformats.org/officeDocument/2006/relationships/customXml" Target="../ink/ink152.xml"/><Relationship Id="rId269" Type="http://schemas.openxmlformats.org/officeDocument/2006/relationships/image" Target="../media/image167.png"/><Relationship Id="rId12" Type="http://schemas.openxmlformats.org/officeDocument/2006/relationships/image" Target="../media/image39.png"/><Relationship Id="rId33" Type="http://schemas.openxmlformats.org/officeDocument/2006/relationships/customXml" Target="../ink/ink44.xml"/><Relationship Id="rId108" Type="http://schemas.openxmlformats.org/officeDocument/2006/relationships/image" Target="../media/image87.png"/><Relationship Id="rId129" Type="http://schemas.openxmlformats.org/officeDocument/2006/relationships/customXml" Target="../ink/ink92.xml"/><Relationship Id="rId280" Type="http://schemas.openxmlformats.org/officeDocument/2006/relationships/customXml" Target="../ink/ink168.xml"/><Relationship Id="rId54" Type="http://schemas.openxmlformats.org/officeDocument/2006/relationships/image" Target="../media/image60.png"/><Relationship Id="rId75" Type="http://schemas.openxmlformats.org/officeDocument/2006/relationships/customXml" Target="../ink/ink65.xml"/><Relationship Id="rId96" Type="http://schemas.openxmlformats.org/officeDocument/2006/relationships/image" Target="../media/image81.png"/><Relationship Id="rId140" Type="http://schemas.openxmlformats.org/officeDocument/2006/relationships/image" Target="../media/image103.png"/><Relationship Id="rId161" Type="http://schemas.openxmlformats.org/officeDocument/2006/relationships/customXml" Target="../ink/ink108.xml"/><Relationship Id="rId182" Type="http://schemas.openxmlformats.org/officeDocument/2006/relationships/image" Target="../media/image124.png"/><Relationship Id="rId217" Type="http://schemas.openxmlformats.org/officeDocument/2006/relationships/image" Target="../media/image141.png"/><Relationship Id="rId6" Type="http://schemas.openxmlformats.org/officeDocument/2006/relationships/image" Target="../media/image36.png"/><Relationship Id="rId238" Type="http://schemas.openxmlformats.org/officeDocument/2006/relationships/customXml" Target="../ink/ink147.xml"/><Relationship Id="rId259" Type="http://schemas.openxmlformats.org/officeDocument/2006/relationships/image" Target="../media/image162.png"/><Relationship Id="rId23" Type="http://schemas.openxmlformats.org/officeDocument/2006/relationships/customXml" Target="../ink/ink39.xml"/><Relationship Id="rId119" Type="http://schemas.openxmlformats.org/officeDocument/2006/relationships/customXml" Target="../ink/ink87.xml"/><Relationship Id="rId270" Type="http://schemas.openxmlformats.org/officeDocument/2006/relationships/customXml" Target="../ink/ink163.xml"/><Relationship Id="rId44" Type="http://schemas.openxmlformats.org/officeDocument/2006/relationships/image" Target="../media/image55.png"/><Relationship Id="rId65" Type="http://schemas.openxmlformats.org/officeDocument/2006/relationships/customXml" Target="../ink/ink60.xml"/><Relationship Id="rId86" Type="http://schemas.openxmlformats.org/officeDocument/2006/relationships/image" Target="../media/image76.png"/><Relationship Id="rId130" Type="http://schemas.openxmlformats.org/officeDocument/2006/relationships/image" Target="../media/image98.png"/><Relationship Id="rId151" Type="http://schemas.openxmlformats.org/officeDocument/2006/relationships/customXml" Target="../ink/ink103.xml"/><Relationship Id="rId172" Type="http://schemas.openxmlformats.org/officeDocument/2006/relationships/image" Target="../media/image119.png"/><Relationship Id="rId193" Type="http://schemas.openxmlformats.org/officeDocument/2006/relationships/customXml" Target="../ink/ink124.xml"/><Relationship Id="rId202" Type="http://schemas.openxmlformats.org/officeDocument/2006/relationships/customXml" Target="../ink/ink129.xml"/><Relationship Id="rId207" Type="http://schemas.openxmlformats.org/officeDocument/2006/relationships/image" Target="../media/image136.png"/><Relationship Id="rId223" Type="http://schemas.openxmlformats.org/officeDocument/2006/relationships/image" Target="../media/image144.png"/><Relationship Id="rId228" Type="http://schemas.openxmlformats.org/officeDocument/2006/relationships/customXml" Target="../ink/ink142.xml"/><Relationship Id="rId244" Type="http://schemas.openxmlformats.org/officeDocument/2006/relationships/customXml" Target="../ink/ink150.xml"/><Relationship Id="rId249" Type="http://schemas.openxmlformats.org/officeDocument/2006/relationships/image" Target="../media/image157.png"/><Relationship Id="rId13" Type="http://schemas.openxmlformats.org/officeDocument/2006/relationships/customXml" Target="../ink/ink34.xml"/><Relationship Id="rId18" Type="http://schemas.openxmlformats.org/officeDocument/2006/relationships/image" Target="../media/image42.png"/><Relationship Id="rId39" Type="http://schemas.openxmlformats.org/officeDocument/2006/relationships/customXml" Target="../ink/ink47.xml"/><Relationship Id="rId109" Type="http://schemas.openxmlformats.org/officeDocument/2006/relationships/customXml" Target="../ink/ink82.xml"/><Relationship Id="rId260" Type="http://schemas.openxmlformats.org/officeDocument/2006/relationships/customXml" Target="../ink/ink158.xml"/><Relationship Id="rId265" Type="http://schemas.openxmlformats.org/officeDocument/2006/relationships/image" Target="../media/image165.png"/><Relationship Id="rId281" Type="http://schemas.openxmlformats.org/officeDocument/2006/relationships/image" Target="../media/image173.png"/><Relationship Id="rId34" Type="http://schemas.openxmlformats.org/officeDocument/2006/relationships/image" Target="../media/image50.png"/><Relationship Id="rId50" Type="http://schemas.openxmlformats.org/officeDocument/2006/relationships/image" Target="../media/image58.png"/><Relationship Id="rId55" Type="http://schemas.openxmlformats.org/officeDocument/2006/relationships/customXml" Target="../ink/ink55.xml"/><Relationship Id="rId76" Type="http://schemas.openxmlformats.org/officeDocument/2006/relationships/image" Target="../media/image71.png"/><Relationship Id="rId97" Type="http://schemas.openxmlformats.org/officeDocument/2006/relationships/customXml" Target="../ink/ink76.xml"/><Relationship Id="rId104" Type="http://schemas.openxmlformats.org/officeDocument/2006/relationships/image" Target="../media/image85.png"/><Relationship Id="rId120" Type="http://schemas.openxmlformats.org/officeDocument/2006/relationships/image" Target="../media/image93.png"/><Relationship Id="rId125" Type="http://schemas.openxmlformats.org/officeDocument/2006/relationships/customXml" Target="../ink/ink90.xml"/><Relationship Id="rId141" Type="http://schemas.openxmlformats.org/officeDocument/2006/relationships/customXml" Target="../ink/ink98.xml"/><Relationship Id="rId146" Type="http://schemas.openxmlformats.org/officeDocument/2006/relationships/image" Target="../media/image106.png"/><Relationship Id="rId167" Type="http://schemas.openxmlformats.org/officeDocument/2006/relationships/customXml" Target="../ink/ink111.xml"/><Relationship Id="rId188" Type="http://schemas.openxmlformats.org/officeDocument/2006/relationships/image" Target="../media/image127.png"/><Relationship Id="rId7" Type="http://schemas.openxmlformats.org/officeDocument/2006/relationships/customXml" Target="../ink/ink31.xml"/><Relationship Id="rId71" Type="http://schemas.openxmlformats.org/officeDocument/2006/relationships/customXml" Target="../ink/ink63.xml"/><Relationship Id="rId92" Type="http://schemas.openxmlformats.org/officeDocument/2006/relationships/image" Target="../media/image79.png"/><Relationship Id="rId162" Type="http://schemas.openxmlformats.org/officeDocument/2006/relationships/image" Target="../media/image114.png"/><Relationship Id="rId183" Type="http://schemas.openxmlformats.org/officeDocument/2006/relationships/customXml" Target="../ink/ink119.xml"/><Relationship Id="rId213" Type="http://schemas.openxmlformats.org/officeDocument/2006/relationships/image" Target="../media/image139.png"/><Relationship Id="rId218" Type="http://schemas.openxmlformats.org/officeDocument/2006/relationships/customXml" Target="../ink/ink137.xml"/><Relationship Id="rId234" Type="http://schemas.openxmlformats.org/officeDocument/2006/relationships/customXml" Target="../ink/ink145.xml"/><Relationship Id="rId239" Type="http://schemas.openxmlformats.org/officeDocument/2006/relationships/image" Target="../media/image152.png"/><Relationship Id="rId2" Type="http://schemas.openxmlformats.org/officeDocument/2006/relationships/image" Target="../media/image34.png"/><Relationship Id="rId29" Type="http://schemas.openxmlformats.org/officeDocument/2006/relationships/customXml" Target="../ink/ink42.xml"/><Relationship Id="rId250" Type="http://schemas.openxmlformats.org/officeDocument/2006/relationships/customXml" Target="../ink/ink153.xml"/><Relationship Id="rId255" Type="http://schemas.openxmlformats.org/officeDocument/2006/relationships/image" Target="../media/image160.png"/><Relationship Id="rId271" Type="http://schemas.openxmlformats.org/officeDocument/2006/relationships/image" Target="../media/image168.png"/><Relationship Id="rId276" Type="http://schemas.openxmlformats.org/officeDocument/2006/relationships/customXml" Target="../ink/ink166.xml"/><Relationship Id="rId24" Type="http://schemas.openxmlformats.org/officeDocument/2006/relationships/image" Target="../media/image45.png"/><Relationship Id="rId40" Type="http://schemas.openxmlformats.org/officeDocument/2006/relationships/image" Target="../media/image53.png"/><Relationship Id="rId45" Type="http://schemas.openxmlformats.org/officeDocument/2006/relationships/customXml" Target="../ink/ink50.xml"/><Relationship Id="rId66" Type="http://schemas.openxmlformats.org/officeDocument/2006/relationships/image" Target="../media/image66.png"/><Relationship Id="rId87" Type="http://schemas.openxmlformats.org/officeDocument/2006/relationships/customXml" Target="../ink/ink71.xml"/><Relationship Id="rId110" Type="http://schemas.openxmlformats.org/officeDocument/2006/relationships/image" Target="../media/image88.png"/><Relationship Id="rId115" Type="http://schemas.openxmlformats.org/officeDocument/2006/relationships/customXml" Target="../ink/ink85.xml"/><Relationship Id="rId131" Type="http://schemas.openxmlformats.org/officeDocument/2006/relationships/customXml" Target="../ink/ink93.xml"/><Relationship Id="rId136" Type="http://schemas.openxmlformats.org/officeDocument/2006/relationships/image" Target="../media/image101.png"/><Relationship Id="rId157" Type="http://schemas.openxmlformats.org/officeDocument/2006/relationships/customXml" Target="../ink/ink106.xml"/><Relationship Id="rId178" Type="http://schemas.openxmlformats.org/officeDocument/2006/relationships/image" Target="../media/image122.png"/><Relationship Id="rId61" Type="http://schemas.openxmlformats.org/officeDocument/2006/relationships/customXml" Target="../ink/ink58.xml"/><Relationship Id="rId82" Type="http://schemas.openxmlformats.org/officeDocument/2006/relationships/image" Target="../media/image74.png"/><Relationship Id="rId152" Type="http://schemas.openxmlformats.org/officeDocument/2006/relationships/image" Target="../media/image109.png"/><Relationship Id="rId173" Type="http://schemas.openxmlformats.org/officeDocument/2006/relationships/customXml" Target="../ink/ink114.xml"/><Relationship Id="rId194" Type="http://schemas.openxmlformats.org/officeDocument/2006/relationships/image" Target="../media/image130.png"/><Relationship Id="rId199" Type="http://schemas.openxmlformats.org/officeDocument/2006/relationships/image" Target="../media/image132.png"/><Relationship Id="rId203" Type="http://schemas.openxmlformats.org/officeDocument/2006/relationships/image" Target="../media/image134.png"/><Relationship Id="rId208" Type="http://schemas.openxmlformats.org/officeDocument/2006/relationships/customXml" Target="../ink/ink132.xml"/><Relationship Id="rId229" Type="http://schemas.openxmlformats.org/officeDocument/2006/relationships/image" Target="../media/image147.png"/><Relationship Id="rId19" Type="http://schemas.openxmlformats.org/officeDocument/2006/relationships/customXml" Target="../ink/ink37.xml"/><Relationship Id="rId224" Type="http://schemas.openxmlformats.org/officeDocument/2006/relationships/customXml" Target="../ink/ink140.xml"/><Relationship Id="rId240" Type="http://schemas.openxmlformats.org/officeDocument/2006/relationships/customXml" Target="../ink/ink148.xml"/><Relationship Id="rId245" Type="http://schemas.openxmlformats.org/officeDocument/2006/relationships/image" Target="../media/image155.png"/><Relationship Id="rId261" Type="http://schemas.openxmlformats.org/officeDocument/2006/relationships/image" Target="../media/image163.png"/><Relationship Id="rId266" Type="http://schemas.openxmlformats.org/officeDocument/2006/relationships/customXml" Target="../ink/ink161.xml"/><Relationship Id="rId14" Type="http://schemas.openxmlformats.org/officeDocument/2006/relationships/image" Target="../media/image40.png"/><Relationship Id="rId30" Type="http://schemas.openxmlformats.org/officeDocument/2006/relationships/image" Target="../media/image48.png"/><Relationship Id="rId35" Type="http://schemas.openxmlformats.org/officeDocument/2006/relationships/customXml" Target="../ink/ink45.xml"/><Relationship Id="rId56" Type="http://schemas.openxmlformats.org/officeDocument/2006/relationships/image" Target="../media/image61.png"/><Relationship Id="rId77" Type="http://schemas.openxmlformats.org/officeDocument/2006/relationships/customXml" Target="../ink/ink66.xml"/><Relationship Id="rId100" Type="http://schemas.openxmlformats.org/officeDocument/2006/relationships/image" Target="../media/image83.png"/><Relationship Id="rId105" Type="http://schemas.openxmlformats.org/officeDocument/2006/relationships/customXml" Target="../ink/ink80.xml"/><Relationship Id="rId126" Type="http://schemas.openxmlformats.org/officeDocument/2006/relationships/image" Target="../media/image96.png"/><Relationship Id="rId147" Type="http://schemas.openxmlformats.org/officeDocument/2006/relationships/customXml" Target="../ink/ink101.xml"/><Relationship Id="rId168" Type="http://schemas.openxmlformats.org/officeDocument/2006/relationships/image" Target="../media/image117.png"/><Relationship Id="rId8" Type="http://schemas.openxmlformats.org/officeDocument/2006/relationships/image" Target="../media/image37.png"/><Relationship Id="rId51" Type="http://schemas.openxmlformats.org/officeDocument/2006/relationships/customXml" Target="../ink/ink53.xml"/><Relationship Id="rId72" Type="http://schemas.openxmlformats.org/officeDocument/2006/relationships/image" Target="../media/image69.png"/><Relationship Id="rId93" Type="http://schemas.openxmlformats.org/officeDocument/2006/relationships/customXml" Target="../ink/ink74.xml"/><Relationship Id="rId98" Type="http://schemas.openxmlformats.org/officeDocument/2006/relationships/image" Target="../media/image82.png"/><Relationship Id="rId121" Type="http://schemas.openxmlformats.org/officeDocument/2006/relationships/customXml" Target="../ink/ink88.xml"/><Relationship Id="rId142" Type="http://schemas.openxmlformats.org/officeDocument/2006/relationships/image" Target="../media/image104.png"/><Relationship Id="rId163" Type="http://schemas.openxmlformats.org/officeDocument/2006/relationships/customXml" Target="../ink/ink109.xml"/><Relationship Id="rId184" Type="http://schemas.openxmlformats.org/officeDocument/2006/relationships/image" Target="../media/image125.png"/><Relationship Id="rId189" Type="http://schemas.openxmlformats.org/officeDocument/2006/relationships/customXml" Target="../ink/ink122.xml"/><Relationship Id="rId219" Type="http://schemas.openxmlformats.org/officeDocument/2006/relationships/image" Target="../media/image142.png"/><Relationship Id="rId3" Type="http://schemas.openxmlformats.org/officeDocument/2006/relationships/customXml" Target="../ink/ink29.xml"/><Relationship Id="rId214" Type="http://schemas.openxmlformats.org/officeDocument/2006/relationships/customXml" Target="../ink/ink135.xml"/><Relationship Id="rId230" Type="http://schemas.openxmlformats.org/officeDocument/2006/relationships/customXml" Target="../ink/ink143.xml"/><Relationship Id="rId235" Type="http://schemas.openxmlformats.org/officeDocument/2006/relationships/image" Target="../media/image150.png"/><Relationship Id="rId251" Type="http://schemas.openxmlformats.org/officeDocument/2006/relationships/image" Target="../media/image158.png"/><Relationship Id="rId256" Type="http://schemas.openxmlformats.org/officeDocument/2006/relationships/customXml" Target="../ink/ink156.xml"/><Relationship Id="rId277" Type="http://schemas.openxmlformats.org/officeDocument/2006/relationships/image" Target="../media/image171.png"/><Relationship Id="rId25" Type="http://schemas.openxmlformats.org/officeDocument/2006/relationships/customXml" Target="../ink/ink40.xml"/><Relationship Id="rId46" Type="http://schemas.openxmlformats.org/officeDocument/2006/relationships/image" Target="../media/image56.png"/><Relationship Id="rId67" Type="http://schemas.openxmlformats.org/officeDocument/2006/relationships/customXml" Target="../ink/ink61.xml"/><Relationship Id="rId116" Type="http://schemas.openxmlformats.org/officeDocument/2006/relationships/image" Target="../media/image91.png"/><Relationship Id="rId137" Type="http://schemas.openxmlformats.org/officeDocument/2006/relationships/customXml" Target="../ink/ink96.xml"/><Relationship Id="rId158" Type="http://schemas.openxmlformats.org/officeDocument/2006/relationships/image" Target="../media/image112.png"/><Relationship Id="rId272" Type="http://schemas.openxmlformats.org/officeDocument/2006/relationships/customXml" Target="../ink/ink164.xml"/><Relationship Id="rId20" Type="http://schemas.openxmlformats.org/officeDocument/2006/relationships/image" Target="../media/image43.png"/><Relationship Id="rId41" Type="http://schemas.openxmlformats.org/officeDocument/2006/relationships/customXml" Target="../ink/ink48.xml"/><Relationship Id="rId62" Type="http://schemas.openxmlformats.org/officeDocument/2006/relationships/image" Target="../media/image64.png"/><Relationship Id="rId83" Type="http://schemas.openxmlformats.org/officeDocument/2006/relationships/customXml" Target="../ink/ink69.xml"/><Relationship Id="rId88" Type="http://schemas.openxmlformats.org/officeDocument/2006/relationships/image" Target="../media/image77.png"/><Relationship Id="rId111" Type="http://schemas.openxmlformats.org/officeDocument/2006/relationships/customXml" Target="../ink/ink83.xml"/><Relationship Id="rId132" Type="http://schemas.openxmlformats.org/officeDocument/2006/relationships/image" Target="../media/image99.png"/><Relationship Id="rId153" Type="http://schemas.openxmlformats.org/officeDocument/2006/relationships/customXml" Target="../ink/ink104.xml"/><Relationship Id="rId174" Type="http://schemas.openxmlformats.org/officeDocument/2006/relationships/image" Target="../media/image120.png"/><Relationship Id="rId179" Type="http://schemas.openxmlformats.org/officeDocument/2006/relationships/customXml" Target="../ink/ink117.xml"/><Relationship Id="rId195" Type="http://schemas.openxmlformats.org/officeDocument/2006/relationships/customXml" Target="../ink/ink125.xml"/><Relationship Id="rId209" Type="http://schemas.openxmlformats.org/officeDocument/2006/relationships/image" Target="../media/image137.png"/><Relationship Id="rId190" Type="http://schemas.openxmlformats.org/officeDocument/2006/relationships/image" Target="../media/image128.png"/><Relationship Id="rId204" Type="http://schemas.openxmlformats.org/officeDocument/2006/relationships/customXml" Target="../ink/ink130.xml"/><Relationship Id="rId220" Type="http://schemas.openxmlformats.org/officeDocument/2006/relationships/customXml" Target="../ink/ink138.xml"/><Relationship Id="rId225" Type="http://schemas.openxmlformats.org/officeDocument/2006/relationships/image" Target="../media/image145.png"/><Relationship Id="rId241" Type="http://schemas.openxmlformats.org/officeDocument/2006/relationships/image" Target="../media/image153.png"/><Relationship Id="rId246" Type="http://schemas.openxmlformats.org/officeDocument/2006/relationships/customXml" Target="../ink/ink151.xml"/><Relationship Id="rId267" Type="http://schemas.openxmlformats.org/officeDocument/2006/relationships/image" Target="../media/image166.png"/><Relationship Id="rId15" Type="http://schemas.openxmlformats.org/officeDocument/2006/relationships/customXml" Target="../ink/ink35.xml"/><Relationship Id="rId36" Type="http://schemas.openxmlformats.org/officeDocument/2006/relationships/image" Target="../media/image51.png"/><Relationship Id="rId57" Type="http://schemas.openxmlformats.org/officeDocument/2006/relationships/customXml" Target="../ink/ink56.xml"/><Relationship Id="rId106" Type="http://schemas.openxmlformats.org/officeDocument/2006/relationships/image" Target="../media/image86.png"/><Relationship Id="rId127" Type="http://schemas.openxmlformats.org/officeDocument/2006/relationships/customXml" Target="../ink/ink91.xml"/><Relationship Id="rId262" Type="http://schemas.openxmlformats.org/officeDocument/2006/relationships/customXml" Target="../ink/ink159.xml"/><Relationship Id="rId10" Type="http://schemas.openxmlformats.org/officeDocument/2006/relationships/image" Target="../media/image38.png"/><Relationship Id="rId31" Type="http://schemas.openxmlformats.org/officeDocument/2006/relationships/customXml" Target="../ink/ink43.xml"/><Relationship Id="rId52" Type="http://schemas.openxmlformats.org/officeDocument/2006/relationships/image" Target="../media/image59.png"/><Relationship Id="rId73" Type="http://schemas.openxmlformats.org/officeDocument/2006/relationships/customXml" Target="../ink/ink64.xml"/><Relationship Id="rId78" Type="http://schemas.openxmlformats.org/officeDocument/2006/relationships/image" Target="../media/image72.png"/><Relationship Id="rId94" Type="http://schemas.openxmlformats.org/officeDocument/2006/relationships/image" Target="../media/image80.png"/><Relationship Id="rId99" Type="http://schemas.openxmlformats.org/officeDocument/2006/relationships/customXml" Target="../ink/ink77.xml"/><Relationship Id="rId101" Type="http://schemas.openxmlformats.org/officeDocument/2006/relationships/customXml" Target="../ink/ink78.xml"/><Relationship Id="rId122" Type="http://schemas.openxmlformats.org/officeDocument/2006/relationships/image" Target="../media/image94.png"/><Relationship Id="rId143" Type="http://schemas.openxmlformats.org/officeDocument/2006/relationships/customXml" Target="../ink/ink99.xml"/><Relationship Id="rId148" Type="http://schemas.openxmlformats.org/officeDocument/2006/relationships/image" Target="../media/image107.png"/><Relationship Id="rId164" Type="http://schemas.openxmlformats.org/officeDocument/2006/relationships/image" Target="../media/image115.png"/><Relationship Id="rId169" Type="http://schemas.openxmlformats.org/officeDocument/2006/relationships/customXml" Target="../ink/ink112.xml"/><Relationship Id="rId185" Type="http://schemas.openxmlformats.org/officeDocument/2006/relationships/customXml" Target="../ink/ink120.xml"/><Relationship Id="rId4" Type="http://schemas.openxmlformats.org/officeDocument/2006/relationships/image" Target="../media/image35.png"/><Relationship Id="rId9" Type="http://schemas.openxmlformats.org/officeDocument/2006/relationships/customXml" Target="../ink/ink32.xml"/><Relationship Id="rId180" Type="http://schemas.openxmlformats.org/officeDocument/2006/relationships/image" Target="../media/image123.png"/><Relationship Id="rId210" Type="http://schemas.openxmlformats.org/officeDocument/2006/relationships/customXml" Target="../ink/ink133.xml"/><Relationship Id="rId215" Type="http://schemas.openxmlformats.org/officeDocument/2006/relationships/image" Target="../media/image140.png"/><Relationship Id="rId236" Type="http://schemas.openxmlformats.org/officeDocument/2006/relationships/customXml" Target="../ink/ink146.xml"/><Relationship Id="rId257" Type="http://schemas.openxmlformats.org/officeDocument/2006/relationships/image" Target="../media/image161.png"/><Relationship Id="rId278" Type="http://schemas.openxmlformats.org/officeDocument/2006/relationships/customXml" Target="../ink/ink167.xml"/><Relationship Id="rId26" Type="http://schemas.openxmlformats.org/officeDocument/2006/relationships/image" Target="../media/image46.png"/><Relationship Id="rId231" Type="http://schemas.openxmlformats.org/officeDocument/2006/relationships/image" Target="../media/image148.png"/><Relationship Id="rId252" Type="http://schemas.openxmlformats.org/officeDocument/2006/relationships/customXml" Target="../ink/ink154.xml"/><Relationship Id="rId273" Type="http://schemas.openxmlformats.org/officeDocument/2006/relationships/image" Target="../media/image169.png"/><Relationship Id="rId47" Type="http://schemas.openxmlformats.org/officeDocument/2006/relationships/customXml" Target="../ink/ink51.xml"/><Relationship Id="rId68" Type="http://schemas.openxmlformats.org/officeDocument/2006/relationships/image" Target="../media/image67.png"/><Relationship Id="rId89" Type="http://schemas.openxmlformats.org/officeDocument/2006/relationships/customXml" Target="../ink/ink72.xml"/><Relationship Id="rId112" Type="http://schemas.openxmlformats.org/officeDocument/2006/relationships/image" Target="../media/image89.png"/><Relationship Id="rId133" Type="http://schemas.openxmlformats.org/officeDocument/2006/relationships/customXml" Target="../ink/ink94.xml"/><Relationship Id="rId154" Type="http://schemas.openxmlformats.org/officeDocument/2006/relationships/image" Target="../media/image110.png"/><Relationship Id="rId175" Type="http://schemas.openxmlformats.org/officeDocument/2006/relationships/customXml" Target="../ink/ink115.xml"/><Relationship Id="rId196" Type="http://schemas.openxmlformats.org/officeDocument/2006/relationships/image" Target="../media/image131.png"/><Relationship Id="rId200" Type="http://schemas.openxmlformats.org/officeDocument/2006/relationships/customXml" Target="../ink/ink128.xml"/><Relationship Id="rId16" Type="http://schemas.openxmlformats.org/officeDocument/2006/relationships/image" Target="../media/image41.png"/><Relationship Id="rId221" Type="http://schemas.openxmlformats.org/officeDocument/2006/relationships/image" Target="../media/image143.png"/><Relationship Id="rId242" Type="http://schemas.openxmlformats.org/officeDocument/2006/relationships/customXml" Target="../ink/ink149.xml"/><Relationship Id="rId263" Type="http://schemas.openxmlformats.org/officeDocument/2006/relationships/image" Target="../media/image164.png"/><Relationship Id="rId37" Type="http://schemas.openxmlformats.org/officeDocument/2006/relationships/customXml" Target="../ink/ink46.xml"/><Relationship Id="rId58" Type="http://schemas.openxmlformats.org/officeDocument/2006/relationships/image" Target="../media/image62.png"/><Relationship Id="rId79" Type="http://schemas.openxmlformats.org/officeDocument/2006/relationships/customXml" Target="../ink/ink67.xml"/><Relationship Id="rId102" Type="http://schemas.openxmlformats.org/officeDocument/2006/relationships/image" Target="../media/image84.png"/><Relationship Id="rId123" Type="http://schemas.openxmlformats.org/officeDocument/2006/relationships/customXml" Target="../ink/ink89.xml"/><Relationship Id="rId144" Type="http://schemas.openxmlformats.org/officeDocument/2006/relationships/image" Target="../media/image105.png"/><Relationship Id="rId90" Type="http://schemas.openxmlformats.org/officeDocument/2006/relationships/image" Target="../media/image78.png"/><Relationship Id="rId165" Type="http://schemas.openxmlformats.org/officeDocument/2006/relationships/customXml" Target="../ink/ink110.xml"/><Relationship Id="rId186" Type="http://schemas.openxmlformats.org/officeDocument/2006/relationships/image" Target="../media/image126.png"/><Relationship Id="rId211" Type="http://schemas.openxmlformats.org/officeDocument/2006/relationships/image" Target="../media/image138.png"/><Relationship Id="rId232" Type="http://schemas.openxmlformats.org/officeDocument/2006/relationships/customXml" Target="../ink/ink144.xml"/><Relationship Id="rId253" Type="http://schemas.openxmlformats.org/officeDocument/2006/relationships/image" Target="../media/image159.png"/><Relationship Id="rId274" Type="http://schemas.openxmlformats.org/officeDocument/2006/relationships/customXml" Target="../ink/ink165.xml"/><Relationship Id="rId27" Type="http://schemas.openxmlformats.org/officeDocument/2006/relationships/customXml" Target="../ink/ink41.xml"/><Relationship Id="rId48" Type="http://schemas.openxmlformats.org/officeDocument/2006/relationships/image" Target="../media/image57.png"/><Relationship Id="rId69" Type="http://schemas.openxmlformats.org/officeDocument/2006/relationships/customXml" Target="../ink/ink62.xml"/><Relationship Id="rId113" Type="http://schemas.openxmlformats.org/officeDocument/2006/relationships/customXml" Target="../ink/ink84.xml"/><Relationship Id="rId134" Type="http://schemas.openxmlformats.org/officeDocument/2006/relationships/image" Target="../media/image100.png"/><Relationship Id="rId80" Type="http://schemas.openxmlformats.org/officeDocument/2006/relationships/image" Target="../media/image73.png"/><Relationship Id="rId155" Type="http://schemas.openxmlformats.org/officeDocument/2006/relationships/customXml" Target="../ink/ink105.xml"/><Relationship Id="rId176" Type="http://schemas.openxmlformats.org/officeDocument/2006/relationships/image" Target="../media/image121.png"/><Relationship Id="rId197" Type="http://schemas.openxmlformats.org/officeDocument/2006/relationships/customXml" Target="../ink/ink126.xml"/><Relationship Id="rId201" Type="http://schemas.openxmlformats.org/officeDocument/2006/relationships/image" Target="../media/image133.png"/><Relationship Id="rId222" Type="http://schemas.openxmlformats.org/officeDocument/2006/relationships/customXml" Target="../ink/ink139.xml"/><Relationship Id="rId243" Type="http://schemas.openxmlformats.org/officeDocument/2006/relationships/image" Target="../media/image154.png"/><Relationship Id="rId264" Type="http://schemas.openxmlformats.org/officeDocument/2006/relationships/customXml" Target="../ink/ink160.xml"/><Relationship Id="rId17" Type="http://schemas.openxmlformats.org/officeDocument/2006/relationships/customXml" Target="../ink/ink36.xml"/><Relationship Id="rId38" Type="http://schemas.openxmlformats.org/officeDocument/2006/relationships/image" Target="../media/image52.png"/><Relationship Id="rId59" Type="http://schemas.openxmlformats.org/officeDocument/2006/relationships/customXml" Target="../ink/ink57.xml"/><Relationship Id="rId103" Type="http://schemas.openxmlformats.org/officeDocument/2006/relationships/customXml" Target="../ink/ink79.xml"/><Relationship Id="rId124" Type="http://schemas.openxmlformats.org/officeDocument/2006/relationships/image" Target="../media/image95.png"/><Relationship Id="rId70" Type="http://schemas.openxmlformats.org/officeDocument/2006/relationships/image" Target="../media/image68.png"/><Relationship Id="rId91" Type="http://schemas.openxmlformats.org/officeDocument/2006/relationships/customXml" Target="../ink/ink73.xml"/><Relationship Id="rId145" Type="http://schemas.openxmlformats.org/officeDocument/2006/relationships/customXml" Target="../ink/ink100.xml"/><Relationship Id="rId166" Type="http://schemas.openxmlformats.org/officeDocument/2006/relationships/image" Target="../media/image116.png"/><Relationship Id="rId187" Type="http://schemas.openxmlformats.org/officeDocument/2006/relationships/customXml" Target="../ink/ink121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4.xml"/><Relationship Id="rId233" Type="http://schemas.openxmlformats.org/officeDocument/2006/relationships/image" Target="../media/image149.png"/><Relationship Id="rId254" Type="http://schemas.openxmlformats.org/officeDocument/2006/relationships/customXml" Target="../ink/ink155.xml"/><Relationship Id="rId28" Type="http://schemas.openxmlformats.org/officeDocument/2006/relationships/image" Target="../media/image47.png"/><Relationship Id="rId49" Type="http://schemas.openxmlformats.org/officeDocument/2006/relationships/customXml" Target="../ink/ink52.xml"/><Relationship Id="rId114" Type="http://schemas.openxmlformats.org/officeDocument/2006/relationships/image" Target="../media/image90.png"/><Relationship Id="rId275" Type="http://schemas.openxmlformats.org/officeDocument/2006/relationships/image" Target="../media/image170.png"/><Relationship Id="rId60" Type="http://schemas.openxmlformats.org/officeDocument/2006/relationships/image" Target="../media/image63.png"/><Relationship Id="rId81" Type="http://schemas.openxmlformats.org/officeDocument/2006/relationships/customXml" Target="../ink/ink68.xml"/><Relationship Id="rId135" Type="http://schemas.openxmlformats.org/officeDocument/2006/relationships/customXml" Target="../ink/ink95.xml"/><Relationship Id="rId156" Type="http://schemas.openxmlformats.org/officeDocument/2006/relationships/image" Target="../media/image111.png"/><Relationship Id="rId177" Type="http://schemas.openxmlformats.org/officeDocument/2006/relationships/customXml" Target="../ink/ink116.xml"/><Relationship Id="rId198" Type="http://schemas.openxmlformats.org/officeDocument/2006/relationships/customXml" Target="../ink/ink12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9.png"/><Relationship Id="rId21" Type="http://schemas.openxmlformats.org/officeDocument/2006/relationships/customXml" Target="../ink/ink178.xml"/><Relationship Id="rId42" Type="http://schemas.openxmlformats.org/officeDocument/2006/relationships/image" Target="../media/image193.png"/><Relationship Id="rId63" Type="http://schemas.openxmlformats.org/officeDocument/2006/relationships/customXml" Target="../ink/ink199.xml"/><Relationship Id="rId84" Type="http://schemas.openxmlformats.org/officeDocument/2006/relationships/image" Target="../media/image213.png"/><Relationship Id="rId138" Type="http://schemas.openxmlformats.org/officeDocument/2006/relationships/customXml" Target="../ink/ink237.xml"/><Relationship Id="rId159" Type="http://schemas.openxmlformats.org/officeDocument/2006/relationships/image" Target="../media/image250.png"/><Relationship Id="rId170" Type="http://schemas.openxmlformats.org/officeDocument/2006/relationships/customXml" Target="../ink/ink253.xml"/><Relationship Id="rId191" Type="http://schemas.openxmlformats.org/officeDocument/2006/relationships/image" Target="../media/image266.png"/><Relationship Id="rId205" Type="http://schemas.openxmlformats.org/officeDocument/2006/relationships/image" Target="../media/image273.png"/><Relationship Id="rId226" Type="http://schemas.openxmlformats.org/officeDocument/2006/relationships/image" Target="../media/image283.png"/><Relationship Id="rId247" Type="http://schemas.openxmlformats.org/officeDocument/2006/relationships/customXml" Target="../ink/ink292.xml"/><Relationship Id="rId107" Type="http://schemas.openxmlformats.org/officeDocument/2006/relationships/image" Target="../media/image224.png"/><Relationship Id="rId268" Type="http://schemas.openxmlformats.org/officeDocument/2006/relationships/image" Target="../media/image304.png"/><Relationship Id="rId11" Type="http://schemas.openxmlformats.org/officeDocument/2006/relationships/customXml" Target="../ink/ink173.xml"/><Relationship Id="rId32" Type="http://schemas.openxmlformats.org/officeDocument/2006/relationships/image" Target="../media/image188.png"/><Relationship Id="rId53" Type="http://schemas.openxmlformats.org/officeDocument/2006/relationships/customXml" Target="../ink/ink194.xml"/><Relationship Id="rId74" Type="http://schemas.openxmlformats.org/officeDocument/2006/relationships/image" Target="../media/image208.png"/><Relationship Id="rId128" Type="http://schemas.openxmlformats.org/officeDocument/2006/relationships/customXml" Target="../ink/ink232.xml"/><Relationship Id="rId149" Type="http://schemas.openxmlformats.org/officeDocument/2006/relationships/image" Target="../media/image245.png"/><Relationship Id="rId5" Type="http://schemas.openxmlformats.org/officeDocument/2006/relationships/customXml" Target="../ink/ink170.xml"/><Relationship Id="rId95" Type="http://schemas.openxmlformats.org/officeDocument/2006/relationships/image" Target="../media/image218.png"/><Relationship Id="rId160" Type="http://schemas.openxmlformats.org/officeDocument/2006/relationships/customXml" Target="../ink/ink248.xml"/><Relationship Id="rId181" Type="http://schemas.openxmlformats.org/officeDocument/2006/relationships/image" Target="../media/image261.png"/><Relationship Id="rId216" Type="http://schemas.openxmlformats.org/officeDocument/2006/relationships/image" Target="../media/image278.png"/><Relationship Id="rId237" Type="http://schemas.openxmlformats.org/officeDocument/2006/relationships/customXml" Target="../ink/ink287.xml"/><Relationship Id="rId258" Type="http://schemas.openxmlformats.org/officeDocument/2006/relationships/image" Target="../media/image299.png"/><Relationship Id="rId22" Type="http://schemas.openxmlformats.org/officeDocument/2006/relationships/image" Target="../media/image183.png"/><Relationship Id="rId43" Type="http://schemas.openxmlformats.org/officeDocument/2006/relationships/customXml" Target="../ink/ink189.xml"/><Relationship Id="rId64" Type="http://schemas.openxmlformats.org/officeDocument/2006/relationships/image" Target="../media/image203.png"/><Relationship Id="rId118" Type="http://schemas.openxmlformats.org/officeDocument/2006/relationships/customXml" Target="../ink/ink227.xml"/><Relationship Id="rId139" Type="http://schemas.openxmlformats.org/officeDocument/2006/relationships/image" Target="../media/image240.png"/><Relationship Id="rId85" Type="http://schemas.openxmlformats.org/officeDocument/2006/relationships/customXml" Target="../ink/ink210.xml"/><Relationship Id="rId150" Type="http://schemas.openxmlformats.org/officeDocument/2006/relationships/customXml" Target="../ink/ink243.xml"/><Relationship Id="rId171" Type="http://schemas.openxmlformats.org/officeDocument/2006/relationships/image" Target="../media/image256.png"/><Relationship Id="rId192" Type="http://schemas.openxmlformats.org/officeDocument/2006/relationships/customXml" Target="../ink/ink264.xml"/><Relationship Id="rId206" Type="http://schemas.openxmlformats.org/officeDocument/2006/relationships/customXml" Target="../ink/ink271.xml"/><Relationship Id="rId227" Type="http://schemas.openxmlformats.org/officeDocument/2006/relationships/customXml" Target="../ink/ink282.xml"/><Relationship Id="rId248" Type="http://schemas.openxmlformats.org/officeDocument/2006/relationships/image" Target="../media/image294.png"/><Relationship Id="rId269" Type="http://schemas.openxmlformats.org/officeDocument/2006/relationships/customXml" Target="../ink/ink303.xml"/><Relationship Id="rId12" Type="http://schemas.openxmlformats.org/officeDocument/2006/relationships/image" Target="../media/image178.png"/><Relationship Id="rId33" Type="http://schemas.openxmlformats.org/officeDocument/2006/relationships/customXml" Target="../ink/ink184.xml"/><Relationship Id="rId108" Type="http://schemas.openxmlformats.org/officeDocument/2006/relationships/customXml" Target="../ink/ink222.xml"/><Relationship Id="rId129" Type="http://schemas.openxmlformats.org/officeDocument/2006/relationships/image" Target="../media/image235.png"/><Relationship Id="rId54" Type="http://schemas.openxmlformats.org/officeDocument/2006/relationships/image" Target="../media/image199.png"/><Relationship Id="rId75" Type="http://schemas.openxmlformats.org/officeDocument/2006/relationships/customXml" Target="../ink/ink205.xml"/><Relationship Id="rId96" Type="http://schemas.openxmlformats.org/officeDocument/2006/relationships/customXml" Target="../ink/ink216.xml"/><Relationship Id="rId140" Type="http://schemas.openxmlformats.org/officeDocument/2006/relationships/customXml" Target="../ink/ink238.xml"/><Relationship Id="rId161" Type="http://schemas.openxmlformats.org/officeDocument/2006/relationships/image" Target="../media/image251.png"/><Relationship Id="rId182" Type="http://schemas.openxmlformats.org/officeDocument/2006/relationships/customXml" Target="../ink/ink259.xml"/><Relationship Id="rId217" Type="http://schemas.openxmlformats.org/officeDocument/2006/relationships/customXml" Target="../ink/ink277.xml"/><Relationship Id="rId6" Type="http://schemas.openxmlformats.org/officeDocument/2006/relationships/image" Target="../media/image175.png"/><Relationship Id="rId238" Type="http://schemas.openxmlformats.org/officeDocument/2006/relationships/image" Target="../media/image289.png"/><Relationship Id="rId259" Type="http://schemas.openxmlformats.org/officeDocument/2006/relationships/customXml" Target="../ink/ink298.xml"/><Relationship Id="rId23" Type="http://schemas.openxmlformats.org/officeDocument/2006/relationships/customXml" Target="../ink/ink179.xml"/><Relationship Id="rId119" Type="http://schemas.openxmlformats.org/officeDocument/2006/relationships/image" Target="../media/image230.png"/><Relationship Id="rId270" Type="http://schemas.openxmlformats.org/officeDocument/2006/relationships/image" Target="../media/image305.png"/><Relationship Id="rId44" Type="http://schemas.openxmlformats.org/officeDocument/2006/relationships/image" Target="../media/image194.png"/><Relationship Id="rId60" Type="http://schemas.openxmlformats.org/officeDocument/2006/relationships/image" Target="../media/image202.png"/><Relationship Id="rId65" Type="http://schemas.openxmlformats.org/officeDocument/2006/relationships/customXml" Target="../ink/ink200.xml"/><Relationship Id="rId81" Type="http://schemas.openxmlformats.org/officeDocument/2006/relationships/customXml" Target="../ink/ink208.xml"/><Relationship Id="rId86" Type="http://schemas.openxmlformats.org/officeDocument/2006/relationships/image" Target="../media/image214.png"/><Relationship Id="rId130" Type="http://schemas.openxmlformats.org/officeDocument/2006/relationships/customXml" Target="../ink/ink233.xml"/><Relationship Id="rId135" Type="http://schemas.openxmlformats.org/officeDocument/2006/relationships/image" Target="../media/image238.png"/><Relationship Id="rId151" Type="http://schemas.openxmlformats.org/officeDocument/2006/relationships/image" Target="../media/image246.png"/><Relationship Id="rId156" Type="http://schemas.openxmlformats.org/officeDocument/2006/relationships/customXml" Target="../ink/ink246.xml"/><Relationship Id="rId177" Type="http://schemas.openxmlformats.org/officeDocument/2006/relationships/image" Target="../media/image259.png"/><Relationship Id="rId198" Type="http://schemas.openxmlformats.org/officeDocument/2006/relationships/customXml" Target="../ink/ink267.xml"/><Relationship Id="rId172" Type="http://schemas.openxmlformats.org/officeDocument/2006/relationships/customXml" Target="../ink/ink254.xml"/><Relationship Id="rId193" Type="http://schemas.openxmlformats.org/officeDocument/2006/relationships/image" Target="../media/image267.png"/><Relationship Id="rId202" Type="http://schemas.openxmlformats.org/officeDocument/2006/relationships/customXml" Target="../ink/ink269.xml"/><Relationship Id="rId207" Type="http://schemas.openxmlformats.org/officeDocument/2006/relationships/image" Target="../media/image274.png"/><Relationship Id="rId223" Type="http://schemas.openxmlformats.org/officeDocument/2006/relationships/customXml" Target="../ink/ink280.xml"/><Relationship Id="rId228" Type="http://schemas.openxmlformats.org/officeDocument/2006/relationships/image" Target="../media/image284.png"/><Relationship Id="rId244" Type="http://schemas.openxmlformats.org/officeDocument/2006/relationships/image" Target="../media/image292.png"/><Relationship Id="rId249" Type="http://schemas.openxmlformats.org/officeDocument/2006/relationships/customXml" Target="../ink/ink293.xml"/><Relationship Id="rId13" Type="http://schemas.openxmlformats.org/officeDocument/2006/relationships/customXml" Target="../ink/ink174.xml"/><Relationship Id="rId18" Type="http://schemas.openxmlformats.org/officeDocument/2006/relationships/image" Target="../media/image181.png"/><Relationship Id="rId39" Type="http://schemas.openxmlformats.org/officeDocument/2006/relationships/customXml" Target="../ink/ink187.xml"/><Relationship Id="rId109" Type="http://schemas.openxmlformats.org/officeDocument/2006/relationships/image" Target="../media/image225.png"/><Relationship Id="rId260" Type="http://schemas.openxmlformats.org/officeDocument/2006/relationships/image" Target="../media/image300.png"/><Relationship Id="rId265" Type="http://schemas.openxmlformats.org/officeDocument/2006/relationships/customXml" Target="../ink/ink301.xml"/><Relationship Id="rId34" Type="http://schemas.openxmlformats.org/officeDocument/2006/relationships/image" Target="../media/image189.png"/><Relationship Id="rId50" Type="http://schemas.openxmlformats.org/officeDocument/2006/relationships/image" Target="../media/image197.png"/><Relationship Id="rId55" Type="http://schemas.openxmlformats.org/officeDocument/2006/relationships/customXml" Target="../ink/ink195.xml"/><Relationship Id="rId76" Type="http://schemas.openxmlformats.org/officeDocument/2006/relationships/image" Target="../media/image209.png"/><Relationship Id="rId97" Type="http://schemas.openxmlformats.org/officeDocument/2006/relationships/image" Target="../media/image219.png"/><Relationship Id="rId104" Type="http://schemas.openxmlformats.org/officeDocument/2006/relationships/customXml" Target="../ink/ink220.xml"/><Relationship Id="rId120" Type="http://schemas.openxmlformats.org/officeDocument/2006/relationships/customXml" Target="../ink/ink228.xml"/><Relationship Id="rId125" Type="http://schemas.openxmlformats.org/officeDocument/2006/relationships/image" Target="../media/image233.png"/><Relationship Id="rId141" Type="http://schemas.openxmlformats.org/officeDocument/2006/relationships/image" Target="../media/image241.png"/><Relationship Id="rId146" Type="http://schemas.openxmlformats.org/officeDocument/2006/relationships/customXml" Target="../ink/ink241.xml"/><Relationship Id="rId167" Type="http://schemas.openxmlformats.org/officeDocument/2006/relationships/image" Target="../media/image254.png"/><Relationship Id="rId188" Type="http://schemas.openxmlformats.org/officeDocument/2006/relationships/customXml" Target="../ink/ink262.xml"/><Relationship Id="rId7" Type="http://schemas.openxmlformats.org/officeDocument/2006/relationships/customXml" Target="../ink/ink171.xml"/><Relationship Id="rId71" Type="http://schemas.openxmlformats.org/officeDocument/2006/relationships/customXml" Target="../ink/ink203.xml"/><Relationship Id="rId92" Type="http://schemas.openxmlformats.org/officeDocument/2006/relationships/customXml" Target="../ink/ink214.xml"/><Relationship Id="rId162" Type="http://schemas.openxmlformats.org/officeDocument/2006/relationships/customXml" Target="../ink/ink249.xml"/><Relationship Id="rId183" Type="http://schemas.openxmlformats.org/officeDocument/2006/relationships/image" Target="../media/image262.png"/><Relationship Id="rId213" Type="http://schemas.openxmlformats.org/officeDocument/2006/relationships/customXml" Target="../ink/ink275.xml"/><Relationship Id="rId218" Type="http://schemas.openxmlformats.org/officeDocument/2006/relationships/image" Target="../media/image279.png"/><Relationship Id="rId234" Type="http://schemas.openxmlformats.org/officeDocument/2006/relationships/image" Target="../media/image287.png"/><Relationship Id="rId239" Type="http://schemas.openxmlformats.org/officeDocument/2006/relationships/customXml" Target="../ink/ink288.xml"/><Relationship Id="rId2" Type="http://schemas.openxmlformats.org/officeDocument/2006/relationships/image" Target="../media/image6010.png"/><Relationship Id="rId29" Type="http://schemas.openxmlformats.org/officeDocument/2006/relationships/customXml" Target="../ink/ink182.xml"/><Relationship Id="rId250" Type="http://schemas.openxmlformats.org/officeDocument/2006/relationships/image" Target="../media/image295.png"/><Relationship Id="rId255" Type="http://schemas.openxmlformats.org/officeDocument/2006/relationships/customXml" Target="../ink/ink296.xml"/><Relationship Id="rId271" Type="http://schemas.openxmlformats.org/officeDocument/2006/relationships/customXml" Target="../ink/ink304.xml"/><Relationship Id="rId24" Type="http://schemas.openxmlformats.org/officeDocument/2006/relationships/image" Target="../media/image184.png"/><Relationship Id="rId40" Type="http://schemas.openxmlformats.org/officeDocument/2006/relationships/image" Target="../media/image192.png"/><Relationship Id="rId45" Type="http://schemas.openxmlformats.org/officeDocument/2006/relationships/customXml" Target="../ink/ink190.xml"/><Relationship Id="rId66" Type="http://schemas.openxmlformats.org/officeDocument/2006/relationships/image" Target="../media/image204.png"/><Relationship Id="rId87" Type="http://schemas.openxmlformats.org/officeDocument/2006/relationships/customXml" Target="../ink/ink211.xml"/><Relationship Id="rId110" Type="http://schemas.openxmlformats.org/officeDocument/2006/relationships/customXml" Target="../ink/ink223.xml"/><Relationship Id="rId115" Type="http://schemas.openxmlformats.org/officeDocument/2006/relationships/image" Target="../media/image228.png"/><Relationship Id="rId131" Type="http://schemas.openxmlformats.org/officeDocument/2006/relationships/image" Target="../media/image236.png"/><Relationship Id="rId136" Type="http://schemas.openxmlformats.org/officeDocument/2006/relationships/customXml" Target="../ink/ink236.xml"/><Relationship Id="rId157" Type="http://schemas.openxmlformats.org/officeDocument/2006/relationships/image" Target="../media/image249.png"/><Relationship Id="rId178" Type="http://schemas.openxmlformats.org/officeDocument/2006/relationships/customXml" Target="../ink/ink257.xml"/><Relationship Id="rId61" Type="http://schemas.openxmlformats.org/officeDocument/2006/relationships/customXml" Target="../ink/ink198.xml"/><Relationship Id="rId82" Type="http://schemas.openxmlformats.org/officeDocument/2006/relationships/image" Target="../media/image212.png"/><Relationship Id="rId152" Type="http://schemas.openxmlformats.org/officeDocument/2006/relationships/customXml" Target="../ink/ink244.xml"/><Relationship Id="rId173" Type="http://schemas.openxmlformats.org/officeDocument/2006/relationships/image" Target="../media/image257.png"/><Relationship Id="rId194" Type="http://schemas.openxmlformats.org/officeDocument/2006/relationships/customXml" Target="../ink/ink265.xml"/><Relationship Id="rId199" Type="http://schemas.openxmlformats.org/officeDocument/2006/relationships/image" Target="../media/image270.png"/><Relationship Id="rId203" Type="http://schemas.openxmlformats.org/officeDocument/2006/relationships/image" Target="../media/image272.png"/><Relationship Id="rId208" Type="http://schemas.openxmlformats.org/officeDocument/2006/relationships/customXml" Target="../ink/ink272.xml"/><Relationship Id="rId229" Type="http://schemas.openxmlformats.org/officeDocument/2006/relationships/customXml" Target="../ink/ink283.xml"/><Relationship Id="rId19" Type="http://schemas.openxmlformats.org/officeDocument/2006/relationships/customXml" Target="../ink/ink177.xml"/><Relationship Id="rId224" Type="http://schemas.openxmlformats.org/officeDocument/2006/relationships/image" Target="../media/image282.png"/><Relationship Id="rId240" Type="http://schemas.openxmlformats.org/officeDocument/2006/relationships/image" Target="../media/image290.png"/><Relationship Id="rId245" Type="http://schemas.openxmlformats.org/officeDocument/2006/relationships/customXml" Target="../ink/ink291.xml"/><Relationship Id="rId261" Type="http://schemas.openxmlformats.org/officeDocument/2006/relationships/customXml" Target="../ink/ink299.xml"/><Relationship Id="rId266" Type="http://schemas.openxmlformats.org/officeDocument/2006/relationships/image" Target="../media/image303.png"/><Relationship Id="rId14" Type="http://schemas.openxmlformats.org/officeDocument/2006/relationships/image" Target="../media/image179.png"/><Relationship Id="rId30" Type="http://schemas.openxmlformats.org/officeDocument/2006/relationships/image" Target="../media/image187.png"/><Relationship Id="rId35" Type="http://schemas.openxmlformats.org/officeDocument/2006/relationships/customXml" Target="../ink/ink185.xml"/><Relationship Id="rId56" Type="http://schemas.openxmlformats.org/officeDocument/2006/relationships/image" Target="../media/image200.png"/><Relationship Id="rId77" Type="http://schemas.openxmlformats.org/officeDocument/2006/relationships/customXml" Target="../ink/ink206.xml"/><Relationship Id="rId100" Type="http://schemas.openxmlformats.org/officeDocument/2006/relationships/customXml" Target="../ink/ink218.xml"/><Relationship Id="rId105" Type="http://schemas.openxmlformats.org/officeDocument/2006/relationships/image" Target="../media/image223.png"/><Relationship Id="rId126" Type="http://schemas.openxmlformats.org/officeDocument/2006/relationships/customXml" Target="../ink/ink231.xml"/><Relationship Id="rId147" Type="http://schemas.openxmlformats.org/officeDocument/2006/relationships/image" Target="../media/image244.png"/><Relationship Id="rId168" Type="http://schemas.openxmlformats.org/officeDocument/2006/relationships/customXml" Target="../ink/ink252.xml"/><Relationship Id="rId8" Type="http://schemas.openxmlformats.org/officeDocument/2006/relationships/image" Target="../media/image176.png"/><Relationship Id="rId51" Type="http://schemas.openxmlformats.org/officeDocument/2006/relationships/customXml" Target="../ink/ink193.xml"/><Relationship Id="rId72" Type="http://schemas.openxmlformats.org/officeDocument/2006/relationships/image" Target="../media/image207.png"/><Relationship Id="rId93" Type="http://schemas.openxmlformats.org/officeDocument/2006/relationships/image" Target="../media/image217.png"/><Relationship Id="rId98" Type="http://schemas.openxmlformats.org/officeDocument/2006/relationships/customXml" Target="../ink/ink217.xml"/><Relationship Id="rId121" Type="http://schemas.openxmlformats.org/officeDocument/2006/relationships/image" Target="../media/image231.png"/><Relationship Id="rId142" Type="http://schemas.openxmlformats.org/officeDocument/2006/relationships/customXml" Target="../ink/ink239.xml"/><Relationship Id="rId163" Type="http://schemas.openxmlformats.org/officeDocument/2006/relationships/image" Target="../media/image252.png"/><Relationship Id="rId184" Type="http://schemas.openxmlformats.org/officeDocument/2006/relationships/customXml" Target="../ink/ink260.xml"/><Relationship Id="rId189" Type="http://schemas.openxmlformats.org/officeDocument/2006/relationships/image" Target="../media/image265.png"/><Relationship Id="rId219" Type="http://schemas.openxmlformats.org/officeDocument/2006/relationships/customXml" Target="../ink/ink278.xml"/><Relationship Id="rId3" Type="http://schemas.openxmlformats.org/officeDocument/2006/relationships/customXml" Target="../ink/ink169.xml"/><Relationship Id="rId214" Type="http://schemas.openxmlformats.org/officeDocument/2006/relationships/image" Target="../media/image277.png"/><Relationship Id="rId230" Type="http://schemas.openxmlformats.org/officeDocument/2006/relationships/image" Target="../media/image285.png"/><Relationship Id="rId235" Type="http://schemas.openxmlformats.org/officeDocument/2006/relationships/customXml" Target="../ink/ink286.xml"/><Relationship Id="rId251" Type="http://schemas.openxmlformats.org/officeDocument/2006/relationships/customXml" Target="../ink/ink294.xml"/><Relationship Id="rId256" Type="http://schemas.openxmlformats.org/officeDocument/2006/relationships/image" Target="../media/image298.png"/><Relationship Id="rId25" Type="http://schemas.openxmlformats.org/officeDocument/2006/relationships/customXml" Target="../ink/ink180.xml"/><Relationship Id="rId46" Type="http://schemas.openxmlformats.org/officeDocument/2006/relationships/image" Target="../media/image195.png"/><Relationship Id="rId67" Type="http://schemas.openxmlformats.org/officeDocument/2006/relationships/customXml" Target="../ink/ink201.xml"/><Relationship Id="rId116" Type="http://schemas.openxmlformats.org/officeDocument/2006/relationships/customXml" Target="../ink/ink226.xml"/><Relationship Id="rId137" Type="http://schemas.openxmlformats.org/officeDocument/2006/relationships/image" Target="../media/image239.png"/><Relationship Id="rId158" Type="http://schemas.openxmlformats.org/officeDocument/2006/relationships/customXml" Target="../ink/ink247.xml"/><Relationship Id="rId272" Type="http://schemas.openxmlformats.org/officeDocument/2006/relationships/image" Target="../media/image306.png"/><Relationship Id="rId20" Type="http://schemas.openxmlformats.org/officeDocument/2006/relationships/image" Target="../media/image182.png"/><Relationship Id="rId41" Type="http://schemas.openxmlformats.org/officeDocument/2006/relationships/customXml" Target="../ink/ink188.xml"/><Relationship Id="rId62" Type="http://schemas.openxmlformats.org/officeDocument/2006/relationships/image" Target="../media/image97.png"/><Relationship Id="rId83" Type="http://schemas.openxmlformats.org/officeDocument/2006/relationships/customXml" Target="../ink/ink209.xml"/><Relationship Id="rId88" Type="http://schemas.openxmlformats.org/officeDocument/2006/relationships/customXml" Target="../ink/ink212.xml"/><Relationship Id="rId111" Type="http://schemas.openxmlformats.org/officeDocument/2006/relationships/image" Target="../media/image226.png"/><Relationship Id="rId132" Type="http://schemas.openxmlformats.org/officeDocument/2006/relationships/customXml" Target="../ink/ink234.xml"/><Relationship Id="rId153" Type="http://schemas.openxmlformats.org/officeDocument/2006/relationships/image" Target="../media/image247.png"/><Relationship Id="rId174" Type="http://schemas.openxmlformats.org/officeDocument/2006/relationships/customXml" Target="../ink/ink255.xml"/><Relationship Id="rId179" Type="http://schemas.openxmlformats.org/officeDocument/2006/relationships/image" Target="../media/image260.png"/><Relationship Id="rId195" Type="http://schemas.openxmlformats.org/officeDocument/2006/relationships/image" Target="../media/image268.png"/><Relationship Id="rId209" Type="http://schemas.openxmlformats.org/officeDocument/2006/relationships/customXml" Target="../ink/ink273.xml"/><Relationship Id="rId190" Type="http://schemas.openxmlformats.org/officeDocument/2006/relationships/customXml" Target="../ink/ink263.xml"/><Relationship Id="rId204" Type="http://schemas.openxmlformats.org/officeDocument/2006/relationships/customXml" Target="../ink/ink270.xml"/><Relationship Id="rId220" Type="http://schemas.openxmlformats.org/officeDocument/2006/relationships/image" Target="../media/image280.png"/><Relationship Id="rId225" Type="http://schemas.openxmlformats.org/officeDocument/2006/relationships/customXml" Target="../ink/ink281.xml"/><Relationship Id="rId241" Type="http://schemas.openxmlformats.org/officeDocument/2006/relationships/customXml" Target="../ink/ink289.xml"/><Relationship Id="rId246" Type="http://schemas.openxmlformats.org/officeDocument/2006/relationships/image" Target="../media/image293.png"/><Relationship Id="rId267" Type="http://schemas.openxmlformats.org/officeDocument/2006/relationships/customXml" Target="../ink/ink302.xml"/><Relationship Id="rId15" Type="http://schemas.openxmlformats.org/officeDocument/2006/relationships/customXml" Target="../ink/ink175.xml"/><Relationship Id="rId36" Type="http://schemas.openxmlformats.org/officeDocument/2006/relationships/image" Target="../media/image190.png"/><Relationship Id="rId57" Type="http://schemas.openxmlformats.org/officeDocument/2006/relationships/customXml" Target="../ink/ink196.xml"/><Relationship Id="rId106" Type="http://schemas.openxmlformats.org/officeDocument/2006/relationships/customXml" Target="../ink/ink221.xml"/><Relationship Id="rId127" Type="http://schemas.openxmlformats.org/officeDocument/2006/relationships/image" Target="../media/image234.png"/><Relationship Id="rId262" Type="http://schemas.openxmlformats.org/officeDocument/2006/relationships/image" Target="../media/image301.png"/><Relationship Id="rId10" Type="http://schemas.openxmlformats.org/officeDocument/2006/relationships/image" Target="../media/image177.png"/><Relationship Id="rId31" Type="http://schemas.openxmlformats.org/officeDocument/2006/relationships/customXml" Target="../ink/ink183.xml"/><Relationship Id="rId52" Type="http://schemas.openxmlformats.org/officeDocument/2006/relationships/image" Target="../media/image198.png"/><Relationship Id="rId73" Type="http://schemas.openxmlformats.org/officeDocument/2006/relationships/customXml" Target="../ink/ink204.xml"/><Relationship Id="rId78" Type="http://schemas.openxmlformats.org/officeDocument/2006/relationships/image" Target="../media/image210.png"/><Relationship Id="rId94" Type="http://schemas.openxmlformats.org/officeDocument/2006/relationships/customXml" Target="../ink/ink215.xml"/><Relationship Id="rId99" Type="http://schemas.openxmlformats.org/officeDocument/2006/relationships/image" Target="../media/image220.png"/><Relationship Id="rId101" Type="http://schemas.openxmlformats.org/officeDocument/2006/relationships/image" Target="../media/image221.png"/><Relationship Id="rId122" Type="http://schemas.openxmlformats.org/officeDocument/2006/relationships/customXml" Target="../ink/ink229.xml"/><Relationship Id="rId143" Type="http://schemas.openxmlformats.org/officeDocument/2006/relationships/image" Target="../media/image242.png"/><Relationship Id="rId148" Type="http://schemas.openxmlformats.org/officeDocument/2006/relationships/customXml" Target="../ink/ink242.xml"/><Relationship Id="rId164" Type="http://schemas.openxmlformats.org/officeDocument/2006/relationships/customXml" Target="../ink/ink250.xml"/><Relationship Id="rId169" Type="http://schemas.openxmlformats.org/officeDocument/2006/relationships/image" Target="../media/image255.png"/><Relationship Id="rId185" Type="http://schemas.openxmlformats.org/officeDocument/2006/relationships/image" Target="../media/image263.png"/><Relationship Id="rId4" Type="http://schemas.openxmlformats.org/officeDocument/2006/relationships/image" Target="../media/image174.png"/><Relationship Id="rId9" Type="http://schemas.openxmlformats.org/officeDocument/2006/relationships/customXml" Target="../ink/ink172.xml"/><Relationship Id="rId180" Type="http://schemas.openxmlformats.org/officeDocument/2006/relationships/customXml" Target="../ink/ink258.xml"/><Relationship Id="rId210" Type="http://schemas.openxmlformats.org/officeDocument/2006/relationships/image" Target="../media/image275.png"/><Relationship Id="rId215" Type="http://schemas.openxmlformats.org/officeDocument/2006/relationships/customXml" Target="../ink/ink276.xml"/><Relationship Id="rId236" Type="http://schemas.openxmlformats.org/officeDocument/2006/relationships/image" Target="../media/image288.png"/><Relationship Id="rId257" Type="http://schemas.openxmlformats.org/officeDocument/2006/relationships/customXml" Target="../ink/ink297.xml"/><Relationship Id="rId26" Type="http://schemas.openxmlformats.org/officeDocument/2006/relationships/image" Target="../media/image185.png"/><Relationship Id="rId231" Type="http://schemas.openxmlformats.org/officeDocument/2006/relationships/customXml" Target="../ink/ink284.xml"/><Relationship Id="rId252" Type="http://schemas.openxmlformats.org/officeDocument/2006/relationships/image" Target="../media/image296.png"/><Relationship Id="rId47" Type="http://schemas.openxmlformats.org/officeDocument/2006/relationships/customXml" Target="../ink/ink191.xml"/><Relationship Id="rId68" Type="http://schemas.openxmlformats.org/officeDocument/2006/relationships/image" Target="../media/image205.png"/><Relationship Id="rId89" Type="http://schemas.openxmlformats.org/officeDocument/2006/relationships/image" Target="../media/image215.png"/><Relationship Id="rId112" Type="http://schemas.openxmlformats.org/officeDocument/2006/relationships/customXml" Target="../ink/ink224.xml"/><Relationship Id="rId133" Type="http://schemas.openxmlformats.org/officeDocument/2006/relationships/image" Target="../media/image237.png"/><Relationship Id="rId154" Type="http://schemas.openxmlformats.org/officeDocument/2006/relationships/customXml" Target="../ink/ink245.xml"/><Relationship Id="rId175" Type="http://schemas.openxmlformats.org/officeDocument/2006/relationships/image" Target="../media/image258.png"/><Relationship Id="rId196" Type="http://schemas.openxmlformats.org/officeDocument/2006/relationships/customXml" Target="../ink/ink266.xml"/><Relationship Id="rId200" Type="http://schemas.openxmlformats.org/officeDocument/2006/relationships/customXml" Target="../ink/ink268.xml"/><Relationship Id="rId16" Type="http://schemas.openxmlformats.org/officeDocument/2006/relationships/image" Target="../media/image180.png"/><Relationship Id="rId221" Type="http://schemas.openxmlformats.org/officeDocument/2006/relationships/customXml" Target="../ink/ink279.xml"/><Relationship Id="rId242" Type="http://schemas.openxmlformats.org/officeDocument/2006/relationships/image" Target="../media/image291.png"/><Relationship Id="rId263" Type="http://schemas.openxmlformats.org/officeDocument/2006/relationships/customXml" Target="../ink/ink300.xml"/><Relationship Id="rId37" Type="http://schemas.openxmlformats.org/officeDocument/2006/relationships/customXml" Target="../ink/ink186.xml"/><Relationship Id="rId58" Type="http://schemas.openxmlformats.org/officeDocument/2006/relationships/image" Target="../media/image201.png"/><Relationship Id="rId79" Type="http://schemas.openxmlformats.org/officeDocument/2006/relationships/customXml" Target="../ink/ink207.xml"/><Relationship Id="rId102" Type="http://schemas.openxmlformats.org/officeDocument/2006/relationships/customXml" Target="../ink/ink219.xml"/><Relationship Id="rId123" Type="http://schemas.openxmlformats.org/officeDocument/2006/relationships/image" Target="../media/image232.png"/><Relationship Id="rId144" Type="http://schemas.openxmlformats.org/officeDocument/2006/relationships/customXml" Target="../ink/ink240.xml"/><Relationship Id="rId90" Type="http://schemas.openxmlformats.org/officeDocument/2006/relationships/customXml" Target="../ink/ink213.xml"/><Relationship Id="rId165" Type="http://schemas.openxmlformats.org/officeDocument/2006/relationships/image" Target="../media/image253.png"/><Relationship Id="rId186" Type="http://schemas.openxmlformats.org/officeDocument/2006/relationships/customXml" Target="../ink/ink261.xml"/><Relationship Id="rId211" Type="http://schemas.openxmlformats.org/officeDocument/2006/relationships/customXml" Target="../ink/ink274.xml"/><Relationship Id="rId232" Type="http://schemas.openxmlformats.org/officeDocument/2006/relationships/image" Target="../media/image286.png"/><Relationship Id="rId253" Type="http://schemas.openxmlformats.org/officeDocument/2006/relationships/customXml" Target="../ink/ink295.xml"/><Relationship Id="rId27" Type="http://schemas.openxmlformats.org/officeDocument/2006/relationships/customXml" Target="../ink/ink181.xml"/><Relationship Id="rId48" Type="http://schemas.openxmlformats.org/officeDocument/2006/relationships/image" Target="../media/image196.png"/><Relationship Id="rId69" Type="http://schemas.openxmlformats.org/officeDocument/2006/relationships/customXml" Target="../ink/ink202.xml"/><Relationship Id="rId113" Type="http://schemas.openxmlformats.org/officeDocument/2006/relationships/image" Target="../media/image227.png"/><Relationship Id="rId134" Type="http://schemas.openxmlformats.org/officeDocument/2006/relationships/customXml" Target="../ink/ink235.xml"/><Relationship Id="rId80" Type="http://schemas.openxmlformats.org/officeDocument/2006/relationships/image" Target="../media/image211.png"/><Relationship Id="rId155" Type="http://schemas.openxmlformats.org/officeDocument/2006/relationships/image" Target="../media/image248.png"/><Relationship Id="rId176" Type="http://schemas.openxmlformats.org/officeDocument/2006/relationships/customXml" Target="../ink/ink256.xml"/><Relationship Id="rId197" Type="http://schemas.openxmlformats.org/officeDocument/2006/relationships/image" Target="../media/image269.png"/><Relationship Id="rId201" Type="http://schemas.openxmlformats.org/officeDocument/2006/relationships/image" Target="../media/image271.png"/><Relationship Id="rId222" Type="http://schemas.openxmlformats.org/officeDocument/2006/relationships/image" Target="../media/image281.png"/><Relationship Id="rId243" Type="http://schemas.openxmlformats.org/officeDocument/2006/relationships/customXml" Target="../ink/ink290.xml"/><Relationship Id="rId264" Type="http://schemas.openxmlformats.org/officeDocument/2006/relationships/image" Target="../media/image302.png"/><Relationship Id="rId17" Type="http://schemas.openxmlformats.org/officeDocument/2006/relationships/customXml" Target="../ink/ink176.xml"/><Relationship Id="rId38" Type="http://schemas.openxmlformats.org/officeDocument/2006/relationships/image" Target="../media/image191.png"/><Relationship Id="rId59" Type="http://schemas.openxmlformats.org/officeDocument/2006/relationships/customXml" Target="../ink/ink197.xml"/><Relationship Id="rId103" Type="http://schemas.openxmlformats.org/officeDocument/2006/relationships/image" Target="../media/image222.png"/><Relationship Id="rId124" Type="http://schemas.openxmlformats.org/officeDocument/2006/relationships/customXml" Target="../ink/ink230.xml"/><Relationship Id="rId70" Type="http://schemas.openxmlformats.org/officeDocument/2006/relationships/image" Target="../media/image206.png"/><Relationship Id="rId91" Type="http://schemas.openxmlformats.org/officeDocument/2006/relationships/image" Target="../media/image216.png"/><Relationship Id="rId145" Type="http://schemas.openxmlformats.org/officeDocument/2006/relationships/image" Target="../media/image243.png"/><Relationship Id="rId166" Type="http://schemas.openxmlformats.org/officeDocument/2006/relationships/customXml" Target="../ink/ink251.xml"/><Relationship Id="rId187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76.png"/><Relationship Id="rId233" Type="http://schemas.openxmlformats.org/officeDocument/2006/relationships/customXml" Target="../ink/ink285.xml"/><Relationship Id="rId254" Type="http://schemas.openxmlformats.org/officeDocument/2006/relationships/image" Target="../media/image297.png"/><Relationship Id="rId28" Type="http://schemas.openxmlformats.org/officeDocument/2006/relationships/image" Target="../media/image186.png"/><Relationship Id="rId49" Type="http://schemas.openxmlformats.org/officeDocument/2006/relationships/customXml" Target="../ink/ink192.xml"/><Relationship Id="rId114" Type="http://schemas.openxmlformats.org/officeDocument/2006/relationships/customXml" Target="../ink/ink22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63.xml"/><Relationship Id="rId299" Type="http://schemas.openxmlformats.org/officeDocument/2006/relationships/customXml" Target="../ink/ink455.xml"/><Relationship Id="rId303" Type="http://schemas.openxmlformats.org/officeDocument/2006/relationships/customXml" Target="../ink/ink457.xml"/><Relationship Id="rId21" Type="http://schemas.openxmlformats.org/officeDocument/2006/relationships/customXml" Target="../ink/ink314.xml"/><Relationship Id="rId42" Type="http://schemas.openxmlformats.org/officeDocument/2006/relationships/image" Target="../media/image326.png"/><Relationship Id="rId63" Type="http://schemas.openxmlformats.org/officeDocument/2006/relationships/customXml" Target="../ink/ink335.xml"/><Relationship Id="rId84" Type="http://schemas.openxmlformats.org/officeDocument/2006/relationships/image" Target="../media/image346.png"/><Relationship Id="rId138" Type="http://schemas.openxmlformats.org/officeDocument/2006/relationships/image" Target="../media/image371.png"/><Relationship Id="rId159" Type="http://schemas.openxmlformats.org/officeDocument/2006/relationships/customXml" Target="../ink/ink384.xml"/><Relationship Id="rId324" Type="http://schemas.openxmlformats.org/officeDocument/2006/relationships/image" Target="../media/image463.png"/><Relationship Id="rId170" Type="http://schemas.openxmlformats.org/officeDocument/2006/relationships/image" Target="../media/image387.png"/><Relationship Id="rId191" Type="http://schemas.openxmlformats.org/officeDocument/2006/relationships/image" Target="../media/image397.png"/><Relationship Id="rId205" Type="http://schemas.openxmlformats.org/officeDocument/2006/relationships/customXml" Target="../ink/ink408.xml"/><Relationship Id="rId226" Type="http://schemas.openxmlformats.org/officeDocument/2006/relationships/image" Target="../media/image414.png"/><Relationship Id="rId247" Type="http://schemas.openxmlformats.org/officeDocument/2006/relationships/customXml" Target="../ink/ink429.xml"/><Relationship Id="rId107" Type="http://schemas.openxmlformats.org/officeDocument/2006/relationships/customXml" Target="../ink/ink358.xml"/><Relationship Id="rId268" Type="http://schemas.openxmlformats.org/officeDocument/2006/relationships/image" Target="../media/image435.png"/><Relationship Id="rId289" Type="http://schemas.openxmlformats.org/officeDocument/2006/relationships/customXml" Target="../ink/ink450.xml"/><Relationship Id="rId11" Type="http://schemas.openxmlformats.org/officeDocument/2006/relationships/customXml" Target="../ink/ink309.xml"/><Relationship Id="rId32" Type="http://schemas.openxmlformats.org/officeDocument/2006/relationships/image" Target="../media/image321.png"/><Relationship Id="rId53" Type="http://schemas.openxmlformats.org/officeDocument/2006/relationships/customXml" Target="../ink/ink330.xml"/><Relationship Id="rId74" Type="http://schemas.openxmlformats.org/officeDocument/2006/relationships/image" Target="../media/image342.png"/><Relationship Id="rId128" Type="http://schemas.openxmlformats.org/officeDocument/2006/relationships/image" Target="../media/image366.png"/><Relationship Id="rId149" Type="http://schemas.openxmlformats.org/officeDocument/2006/relationships/customXml" Target="../ink/ink379.xml"/><Relationship Id="rId314" Type="http://schemas.openxmlformats.org/officeDocument/2006/relationships/image" Target="../media/image458.png"/><Relationship Id="rId5" Type="http://schemas.openxmlformats.org/officeDocument/2006/relationships/customXml" Target="../ink/ink306.xml"/><Relationship Id="rId95" Type="http://schemas.openxmlformats.org/officeDocument/2006/relationships/image" Target="../media/image351.png"/><Relationship Id="rId160" Type="http://schemas.openxmlformats.org/officeDocument/2006/relationships/image" Target="../media/image382.png"/><Relationship Id="rId181" Type="http://schemas.openxmlformats.org/officeDocument/2006/relationships/customXml" Target="../ink/ink395.xml"/><Relationship Id="rId216" Type="http://schemas.openxmlformats.org/officeDocument/2006/relationships/image" Target="../media/image409.png"/><Relationship Id="rId237" Type="http://schemas.openxmlformats.org/officeDocument/2006/relationships/customXml" Target="../ink/ink424.xml"/><Relationship Id="rId258" Type="http://schemas.openxmlformats.org/officeDocument/2006/relationships/image" Target="../media/image430.png"/><Relationship Id="rId279" Type="http://schemas.openxmlformats.org/officeDocument/2006/relationships/customXml" Target="../ink/ink445.xml"/><Relationship Id="rId22" Type="http://schemas.openxmlformats.org/officeDocument/2006/relationships/image" Target="../media/image316.png"/><Relationship Id="rId43" Type="http://schemas.openxmlformats.org/officeDocument/2006/relationships/customXml" Target="../ink/ink325.xml"/><Relationship Id="rId64" Type="http://schemas.openxmlformats.org/officeDocument/2006/relationships/image" Target="../media/image337.png"/><Relationship Id="rId118" Type="http://schemas.openxmlformats.org/officeDocument/2006/relationships/image" Target="../media/image361.png"/><Relationship Id="rId139" Type="http://schemas.openxmlformats.org/officeDocument/2006/relationships/customXml" Target="../ink/ink374.xml"/><Relationship Id="rId290" Type="http://schemas.openxmlformats.org/officeDocument/2006/relationships/image" Target="../media/image446.png"/><Relationship Id="rId304" Type="http://schemas.openxmlformats.org/officeDocument/2006/relationships/image" Target="../media/image453.png"/><Relationship Id="rId325" Type="http://schemas.openxmlformats.org/officeDocument/2006/relationships/customXml" Target="../ink/ink468.xml"/><Relationship Id="rId85" Type="http://schemas.openxmlformats.org/officeDocument/2006/relationships/customXml" Target="../ink/ink346.xml"/><Relationship Id="rId150" Type="http://schemas.openxmlformats.org/officeDocument/2006/relationships/image" Target="../media/image377.png"/><Relationship Id="rId171" Type="http://schemas.openxmlformats.org/officeDocument/2006/relationships/customXml" Target="../ink/ink390.xml"/><Relationship Id="rId192" Type="http://schemas.openxmlformats.org/officeDocument/2006/relationships/customXml" Target="../ink/ink401.xml"/><Relationship Id="rId206" Type="http://schemas.openxmlformats.org/officeDocument/2006/relationships/image" Target="../media/image404.png"/><Relationship Id="rId227" Type="http://schemas.openxmlformats.org/officeDocument/2006/relationships/customXml" Target="../ink/ink419.xml"/><Relationship Id="rId248" Type="http://schemas.openxmlformats.org/officeDocument/2006/relationships/image" Target="../media/image425.png"/><Relationship Id="rId269" Type="http://schemas.openxmlformats.org/officeDocument/2006/relationships/customXml" Target="../ink/ink440.xml"/><Relationship Id="rId12" Type="http://schemas.openxmlformats.org/officeDocument/2006/relationships/image" Target="../media/image311.png"/><Relationship Id="rId33" Type="http://schemas.openxmlformats.org/officeDocument/2006/relationships/customXml" Target="../ink/ink320.xml"/><Relationship Id="rId108" Type="http://schemas.openxmlformats.org/officeDocument/2006/relationships/image" Target="../media/image357.png"/><Relationship Id="rId129" Type="http://schemas.openxmlformats.org/officeDocument/2006/relationships/customXml" Target="../ink/ink369.xml"/><Relationship Id="rId280" Type="http://schemas.openxmlformats.org/officeDocument/2006/relationships/image" Target="../media/image441.png"/><Relationship Id="rId315" Type="http://schemas.openxmlformats.org/officeDocument/2006/relationships/customXml" Target="../ink/ink463.xml"/><Relationship Id="rId54" Type="http://schemas.openxmlformats.org/officeDocument/2006/relationships/image" Target="../media/image332.png"/><Relationship Id="rId75" Type="http://schemas.openxmlformats.org/officeDocument/2006/relationships/customXml" Target="../ink/ink341.xml"/><Relationship Id="rId96" Type="http://schemas.openxmlformats.org/officeDocument/2006/relationships/customXml" Target="../ink/ink352.xml"/><Relationship Id="rId140" Type="http://schemas.openxmlformats.org/officeDocument/2006/relationships/image" Target="../media/image372.png"/><Relationship Id="rId161" Type="http://schemas.openxmlformats.org/officeDocument/2006/relationships/customXml" Target="../ink/ink385.xml"/><Relationship Id="rId182" Type="http://schemas.openxmlformats.org/officeDocument/2006/relationships/image" Target="../media/image393.png"/><Relationship Id="rId217" Type="http://schemas.openxmlformats.org/officeDocument/2006/relationships/customXml" Target="../ink/ink414.xml"/><Relationship Id="rId6" Type="http://schemas.openxmlformats.org/officeDocument/2006/relationships/image" Target="../media/image308.png"/><Relationship Id="rId238" Type="http://schemas.openxmlformats.org/officeDocument/2006/relationships/image" Target="../media/image420.png"/><Relationship Id="rId259" Type="http://schemas.openxmlformats.org/officeDocument/2006/relationships/customXml" Target="../ink/ink435.xml"/><Relationship Id="rId23" Type="http://schemas.openxmlformats.org/officeDocument/2006/relationships/customXml" Target="../ink/ink315.xml"/><Relationship Id="rId119" Type="http://schemas.openxmlformats.org/officeDocument/2006/relationships/customXml" Target="../ink/ink364.xml"/><Relationship Id="rId270" Type="http://schemas.openxmlformats.org/officeDocument/2006/relationships/image" Target="../media/image436.png"/><Relationship Id="rId291" Type="http://schemas.openxmlformats.org/officeDocument/2006/relationships/customXml" Target="../ink/ink451.xml"/><Relationship Id="rId305" Type="http://schemas.openxmlformats.org/officeDocument/2006/relationships/customXml" Target="../ink/ink458.xml"/><Relationship Id="rId326" Type="http://schemas.openxmlformats.org/officeDocument/2006/relationships/image" Target="../media/image464.png"/><Relationship Id="rId44" Type="http://schemas.openxmlformats.org/officeDocument/2006/relationships/image" Target="../media/image327.png"/><Relationship Id="rId65" Type="http://schemas.openxmlformats.org/officeDocument/2006/relationships/customXml" Target="../ink/ink336.xml"/><Relationship Id="rId86" Type="http://schemas.openxmlformats.org/officeDocument/2006/relationships/customXml" Target="../ink/ink347.xml"/><Relationship Id="rId130" Type="http://schemas.openxmlformats.org/officeDocument/2006/relationships/image" Target="../media/image367.png"/><Relationship Id="rId151" Type="http://schemas.openxmlformats.org/officeDocument/2006/relationships/customXml" Target="../ink/ink380.xml"/><Relationship Id="rId172" Type="http://schemas.openxmlformats.org/officeDocument/2006/relationships/image" Target="../media/image388.png"/><Relationship Id="rId193" Type="http://schemas.openxmlformats.org/officeDocument/2006/relationships/image" Target="../media/image398.png"/><Relationship Id="rId207" Type="http://schemas.openxmlformats.org/officeDocument/2006/relationships/customXml" Target="../ink/ink409.xml"/><Relationship Id="rId228" Type="http://schemas.openxmlformats.org/officeDocument/2006/relationships/image" Target="../media/image415.png"/><Relationship Id="rId249" Type="http://schemas.openxmlformats.org/officeDocument/2006/relationships/customXml" Target="../ink/ink430.xml"/><Relationship Id="rId13" Type="http://schemas.openxmlformats.org/officeDocument/2006/relationships/customXml" Target="../ink/ink310.xml"/><Relationship Id="rId109" Type="http://schemas.openxmlformats.org/officeDocument/2006/relationships/customXml" Target="../ink/ink359.xml"/><Relationship Id="rId260" Type="http://schemas.openxmlformats.org/officeDocument/2006/relationships/image" Target="../media/image431.png"/><Relationship Id="rId281" Type="http://schemas.openxmlformats.org/officeDocument/2006/relationships/customXml" Target="../ink/ink446.xml"/><Relationship Id="rId316" Type="http://schemas.openxmlformats.org/officeDocument/2006/relationships/image" Target="../media/image459.png"/><Relationship Id="rId34" Type="http://schemas.openxmlformats.org/officeDocument/2006/relationships/image" Target="../media/image322.png"/><Relationship Id="rId55" Type="http://schemas.openxmlformats.org/officeDocument/2006/relationships/customXml" Target="../ink/ink331.xml"/><Relationship Id="rId76" Type="http://schemas.openxmlformats.org/officeDocument/2006/relationships/image" Target="../media/image343.png"/><Relationship Id="rId97" Type="http://schemas.openxmlformats.org/officeDocument/2006/relationships/customXml" Target="../ink/ink353.xml"/><Relationship Id="rId120" Type="http://schemas.openxmlformats.org/officeDocument/2006/relationships/image" Target="../media/image362.png"/><Relationship Id="rId141" Type="http://schemas.openxmlformats.org/officeDocument/2006/relationships/customXml" Target="../ink/ink375.xml"/><Relationship Id="rId7" Type="http://schemas.openxmlformats.org/officeDocument/2006/relationships/customXml" Target="../ink/ink307.xml"/><Relationship Id="rId162" Type="http://schemas.openxmlformats.org/officeDocument/2006/relationships/image" Target="../media/image383.png"/><Relationship Id="rId183" Type="http://schemas.openxmlformats.org/officeDocument/2006/relationships/customXml" Target="../ink/ink396.xml"/><Relationship Id="rId218" Type="http://schemas.openxmlformats.org/officeDocument/2006/relationships/image" Target="../media/image410.png"/><Relationship Id="rId239" Type="http://schemas.openxmlformats.org/officeDocument/2006/relationships/customXml" Target="../ink/ink425.xml"/><Relationship Id="rId250" Type="http://schemas.openxmlformats.org/officeDocument/2006/relationships/image" Target="../media/image426.png"/><Relationship Id="rId271" Type="http://schemas.openxmlformats.org/officeDocument/2006/relationships/customXml" Target="../ink/ink441.xml"/><Relationship Id="rId292" Type="http://schemas.openxmlformats.org/officeDocument/2006/relationships/image" Target="../media/image447.png"/><Relationship Id="rId306" Type="http://schemas.openxmlformats.org/officeDocument/2006/relationships/image" Target="../media/image454.png"/><Relationship Id="rId24" Type="http://schemas.openxmlformats.org/officeDocument/2006/relationships/image" Target="../media/image317.png"/><Relationship Id="rId45" Type="http://schemas.openxmlformats.org/officeDocument/2006/relationships/customXml" Target="../ink/ink326.xml"/><Relationship Id="rId66" Type="http://schemas.openxmlformats.org/officeDocument/2006/relationships/image" Target="../media/image338.png"/><Relationship Id="rId87" Type="http://schemas.openxmlformats.org/officeDocument/2006/relationships/image" Target="../media/image347.png"/><Relationship Id="rId110" Type="http://schemas.openxmlformats.org/officeDocument/2006/relationships/image" Target="../media/image358.png"/><Relationship Id="rId131" Type="http://schemas.openxmlformats.org/officeDocument/2006/relationships/customXml" Target="../ink/ink370.xml"/><Relationship Id="rId327" Type="http://schemas.openxmlformats.org/officeDocument/2006/relationships/customXml" Target="../ink/ink469.xml"/><Relationship Id="rId152" Type="http://schemas.openxmlformats.org/officeDocument/2006/relationships/image" Target="../media/image378.png"/><Relationship Id="rId173" Type="http://schemas.openxmlformats.org/officeDocument/2006/relationships/customXml" Target="../ink/ink391.xml"/><Relationship Id="rId194" Type="http://schemas.openxmlformats.org/officeDocument/2006/relationships/customXml" Target="../ink/ink402.xml"/><Relationship Id="rId208" Type="http://schemas.openxmlformats.org/officeDocument/2006/relationships/image" Target="../media/image405.png"/><Relationship Id="rId229" Type="http://schemas.openxmlformats.org/officeDocument/2006/relationships/customXml" Target="../ink/ink420.xml"/><Relationship Id="rId240" Type="http://schemas.openxmlformats.org/officeDocument/2006/relationships/image" Target="../media/image421.png"/><Relationship Id="rId261" Type="http://schemas.openxmlformats.org/officeDocument/2006/relationships/customXml" Target="../ink/ink436.xml"/><Relationship Id="rId14" Type="http://schemas.openxmlformats.org/officeDocument/2006/relationships/image" Target="../media/image312.png"/><Relationship Id="rId30" Type="http://schemas.openxmlformats.org/officeDocument/2006/relationships/image" Target="../media/image320.png"/><Relationship Id="rId35" Type="http://schemas.openxmlformats.org/officeDocument/2006/relationships/customXml" Target="../ink/ink321.xml"/><Relationship Id="rId56" Type="http://schemas.openxmlformats.org/officeDocument/2006/relationships/image" Target="../media/image333.png"/><Relationship Id="rId77" Type="http://schemas.openxmlformats.org/officeDocument/2006/relationships/customXml" Target="../ink/ink342.xml"/><Relationship Id="rId100" Type="http://schemas.openxmlformats.org/officeDocument/2006/relationships/image" Target="../media/image353.png"/><Relationship Id="rId105" Type="http://schemas.openxmlformats.org/officeDocument/2006/relationships/customXml" Target="../ink/ink357.xml"/><Relationship Id="rId126" Type="http://schemas.openxmlformats.org/officeDocument/2006/relationships/image" Target="../media/image365.png"/><Relationship Id="rId147" Type="http://schemas.openxmlformats.org/officeDocument/2006/relationships/customXml" Target="../ink/ink378.xml"/><Relationship Id="rId168" Type="http://schemas.openxmlformats.org/officeDocument/2006/relationships/image" Target="../media/image386.png"/><Relationship Id="rId282" Type="http://schemas.openxmlformats.org/officeDocument/2006/relationships/image" Target="../media/image442.png"/><Relationship Id="rId312" Type="http://schemas.openxmlformats.org/officeDocument/2006/relationships/image" Target="../media/image457.png"/><Relationship Id="rId317" Type="http://schemas.openxmlformats.org/officeDocument/2006/relationships/customXml" Target="../ink/ink464.xml"/><Relationship Id="rId8" Type="http://schemas.openxmlformats.org/officeDocument/2006/relationships/image" Target="../media/image309.png"/><Relationship Id="rId51" Type="http://schemas.openxmlformats.org/officeDocument/2006/relationships/customXml" Target="../ink/ink329.xml"/><Relationship Id="rId72" Type="http://schemas.openxmlformats.org/officeDocument/2006/relationships/image" Target="../media/image341.png"/><Relationship Id="rId93" Type="http://schemas.openxmlformats.org/officeDocument/2006/relationships/image" Target="../media/image350.png"/><Relationship Id="rId98" Type="http://schemas.openxmlformats.org/officeDocument/2006/relationships/image" Target="../media/image352.png"/><Relationship Id="rId121" Type="http://schemas.openxmlformats.org/officeDocument/2006/relationships/customXml" Target="../ink/ink365.xml"/><Relationship Id="rId142" Type="http://schemas.openxmlformats.org/officeDocument/2006/relationships/image" Target="../media/image373.png"/><Relationship Id="rId163" Type="http://schemas.openxmlformats.org/officeDocument/2006/relationships/customXml" Target="../ink/ink386.xml"/><Relationship Id="rId184" Type="http://schemas.openxmlformats.org/officeDocument/2006/relationships/image" Target="../media/image394.png"/><Relationship Id="rId189" Type="http://schemas.openxmlformats.org/officeDocument/2006/relationships/customXml" Target="../ink/ink399.xml"/><Relationship Id="rId219" Type="http://schemas.openxmlformats.org/officeDocument/2006/relationships/customXml" Target="../ink/ink415.xml"/><Relationship Id="rId3" Type="http://schemas.openxmlformats.org/officeDocument/2006/relationships/customXml" Target="../ink/ink305.xml"/><Relationship Id="rId214" Type="http://schemas.openxmlformats.org/officeDocument/2006/relationships/image" Target="../media/image408.png"/><Relationship Id="rId230" Type="http://schemas.openxmlformats.org/officeDocument/2006/relationships/image" Target="../media/image416.png"/><Relationship Id="rId235" Type="http://schemas.openxmlformats.org/officeDocument/2006/relationships/customXml" Target="../ink/ink423.xml"/><Relationship Id="rId251" Type="http://schemas.openxmlformats.org/officeDocument/2006/relationships/customXml" Target="../ink/ink431.xml"/><Relationship Id="rId256" Type="http://schemas.openxmlformats.org/officeDocument/2006/relationships/image" Target="../media/image429.png"/><Relationship Id="rId277" Type="http://schemas.openxmlformats.org/officeDocument/2006/relationships/customXml" Target="../ink/ink444.xml"/><Relationship Id="rId298" Type="http://schemas.openxmlformats.org/officeDocument/2006/relationships/image" Target="../media/image450.png"/><Relationship Id="rId25" Type="http://schemas.openxmlformats.org/officeDocument/2006/relationships/customXml" Target="../ink/ink316.xml"/><Relationship Id="rId46" Type="http://schemas.openxmlformats.org/officeDocument/2006/relationships/image" Target="../media/image328.png"/><Relationship Id="rId67" Type="http://schemas.openxmlformats.org/officeDocument/2006/relationships/customXml" Target="../ink/ink337.xml"/><Relationship Id="rId116" Type="http://schemas.openxmlformats.org/officeDocument/2006/relationships/image" Target="../media/image171.png"/><Relationship Id="rId137" Type="http://schemas.openxmlformats.org/officeDocument/2006/relationships/customXml" Target="../ink/ink373.xml"/><Relationship Id="rId158" Type="http://schemas.openxmlformats.org/officeDocument/2006/relationships/image" Target="../media/image381.png"/><Relationship Id="rId272" Type="http://schemas.openxmlformats.org/officeDocument/2006/relationships/image" Target="../media/image437.png"/><Relationship Id="rId293" Type="http://schemas.openxmlformats.org/officeDocument/2006/relationships/customXml" Target="../ink/ink452.xml"/><Relationship Id="rId302" Type="http://schemas.openxmlformats.org/officeDocument/2006/relationships/image" Target="../media/image452.png"/><Relationship Id="rId307" Type="http://schemas.openxmlformats.org/officeDocument/2006/relationships/customXml" Target="../ink/ink459.xml"/><Relationship Id="rId323" Type="http://schemas.openxmlformats.org/officeDocument/2006/relationships/customXml" Target="../ink/ink467.xml"/><Relationship Id="rId328" Type="http://schemas.openxmlformats.org/officeDocument/2006/relationships/image" Target="../media/image465.png"/><Relationship Id="rId20" Type="http://schemas.openxmlformats.org/officeDocument/2006/relationships/image" Target="../media/image315.png"/><Relationship Id="rId41" Type="http://schemas.openxmlformats.org/officeDocument/2006/relationships/customXml" Target="../ink/ink324.xml"/><Relationship Id="rId62" Type="http://schemas.openxmlformats.org/officeDocument/2006/relationships/image" Target="../media/image336.png"/><Relationship Id="rId83" Type="http://schemas.openxmlformats.org/officeDocument/2006/relationships/customXml" Target="../ink/ink345.xml"/><Relationship Id="rId88" Type="http://schemas.openxmlformats.org/officeDocument/2006/relationships/customXml" Target="../ink/ink348.xml"/><Relationship Id="rId111" Type="http://schemas.openxmlformats.org/officeDocument/2006/relationships/customXml" Target="../ink/ink360.xml"/><Relationship Id="rId132" Type="http://schemas.openxmlformats.org/officeDocument/2006/relationships/image" Target="../media/image368.png"/><Relationship Id="rId153" Type="http://schemas.openxmlformats.org/officeDocument/2006/relationships/customXml" Target="../ink/ink381.xml"/><Relationship Id="rId174" Type="http://schemas.openxmlformats.org/officeDocument/2006/relationships/image" Target="../media/image389.png"/><Relationship Id="rId179" Type="http://schemas.openxmlformats.org/officeDocument/2006/relationships/customXml" Target="../ink/ink394.xml"/><Relationship Id="rId195" Type="http://schemas.openxmlformats.org/officeDocument/2006/relationships/image" Target="../media/image399.png"/><Relationship Id="rId209" Type="http://schemas.openxmlformats.org/officeDocument/2006/relationships/customXml" Target="../ink/ink410.xml"/><Relationship Id="rId190" Type="http://schemas.openxmlformats.org/officeDocument/2006/relationships/customXml" Target="../ink/ink400.xml"/><Relationship Id="rId204" Type="http://schemas.openxmlformats.org/officeDocument/2006/relationships/image" Target="../media/image403.png"/><Relationship Id="rId220" Type="http://schemas.openxmlformats.org/officeDocument/2006/relationships/image" Target="../media/image411.png"/><Relationship Id="rId225" Type="http://schemas.openxmlformats.org/officeDocument/2006/relationships/customXml" Target="../ink/ink418.xml"/><Relationship Id="rId241" Type="http://schemas.openxmlformats.org/officeDocument/2006/relationships/customXml" Target="../ink/ink426.xml"/><Relationship Id="rId246" Type="http://schemas.openxmlformats.org/officeDocument/2006/relationships/image" Target="../media/image424.png"/><Relationship Id="rId267" Type="http://schemas.openxmlformats.org/officeDocument/2006/relationships/customXml" Target="../ink/ink439.xml"/><Relationship Id="rId288" Type="http://schemas.openxmlformats.org/officeDocument/2006/relationships/image" Target="../media/image445.png"/><Relationship Id="rId15" Type="http://schemas.openxmlformats.org/officeDocument/2006/relationships/customXml" Target="../ink/ink311.xml"/><Relationship Id="rId36" Type="http://schemas.openxmlformats.org/officeDocument/2006/relationships/image" Target="../media/image323.png"/><Relationship Id="rId57" Type="http://schemas.openxmlformats.org/officeDocument/2006/relationships/customXml" Target="../ink/ink332.xml"/><Relationship Id="rId106" Type="http://schemas.openxmlformats.org/officeDocument/2006/relationships/image" Target="../media/image356.png"/><Relationship Id="rId127" Type="http://schemas.openxmlformats.org/officeDocument/2006/relationships/customXml" Target="../ink/ink368.xml"/><Relationship Id="rId262" Type="http://schemas.openxmlformats.org/officeDocument/2006/relationships/image" Target="../media/image432.png"/><Relationship Id="rId283" Type="http://schemas.openxmlformats.org/officeDocument/2006/relationships/customXml" Target="../ink/ink447.xml"/><Relationship Id="rId313" Type="http://schemas.openxmlformats.org/officeDocument/2006/relationships/customXml" Target="../ink/ink462.xml"/><Relationship Id="rId318" Type="http://schemas.openxmlformats.org/officeDocument/2006/relationships/image" Target="../media/image460.png"/><Relationship Id="rId10" Type="http://schemas.openxmlformats.org/officeDocument/2006/relationships/image" Target="../media/image310.png"/><Relationship Id="rId31" Type="http://schemas.openxmlformats.org/officeDocument/2006/relationships/customXml" Target="../ink/ink319.xml"/><Relationship Id="rId52" Type="http://schemas.openxmlformats.org/officeDocument/2006/relationships/image" Target="../media/image331.png"/><Relationship Id="rId73" Type="http://schemas.openxmlformats.org/officeDocument/2006/relationships/customXml" Target="../ink/ink340.xml"/><Relationship Id="rId78" Type="http://schemas.openxmlformats.org/officeDocument/2006/relationships/image" Target="../media/image344.png"/><Relationship Id="rId94" Type="http://schemas.openxmlformats.org/officeDocument/2006/relationships/customXml" Target="../ink/ink351.xml"/><Relationship Id="rId99" Type="http://schemas.openxmlformats.org/officeDocument/2006/relationships/customXml" Target="../ink/ink354.xml"/><Relationship Id="rId101" Type="http://schemas.openxmlformats.org/officeDocument/2006/relationships/customXml" Target="../ink/ink355.xml"/><Relationship Id="rId122" Type="http://schemas.openxmlformats.org/officeDocument/2006/relationships/image" Target="../media/image363.png"/><Relationship Id="rId143" Type="http://schemas.openxmlformats.org/officeDocument/2006/relationships/customXml" Target="../ink/ink376.xml"/><Relationship Id="rId148" Type="http://schemas.openxmlformats.org/officeDocument/2006/relationships/image" Target="../media/image376.png"/><Relationship Id="rId164" Type="http://schemas.openxmlformats.org/officeDocument/2006/relationships/image" Target="../media/image384.png"/><Relationship Id="rId169" Type="http://schemas.openxmlformats.org/officeDocument/2006/relationships/customXml" Target="../ink/ink389.xml"/><Relationship Id="rId185" Type="http://schemas.openxmlformats.org/officeDocument/2006/relationships/customXml" Target="../ink/ink397.xml"/><Relationship Id="rId4" Type="http://schemas.openxmlformats.org/officeDocument/2006/relationships/image" Target="../media/image307.png"/><Relationship Id="rId9" Type="http://schemas.openxmlformats.org/officeDocument/2006/relationships/customXml" Target="../ink/ink308.xml"/><Relationship Id="rId180" Type="http://schemas.openxmlformats.org/officeDocument/2006/relationships/image" Target="../media/image392.png"/><Relationship Id="rId210" Type="http://schemas.openxmlformats.org/officeDocument/2006/relationships/image" Target="../media/image406.png"/><Relationship Id="rId215" Type="http://schemas.openxmlformats.org/officeDocument/2006/relationships/customXml" Target="../ink/ink413.xml"/><Relationship Id="rId236" Type="http://schemas.openxmlformats.org/officeDocument/2006/relationships/image" Target="../media/image419.png"/><Relationship Id="rId257" Type="http://schemas.openxmlformats.org/officeDocument/2006/relationships/customXml" Target="../ink/ink434.xml"/><Relationship Id="rId278" Type="http://schemas.openxmlformats.org/officeDocument/2006/relationships/image" Target="../media/image440.png"/><Relationship Id="rId26" Type="http://schemas.openxmlformats.org/officeDocument/2006/relationships/image" Target="../media/image318.png"/><Relationship Id="rId231" Type="http://schemas.openxmlformats.org/officeDocument/2006/relationships/customXml" Target="../ink/ink421.xml"/><Relationship Id="rId252" Type="http://schemas.openxmlformats.org/officeDocument/2006/relationships/image" Target="../media/image427.png"/><Relationship Id="rId273" Type="http://schemas.openxmlformats.org/officeDocument/2006/relationships/customXml" Target="../ink/ink442.xml"/><Relationship Id="rId294" Type="http://schemas.openxmlformats.org/officeDocument/2006/relationships/image" Target="../media/image448.png"/><Relationship Id="rId308" Type="http://schemas.openxmlformats.org/officeDocument/2006/relationships/image" Target="../media/image455.png"/><Relationship Id="rId47" Type="http://schemas.openxmlformats.org/officeDocument/2006/relationships/customXml" Target="../ink/ink327.xml"/><Relationship Id="rId68" Type="http://schemas.openxmlformats.org/officeDocument/2006/relationships/image" Target="../media/image339.png"/><Relationship Id="rId89" Type="http://schemas.openxmlformats.org/officeDocument/2006/relationships/image" Target="../media/image348.png"/><Relationship Id="rId112" Type="http://schemas.openxmlformats.org/officeDocument/2006/relationships/image" Target="../media/image359.png"/><Relationship Id="rId133" Type="http://schemas.openxmlformats.org/officeDocument/2006/relationships/customXml" Target="../ink/ink371.xml"/><Relationship Id="rId154" Type="http://schemas.openxmlformats.org/officeDocument/2006/relationships/image" Target="../media/image379.png"/><Relationship Id="rId175" Type="http://schemas.openxmlformats.org/officeDocument/2006/relationships/customXml" Target="../ink/ink392.xml"/><Relationship Id="rId196" Type="http://schemas.openxmlformats.org/officeDocument/2006/relationships/customXml" Target="../ink/ink403.xml"/><Relationship Id="rId200" Type="http://schemas.openxmlformats.org/officeDocument/2006/relationships/image" Target="../media/image401.png"/><Relationship Id="rId16" Type="http://schemas.openxmlformats.org/officeDocument/2006/relationships/image" Target="../media/image313.png"/><Relationship Id="rId221" Type="http://schemas.openxmlformats.org/officeDocument/2006/relationships/customXml" Target="../ink/ink416.xml"/><Relationship Id="rId242" Type="http://schemas.openxmlformats.org/officeDocument/2006/relationships/image" Target="../media/image422.png"/><Relationship Id="rId263" Type="http://schemas.openxmlformats.org/officeDocument/2006/relationships/customXml" Target="../ink/ink437.xml"/><Relationship Id="rId284" Type="http://schemas.openxmlformats.org/officeDocument/2006/relationships/image" Target="../media/image443.png"/><Relationship Id="rId319" Type="http://schemas.openxmlformats.org/officeDocument/2006/relationships/customXml" Target="../ink/ink465.xml"/><Relationship Id="rId37" Type="http://schemas.openxmlformats.org/officeDocument/2006/relationships/customXml" Target="../ink/ink322.xml"/><Relationship Id="rId58" Type="http://schemas.openxmlformats.org/officeDocument/2006/relationships/image" Target="../media/image334.png"/><Relationship Id="rId79" Type="http://schemas.openxmlformats.org/officeDocument/2006/relationships/customXml" Target="../ink/ink343.xml"/><Relationship Id="rId102" Type="http://schemas.openxmlformats.org/officeDocument/2006/relationships/image" Target="../media/image354.png"/><Relationship Id="rId123" Type="http://schemas.openxmlformats.org/officeDocument/2006/relationships/customXml" Target="../ink/ink366.xml"/><Relationship Id="rId144" Type="http://schemas.openxmlformats.org/officeDocument/2006/relationships/image" Target="../media/image374.png"/><Relationship Id="rId90" Type="http://schemas.openxmlformats.org/officeDocument/2006/relationships/customXml" Target="../ink/ink349.xml"/><Relationship Id="rId165" Type="http://schemas.openxmlformats.org/officeDocument/2006/relationships/customXml" Target="../ink/ink387.xml"/><Relationship Id="rId186" Type="http://schemas.openxmlformats.org/officeDocument/2006/relationships/image" Target="../media/image395.png"/><Relationship Id="rId211" Type="http://schemas.openxmlformats.org/officeDocument/2006/relationships/customXml" Target="../ink/ink411.xml"/><Relationship Id="rId232" Type="http://schemas.openxmlformats.org/officeDocument/2006/relationships/image" Target="../media/image417.png"/><Relationship Id="rId253" Type="http://schemas.openxmlformats.org/officeDocument/2006/relationships/customXml" Target="../ink/ink432.xml"/><Relationship Id="rId274" Type="http://schemas.openxmlformats.org/officeDocument/2006/relationships/image" Target="../media/image438.png"/><Relationship Id="rId295" Type="http://schemas.openxmlformats.org/officeDocument/2006/relationships/customXml" Target="../ink/ink453.xml"/><Relationship Id="rId309" Type="http://schemas.openxmlformats.org/officeDocument/2006/relationships/customXml" Target="../ink/ink460.xml"/><Relationship Id="rId27" Type="http://schemas.openxmlformats.org/officeDocument/2006/relationships/customXml" Target="../ink/ink317.xml"/><Relationship Id="rId48" Type="http://schemas.openxmlformats.org/officeDocument/2006/relationships/image" Target="../media/image329.png"/><Relationship Id="rId69" Type="http://schemas.openxmlformats.org/officeDocument/2006/relationships/customXml" Target="../ink/ink338.xml"/><Relationship Id="rId113" Type="http://schemas.openxmlformats.org/officeDocument/2006/relationships/customXml" Target="../ink/ink361.xml"/><Relationship Id="rId134" Type="http://schemas.openxmlformats.org/officeDocument/2006/relationships/image" Target="../media/image369.png"/><Relationship Id="rId320" Type="http://schemas.openxmlformats.org/officeDocument/2006/relationships/image" Target="../media/image461.png"/><Relationship Id="rId80" Type="http://schemas.openxmlformats.org/officeDocument/2006/relationships/image" Target="../media/image345.png"/><Relationship Id="rId155" Type="http://schemas.openxmlformats.org/officeDocument/2006/relationships/customXml" Target="../ink/ink382.xml"/><Relationship Id="rId176" Type="http://schemas.openxmlformats.org/officeDocument/2006/relationships/image" Target="../media/image390.png"/><Relationship Id="rId197" Type="http://schemas.openxmlformats.org/officeDocument/2006/relationships/customXml" Target="../ink/ink404.xml"/><Relationship Id="rId201" Type="http://schemas.openxmlformats.org/officeDocument/2006/relationships/customXml" Target="../ink/ink406.xml"/><Relationship Id="rId222" Type="http://schemas.openxmlformats.org/officeDocument/2006/relationships/image" Target="../media/image412.png"/><Relationship Id="rId243" Type="http://schemas.openxmlformats.org/officeDocument/2006/relationships/customXml" Target="../ink/ink427.xml"/><Relationship Id="rId264" Type="http://schemas.openxmlformats.org/officeDocument/2006/relationships/image" Target="../media/image433.png"/><Relationship Id="rId285" Type="http://schemas.openxmlformats.org/officeDocument/2006/relationships/customXml" Target="../ink/ink448.xml"/><Relationship Id="rId17" Type="http://schemas.openxmlformats.org/officeDocument/2006/relationships/customXml" Target="../ink/ink312.xml"/><Relationship Id="rId38" Type="http://schemas.openxmlformats.org/officeDocument/2006/relationships/image" Target="../media/image324.png"/><Relationship Id="rId59" Type="http://schemas.openxmlformats.org/officeDocument/2006/relationships/customXml" Target="../ink/ink333.xml"/><Relationship Id="rId103" Type="http://schemas.openxmlformats.org/officeDocument/2006/relationships/customXml" Target="../ink/ink356.xml"/><Relationship Id="rId124" Type="http://schemas.openxmlformats.org/officeDocument/2006/relationships/image" Target="../media/image364.png"/><Relationship Id="rId310" Type="http://schemas.openxmlformats.org/officeDocument/2006/relationships/image" Target="../media/image456.png"/><Relationship Id="rId70" Type="http://schemas.openxmlformats.org/officeDocument/2006/relationships/image" Target="../media/image340.png"/><Relationship Id="rId91" Type="http://schemas.openxmlformats.org/officeDocument/2006/relationships/image" Target="../media/image349.png"/><Relationship Id="rId145" Type="http://schemas.openxmlformats.org/officeDocument/2006/relationships/customXml" Target="../ink/ink377.xml"/><Relationship Id="rId166" Type="http://schemas.openxmlformats.org/officeDocument/2006/relationships/image" Target="../media/image385.png"/><Relationship Id="rId187" Type="http://schemas.openxmlformats.org/officeDocument/2006/relationships/customXml" Target="../ink/ink39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07.png"/><Relationship Id="rId233" Type="http://schemas.openxmlformats.org/officeDocument/2006/relationships/customXml" Target="../ink/ink422.xml"/><Relationship Id="rId254" Type="http://schemas.openxmlformats.org/officeDocument/2006/relationships/image" Target="../media/image428.png"/><Relationship Id="rId28" Type="http://schemas.openxmlformats.org/officeDocument/2006/relationships/image" Target="../media/image319.png"/><Relationship Id="rId49" Type="http://schemas.openxmlformats.org/officeDocument/2006/relationships/customXml" Target="../ink/ink328.xml"/><Relationship Id="rId114" Type="http://schemas.openxmlformats.org/officeDocument/2006/relationships/image" Target="../media/image360.png"/><Relationship Id="rId275" Type="http://schemas.openxmlformats.org/officeDocument/2006/relationships/customXml" Target="../ink/ink443.xml"/><Relationship Id="rId296" Type="http://schemas.openxmlformats.org/officeDocument/2006/relationships/image" Target="../media/image449.png"/><Relationship Id="rId300" Type="http://schemas.openxmlformats.org/officeDocument/2006/relationships/image" Target="../media/image451.png"/><Relationship Id="rId60" Type="http://schemas.openxmlformats.org/officeDocument/2006/relationships/image" Target="../media/image335.png"/><Relationship Id="rId81" Type="http://schemas.openxmlformats.org/officeDocument/2006/relationships/customXml" Target="../ink/ink344.xml"/><Relationship Id="rId135" Type="http://schemas.openxmlformats.org/officeDocument/2006/relationships/customXml" Target="../ink/ink372.xml"/><Relationship Id="rId156" Type="http://schemas.openxmlformats.org/officeDocument/2006/relationships/image" Target="../media/image380.png"/><Relationship Id="rId177" Type="http://schemas.openxmlformats.org/officeDocument/2006/relationships/customXml" Target="../ink/ink393.xml"/><Relationship Id="rId198" Type="http://schemas.openxmlformats.org/officeDocument/2006/relationships/image" Target="../media/image400.png"/><Relationship Id="rId321" Type="http://schemas.openxmlformats.org/officeDocument/2006/relationships/customXml" Target="../ink/ink466.xml"/><Relationship Id="rId202" Type="http://schemas.openxmlformats.org/officeDocument/2006/relationships/image" Target="../media/image402.png"/><Relationship Id="rId223" Type="http://schemas.openxmlformats.org/officeDocument/2006/relationships/customXml" Target="../ink/ink417.xml"/><Relationship Id="rId244" Type="http://schemas.openxmlformats.org/officeDocument/2006/relationships/image" Target="../media/image423.png"/><Relationship Id="rId18" Type="http://schemas.openxmlformats.org/officeDocument/2006/relationships/image" Target="../media/image314.png"/><Relationship Id="rId39" Type="http://schemas.openxmlformats.org/officeDocument/2006/relationships/customXml" Target="../ink/ink323.xml"/><Relationship Id="rId265" Type="http://schemas.openxmlformats.org/officeDocument/2006/relationships/customXml" Target="../ink/ink438.xml"/><Relationship Id="rId286" Type="http://schemas.openxmlformats.org/officeDocument/2006/relationships/image" Target="../media/image444.png"/><Relationship Id="rId50" Type="http://schemas.openxmlformats.org/officeDocument/2006/relationships/image" Target="../media/image330.png"/><Relationship Id="rId104" Type="http://schemas.openxmlformats.org/officeDocument/2006/relationships/image" Target="../media/image355.png"/><Relationship Id="rId125" Type="http://schemas.openxmlformats.org/officeDocument/2006/relationships/customXml" Target="../ink/ink367.xml"/><Relationship Id="rId146" Type="http://schemas.openxmlformats.org/officeDocument/2006/relationships/image" Target="../media/image375.png"/><Relationship Id="rId167" Type="http://schemas.openxmlformats.org/officeDocument/2006/relationships/customXml" Target="../ink/ink388.xml"/><Relationship Id="rId188" Type="http://schemas.openxmlformats.org/officeDocument/2006/relationships/image" Target="../media/image396.png"/><Relationship Id="rId311" Type="http://schemas.openxmlformats.org/officeDocument/2006/relationships/customXml" Target="../ink/ink461.xml"/><Relationship Id="rId71" Type="http://schemas.openxmlformats.org/officeDocument/2006/relationships/customXml" Target="../ink/ink339.xml"/><Relationship Id="rId92" Type="http://schemas.openxmlformats.org/officeDocument/2006/relationships/customXml" Target="../ink/ink350.xml"/><Relationship Id="rId213" Type="http://schemas.openxmlformats.org/officeDocument/2006/relationships/customXml" Target="../ink/ink412.xml"/><Relationship Id="rId234" Type="http://schemas.openxmlformats.org/officeDocument/2006/relationships/image" Target="../media/image418.png"/><Relationship Id="rId2" Type="http://schemas.openxmlformats.org/officeDocument/2006/relationships/image" Target="../media/image7100.png"/><Relationship Id="rId29" Type="http://schemas.openxmlformats.org/officeDocument/2006/relationships/customXml" Target="../ink/ink318.xml"/><Relationship Id="rId255" Type="http://schemas.openxmlformats.org/officeDocument/2006/relationships/customXml" Target="../ink/ink433.xml"/><Relationship Id="rId276" Type="http://schemas.openxmlformats.org/officeDocument/2006/relationships/image" Target="../media/image439.png"/><Relationship Id="rId297" Type="http://schemas.openxmlformats.org/officeDocument/2006/relationships/customXml" Target="../ink/ink454.xml"/><Relationship Id="rId40" Type="http://schemas.openxmlformats.org/officeDocument/2006/relationships/image" Target="../media/image325.png"/><Relationship Id="rId115" Type="http://schemas.openxmlformats.org/officeDocument/2006/relationships/customXml" Target="../ink/ink362.xml"/><Relationship Id="rId136" Type="http://schemas.openxmlformats.org/officeDocument/2006/relationships/image" Target="../media/image370.png"/><Relationship Id="rId157" Type="http://schemas.openxmlformats.org/officeDocument/2006/relationships/customXml" Target="../ink/ink383.xml"/><Relationship Id="rId178" Type="http://schemas.openxmlformats.org/officeDocument/2006/relationships/image" Target="../media/image391.png"/><Relationship Id="rId301" Type="http://schemas.openxmlformats.org/officeDocument/2006/relationships/customXml" Target="../ink/ink456.xml"/><Relationship Id="rId322" Type="http://schemas.openxmlformats.org/officeDocument/2006/relationships/image" Target="../media/image462.png"/><Relationship Id="rId61" Type="http://schemas.openxmlformats.org/officeDocument/2006/relationships/customXml" Target="../ink/ink334.xml"/><Relationship Id="rId82" Type="http://schemas.openxmlformats.org/officeDocument/2006/relationships/image" Target="../media/image97.png"/><Relationship Id="rId199" Type="http://schemas.openxmlformats.org/officeDocument/2006/relationships/customXml" Target="../ink/ink405.xml"/><Relationship Id="rId203" Type="http://schemas.openxmlformats.org/officeDocument/2006/relationships/customXml" Target="../ink/ink407.xml"/><Relationship Id="rId19" Type="http://schemas.openxmlformats.org/officeDocument/2006/relationships/customXml" Target="../ink/ink313.xml"/><Relationship Id="rId224" Type="http://schemas.openxmlformats.org/officeDocument/2006/relationships/image" Target="../media/image413.png"/><Relationship Id="rId245" Type="http://schemas.openxmlformats.org/officeDocument/2006/relationships/customXml" Target="../ink/ink428.xml"/><Relationship Id="rId266" Type="http://schemas.openxmlformats.org/officeDocument/2006/relationships/image" Target="../media/image434.png"/><Relationship Id="rId287" Type="http://schemas.openxmlformats.org/officeDocument/2006/relationships/customXml" Target="../ink/ink449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2.png"/><Relationship Id="rId18" Type="http://schemas.openxmlformats.org/officeDocument/2006/relationships/customXml" Target="../ink/ink477.xml"/><Relationship Id="rId26" Type="http://schemas.openxmlformats.org/officeDocument/2006/relationships/customXml" Target="../ink/ink481.xml"/><Relationship Id="rId39" Type="http://schemas.openxmlformats.org/officeDocument/2006/relationships/image" Target="../media/image485.png"/><Relationship Id="rId21" Type="http://schemas.openxmlformats.org/officeDocument/2006/relationships/image" Target="../media/image476.png"/><Relationship Id="rId34" Type="http://schemas.openxmlformats.org/officeDocument/2006/relationships/customXml" Target="../ink/ink485.xml"/><Relationship Id="rId42" Type="http://schemas.openxmlformats.org/officeDocument/2006/relationships/customXml" Target="../ink/ink489.xml"/><Relationship Id="rId47" Type="http://schemas.openxmlformats.org/officeDocument/2006/relationships/image" Target="../media/image488.png"/><Relationship Id="rId50" Type="http://schemas.openxmlformats.org/officeDocument/2006/relationships/customXml" Target="../ink/ink493.xml"/><Relationship Id="rId55" Type="http://schemas.openxmlformats.org/officeDocument/2006/relationships/image" Target="../media/image492.png"/><Relationship Id="rId7" Type="http://schemas.openxmlformats.org/officeDocument/2006/relationships/image" Target="../media/image469.png"/><Relationship Id="rId12" Type="http://schemas.openxmlformats.org/officeDocument/2006/relationships/customXml" Target="../ink/ink474.xml"/><Relationship Id="rId17" Type="http://schemas.openxmlformats.org/officeDocument/2006/relationships/image" Target="../media/image474.png"/><Relationship Id="rId25" Type="http://schemas.openxmlformats.org/officeDocument/2006/relationships/image" Target="../media/image478.png"/><Relationship Id="rId33" Type="http://schemas.openxmlformats.org/officeDocument/2006/relationships/image" Target="../media/image482.png"/><Relationship Id="rId38" Type="http://schemas.openxmlformats.org/officeDocument/2006/relationships/customXml" Target="../ink/ink487.xml"/><Relationship Id="rId46" Type="http://schemas.openxmlformats.org/officeDocument/2006/relationships/customXml" Target="../ink/ink491.xml"/><Relationship Id="rId59" Type="http://schemas.openxmlformats.org/officeDocument/2006/relationships/image" Target="../media/image494.png"/><Relationship Id="rId2" Type="http://schemas.openxmlformats.org/officeDocument/2006/relationships/image" Target="../media/image466.png"/><Relationship Id="rId16" Type="http://schemas.openxmlformats.org/officeDocument/2006/relationships/customXml" Target="../ink/ink476.xml"/><Relationship Id="rId20" Type="http://schemas.openxmlformats.org/officeDocument/2006/relationships/customXml" Target="../ink/ink478.xml"/><Relationship Id="rId29" Type="http://schemas.openxmlformats.org/officeDocument/2006/relationships/image" Target="../media/image480.png"/><Relationship Id="rId41" Type="http://schemas.openxmlformats.org/officeDocument/2006/relationships/image" Target="../media/image97.png"/><Relationship Id="rId54" Type="http://schemas.openxmlformats.org/officeDocument/2006/relationships/customXml" Target="../ink/ink4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1.xml"/><Relationship Id="rId11" Type="http://schemas.openxmlformats.org/officeDocument/2006/relationships/image" Target="../media/image471.png"/><Relationship Id="rId24" Type="http://schemas.openxmlformats.org/officeDocument/2006/relationships/customXml" Target="../ink/ink480.xml"/><Relationship Id="rId32" Type="http://schemas.openxmlformats.org/officeDocument/2006/relationships/customXml" Target="../ink/ink484.xml"/><Relationship Id="rId37" Type="http://schemas.openxmlformats.org/officeDocument/2006/relationships/image" Target="../media/image484.png"/><Relationship Id="rId40" Type="http://schemas.openxmlformats.org/officeDocument/2006/relationships/customXml" Target="../ink/ink488.xml"/><Relationship Id="rId45" Type="http://schemas.openxmlformats.org/officeDocument/2006/relationships/image" Target="../media/image487.png"/><Relationship Id="rId53" Type="http://schemas.openxmlformats.org/officeDocument/2006/relationships/image" Target="../media/image491.png"/><Relationship Id="rId58" Type="http://schemas.openxmlformats.org/officeDocument/2006/relationships/customXml" Target="../ink/ink497.xml"/><Relationship Id="rId5" Type="http://schemas.openxmlformats.org/officeDocument/2006/relationships/image" Target="../media/image468.png"/><Relationship Id="rId15" Type="http://schemas.openxmlformats.org/officeDocument/2006/relationships/image" Target="../media/image473.png"/><Relationship Id="rId23" Type="http://schemas.openxmlformats.org/officeDocument/2006/relationships/image" Target="../media/image477.png"/><Relationship Id="rId28" Type="http://schemas.openxmlformats.org/officeDocument/2006/relationships/customXml" Target="../ink/ink482.xml"/><Relationship Id="rId36" Type="http://schemas.openxmlformats.org/officeDocument/2006/relationships/customXml" Target="../ink/ink486.xml"/><Relationship Id="rId49" Type="http://schemas.openxmlformats.org/officeDocument/2006/relationships/image" Target="../media/image489.png"/><Relationship Id="rId57" Type="http://schemas.openxmlformats.org/officeDocument/2006/relationships/image" Target="../media/image493.png"/><Relationship Id="rId10" Type="http://schemas.openxmlformats.org/officeDocument/2006/relationships/customXml" Target="../ink/ink473.xml"/><Relationship Id="rId19" Type="http://schemas.openxmlformats.org/officeDocument/2006/relationships/image" Target="../media/image475.png"/><Relationship Id="rId31" Type="http://schemas.openxmlformats.org/officeDocument/2006/relationships/image" Target="../media/image481.png"/><Relationship Id="rId44" Type="http://schemas.openxmlformats.org/officeDocument/2006/relationships/customXml" Target="../ink/ink490.xml"/><Relationship Id="rId52" Type="http://schemas.openxmlformats.org/officeDocument/2006/relationships/customXml" Target="../ink/ink494.xml"/><Relationship Id="rId4" Type="http://schemas.openxmlformats.org/officeDocument/2006/relationships/customXml" Target="../ink/ink470.xml"/><Relationship Id="rId9" Type="http://schemas.openxmlformats.org/officeDocument/2006/relationships/image" Target="../media/image470.png"/><Relationship Id="rId14" Type="http://schemas.openxmlformats.org/officeDocument/2006/relationships/customXml" Target="../ink/ink475.xml"/><Relationship Id="rId22" Type="http://schemas.openxmlformats.org/officeDocument/2006/relationships/customXml" Target="../ink/ink479.xml"/><Relationship Id="rId27" Type="http://schemas.openxmlformats.org/officeDocument/2006/relationships/image" Target="../media/image479.png"/><Relationship Id="rId30" Type="http://schemas.openxmlformats.org/officeDocument/2006/relationships/customXml" Target="../ink/ink483.xml"/><Relationship Id="rId35" Type="http://schemas.openxmlformats.org/officeDocument/2006/relationships/image" Target="../media/image483.png"/><Relationship Id="rId43" Type="http://schemas.openxmlformats.org/officeDocument/2006/relationships/image" Target="../media/image486.png"/><Relationship Id="rId48" Type="http://schemas.openxmlformats.org/officeDocument/2006/relationships/customXml" Target="../ink/ink492.xml"/><Relationship Id="rId56" Type="http://schemas.openxmlformats.org/officeDocument/2006/relationships/customXml" Target="../ink/ink496.xml"/><Relationship Id="rId8" Type="http://schemas.openxmlformats.org/officeDocument/2006/relationships/customXml" Target="../ink/ink472.xml"/><Relationship Id="rId51" Type="http://schemas.openxmlformats.org/officeDocument/2006/relationships/image" Target="../media/image490.png"/><Relationship Id="rId3" Type="http://schemas.openxmlformats.org/officeDocument/2006/relationships/image" Target="../media/image467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5.xml"/><Relationship Id="rId299" Type="http://schemas.openxmlformats.org/officeDocument/2006/relationships/image" Target="../media/image642.png"/><Relationship Id="rId21" Type="http://schemas.openxmlformats.org/officeDocument/2006/relationships/customXml" Target="../ink/ink507.xml"/><Relationship Id="rId63" Type="http://schemas.openxmlformats.org/officeDocument/2006/relationships/customXml" Target="../ink/ink528.xml"/><Relationship Id="rId159" Type="http://schemas.openxmlformats.org/officeDocument/2006/relationships/customXml" Target="../ink/ink576.xml"/><Relationship Id="rId324" Type="http://schemas.openxmlformats.org/officeDocument/2006/relationships/image" Target="../media/image654.png"/><Relationship Id="rId366" Type="http://schemas.openxmlformats.org/officeDocument/2006/relationships/image" Target="../media/image675.png"/><Relationship Id="rId170" Type="http://schemas.openxmlformats.org/officeDocument/2006/relationships/image" Target="../media/image578.png"/><Relationship Id="rId226" Type="http://schemas.openxmlformats.org/officeDocument/2006/relationships/image" Target="../media/image606.png"/><Relationship Id="rId268" Type="http://schemas.openxmlformats.org/officeDocument/2006/relationships/customXml" Target="../ink/ink631.xml"/><Relationship Id="rId32" Type="http://schemas.openxmlformats.org/officeDocument/2006/relationships/image" Target="../media/image509.png"/><Relationship Id="rId74" Type="http://schemas.openxmlformats.org/officeDocument/2006/relationships/image" Target="../media/image530.png"/><Relationship Id="rId128" Type="http://schemas.openxmlformats.org/officeDocument/2006/relationships/image" Target="../media/image557.png"/><Relationship Id="rId335" Type="http://schemas.openxmlformats.org/officeDocument/2006/relationships/customXml" Target="../ink/ink665.xml"/><Relationship Id="rId377" Type="http://schemas.openxmlformats.org/officeDocument/2006/relationships/customXml" Target="../ink/ink686.xml"/><Relationship Id="rId5" Type="http://schemas.openxmlformats.org/officeDocument/2006/relationships/customXml" Target="../ink/ink499.xml"/><Relationship Id="rId181" Type="http://schemas.openxmlformats.org/officeDocument/2006/relationships/customXml" Target="../ink/ink587.xml"/><Relationship Id="rId237" Type="http://schemas.openxmlformats.org/officeDocument/2006/relationships/customXml" Target="../ink/ink615.xml"/><Relationship Id="rId402" Type="http://schemas.openxmlformats.org/officeDocument/2006/relationships/image" Target="../media/image693.png"/><Relationship Id="rId279" Type="http://schemas.openxmlformats.org/officeDocument/2006/relationships/image" Target="../media/image632.png"/><Relationship Id="rId22" Type="http://schemas.openxmlformats.org/officeDocument/2006/relationships/image" Target="../media/image504.png"/><Relationship Id="rId43" Type="http://schemas.openxmlformats.org/officeDocument/2006/relationships/customXml" Target="../ink/ink518.xml"/><Relationship Id="rId64" Type="http://schemas.openxmlformats.org/officeDocument/2006/relationships/image" Target="../media/image525.png"/><Relationship Id="rId118" Type="http://schemas.openxmlformats.org/officeDocument/2006/relationships/image" Target="../media/image552.png"/><Relationship Id="rId139" Type="http://schemas.openxmlformats.org/officeDocument/2006/relationships/customXml" Target="../ink/ink566.xml"/><Relationship Id="rId290" Type="http://schemas.openxmlformats.org/officeDocument/2006/relationships/customXml" Target="../ink/ink642.xml"/><Relationship Id="rId304" Type="http://schemas.openxmlformats.org/officeDocument/2006/relationships/customXml" Target="../ink/ink649.xml"/><Relationship Id="rId325" Type="http://schemas.openxmlformats.org/officeDocument/2006/relationships/customXml" Target="../ink/ink660.xml"/><Relationship Id="rId346" Type="http://schemas.openxmlformats.org/officeDocument/2006/relationships/image" Target="../media/image665.png"/><Relationship Id="rId367" Type="http://schemas.openxmlformats.org/officeDocument/2006/relationships/customXml" Target="../ink/ink681.xml"/><Relationship Id="rId388" Type="http://schemas.openxmlformats.org/officeDocument/2006/relationships/image" Target="../media/image686.png"/><Relationship Id="rId85" Type="http://schemas.openxmlformats.org/officeDocument/2006/relationships/customXml" Target="../ink/ink539.xml"/><Relationship Id="rId150" Type="http://schemas.openxmlformats.org/officeDocument/2006/relationships/image" Target="../media/image568.png"/><Relationship Id="rId171" Type="http://schemas.openxmlformats.org/officeDocument/2006/relationships/customXml" Target="../ink/ink582.xml"/><Relationship Id="rId192" Type="http://schemas.openxmlformats.org/officeDocument/2006/relationships/image" Target="../media/image589.png"/><Relationship Id="rId206" Type="http://schemas.openxmlformats.org/officeDocument/2006/relationships/image" Target="../media/image596.png"/><Relationship Id="rId227" Type="http://schemas.openxmlformats.org/officeDocument/2006/relationships/customXml" Target="../ink/ink610.xml"/><Relationship Id="rId413" Type="http://schemas.openxmlformats.org/officeDocument/2006/relationships/customXml" Target="../ink/ink704.xml"/><Relationship Id="rId248" Type="http://schemas.openxmlformats.org/officeDocument/2006/relationships/image" Target="../media/image617.png"/><Relationship Id="rId269" Type="http://schemas.openxmlformats.org/officeDocument/2006/relationships/image" Target="../media/image627.png"/><Relationship Id="rId12" Type="http://schemas.openxmlformats.org/officeDocument/2006/relationships/image" Target="../media/image499.png"/><Relationship Id="rId33" Type="http://schemas.openxmlformats.org/officeDocument/2006/relationships/customXml" Target="../ink/ink513.xml"/><Relationship Id="rId108" Type="http://schemas.openxmlformats.org/officeDocument/2006/relationships/image" Target="../media/image547.png"/><Relationship Id="rId129" Type="http://schemas.openxmlformats.org/officeDocument/2006/relationships/customXml" Target="../ink/ink561.xml"/><Relationship Id="rId280" Type="http://schemas.openxmlformats.org/officeDocument/2006/relationships/customXml" Target="../ink/ink637.xml"/><Relationship Id="rId315" Type="http://schemas.openxmlformats.org/officeDocument/2006/relationships/image" Target="../media/image650.png"/><Relationship Id="rId336" Type="http://schemas.openxmlformats.org/officeDocument/2006/relationships/image" Target="../media/image660.png"/><Relationship Id="rId357" Type="http://schemas.openxmlformats.org/officeDocument/2006/relationships/customXml" Target="../ink/ink676.xml"/><Relationship Id="rId54" Type="http://schemas.openxmlformats.org/officeDocument/2006/relationships/image" Target="../media/image520.png"/><Relationship Id="rId75" Type="http://schemas.openxmlformats.org/officeDocument/2006/relationships/customXml" Target="../ink/ink534.xml"/><Relationship Id="rId96" Type="http://schemas.openxmlformats.org/officeDocument/2006/relationships/image" Target="../media/image541.png"/><Relationship Id="rId140" Type="http://schemas.openxmlformats.org/officeDocument/2006/relationships/image" Target="../media/image563.png"/><Relationship Id="rId161" Type="http://schemas.openxmlformats.org/officeDocument/2006/relationships/customXml" Target="../ink/ink577.xml"/><Relationship Id="rId182" Type="http://schemas.openxmlformats.org/officeDocument/2006/relationships/image" Target="../media/image584.png"/><Relationship Id="rId217" Type="http://schemas.openxmlformats.org/officeDocument/2006/relationships/customXml" Target="../ink/ink605.xml"/><Relationship Id="rId378" Type="http://schemas.openxmlformats.org/officeDocument/2006/relationships/image" Target="../media/image681.png"/><Relationship Id="rId399" Type="http://schemas.openxmlformats.org/officeDocument/2006/relationships/customXml" Target="../ink/ink697.xml"/><Relationship Id="rId403" Type="http://schemas.openxmlformats.org/officeDocument/2006/relationships/customXml" Target="../ink/ink699.xml"/><Relationship Id="rId6" Type="http://schemas.openxmlformats.org/officeDocument/2006/relationships/image" Target="../media/image496.png"/><Relationship Id="rId238" Type="http://schemas.openxmlformats.org/officeDocument/2006/relationships/image" Target="../media/image612.png"/><Relationship Id="rId259" Type="http://schemas.openxmlformats.org/officeDocument/2006/relationships/customXml" Target="../ink/ink626.xml"/><Relationship Id="rId424" Type="http://schemas.openxmlformats.org/officeDocument/2006/relationships/image" Target="../media/image704.png"/><Relationship Id="rId23" Type="http://schemas.openxmlformats.org/officeDocument/2006/relationships/customXml" Target="../ink/ink508.xml"/><Relationship Id="rId119" Type="http://schemas.openxmlformats.org/officeDocument/2006/relationships/customXml" Target="../ink/ink556.xml"/><Relationship Id="rId270" Type="http://schemas.openxmlformats.org/officeDocument/2006/relationships/customXml" Target="../ink/ink632.xml"/><Relationship Id="rId291" Type="http://schemas.openxmlformats.org/officeDocument/2006/relationships/image" Target="../media/image638.png"/><Relationship Id="rId305" Type="http://schemas.openxmlformats.org/officeDocument/2006/relationships/image" Target="../media/image645.png"/><Relationship Id="rId326" Type="http://schemas.openxmlformats.org/officeDocument/2006/relationships/image" Target="../media/image655.png"/><Relationship Id="rId347" Type="http://schemas.openxmlformats.org/officeDocument/2006/relationships/customXml" Target="../ink/ink671.xml"/><Relationship Id="rId44" Type="http://schemas.openxmlformats.org/officeDocument/2006/relationships/image" Target="../media/image515.png"/><Relationship Id="rId65" Type="http://schemas.openxmlformats.org/officeDocument/2006/relationships/customXml" Target="../ink/ink529.xml"/><Relationship Id="rId86" Type="http://schemas.openxmlformats.org/officeDocument/2006/relationships/image" Target="../media/image536.png"/><Relationship Id="rId130" Type="http://schemas.openxmlformats.org/officeDocument/2006/relationships/image" Target="../media/image558.png"/><Relationship Id="rId151" Type="http://schemas.openxmlformats.org/officeDocument/2006/relationships/customXml" Target="../ink/ink572.xml"/><Relationship Id="rId368" Type="http://schemas.openxmlformats.org/officeDocument/2006/relationships/image" Target="../media/image676.png"/><Relationship Id="rId389" Type="http://schemas.openxmlformats.org/officeDocument/2006/relationships/customXml" Target="../ink/ink692.xml"/><Relationship Id="rId172" Type="http://schemas.openxmlformats.org/officeDocument/2006/relationships/image" Target="../media/image579.png"/><Relationship Id="rId193" Type="http://schemas.openxmlformats.org/officeDocument/2006/relationships/customXml" Target="../ink/ink593.xml"/><Relationship Id="rId207" Type="http://schemas.openxmlformats.org/officeDocument/2006/relationships/customXml" Target="../ink/ink600.xml"/><Relationship Id="rId228" Type="http://schemas.openxmlformats.org/officeDocument/2006/relationships/image" Target="../media/image607.png"/><Relationship Id="rId249" Type="http://schemas.openxmlformats.org/officeDocument/2006/relationships/customXml" Target="../ink/ink621.xml"/><Relationship Id="rId414" Type="http://schemas.openxmlformats.org/officeDocument/2006/relationships/image" Target="../media/image699.png"/><Relationship Id="rId13" Type="http://schemas.openxmlformats.org/officeDocument/2006/relationships/customXml" Target="../ink/ink503.xml"/><Relationship Id="rId109" Type="http://schemas.openxmlformats.org/officeDocument/2006/relationships/customXml" Target="../ink/ink551.xml"/><Relationship Id="rId260" Type="http://schemas.openxmlformats.org/officeDocument/2006/relationships/image" Target="../media/image623.png"/><Relationship Id="rId281" Type="http://schemas.openxmlformats.org/officeDocument/2006/relationships/image" Target="../media/image633.png"/><Relationship Id="rId316" Type="http://schemas.openxmlformats.org/officeDocument/2006/relationships/customXml" Target="../ink/ink655.xml"/><Relationship Id="rId337" Type="http://schemas.openxmlformats.org/officeDocument/2006/relationships/customXml" Target="../ink/ink666.xml"/><Relationship Id="rId34" Type="http://schemas.openxmlformats.org/officeDocument/2006/relationships/image" Target="../media/image510.png"/><Relationship Id="rId55" Type="http://schemas.openxmlformats.org/officeDocument/2006/relationships/customXml" Target="../ink/ink524.xml"/><Relationship Id="rId76" Type="http://schemas.openxmlformats.org/officeDocument/2006/relationships/image" Target="../media/image531.png"/><Relationship Id="rId97" Type="http://schemas.openxmlformats.org/officeDocument/2006/relationships/customXml" Target="../ink/ink545.xml"/><Relationship Id="rId120" Type="http://schemas.openxmlformats.org/officeDocument/2006/relationships/image" Target="../media/image553.png"/><Relationship Id="rId141" Type="http://schemas.openxmlformats.org/officeDocument/2006/relationships/customXml" Target="../ink/ink567.xml"/><Relationship Id="rId358" Type="http://schemas.openxmlformats.org/officeDocument/2006/relationships/image" Target="../media/image671.png"/><Relationship Id="rId379" Type="http://schemas.openxmlformats.org/officeDocument/2006/relationships/customXml" Target="../ink/ink687.xml"/><Relationship Id="rId7" Type="http://schemas.openxmlformats.org/officeDocument/2006/relationships/customXml" Target="../ink/ink500.xml"/><Relationship Id="rId162" Type="http://schemas.openxmlformats.org/officeDocument/2006/relationships/image" Target="../media/image574.png"/><Relationship Id="rId183" Type="http://schemas.openxmlformats.org/officeDocument/2006/relationships/customXml" Target="../ink/ink588.xml"/><Relationship Id="rId218" Type="http://schemas.openxmlformats.org/officeDocument/2006/relationships/image" Target="../media/image602.png"/><Relationship Id="rId239" Type="http://schemas.openxmlformats.org/officeDocument/2006/relationships/customXml" Target="../ink/ink616.xml"/><Relationship Id="rId390" Type="http://schemas.openxmlformats.org/officeDocument/2006/relationships/image" Target="../media/image687.png"/><Relationship Id="rId404" Type="http://schemas.openxmlformats.org/officeDocument/2006/relationships/image" Target="../media/image694.png"/><Relationship Id="rId250" Type="http://schemas.openxmlformats.org/officeDocument/2006/relationships/image" Target="../media/image618.png"/><Relationship Id="rId271" Type="http://schemas.openxmlformats.org/officeDocument/2006/relationships/image" Target="../media/image628.png"/><Relationship Id="rId292" Type="http://schemas.openxmlformats.org/officeDocument/2006/relationships/customXml" Target="../ink/ink643.xml"/><Relationship Id="rId306" Type="http://schemas.openxmlformats.org/officeDocument/2006/relationships/customXml" Target="../ink/ink650.xml"/><Relationship Id="rId24" Type="http://schemas.openxmlformats.org/officeDocument/2006/relationships/image" Target="../media/image505.png"/><Relationship Id="rId45" Type="http://schemas.openxmlformats.org/officeDocument/2006/relationships/customXml" Target="../ink/ink519.xml"/><Relationship Id="rId66" Type="http://schemas.openxmlformats.org/officeDocument/2006/relationships/image" Target="../media/image526.png"/><Relationship Id="rId87" Type="http://schemas.openxmlformats.org/officeDocument/2006/relationships/customXml" Target="../ink/ink540.xml"/><Relationship Id="rId110" Type="http://schemas.openxmlformats.org/officeDocument/2006/relationships/image" Target="../media/image548.png"/><Relationship Id="rId131" Type="http://schemas.openxmlformats.org/officeDocument/2006/relationships/customXml" Target="../ink/ink562.xml"/><Relationship Id="rId327" Type="http://schemas.openxmlformats.org/officeDocument/2006/relationships/customXml" Target="../ink/ink661.xml"/><Relationship Id="rId348" Type="http://schemas.openxmlformats.org/officeDocument/2006/relationships/image" Target="../media/image666.png"/><Relationship Id="rId369" Type="http://schemas.openxmlformats.org/officeDocument/2006/relationships/customXml" Target="../ink/ink682.xml"/><Relationship Id="rId152" Type="http://schemas.openxmlformats.org/officeDocument/2006/relationships/image" Target="../media/image569.png"/><Relationship Id="rId173" Type="http://schemas.openxmlformats.org/officeDocument/2006/relationships/customXml" Target="../ink/ink583.xml"/><Relationship Id="rId194" Type="http://schemas.openxmlformats.org/officeDocument/2006/relationships/image" Target="../media/image590.png"/><Relationship Id="rId208" Type="http://schemas.openxmlformats.org/officeDocument/2006/relationships/image" Target="../media/image597.png"/><Relationship Id="rId229" Type="http://schemas.openxmlformats.org/officeDocument/2006/relationships/customXml" Target="../ink/ink611.xml"/><Relationship Id="rId380" Type="http://schemas.openxmlformats.org/officeDocument/2006/relationships/image" Target="../media/image682.png"/><Relationship Id="rId415" Type="http://schemas.openxmlformats.org/officeDocument/2006/relationships/customXml" Target="../ink/ink705.xml"/><Relationship Id="rId240" Type="http://schemas.openxmlformats.org/officeDocument/2006/relationships/image" Target="../media/image613.png"/><Relationship Id="rId261" Type="http://schemas.openxmlformats.org/officeDocument/2006/relationships/customXml" Target="../ink/ink627.xml"/><Relationship Id="rId14" Type="http://schemas.openxmlformats.org/officeDocument/2006/relationships/image" Target="../media/image500.png"/><Relationship Id="rId35" Type="http://schemas.openxmlformats.org/officeDocument/2006/relationships/customXml" Target="../ink/ink514.xml"/><Relationship Id="rId56" Type="http://schemas.openxmlformats.org/officeDocument/2006/relationships/image" Target="../media/image521.png"/><Relationship Id="rId77" Type="http://schemas.openxmlformats.org/officeDocument/2006/relationships/customXml" Target="../ink/ink535.xml"/><Relationship Id="rId100" Type="http://schemas.openxmlformats.org/officeDocument/2006/relationships/image" Target="../media/image543.png"/><Relationship Id="rId282" Type="http://schemas.openxmlformats.org/officeDocument/2006/relationships/customXml" Target="../ink/ink638.xml"/><Relationship Id="rId317" Type="http://schemas.openxmlformats.org/officeDocument/2006/relationships/image" Target="../media/image651.png"/><Relationship Id="rId338" Type="http://schemas.openxmlformats.org/officeDocument/2006/relationships/image" Target="../media/image661.png"/><Relationship Id="rId359" Type="http://schemas.openxmlformats.org/officeDocument/2006/relationships/customXml" Target="../ink/ink677.xml"/><Relationship Id="rId8" Type="http://schemas.openxmlformats.org/officeDocument/2006/relationships/image" Target="../media/image497.png"/><Relationship Id="rId98" Type="http://schemas.openxmlformats.org/officeDocument/2006/relationships/image" Target="../media/image542.png"/><Relationship Id="rId121" Type="http://schemas.openxmlformats.org/officeDocument/2006/relationships/customXml" Target="../ink/ink557.xml"/><Relationship Id="rId142" Type="http://schemas.openxmlformats.org/officeDocument/2006/relationships/image" Target="../media/image564.png"/><Relationship Id="rId163" Type="http://schemas.openxmlformats.org/officeDocument/2006/relationships/customXml" Target="../ink/ink578.xml"/><Relationship Id="rId184" Type="http://schemas.openxmlformats.org/officeDocument/2006/relationships/image" Target="../media/image585.png"/><Relationship Id="rId219" Type="http://schemas.openxmlformats.org/officeDocument/2006/relationships/customXml" Target="../ink/ink606.xml"/><Relationship Id="rId370" Type="http://schemas.openxmlformats.org/officeDocument/2006/relationships/image" Target="../media/image677.png"/><Relationship Id="rId391" Type="http://schemas.openxmlformats.org/officeDocument/2006/relationships/customXml" Target="../ink/ink693.xml"/><Relationship Id="rId405" Type="http://schemas.openxmlformats.org/officeDocument/2006/relationships/customXml" Target="../ink/ink700.xml"/><Relationship Id="rId230" Type="http://schemas.openxmlformats.org/officeDocument/2006/relationships/image" Target="../media/image608.png"/><Relationship Id="rId251" Type="http://schemas.openxmlformats.org/officeDocument/2006/relationships/customXml" Target="../ink/ink622.xml"/><Relationship Id="rId25" Type="http://schemas.openxmlformats.org/officeDocument/2006/relationships/customXml" Target="../ink/ink509.xml"/><Relationship Id="rId46" Type="http://schemas.openxmlformats.org/officeDocument/2006/relationships/image" Target="../media/image516.png"/><Relationship Id="rId67" Type="http://schemas.openxmlformats.org/officeDocument/2006/relationships/customXml" Target="../ink/ink530.xml"/><Relationship Id="rId272" Type="http://schemas.openxmlformats.org/officeDocument/2006/relationships/customXml" Target="../ink/ink633.xml"/><Relationship Id="rId293" Type="http://schemas.openxmlformats.org/officeDocument/2006/relationships/image" Target="../media/image639.png"/><Relationship Id="rId307" Type="http://schemas.openxmlformats.org/officeDocument/2006/relationships/image" Target="../media/image646.png"/><Relationship Id="rId328" Type="http://schemas.openxmlformats.org/officeDocument/2006/relationships/image" Target="../media/image656.png"/><Relationship Id="rId349" Type="http://schemas.openxmlformats.org/officeDocument/2006/relationships/customXml" Target="../ink/ink672.xml"/><Relationship Id="rId88" Type="http://schemas.openxmlformats.org/officeDocument/2006/relationships/image" Target="../media/image537.png"/><Relationship Id="rId111" Type="http://schemas.openxmlformats.org/officeDocument/2006/relationships/customXml" Target="../ink/ink552.xml"/><Relationship Id="rId132" Type="http://schemas.openxmlformats.org/officeDocument/2006/relationships/image" Target="../media/image559.png"/><Relationship Id="rId153" Type="http://schemas.openxmlformats.org/officeDocument/2006/relationships/customXml" Target="../ink/ink573.xml"/><Relationship Id="rId174" Type="http://schemas.openxmlformats.org/officeDocument/2006/relationships/image" Target="../media/image580.png"/><Relationship Id="rId195" Type="http://schemas.openxmlformats.org/officeDocument/2006/relationships/customXml" Target="../ink/ink594.xml"/><Relationship Id="rId209" Type="http://schemas.openxmlformats.org/officeDocument/2006/relationships/customXml" Target="../ink/ink601.xml"/><Relationship Id="rId360" Type="http://schemas.openxmlformats.org/officeDocument/2006/relationships/image" Target="../media/image672.png"/><Relationship Id="rId381" Type="http://schemas.openxmlformats.org/officeDocument/2006/relationships/customXml" Target="../ink/ink688.xml"/><Relationship Id="rId416" Type="http://schemas.openxmlformats.org/officeDocument/2006/relationships/image" Target="../media/image700.png"/><Relationship Id="rId220" Type="http://schemas.openxmlformats.org/officeDocument/2006/relationships/image" Target="../media/image603.png"/><Relationship Id="rId241" Type="http://schemas.openxmlformats.org/officeDocument/2006/relationships/customXml" Target="../ink/ink617.xml"/><Relationship Id="rId15" Type="http://schemas.openxmlformats.org/officeDocument/2006/relationships/customXml" Target="../ink/ink504.xml"/><Relationship Id="rId36" Type="http://schemas.openxmlformats.org/officeDocument/2006/relationships/image" Target="../media/image511.png"/><Relationship Id="rId57" Type="http://schemas.openxmlformats.org/officeDocument/2006/relationships/customXml" Target="../ink/ink525.xml"/><Relationship Id="rId262" Type="http://schemas.openxmlformats.org/officeDocument/2006/relationships/image" Target="../media/image624.png"/><Relationship Id="rId283" Type="http://schemas.openxmlformats.org/officeDocument/2006/relationships/image" Target="../media/image634.png"/><Relationship Id="rId318" Type="http://schemas.openxmlformats.org/officeDocument/2006/relationships/customXml" Target="../ink/ink656.xml"/><Relationship Id="rId339" Type="http://schemas.openxmlformats.org/officeDocument/2006/relationships/customXml" Target="../ink/ink667.xml"/><Relationship Id="rId78" Type="http://schemas.openxmlformats.org/officeDocument/2006/relationships/image" Target="../media/image532.png"/><Relationship Id="rId99" Type="http://schemas.openxmlformats.org/officeDocument/2006/relationships/customXml" Target="../ink/ink546.xml"/><Relationship Id="rId101" Type="http://schemas.openxmlformats.org/officeDocument/2006/relationships/customXml" Target="../ink/ink547.xml"/><Relationship Id="rId122" Type="http://schemas.openxmlformats.org/officeDocument/2006/relationships/image" Target="../media/image554.png"/><Relationship Id="rId143" Type="http://schemas.openxmlformats.org/officeDocument/2006/relationships/customXml" Target="../ink/ink568.xml"/><Relationship Id="rId164" Type="http://schemas.openxmlformats.org/officeDocument/2006/relationships/image" Target="../media/image575.png"/><Relationship Id="rId185" Type="http://schemas.openxmlformats.org/officeDocument/2006/relationships/customXml" Target="../ink/ink589.xml"/><Relationship Id="rId350" Type="http://schemas.openxmlformats.org/officeDocument/2006/relationships/image" Target="../media/image667.png"/><Relationship Id="rId371" Type="http://schemas.openxmlformats.org/officeDocument/2006/relationships/customXml" Target="../ink/ink683.xml"/><Relationship Id="rId406" Type="http://schemas.openxmlformats.org/officeDocument/2006/relationships/image" Target="../media/image695.png"/><Relationship Id="rId9" Type="http://schemas.openxmlformats.org/officeDocument/2006/relationships/customXml" Target="../ink/ink501.xml"/><Relationship Id="rId210" Type="http://schemas.openxmlformats.org/officeDocument/2006/relationships/image" Target="../media/image598.png"/><Relationship Id="rId392" Type="http://schemas.openxmlformats.org/officeDocument/2006/relationships/image" Target="../media/image688.png"/><Relationship Id="rId26" Type="http://schemas.openxmlformats.org/officeDocument/2006/relationships/image" Target="../media/image506.png"/><Relationship Id="rId231" Type="http://schemas.openxmlformats.org/officeDocument/2006/relationships/customXml" Target="../ink/ink612.xml"/><Relationship Id="rId252" Type="http://schemas.openxmlformats.org/officeDocument/2006/relationships/image" Target="../media/image619.png"/><Relationship Id="rId273" Type="http://schemas.openxmlformats.org/officeDocument/2006/relationships/image" Target="../media/image629.png"/><Relationship Id="rId294" Type="http://schemas.openxmlformats.org/officeDocument/2006/relationships/customXml" Target="../ink/ink644.xml"/><Relationship Id="rId308" Type="http://schemas.openxmlformats.org/officeDocument/2006/relationships/customXml" Target="../ink/ink651.xml"/><Relationship Id="rId329" Type="http://schemas.openxmlformats.org/officeDocument/2006/relationships/customXml" Target="../ink/ink662.xml"/><Relationship Id="rId47" Type="http://schemas.openxmlformats.org/officeDocument/2006/relationships/customXml" Target="../ink/ink520.xml"/><Relationship Id="rId68" Type="http://schemas.openxmlformats.org/officeDocument/2006/relationships/image" Target="../media/image527.png"/><Relationship Id="rId89" Type="http://schemas.openxmlformats.org/officeDocument/2006/relationships/customXml" Target="../ink/ink541.xml"/><Relationship Id="rId112" Type="http://schemas.openxmlformats.org/officeDocument/2006/relationships/image" Target="../media/image549.png"/><Relationship Id="rId133" Type="http://schemas.openxmlformats.org/officeDocument/2006/relationships/customXml" Target="../ink/ink563.xml"/><Relationship Id="rId154" Type="http://schemas.openxmlformats.org/officeDocument/2006/relationships/image" Target="../media/image570.png"/><Relationship Id="rId175" Type="http://schemas.openxmlformats.org/officeDocument/2006/relationships/customXml" Target="../ink/ink584.xml"/><Relationship Id="rId340" Type="http://schemas.openxmlformats.org/officeDocument/2006/relationships/image" Target="../media/image662.png"/><Relationship Id="rId361" Type="http://schemas.openxmlformats.org/officeDocument/2006/relationships/customXml" Target="../ink/ink678.xml"/><Relationship Id="rId196" Type="http://schemas.openxmlformats.org/officeDocument/2006/relationships/image" Target="../media/image591.png"/><Relationship Id="rId200" Type="http://schemas.openxmlformats.org/officeDocument/2006/relationships/image" Target="../media/image593.png"/><Relationship Id="rId382" Type="http://schemas.openxmlformats.org/officeDocument/2006/relationships/image" Target="../media/image683.png"/><Relationship Id="rId417" Type="http://schemas.openxmlformats.org/officeDocument/2006/relationships/customXml" Target="../ink/ink706.xml"/><Relationship Id="rId16" Type="http://schemas.openxmlformats.org/officeDocument/2006/relationships/image" Target="../media/image501.png"/><Relationship Id="rId221" Type="http://schemas.openxmlformats.org/officeDocument/2006/relationships/customXml" Target="../ink/ink607.xml"/><Relationship Id="rId242" Type="http://schemas.openxmlformats.org/officeDocument/2006/relationships/image" Target="../media/image614.png"/><Relationship Id="rId263" Type="http://schemas.openxmlformats.org/officeDocument/2006/relationships/customXml" Target="../ink/ink628.xml"/><Relationship Id="rId284" Type="http://schemas.openxmlformats.org/officeDocument/2006/relationships/customXml" Target="../ink/ink639.xml"/><Relationship Id="rId319" Type="http://schemas.openxmlformats.org/officeDocument/2006/relationships/customXml" Target="../ink/ink657.xml"/><Relationship Id="rId37" Type="http://schemas.openxmlformats.org/officeDocument/2006/relationships/customXml" Target="../ink/ink515.xml"/><Relationship Id="rId58" Type="http://schemas.openxmlformats.org/officeDocument/2006/relationships/image" Target="../media/image522.png"/><Relationship Id="rId79" Type="http://schemas.openxmlformats.org/officeDocument/2006/relationships/customXml" Target="../ink/ink536.xml"/><Relationship Id="rId102" Type="http://schemas.openxmlformats.org/officeDocument/2006/relationships/image" Target="../media/image544.png"/><Relationship Id="rId123" Type="http://schemas.openxmlformats.org/officeDocument/2006/relationships/customXml" Target="../ink/ink558.xml"/><Relationship Id="rId144" Type="http://schemas.openxmlformats.org/officeDocument/2006/relationships/image" Target="../media/image565.png"/><Relationship Id="rId330" Type="http://schemas.openxmlformats.org/officeDocument/2006/relationships/image" Target="../media/image657.png"/><Relationship Id="rId90" Type="http://schemas.openxmlformats.org/officeDocument/2006/relationships/image" Target="../media/image538.png"/><Relationship Id="rId165" Type="http://schemas.openxmlformats.org/officeDocument/2006/relationships/customXml" Target="../ink/ink579.xml"/><Relationship Id="rId186" Type="http://schemas.openxmlformats.org/officeDocument/2006/relationships/image" Target="../media/image586.png"/><Relationship Id="rId351" Type="http://schemas.openxmlformats.org/officeDocument/2006/relationships/customXml" Target="../ink/ink673.xml"/><Relationship Id="rId372" Type="http://schemas.openxmlformats.org/officeDocument/2006/relationships/image" Target="../media/image678.png"/><Relationship Id="rId393" Type="http://schemas.openxmlformats.org/officeDocument/2006/relationships/customXml" Target="../ink/ink694.xml"/><Relationship Id="rId407" Type="http://schemas.openxmlformats.org/officeDocument/2006/relationships/customXml" Target="../ink/ink701.xml"/><Relationship Id="rId211" Type="http://schemas.openxmlformats.org/officeDocument/2006/relationships/customXml" Target="../ink/ink602.xml"/><Relationship Id="rId232" Type="http://schemas.openxmlformats.org/officeDocument/2006/relationships/image" Target="../media/image609.png"/><Relationship Id="rId253" Type="http://schemas.openxmlformats.org/officeDocument/2006/relationships/customXml" Target="../ink/ink623.xml"/><Relationship Id="rId274" Type="http://schemas.openxmlformats.org/officeDocument/2006/relationships/customXml" Target="../ink/ink634.xml"/><Relationship Id="rId295" Type="http://schemas.openxmlformats.org/officeDocument/2006/relationships/image" Target="../media/image640.png"/><Relationship Id="rId309" Type="http://schemas.openxmlformats.org/officeDocument/2006/relationships/image" Target="../media/image647.png"/><Relationship Id="rId27" Type="http://schemas.openxmlformats.org/officeDocument/2006/relationships/customXml" Target="../ink/ink510.xml"/><Relationship Id="rId48" Type="http://schemas.openxmlformats.org/officeDocument/2006/relationships/image" Target="../media/image517.png"/><Relationship Id="rId69" Type="http://schemas.openxmlformats.org/officeDocument/2006/relationships/customXml" Target="../ink/ink531.xml"/><Relationship Id="rId113" Type="http://schemas.openxmlformats.org/officeDocument/2006/relationships/customXml" Target="../ink/ink553.xml"/><Relationship Id="rId134" Type="http://schemas.openxmlformats.org/officeDocument/2006/relationships/image" Target="../media/image560.png"/><Relationship Id="rId320" Type="http://schemas.openxmlformats.org/officeDocument/2006/relationships/image" Target="../media/image652.png"/><Relationship Id="rId80" Type="http://schemas.openxmlformats.org/officeDocument/2006/relationships/image" Target="../media/image533.png"/><Relationship Id="rId155" Type="http://schemas.openxmlformats.org/officeDocument/2006/relationships/customXml" Target="../ink/ink574.xml"/><Relationship Id="rId176" Type="http://schemas.openxmlformats.org/officeDocument/2006/relationships/image" Target="../media/image581.png"/><Relationship Id="rId197" Type="http://schemas.openxmlformats.org/officeDocument/2006/relationships/customXml" Target="../ink/ink595.xml"/><Relationship Id="rId341" Type="http://schemas.openxmlformats.org/officeDocument/2006/relationships/customXml" Target="../ink/ink668.xml"/><Relationship Id="rId362" Type="http://schemas.openxmlformats.org/officeDocument/2006/relationships/image" Target="../media/image673.png"/><Relationship Id="rId383" Type="http://schemas.openxmlformats.org/officeDocument/2006/relationships/customXml" Target="../ink/ink689.xml"/><Relationship Id="rId418" Type="http://schemas.openxmlformats.org/officeDocument/2006/relationships/image" Target="../media/image701.png"/><Relationship Id="rId201" Type="http://schemas.openxmlformats.org/officeDocument/2006/relationships/customXml" Target="../ink/ink597.xml"/><Relationship Id="rId222" Type="http://schemas.openxmlformats.org/officeDocument/2006/relationships/image" Target="../media/image604.png"/><Relationship Id="rId243" Type="http://schemas.openxmlformats.org/officeDocument/2006/relationships/customXml" Target="../ink/ink618.xml"/><Relationship Id="rId264" Type="http://schemas.openxmlformats.org/officeDocument/2006/relationships/customXml" Target="../ink/ink629.xml"/><Relationship Id="rId285" Type="http://schemas.openxmlformats.org/officeDocument/2006/relationships/image" Target="../media/image635.png"/><Relationship Id="rId17" Type="http://schemas.openxmlformats.org/officeDocument/2006/relationships/customXml" Target="../ink/ink505.xml"/><Relationship Id="rId38" Type="http://schemas.openxmlformats.org/officeDocument/2006/relationships/image" Target="../media/image512.png"/><Relationship Id="rId59" Type="http://schemas.openxmlformats.org/officeDocument/2006/relationships/customXml" Target="../ink/ink526.xml"/><Relationship Id="rId103" Type="http://schemas.openxmlformats.org/officeDocument/2006/relationships/customXml" Target="../ink/ink548.xml"/><Relationship Id="rId124" Type="http://schemas.openxmlformats.org/officeDocument/2006/relationships/image" Target="../media/image555.png"/><Relationship Id="rId310" Type="http://schemas.openxmlformats.org/officeDocument/2006/relationships/customXml" Target="../ink/ink652.xml"/><Relationship Id="rId70" Type="http://schemas.openxmlformats.org/officeDocument/2006/relationships/image" Target="../media/image528.png"/><Relationship Id="rId91" Type="http://schemas.openxmlformats.org/officeDocument/2006/relationships/customXml" Target="../ink/ink542.xml"/><Relationship Id="rId145" Type="http://schemas.openxmlformats.org/officeDocument/2006/relationships/customXml" Target="../ink/ink569.xml"/><Relationship Id="rId166" Type="http://schemas.openxmlformats.org/officeDocument/2006/relationships/image" Target="../media/image576.png"/><Relationship Id="rId187" Type="http://schemas.openxmlformats.org/officeDocument/2006/relationships/customXml" Target="../ink/ink590.xml"/><Relationship Id="rId331" Type="http://schemas.openxmlformats.org/officeDocument/2006/relationships/customXml" Target="../ink/ink663.xml"/><Relationship Id="rId352" Type="http://schemas.openxmlformats.org/officeDocument/2006/relationships/image" Target="../media/image668.png"/><Relationship Id="rId373" Type="http://schemas.openxmlformats.org/officeDocument/2006/relationships/customXml" Target="../ink/ink684.xml"/><Relationship Id="rId394" Type="http://schemas.openxmlformats.org/officeDocument/2006/relationships/image" Target="../media/image689.png"/><Relationship Id="rId408" Type="http://schemas.openxmlformats.org/officeDocument/2006/relationships/image" Target="../media/image696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99.png"/><Relationship Id="rId233" Type="http://schemas.openxmlformats.org/officeDocument/2006/relationships/customXml" Target="../ink/ink613.xml"/><Relationship Id="rId254" Type="http://schemas.openxmlformats.org/officeDocument/2006/relationships/image" Target="../media/image620.png"/><Relationship Id="rId28" Type="http://schemas.openxmlformats.org/officeDocument/2006/relationships/image" Target="../media/image507.png"/><Relationship Id="rId49" Type="http://schemas.openxmlformats.org/officeDocument/2006/relationships/customXml" Target="../ink/ink521.xml"/><Relationship Id="rId114" Type="http://schemas.openxmlformats.org/officeDocument/2006/relationships/image" Target="../media/image550.png"/><Relationship Id="rId275" Type="http://schemas.openxmlformats.org/officeDocument/2006/relationships/image" Target="../media/image630.png"/><Relationship Id="rId296" Type="http://schemas.openxmlformats.org/officeDocument/2006/relationships/customXml" Target="../ink/ink645.xml"/><Relationship Id="rId300" Type="http://schemas.openxmlformats.org/officeDocument/2006/relationships/customXml" Target="../ink/ink647.xml"/><Relationship Id="rId60" Type="http://schemas.openxmlformats.org/officeDocument/2006/relationships/image" Target="../media/image523.png"/><Relationship Id="rId81" Type="http://schemas.openxmlformats.org/officeDocument/2006/relationships/customXml" Target="../ink/ink537.xml"/><Relationship Id="rId135" Type="http://schemas.openxmlformats.org/officeDocument/2006/relationships/customXml" Target="../ink/ink564.xml"/><Relationship Id="rId156" Type="http://schemas.openxmlformats.org/officeDocument/2006/relationships/image" Target="../media/image571.png"/><Relationship Id="rId177" Type="http://schemas.openxmlformats.org/officeDocument/2006/relationships/customXml" Target="../ink/ink585.xml"/><Relationship Id="rId198" Type="http://schemas.openxmlformats.org/officeDocument/2006/relationships/image" Target="../media/image592.png"/><Relationship Id="rId321" Type="http://schemas.openxmlformats.org/officeDocument/2006/relationships/customXml" Target="../ink/ink658.xml"/><Relationship Id="rId342" Type="http://schemas.openxmlformats.org/officeDocument/2006/relationships/image" Target="../media/image663.png"/><Relationship Id="rId363" Type="http://schemas.openxmlformats.org/officeDocument/2006/relationships/customXml" Target="../ink/ink679.xml"/><Relationship Id="rId384" Type="http://schemas.openxmlformats.org/officeDocument/2006/relationships/image" Target="../media/image684.png"/><Relationship Id="rId419" Type="http://schemas.openxmlformats.org/officeDocument/2006/relationships/customXml" Target="../ink/ink707.xml"/><Relationship Id="rId202" Type="http://schemas.openxmlformats.org/officeDocument/2006/relationships/image" Target="../media/image594.png"/><Relationship Id="rId223" Type="http://schemas.openxmlformats.org/officeDocument/2006/relationships/customXml" Target="../ink/ink608.xml"/><Relationship Id="rId244" Type="http://schemas.openxmlformats.org/officeDocument/2006/relationships/image" Target="../media/image615.png"/><Relationship Id="rId18" Type="http://schemas.openxmlformats.org/officeDocument/2006/relationships/image" Target="../media/image502.png"/><Relationship Id="rId39" Type="http://schemas.openxmlformats.org/officeDocument/2006/relationships/customXml" Target="../ink/ink516.xml"/><Relationship Id="rId265" Type="http://schemas.openxmlformats.org/officeDocument/2006/relationships/image" Target="../media/image625.png"/><Relationship Id="rId286" Type="http://schemas.openxmlformats.org/officeDocument/2006/relationships/customXml" Target="../ink/ink640.xml"/><Relationship Id="rId50" Type="http://schemas.openxmlformats.org/officeDocument/2006/relationships/image" Target="../media/image518.png"/><Relationship Id="rId104" Type="http://schemas.openxmlformats.org/officeDocument/2006/relationships/image" Target="../media/image545.png"/><Relationship Id="rId125" Type="http://schemas.openxmlformats.org/officeDocument/2006/relationships/customXml" Target="../ink/ink559.xml"/><Relationship Id="rId146" Type="http://schemas.openxmlformats.org/officeDocument/2006/relationships/image" Target="../media/image566.png"/><Relationship Id="rId167" Type="http://schemas.openxmlformats.org/officeDocument/2006/relationships/customXml" Target="../ink/ink580.xml"/><Relationship Id="rId188" Type="http://schemas.openxmlformats.org/officeDocument/2006/relationships/image" Target="../media/image587.png"/><Relationship Id="rId311" Type="http://schemas.openxmlformats.org/officeDocument/2006/relationships/image" Target="../media/image648.png"/><Relationship Id="rId332" Type="http://schemas.openxmlformats.org/officeDocument/2006/relationships/image" Target="../media/image658.png"/><Relationship Id="rId353" Type="http://schemas.openxmlformats.org/officeDocument/2006/relationships/customXml" Target="../ink/ink674.xml"/><Relationship Id="rId374" Type="http://schemas.openxmlformats.org/officeDocument/2006/relationships/image" Target="../media/image679.png"/><Relationship Id="rId395" Type="http://schemas.openxmlformats.org/officeDocument/2006/relationships/customXml" Target="../ink/ink695.xml"/><Relationship Id="rId409" Type="http://schemas.openxmlformats.org/officeDocument/2006/relationships/customXml" Target="../ink/ink702.xml"/><Relationship Id="rId71" Type="http://schemas.openxmlformats.org/officeDocument/2006/relationships/customXml" Target="../ink/ink532.xml"/><Relationship Id="rId92" Type="http://schemas.openxmlformats.org/officeDocument/2006/relationships/image" Target="../media/image539.png"/><Relationship Id="rId213" Type="http://schemas.openxmlformats.org/officeDocument/2006/relationships/customXml" Target="../ink/ink603.xml"/><Relationship Id="rId234" Type="http://schemas.openxmlformats.org/officeDocument/2006/relationships/image" Target="../media/image610.png"/><Relationship Id="rId420" Type="http://schemas.openxmlformats.org/officeDocument/2006/relationships/image" Target="../media/image702.png"/><Relationship Id="rId2" Type="http://schemas.openxmlformats.org/officeDocument/2006/relationships/image" Target="../media/image10100.png"/><Relationship Id="rId29" Type="http://schemas.openxmlformats.org/officeDocument/2006/relationships/customXml" Target="../ink/ink511.xml"/><Relationship Id="rId255" Type="http://schemas.openxmlformats.org/officeDocument/2006/relationships/customXml" Target="../ink/ink624.xml"/><Relationship Id="rId276" Type="http://schemas.openxmlformats.org/officeDocument/2006/relationships/customXml" Target="../ink/ink635.xml"/><Relationship Id="rId297" Type="http://schemas.openxmlformats.org/officeDocument/2006/relationships/image" Target="../media/image641.png"/><Relationship Id="rId40" Type="http://schemas.openxmlformats.org/officeDocument/2006/relationships/image" Target="../media/image513.png"/><Relationship Id="rId115" Type="http://schemas.openxmlformats.org/officeDocument/2006/relationships/customXml" Target="../ink/ink554.xml"/><Relationship Id="rId136" Type="http://schemas.openxmlformats.org/officeDocument/2006/relationships/image" Target="../media/image561.png"/><Relationship Id="rId157" Type="http://schemas.openxmlformats.org/officeDocument/2006/relationships/customXml" Target="../ink/ink575.xml"/><Relationship Id="rId178" Type="http://schemas.openxmlformats.org/officeDocument/2006/relationships/image" Target="../media/image582.png"/><Relationship Id="rId301" Type="http://schemas.openxmlformats.org/officeDocument/2006/relationships/image" Target="../media/image643.png"/><Relationship Id="rId322" Type="http://schemas.openxmlformats.org/officeDocument/2006/relationships/image" Target="../media/image653.png"/><Relationship Id="rId343" Type="http://schemas.openxmlformats.org/officeDocument/2006/relationships/customXml" Target="../ink/ink669.xml"/><Relationship Id="rId364" Type="http://schemas.openxmlformats.org/officeDocument/2006/relationships/image" Target="../media/image674.png"/><Relationship Id="rId61" Type="http://schemas.openxmlformats.org/officeDocument/2006/relationships/customXml" Target="../ink/ink527.xml"/><Relationship Id="rId82" Type="http://schemas.openxmlformats.org/officeDocument/2006/relationships/image" Target="../media/image534.png"/><Relationship Id="rId199" Type="http://schemas.openxmlformats.org/officeDocument/2006/relationships/customXml" Target="../ink/ink596.xml"/><Relationship Id="rId203" Type="http://schemas.openxmlformats.org/officeDocument/2006/relationships/customXml" Target="../ink/ink598.xml"/><Relationship Id="rId385" Type="http://schemas.openxmlformats.org/officeDocument/2006/relationships/customXml" Target="../ink/ink690.xml"/><Relationship Id="rId19" Type="http://schemas.openxmlformats.org/officeDocument/2006/relationships/customXml" Target="../ink/ink506.xml"/><Relationship Id="rId224" Type="http://schemas.openxmlformats.org/officeDocument/2006/relationships/image" Target="../media/image605.png"/><Relationship Id="rId245" Type="http://schemas.openxmlformats.org/officeDocument/2006/relationships/customXml" Target="../ink/ink619.xml"/><Relationship Id="rId266" Type="http://schemas.openxmlformats.org/officeDocument/2006/relationships/customXml" Target="../ink/ink630.xml"/><Relationship Id="rId287" Type="http://schemas.openxmlformats.org/officeDocument/2006/relationships/image" Target="../media/image636.png"/><Relationship Id="rId410" Type="http://schemas.openxmlformats.org/officeDocument/2006/relationships/image" Target="../media/image697.png"/><Relationship Id="rId30" Type="http://schemas.openxmlformats.org/officeDocument/2006/relationships/image" Target="../media/image508.png"/><Relationship Id="rId105" Type="http://schemas.openxmlformats.org/officeDocument/2006/relationships/customXml" Target="../ink/ink549.xml"/><Relationship Id="rId126" Type="http://schemas.openxmlformats.org/officeDocument/2006/relationships/image" Target="../media/image556.png"/><Relationship Id="rId147" Type="http://schemas.openxmlformats.org/officeDocument/2006/relationships/customXml" Target="../ink/ink570.xml"/><Relationship Id="rId168" Type="http://schemas.openxmlformats.org/officeDocument/2006/relationships/image" Target="../media/image577.png"/><Relationship Id="rId312" Type="http://schemas.openxmlformats.org/officeDocument/2006/relationships/customXml" Target="../ink/ink653.xml"/><Relationship Id="rId333" Type="http://schemas.openxmlformats.org/officeDocument/2006/relationships/customXml" Target="../ink/ink664.xml"/><Relationship Id="rId354" Type="http://schemas.openxmlformats.org/officeDocument/2006/relationships/image" Target="../media/image669.png"/><Relationship Id="rId51" Type="http://schemas.openxmlformats.org/officeDocument/2006/relationships/customXml" Target="../ink/ink522.xml"/><Relationship Id="rId72" Type="http://schemas.openxmlformats.org/officeDocument/2006/relationships/image" Target="../media/image529.png"/><Relationship Id="rId93" Type="http://schemas.openxmlformats.org/officeDocument/2006/relationships/customXml" Target="../ink/ink543.xml"/><Relationship Id="rId189" Type="http://schemas.openxmlformats.org/officeDocument/2006/relationships/customXml" Target="../ink/ink591.xml"/><Relationship Id="rId375" Type="http://schemas.openxmlformats.org/officeDocument/2006/relationships/customXml" Target="../ink/ink685.xml"/><Relationship Id="rId396" Type="http://schemas.openxmlformats.org/officeDocument/2006/relationships/image" Target="../media/image690.png"/><Relationship Id="rId3" Type="http://schemas.openxmlformats.org/officeDocument/2006/relationships/customXml" Target="../ink/ink498.xml"/><Relationship Id="rId214" Type="http://schemas.openxmlformats.org/officeDocument/2006/relationships/image" Target="../media/image600.png"/><Relationship Id="rId235" Type="http://schemas.openxmlformats.org/officeDocument/2006/relationships/customXml" Target="../ink/ink614.xml"/><Relationship Id="rId256" Type="http://schemas.openxmlformats.org/officeDocument/2006/relationships/image" Target="../media/image621.png"/><Relationship Id="rId277" Type="http://schemas.openxmlformats.org/officeDocument/2006/relationships/image" Target="../media/image631.png"/><Relationship Id="rId298" Type="http://schemas.openxmlformats.org/officeDocument/2006/relationships/customXml" Target="../ink/ink646.xml"/><Relationship Id="rId400" Type="http://schemas.openxmlformats.org/officeDocument/2006/relationships/image" Target="../media/image692.png"/><Relationship Id="rId421" Type="http://schemas.openxmlformats.org/officeDocument/2006/relationships/customXml" Target="../ink/ink708.xml"/><Relationship Id="rId116" Type="http://schemas.openxmlformats.org/officeDocument/2006/relationships/image" Target="../media/image551.png"/><Relationship Id="rId137" Type="http://schemas.openxmlformats.org/officeDocument/2006/relationships/customXml" Target="../ink/ink565.xml"/><Relationship Id="rId158" Type="http://schemas.openxmlformats.org/officeDocument/2006/relationships/image" Target="../media/image572.png"/><Relationship Id="rId302" Type="http://schemas.openxmlformats.org/officeDocument/2006/relationships/customXml" Target="../ink/ink648.xml"/><Relationship Id="rId323" Type="http://schemas.openxmlformats.org/officeDocument/2006/relationships/customXml" Target="../ink/ink659.xml"/><Relationship Id="rId344" Type="http://schemas.openxmlformats.org/officeDocument/2006/relationships/image" Target="../media/image664.png"/><Relationship Id="rId20" Type="http://schemas.openxmlformats.org/officeDocument/2006/relationships/image" Target="../media/image503.png"/><Relationship Id="rId41" Type="http://schemas.openxmlformats.org/officeDocument/2006/relationships/customXml" Target="../ink/ink517.xml"/><Relationship Id="rId62" Type="http://schemas.openxmlformats.org/officeDocument/2006/relationships/image" Target="../media/image524.png"/><Relationship Id="rId83" Type="http://schemas.openxmlformats.org/officeDocument/2006/relationships/customXml" Target="../ink/ink538.xml"/><Relationship Id="rId179" Type="http://schemas.openxmlformats.org/officeDocument/2006/relationships/customXml" Target="../ink/ink586.xml"/><Relationship Id="rId365" Type="http://schemas.openxmlformats.org/officeDocument/2006/relationships/customXml" Target="../ink/ink680.xml"/><Relationship Id="rId386" Type="http://schemas.openxmlformats.org/officeDocument/2006/relationships/image" Target="../media/image685.png"/><Relationship Id="rId190" Type="http://schemas.openxmlformats.org/officeDocument/2006/relationships/image" Target="../media/image588.png"/><Relationship Id="rId204" Type="http://schemas.openxmlformats.org/officeDocument/2006/relationships/image" Target="../media/image595.png"/><Relationship Id="rId225" Type="http://schemas.openxmlformats.org/officeDocument/2006/relationships/customXml" Target="../ink/ink609.xml"/><Relationship Id="rId246" Type="http://schemas.openxmlformats.org/officeDocument/2006/relationships/image" Target="../media/image616.png"/><Relationship Id="rId267" Type="http://schemas.openxmlformats.org/officeDocument/2006/relationships/image" Target="../media/image626.png"/><Relationship Id="rId288" Type="http://schemas.openxmlformats.org/officeDocument/2006/relationships/customXml" Target="../ink/ink641.xml"/><Relationship Id="rId411" Type="http://schemas.openxmlformats.org/officeDocument/2006/relationships/customXml" Target="../ink/ink703.xml"/><Relationship Id="rId106" Type="http://schemas.openxmlformats.org/officeDocument/2006/relationships/image" Target="../media/image546.png"/><Relationship Id="rId127" Type="http://schemas.openxmlformats.org/officeDocument/2006/relationships/customXml" Target="../ink/ink560.xml"/><Relationship Id="rId313" Type="http://schemas.openxmlformats.org/officeDocument/2006/relationships/image" Target="../media/image649.png"/><Relationship Id="rId10" Type="http://schemas.openxmlformats.org/officeDocument/2006/relationships/image" Target="../media/image498.png"/><Relationship Id="rId31" Type="http://schemas.openxmlformats.org/officeDocument/2006/relationships/customXml" Target="../ink/ink512.xml"/><Relationship Id="rId52" Type="http://schemas.openxmlformats.org/officeDocument/2006/relationships/image" Target="../media/image519.png"/><Relationship Id="rId73" Type="http://schemas.openxmlformats.org/officeDocument/2006/relationships/customXml" Target="../ink/ink533.xml"/><Relationship Id="rId94" Type="http://schemas.openxmlformats.org/officeDocument/2006/relationships/image" Target="../media/image540.png"/><Relationship Id="rId148" Type="http://schemas.openxmlformats.org/officeDocument/2006/relationships/image" Target="../media/image567.png"/><Relationship Id="rId169" Type="http://schemas.openxmlformats.org/officeDocument/2006/relationships/customXml" Target="../ink/ink581.xml"/><Relationship Id="rId334" Type="http://schemas.openxmlformats.org/officeDocument/2006/relationships/image" Target="../media/image659.png"/><Relationship Id="rId355" Type="http://schemas.openxmlformats.org/officeDocument/2006/relationships/customXml" Target="../ink/ink675.xml"/><Relationship Id="rId376" Type="http://schemas.openxmlformats.org/officeDocument/2006/relationships/image" Target="../media/image680.png"/><Relationship Id="rId397" Type="http://schemas.openxmlformats.org/officeDocument/2006/relationships/customXml" Target="../ink/ink696.xml"/><Relationship Id="rId4" Type="http://schemas.openxmlformats.org/officeDocument/2006/relationships/image" Target="../media/image495.png"/><Relationship Id="rId180" Type="http://schemas.openxmlformats.org/officeDocument/2006/relationships/image" Target="../media/image583.png"/><Relationship Id="rId215" Type="http://schemas.openxmlformats.org/officeDocument/2006/relationships/customXml" Target="../ink/ink604.xml"/><Relationship Id="rId236" Type="http://schemas.openxmlformats.org/officeDocument/2006/relationships/image" Target="../media/image611.png"/><Relationship Id="rId257" Type="http://schemas.openxmlformats.org/officeDocument/2006/relationships/customXml" Target="../ink/ink625.xml"/><Relationship Id="rId278" Type="http://schemas.openxmlformats.org/officeDocument/2006/relationships/customXml" Target="../ink/ink636.xml"/><Relationship Id="rId401" Type="http://schemas.openxmlformats.org/officeDocument/2006/relationships/customXml" Target="../ink/ink698.xml"/><Relationship Id="rId422" Type="http://schemas.openxmlformats.org/officeDocument/2006/relationships/image" Target="../media/image703.png"/><Relationship Id="rId303" Type="http://schemas.openxmlformats.org/officeDocument/2006/relationships/image" Target="../media/image644.png"/><Relationship Id="rId42" Type="http://schemas.openxmlformats.org/officeDocument/2006/relationships/image" Target="../media/image514.png"/><Relationship Id="rId84" Type="http://schemas.openxmlformats.org/officeDocument/2006/relationships/image" Target="../media/image535.png"/><Relationship Id="rId138" Type="http://schemas.openxmlformats.org/officeDocument/2006/relationships/image" Target="../media/image562.png"/><Relationship Id="rId345" Type="http://schemas.openxmlformats.org/officeDocument/2006/relationships/customXml" Target="../ink/ink670.xml"/><Relationship Id="rId387" Type="http://schemas.openxmlformats.org/officeDocument/2006/relationships/customXml" Target="../ink/ink691.xml"/><Relationship Id="rId191" Type="http://schemas.openxmlformats.org/officeDocument/2006/relationships/customXml" Target="../ink/ink592.xml"/><Relationship Id="rId205" Type="http://schemas.openxmlformats.org/officeDocument/2006/relationships/customXml" Target="../ink/ink599.xml"/><Relationship Id="rId247" Type="http://schemas.openxmlformats.org/officeDocument/2006/relationships/customXml" Target="../ink/ink620.xml"/><Relationship Id="rId412" Type="http://schemas.openxmlformats.org/officeDocument/2006/relationships/image" Target="../media/image698.png"/><Relationship Id="rId107" Type="http://schemas.openxmlformats.org/officeDocument/2006/relationships/customXml" Target="../ink/ink550.xml"/><Relationship Id="rId289" Type="http://schemas.openxmlformats.org/officeDocument/2006/relationships/image" Target="../media/image637.png"/><Relationship Id="rId11" Type="http://schemas.openxmlformats.org/officeDocument/2006/relationships/customXml" Target="../ink/ink502.xml"/><Relationship Id="rId53" Type="http://schemas.openxmlformats.org/officeDocument/2006/relationships/customXml" Target="../ink/ink523.xml"/><Relationship Id="rId149" Type="http://schemas.openxmlformats.org/officeDocument/2006/relationships/customXml" Target="../ink/ink571.xml"/><Relationship Id="rId314" Type="http://schemas.openxmlformats.org/officeDocument/2006/relationships/customXml" Target="../ink/ink654.xml"/><Relationship Id="rId356" Type="http://schemas.openxmlformats.org/officeDocument/2006/relationships/image" Target="../media/image670.png"/><Relationship Id="rId398" Type="http://schemas.openxmlformats.org/officeDocument/2006/relationships/image" Target="../media/image691.png"/><Relationship Id="rId95" Type="http://schemas.openxmlformats.org/officeDocument/2006/relationships/customXml" Target="../ink/ink544.xml"/><Relationship Id="rId160" Type="http://schemas.openxmlformats.org/officeDocument/2006/relationships/image" Target="../media/image573.png"/><Relationship Id="rId216" Type="http://schemas.openxmlformats.org/officeDocument/2006/relationships/image" Target="../media/image601.png"/><Relationship Id="rId423" Type="http://schemas.openxmlformats.org/officeDocument/2006/relationships/customXml" Target="../ink/ink709.xml"/><Relationship Id="rId258" Type="http://schemas.openxmlformats.org/officeDocument/2006/relationships/image" Target="../media/image622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16.png"/><Relationship Id="rId117" Type="http://schemas.openxmlformats.org/officeDocument/2006/relationships/image" Target="../media/image760.png"/><Relationship Id="rId21" Type="http://schemas.openxmlformats.org/officeDocument/2006/relationships/customXml" Target="../ink/ink719.xml"/><Relationship Id="rId42" Type="http://schemas.openxmlformats.org/officeDocument/2006/relationships/image" Target="../media/image724.png"/><Relationship Id="rId47" Type="http://schemas.openxmlformats.org/officeDocument/2006/relationships/customXml" Target="../ink/ink732.xml"/><Relationship Id="rId63" Type="http://schemas.openxmlformats.org/officeDocument/2006/relationships/customXml" Target="../ink/ink740.xml"/><Relationship Id="rId68" Type="http://schemas.openxmlformats.org/officeDocument/2006/relationships/image" Target="../media/image736.png"/><Relationship Id="rId84" Type="http://schemas.openxmlformats.org/officeDocument/2006/relationships/image" Target="../media/image744.png"/><Relationship Id="rId89" Type="http://schemas.openxmlformats.org/officeDocument/2006/relationships/customXml" Target="../ink/ink753.xml"/><Relationship Id="rId112" Type="http://schemas.openxmlformats.org/officeDocument/2006/relationships/customXml" Target="../ink/ink765.xml"/><Relationship Id="rId133" Type="http://schemas.openxmlformats.org/officeDocument/2006/relationships/image" Target="../media/image768.png"/><Relationship Id="rId138" Type="http://schemas.openxmlformats.org/officeDocument/2006/relationships/customXml" Target="../ink/ink778.xml"/><Relationship Id="rId154" Type="http://schemas.openxmlformats.org/officeDocument/2006/relationships/customXml" Target="../ink/ink786.xml"/><Relationship Id="rId159" Type="http://schemas.openxmlformats.org/officeDocument/2006/relationships/customXml" Target="../ink/ink789.xml"/><Relationship Id="rId175" Type="http://schemas.openxmlformats.org/officeDocument/2006/relationships/customXml" Target="../ink/ink797.xml"/><Relationship Id="rId170" Type="http://schemas.openxmlformats.org/officeDocument/2006/relationships/image" Target="../media/image786.png"/><Relationship Id="rId16" Type="http://schemas.openxmlformats.org/officeDocument/2006/relationships/image" Target="../media/image711.png"/><Relationship Id="rId107" Type="http://schemas.openxmlformats.org/officeDocument/2006/relationships/customXml" Target="../ink/ink762.xml"/><Relationship Id="rId11" Type="http://schemas.openxmlformats.org/officeDocument/2006/relationships/customXml" Target="../ink/ink714.xml"/><Relationship Id="rId32" Type="http://schemas.openxmlformats.org/officeDocument/2006/relationships/image" Target="../media/image719.png"/><Relationship Id="rId37" Type="http://schemas.openxmlformats.org/officeDocument/2006/relationships/customXml" Target="../ink/ink727.xml"/><Relationship Id="rId53" Type="http://schemas.openxmlformats.org/officeDocument/2006/relationships/customXml" Target="../ink/ink735.xml"/><Relationship Id="rId58" Type="http://schemas.openxmlformats.org/officeDocument/2006/relationships/image" Target="../media/image732.png"/><Relationship Id="rId74" Type="http://schemas.openxmlformats.org/officeDocument/2006/relationships/image" Target="../media/image739.png"/><Relationship Id="rId79" Type="http://schemas.openxmlformats.org/officeDocument/2006/relationships/customXml" Target="../ink/ink748.xml"/><Relationship Id="rId102" Type="http://schemas.openxmlformats.org/officeDocument/2006/relationships/image" Target="../media/image753.png"/><Relationship Id="rId123" Type="http://schemas.openxmlformats.org/officeDocument/2006/relationships/image" Target="../media/image763.png"/><Relationship Id="rId128" Type="http://schemas.openxmlformats.org/officeDocument/2006/relationships/customXml" Target="../ink/ink773.xml"/><Relationship Id="rId144" Type="http://schemas.openxmlformats.org/officeDocument/2006/relationships/customXml" Target="../ink/ink781.xml"/><Relationship Id="rId149" Type="http://schemas.openxmlformats.org/officeDocument/2006/relationships/image" Target="../media/image776.png"/><Relationship Id="rId5" Type="http://schemas.openxmlformats.org/officeDocument/2006/relationships/customXml" Target="../ink/ink711.xml"/><Relationship Id="rId90" Type="http://schemas.openxmlformats.org/officeDocument/2006/relationships/image" Target="../media/image747.png"/><Relationship Id="rId95" Type="http://schemas.openxmlformats.org/officeDocument/2006/relationships/customXml" Target="../ink/ink756.xml"/><Relationship Id="rId160" Type="http://schemas.openxmlformats.org/officeDocument/2006/relationships/image" Target="../media/image781.png"/><Relationship Id="rId165" Type="http://schemas.openxmlformats.org/officeDocument/2006/relationships/customXml" Target="../ink/ink792.xml"/><Relationship Id="rId22" Type="http://schemas.openxmlformats.org/officeDocument/2006/relationships/image" Target="../media/image714.png"/><Relationship Id="rId27" Type="http://schemas.openxmlformats.org/officeDocument/2006/relationships/customXml" Target="../ink/ink722.xml"/><Relationship Id="rId43" Type="http://schemas.openxmlformats.org/officeDocument/2006/relationships/customXml" Target="../ink/ink730.xml"/><Relationship Id="rId48" Type="http://schemas.openxmlformats.org/officeDocument/2006/relationships/image" Target="../media/image727.png"/><Relationship Id="rId64" Type="http://schemas.openxmlformats.org/officeDocument/2006/relationships/image" Target="../media/image604.png"/><Relationship Id="rId69" Type="http://schemas.openxmlformats.org/officeDocument/2006/relationships/customXml" Target="../ink/ink743.xml"/><Relationship Id="rId113" Type="http://schemas.openxmlformats.org/officeDocument/2006/relationships/image" Target="../media/image758.png"/><Relationship Id="rId118" Type="http://schemas.openxmlformats.org/officeDocument/2006/relationships/customXml" Target="../ink/ink768.xml"/><Relationship Id="rId134" Type="http://schemas.openxmlformats.org/officeDocument/2006/relationships/customXml" Target="../ink/ink776.xml"/><Relationship Id="rId139" Type="http://schemas.openxmlformats.org/officeDocument/2006/relationships/image" Target="../media/image771.png"/><Relationship Id="rId80" Type="http://schemas.openxmlformats.org/officeDocument/2006/relationships/image" Target="../media/image742.png"/><Relationship Id="rId85" Type="http://schemas.openxmlformats.org/officeDocument/2006/relationships/customXml" Target="../ink/ink751.xml"/><Relationship Id="rId150" Type="http://schemas.openxmlformats.org/officeDocument/2006/relationships/customXml" Target="../ink/ink784.xml"/><Relationship Id="rId155" Type="http://schemas.openxmlformats.org/officeDocument/2006/relationships/image" Target="../media/image779.png"/><Relationship Id="rId171" Type="http://schemas.openxmlformats.org/officeDocument/2006/relationships/customXml" Target="../ink/ink795.xml"/><Relationship Id="rId176" Type="http://schemas.openxmlformats.org/officeDocument/2006/relationships/image" Target="../media/image789.png"/><Relationship Id="rId12" Type="http://schemas.openxmlformats.org/officeDocument/2006/relationships/image" Target="../media/image709.png"/><Relationship Id="rId17" Type="http://schemas.openxmlformats.org/officeDocument/2006/relationships/customXml" Target="../ink/ink717.xml"/><Relationship Id="rId33" Type="http://schemas.openxmlformats.org/officeDocument/2006/relationships/customXml" Target="../ink/ink725.xml"/><Relationship Id="rId38" Type="http://schemas.openxmlformats.org/officeDocument/2006/relationships/image" Target="../media/image722.png"/><Relationship Id="rId59" Type="http://schemas.openxmlformats.org/officeDocument/2006/relationships/customXml" Target="../ink/ink738.xml"/><Relationship Id="rId103" Type="http://schemas.openxmlformats.org/officeDocument/2006/relationships/customXml" Target="../ink/ink760.xml"/><Relationship Id="rId108" Type="http://schemas.openxmlformats.org/officeDocument/2006/relationships/image" Target="../media/image756.png"/><Relationship Id="rId124" Type="http://schemas.openxmlformats.org/officeDocument/2006/relationships/customXml" Target="../ink/ink771.xml"/><Relationship Id="rId129" Type="http://schemas.openxmlformats.org/officeDocument/2006/relationships/image" Target="../media/image766.png"/><Relationship Id="rId54" Type="http://schemas.openxmlformats.org/officeDocument/2006/relationships/image" Target="../media/image730.png"/><Relationship Id="rId70" Type="http://schemas.openxmlformats.org/officeDocument/2006/relationships/image" Target="../media/image737.png"/><Relationship Id="rId75" Type="http://schemas.openxmlformats.org/officeDocument/2006/relationships/customXml" Target="../ink/ink746.xml"/><Relationship Id="rId91" Type="http://schemas.openxmlformats.org/officeDocument/2006/relationships/customXml" Target="../ink/ink754.xml"/><Relationship Id="rId96" Type="http://schemas.openxmlformats.org/officeDocument/2006/relationships/image" Target="../media/image750.png"/><Relationship Id="rId140" Type="http://schemas.openxmlformats.org/officeDocument/2006/relationships/customXml" Target="../ink/ink779.xml"/><Relationship Id="rId145" Type="http://schemas.openxmlformats.org/officeDocument/2006/relationships/image" Target="../media/image774.png"/><Relationship Id="rId161" Type="http://schemas.openxmlformats.org/officeDocument/2006/relationships/customXml" Target="../ink/ink790.xml"/><Relationship Id="rId166" Type="http://schemas.openxmlformats.org/officeDocument/2006/relationships/image" Target="../media/image7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6.png"/><Relationship Id="rId23" Type="http://schemas.openxmlformats.org/officeDocument/2006/relationships/customXml" Target="../ink/ink720.xml"/><Relationship Id="rId28" Type="http://schemas.openxmlformats.org/officeDocument/2006/relationships/image" Target="../media/image717.png"/><Relationship Id="rId49" Type="http://schemas.openxmlformats.org/officeDocument/2006/relationships/customXml" Target="../ink/ink733.xml"/><Relationship Id="rId114" Type="http://schemas.openxmlformats.org/officeDocument/2006/relationships/customXml" Target="../ink/ink766.xml"/><Relationship Id="rId119" Type="http://schemas.openxmlformats.org/officeDocument/2006/relationships/image" Target="../media/image761.png"/><Relationship Id="rId10" Type="http://schemas.openxmlformats.org/officeDocument/2006/relationships/image" Target="../media/image708.png"/><Relationship Id="rId31" Type="http://schemas.openxmlformats.org/officeDocument/2006/relationships/customXml" Target="../ink/ink724.xml"/><Relationship Id="rId44" Type="http://schemas.openxmlformats.org/officeDocument/2006/relationships/image" Target="../media/image725.png"/><Relationship Id="rId52" Type="http://schemas.openxmlformats.org/officeDocument/2006/relationships/image" Target="../media/image729.png"/><Relationship Id="rId60" Type="http://schemas.openxmlformats.org/officeDocument/2006/relationships/image" Target="../media/image733.png"/><Relationship Id="rId65" Type="http://schemas.openxmlformats.org/officeDocument/2006/relationships/customXml" Target="../ink/ink741.xml"/><Relationship Id="rId73" Type="http://schemas.openxmlformats.org/officeDocument/2006/relationships/customXml" Target="../ink/ink745.xml"/><Relationship Id="rId78" Type="http://schemas.openxmlformats.org/officeDocument/2006/relationships/image" Target="../media/image741.png"/><Relationship Id="rId81" Type="http://schemas.openxmlformats.org/officeDocument/2006/relationships/customXml" Target="../ink/ink749.xml"/><Relationship Id="rId86" Type="http://schemas.openxmlformats.org/officeDocument/2006/relationships/image" Target="../media/image745.png"/><Relationship Id="rId94" Type="http://schemas.openxmlformats.org/officeDocument/2006/relationships/image" Target="../media/image749.png"/><Relationship Id="rId99" Type="http://schemas.openxmlformats.org/officeDocument/2006/relationships/customXml" Target="../ink/ink758.xml"/><Relationship Id="rId101" Type="http://schemas.openxmlformats.org/officeDocument/2006/relationships/customXml" Target="../ink/ink759.xml"/><Relationship Id="rId122" Type="http://schemas.openxmlformats.org/officeDocument/2006/relationships/customXml" Target="../ink/ink770.xml"/><Relationship Id="rId130" Type="http://schemas.openxmlformats.org/officeDocument/2006/relationships/customXml" Target="../ink/ink774.xml"/><Relationship Id="rId135" Type="http://schemas.openxmlformats.org/officeDocument/2006/relationships/image" Target="../media/image769.png"/><Relationship Id="rId143" Type="http://schemas.openxmlformats.org/officeDocument/2006/relationships/image" Target="../media/image773.png"/><Relationship Id="rId148" Type="http://schemas.openxmlformats.org/officeDocument/2006/relationships/customXml" Target="../ink/ink783.xml"/><Relationship Id="rId151" Type="http://schemas.openxmlformats.org/officeDocument/2006/relationships/image" Target="../media/image777.png"/><Relationship Id="rId156" Type="http://schemas.openxmlformats.org/officeDocument/2006/relationships/customXml" Target="../ink/ink787.xml"/><Relationship Id="rId164" Type="http://schemas.openxmlformats.org/officeDocument/2006/relationships/image" Target="../media/image783.png"/><Relationship Id="rId169" Type="http://schemas.openxmlformats.org/officeDocument/2006/relationships/customXml" Target="../ink/ink794.xml"/><Relationship Id="rId4" Type="http://schemas.openxmlformats.org/officeDocument/2006/relationships/image" Target="../media/image705.png"/><Relationship Id="rId9" Type="http://schemas.openxmlformats.org/officeDocument/2006/relationships/customXml" Target="../ink/ink713.xml"/><Relationship Id="rId172" Type="http://schemas.openxmlformats.org/officeDocument/2006/relationships/image" Target="../media/image787.png"/><Relationship Id="rId13" Type="http://schemas.openxmlformats.org/officeDocument/2006/relationships/customXml" Target="../ink/ink715.xml"/><Relationship Id="rId18" Type="http://schemas.openxmlformats.org/officeDocument/2006/relationships/image" Target="../media/image712.png"/><Relationship Id="rId39" Type="http://schemas.openxmlformats.org/officeDocument/2006/relationships/customXml" Target="../ink/ink728.xml"/><Relationship Id="rId109" Type="http://schemas.openxmlformats.org/officeDocument/2006/relationships/customXml" Target="../ink/ink763.xml"/><Relationship Id="rId34" Type="http://schemas.openxmlformats.org/officeDocument/2006/relationships/image" Target="../media/image720.png"/><Relationship Id="rId50" Type="http://schemas.openxmlformats.org/officeDocument/2006/relationships/image" Target="../media/image728.png"/><Relationship Id="rId55" Type="http://schemas.openxmlformats.org/officeDocument/2006/relationships/customXml" Target="../ink/ink736.xml"/><Relationship Id="rId76" Type="http://schemas.openxmlformats.org/officeDocument/2006/relationships/image" Target="../media/image740.png"/><Relationship Id="rId97" Type="http://schemas.openxmlformats.org/officeDocument/2006/relationships/customXml" Target="../ink/ink757.xml"/><Relationship Id="rId104" Type="http://schemas.openxmlformats.org/officeDocument/2006/relationships/image" Target="../media/image754.png"/><Relationship Id="rId120" Type="http://schemas.openxmlformats.org/officeDocument/2006/relationships/customXml" Target="../ink/ink769.xml"/><Relationship Id="rId125" Type="http://schemas.openxmlformats.org/officeDocument/2006/relationships/image" Target="../media/image764.png"/><Relationship Id="rId141" Type="http://schemas.openxmlformats.org/officeDocument/2006/relationships/image" Target="../media/image772.png"/><Relationship Id="rId146" Type="http://schemas.openxmlformats.org/officeDocument/2006/relationships/customXml" Target="../ink/ink782.xml"/><Relationship Id="rId167" Type="http://schemas.openxmlformats.org/officeDocument/2006/relationships/customXml" Target="../ink/ink793.xml"/><Relationship Id="rId7" Type="http://schemas.openxmlformats.org/officeDocument/2006/relationships/customXml" Target="../ink/ink712.xml"/><Relationship Id="rId71" Type="http://schemas.openxmlformats.org/officeDocument/2006/relationships/customXml" Target="../ink/ink744.xml"/><Relationship Id="rId92" Type="http://schemas.openxmlformats.org/officeDocument/2006/relationships/image" Target="../media/image748.png"/><Relationship Id="rId162" Type="http://schemas.openxmlformats.org/officeDocument/2006/relationships/image" Target="../media/image782.png"/><Relationship Id="rId2" Type="http://schemas.openxmlformats.org/officeDocument/2006/relationships/image" Target="../media/image11100.png"/><Relationship Id="rId29" Type="http://schemas.openxmlformats.org/officeDocument/2006/relationships/customXml" Target="../ink/ink723.xml"/><Relationship Id="rId24" Type="http://schemas.openxmlformats.org/officeDocument/2006/relationships/image" Target="../media/image715.png"/><Relationship Id="rId40" Type="http://schemas.openxmlformats.org/officeDocument/2006/relationships/image" Target="../media/image723.png"/><Relationship Id="rId45" Type="http://schemas.openxmlformats.org/officeDocument/2006/relationships/customXml" Target="../ink/ink731.xml"/><Relationship Id="rId66" Type="http://schemas.openxmlformats.org/officeDocument/2006/relationships/image" Target="../media/image735.png"/><Relationship Id="rId87" Type="http://schemas.openxmlformats.org/officeDocument/2006/relationships/customXml" Target="../ink/ink752.xml"/><Relationship Id="rId110" Type="http://schemas.openxmlformats.org/officeDocument/2006/relationships/image" Target="../media/image757.png"/><Relationship Id="rId115" Type="http://schemas.openxmlformats.org/officeDocument/2006/relationships/image" Target="../media/image759.png"/><Relationship Id="rId131" Type="http://schemas.openxmlformats.org/officeDocument/2006/relationships/image" Target="../media/image767.png"/><Relationship Id="rId136" Type="http://schemas.openxmlformats.org/officeDocument/2006/relationships/customXml" Target="../ink/ink777.xml"/><Relationship Id="rId157" Type="http://schemas.openxmlformats.org/officeDocument/2006/relationships/image" Target="../media/image780.png"/><Relationship Id="rId61" Type="http://schemas.openxmlformats.org/officeDocument/2006/relationships/customXml" Target="../ink/ink739.xml"/><Relationship Id="rId82" Type="http://schemas.openxmlformats.org/officeDocument/2006/relationships/image" Target="../media/image743.png"/><Relationship Id="rId152" Type="http://schemas.openxmlformats.org/officeDocument/2006/relationships/customXml" Target="../ink/ink785.xml"/><Relationship Id="rId173" Type="http://schemas.openxmlformats.org/officeDocument/2006/relationships/customXml" Target="../ink/ink796.xml"/><Relationship Id="rId19" Type="http://schemas.openxmlformats.org/officeDocument/2006/relationships/customXml" Target="../ink/ink718.xml"/><Relationship Id="rId14" Type="http://schemas.openxmlformats.org/officeDocument/2006/relationships/image" Target="../media/image710.png"/><Relationship Id="rId30" Type="http://schemas.openxmlformats.org/officeDocument/2006/relationships/image" Target="../media/image718.png"/><Relationship Id="rId35" Type="http://schemas.openxmlformats.org/officeDocument/2006/relationships/customXml" Target="../ink/ink726.xml"/><Relationship Id="rId56" Type="http://schemas.openxmlformats.org/officeDocument/2006/relationships/image" Target="../media/image731.png"/><Relationship Id="rId77" Type="http://schemas.openxmlformats.org/officeDocument/2006/relationships/customXml" Target="../ink/ink747.xml"/><Relationship Id="rId100" Type="http://schemas.openxmlformats.org/officeDocument/2006/relationships/image" Target="../media/image752.png"/><Relationship Id="rId105" Type="http://schemas.openxmlformats.org/officeDocument/2006/relationships/customXml" Target="../ink/ink761.xml"/><Relationship Id="rId126" Type="http://schemas.openxmlformats.org/officeDocument/2006/relationships/customXml" Target="../ink/ink772.xml"/><Relationship Id="rId147" Type="http://schemas.openxmlformats.org/officeDocument/2006/relationships/image" Target="../media/image775.png"/><Relationship Id="rId168" Type="http://schemas.openxmlformats.org/officeDocument/2006/relationships/image" Target="../media/image785.png"/><Relationship Id="rId8" Type="http://schemas.openxmlformats.org/officeDocument/2006/relationships/image" Target="../media/image707.png"/><Relationship Id="rId51" Type="http://schemas.openxmlformats.org/officeDocument/2006/relationships/customXml" Target="../ink/ink734.xml"/><Relationship Id="rId72" Type="http://schemas.openxmlformats.org/officeDocument/2006/relationships/image" Target="../media/image738.png"/><Relationship Id="rId93" Type="http://schemas.openxmlformats.org/officeDocument/2006/relationships/customXml" Target="../ink/ink755.xml"/><Relationship Id="rId98" Type="http://schemas.openxmlformats.org/officeDocument/2006/relationships/image" Target="../media/image751.png"/><Relationship Id="rId121" Type="http://schemas.openxmlformats.org/officeDocument/2006/relationships/image" Target="../media/image762.png"/><Relationship Id="rId142" Type="http://schemas.openxmlformats.org/officeDocument/2006/relationships/customXml" Target="../ink/ink780.xml"/><Relationship Id="rId163" Type="http://schemas.openxmlformats.org/officeDocument/2006/relationships/customXml" Target="../ink/ink791.xml"/><Relationship Id="rId3" Type="http://schemas.openxmlformats.org/officeDocument/2006/relationships/customXml" Target="../ink/ink710.xml"/><Relationship Id="rId25" Type="http://schemas.openxmlformats.org/officeDocument/2006/relationships/customXml" Target="../ink/ink721.xml"/><Relationship Id="rId46" Type="http://schemas.openxmlformats.org/officeDocument/2006/relationships/image" Target="../media/image726.png"/><Relationship Id="rId67" Type="http://schemas.openxmlformats.org/officeDocument/2006/relationships/customXml" Target="../ink/ink742.xml"/><Relationship Id="rId116" Type="http://schemas.openxmlformats.org/officeDocument/2006/relationships/customXml" Target="../ink/ink767.xml"/><Relationship Id="rId137" Type="http://schemas.openxmlformats.org/officeDocument/2006/relationships/image" Target="../media/image770.png"/><Relationship Id="rId158" Type="http://schemas.openxmlformats.org/officeDocument/2006/relationships/customXml" Target="../ink/ink788.xml"/><Relationship Id="rId20" Type="http://schemas.openxmlformats.org/officeDocument/2006/relationships/image" Target="../media/image713.png"/><Relationship Id="rId41" Type="http://schemas.openxmlformats.org/officeDocument/2006/relationships/customXml" Target="../ink/ink729.xml"/><Relationship Id="rId62" Type="http://schemas.openxmlformats.org/officeDocument/2006/relationships/image" Target="../media/image734.png"/><Relationship Id="rId83" Type="http://schemas.openxmlformats.org/officeDocument/2006/relationships/customXml" Target="../ink/ink750.xml"/><Relationship Id="rId88" Type="http://schemas.openxmlformats.org/officeDocument/2006/relationships/image" Target="../media/image746.png"/><Relationship Id="rId111" Type="http://schemas.openxmlformats.org/officeDocument/2006/relationships/customXml" Target="../ink/ink764.xml"/><Relationship Id="rId132" Type="http://schemas.openxmlformats.org/officeDocument/2006/relationships/customXml" Target="../ink/ink775.xml"/><Relationship Id="rId153" Type="http://schemas.openxmlformats.org/officeDocument/2006/relationships/image" Target="../media/image778.png"/><Relationship Id="rId174" Type="http://schemas.openxmlformats.org/officeDocument/2006/relationships/image" Target="../media/image788.png"/><Relationship Id="rId15" Type="http://schemas.openxmlformats.org/officeDocument/2006/relationships/customXml" Target="../ink/ink716.xml"/><Relationship Id="rId36" Type="http://schemas.openxmlformats.org/officeDocument/2006/relationships/image" Target="../media/image721.png"/><Relationship Id="rId57" Type="http://schemas.openxmlformats.org/officeDocument/2006/relationships/customXml" Target="../ink/ink737.xml"/><Relationship Id="rId106" Type="http://schemas.openxmlformats.org/officeDocument/2006/relationships/image" Target="../media/image755.png"/><Relationship Id="rId127" Type="http://schemas.openxmlformats.org/officeDocument/2006/relationships/image" Target="../media/image76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03.xml"/><Relationship Id="rId18" Type="http://schemas.openxmlformats.org/officeDocument/2006/relationships/image" Target="../media/image797.png"/><Relationship Id="rId26" Type="http://schemas.openxmlformats.org/officeDocument/2006/relationships/image" Target="../media/image801.png"/><Relationship Id="rId39" Type="http://schemas.openxmlformats.org/officeDocument/2006/relationships/customXml" Target="../ink/ink816.xml"/><Relationship Id="rId21" Type="http://schemas.openxmlformats.org/officeDocument/2006/relationships/customXml" Target="../ink/ink807.xml"/><Relationship Id="rId34" Type="http://schemas.openxmlformats.org/officeDocument/2006/relationships/image" Target="../media/image805.png"/><Relationship Id="rId42" Type="http://schemas.openxmlformats.org/officeDocument/2006/relationships/image" Target="../media/image809.png"/><Relationship Id="rId47" Type="http://schemas.openxmlformats.org/officeDocument/2006/relationships/customXml" Target="../ink/ink820.xml"/><Relationship Id="rId50" Type="http://schemas.openxmlformats.org/officeDocument/2006/relationships/image" Target="../media/image813.png"/><Relationship Id="rId55" Type="http://schemas.openxmlformats.org/officeDocument/2006/relationships/customXml" Target="../ink/ink824.xml"/><Relationship Id="rId63" Type="http://schemas.openxmlformats.org/officeDocument/2006/relationships/customXml" Target="../ink/ink828.xml"/><Relationship Id="rId68" Type="http://schemas.openxmlformats.org/officeDocument/2006/relationships/image" Target="../media/image821.png"/><Relationship Id="rId76" Type="http://schemas.openxmlformats.org/officeDocument/2006/relationships/image" Target="../media/image825.png"/><Relationship Id="rId84" Type="http://schemas.openxmlformats.org/officeDocument/2006/relationships/image" Target="../media/image829.png"/><Relationship Id="rId89" Type="http://schemas.openxmlformats.org/officeDocument/2006/relationships/customXml" Target="../ink/ink841.xml"/><Relationship Id="rId7" Type="http://schemas.openxmlformats.org/officeDocument/2006/relationships/customXml" Target="../ink/ink800.xml"/><Relationship Id="rId71" Type="http://schemas.openxmlformats.org/officeDocument/2006/relationships/customXml" Target="../ink/ink832.xml"/><Relationship Id="rId2" Type="http://schemas.openxmlformats.org/officeDocument/2006/relationships/image" Target="../media/image12100.png"/><Relationship Id="rId16" Type="http://schemas.openxmlformats.org/officeDocument/2006/relationships/image" Target="../media/image796.png"/><Relationship Id="rId29" Type="http://schemas.openxmlformats.org/officeDocument/2006/relationships/customXml" Target="../ink/ink811.xml"/><Relationship Id="rId11" Type="http://schemas.openxmlformats.org/officeDocument/2006/relationships/customXml" Target="../ink/ink802.xml"/><Relationship Id="rId24" Type="http://schemas.openxmlformats.org/officeDocument/2006/relationships/image" Target="../media/image800.png"/><Relationship Id="rId32" Type="http://schemas.openxmlformats.org/officeDocument/2006/relationships/image" Target="../media/image804.png"/><Relationship Id="rId37" Type="http://schemas.openxmlformats.org/officeDocument/2006/relationships/customXml" Target="../ink/ink815.xml"/><Relationship Id="rId40" Type="http://schemas.openxmlformats.org/officeDocument/2006/relationships/image" Target="../media/image808.png"/><Relationship Id="rId45" Type="http://schemas.openxmlformats.org/officeDocument/2006/relationships/customXml" Target="../ink/ink819.xml"/><Relationship Id="rId53" Type="http://schemas.openxmlformats.org/officeDocument/2006/relationships/customXml" Target="../ink/ink823.xml"/><Relationship Id="rId58" Type="http://schemas.openxmlformats.org/officeDocument/2006/relationships/image" Target="../media/image816.png"/><Relationship Id="rId66" Type="http://schemas.openxmlformats.org/officeDocument/2006/relationships/image" Target="../media/image820.png"/><Relationship Id="rId74" Type="http://schemas.openxmlformats.org/officeDocument/2006/relationships/image" Target="../media/image824.png"/><Relationship Id="rId79" Type="http://schemas.openxmlformats.org/officeDocument/2006/relationships/customXml" Target="../ink/ink836.xml"/><Relationship Id="rId87" Type="http://schemas.openxmlformats.org/officeDocument/2006/relationships/customXml" Target="../ink/ink840.xml"/><Relationship Id="rId5" Type="http://schemas.openxmlformats.org/officeDocument/2006/relationships/customXml" Target="../ink/ink799.xml"/><Relationship Id="rId61" Type="http://schemas.openxmlformats.org/officeDocument/2006/relationships/customXml" Target="../ink/ink827.xml"/><Relationship Id="rId82" Type="http://schemas.openxmlformats.org/officeDocument/2006/relationships/image" Target="../media/image828.png"/><Relationship Id="rId90" Type="http://schemas.openxmlformats.org/officeDocument/2006/relationships/image" Target="../media/image832.png"/><Relationship Id="rId19" Type="http://schemas.openxmlformats.org/officeDocument/2006/relationships/customXml" Target="../ink/ink806.xml"/><Relationship Id="rId4" Type="http://schemas.openxmlformats.org/officeDocument/2006/relationships/image" Target="../media/image790.png"/><Relationship Id="rId9" Type="http://schemas.openxmlformats.org/officeDocument/2006/relationships/customXml" Target="../ink/ink801.xml"/><Relationship Id="rId14" Type="http://schemas.openxmlformats.org/officeDocument/2006/relationships/image" Target="../media/image795.png"/><Relationship Id="rId22" Type="http://schemas.openxmlformats.org/officeDocument/2006/relationships/image" Target="../media/image799.png"/><Relationship Id="rId27" Type="http://schemas.openxmlformats.org/officeDocument/2006/relationships/customXml" Target="../ink/ink810.xml"/><Relationship Id="rId30" Type="http://schemas.openxmlformats.org/officeDocument/2006/relationships/image" Target="../media/image803.png"/><Relationship Id="rId35" Type="http://schemas.openxmlformats.org/officeDocument/2006/relationships/customXml" Target="../ink/ink814.xml"/><Relationship Id="rId43" Type="http://schemas.openxmlformats.org/officeDocument/2006/relationships/customXml" Target="../ink/ink818.xml"/><Relationship Id="rId48" Type="http://schemas.openxmlformats.org/officeDocument/2006/relationships/image" Target="../media/image812.png"/><Relationship Id="rId56" Type="http://schemas.openxmlformats.org/officeDocument/2006/relationships/image" Target="../media/image604.png"/><Relationship Id="rId64" Type="http://schemas.openxmlformats.org/officeDocument/2006/relationships/image" Target="../media/image819.png"/><Relationship Id="rId69" Type="http://schemas.openxmlformats.org/officeDocument/2006/relationships/customXml" Target="../ink/ink831.xml"/><Relationship Id="rId77" Type="http://schemas.openxmlformats.org/officeDocument/2006/relationships/customXml" Target="../ink/ink835.xml"/><Relationship Id="rId8" Type="http://schemas.openxmlformats.org/officeDocument/2006/relationships/image" Target="../media/image792.png"/><Relationship Id="rId51" Type="http://schemas.openxmlformats.org/officeDocument/2006/relationships/customXml" Target="../ink/ink822.xml"/><Relationship Id="rId72" Type="http://schemas.openxmlformats.org/officeDocument/2006/relationships/image" Target="../media/image823.png"/><Relationship Id="rId80" Type="http://schemas.openxmlformats.org/officeDocument/2006/relationships/image" Target="../media/image827.png"/><Relationship Id="rId85" Type="http://schemas.openxmlformats.org/officeDocument/2006/relationships/customXml" Target="../ink/ink839.xml"/><Relationship Id="rId3" Type="http://schemas.openxmlformats.org/officeDocument/2006/relationships/customXml" Target="../ink/ink798.xml"/><Relationship Id="rId12" Type="http://schemas.openxmlformats.org/officeDocument/2006/relationships/image" Target="../media/image794.png"/><Relationship Id="rId17" Type="http://schemas.openxmlformats.org/officeDocument/2006/relationships/customXml" Target="../ink/ink805.xml"/><Relationship Id="rId25" Type="http://schemas.openxmlformats.org/officeDocument/2006/relationships/customXml" Target="../ink/ink809.xml"/><Relationship Id="rId33" Type="http://schemas.openxmlformats.org/officeDocument/2006/relationships/customXml" Target="../ink/ink813.xml"/><Relationship Id="rId38" Type="http://schemas.openxmlformats.org/officeDocument/2006/relationships/image" Target="../media/image807.png"/><Relationship Id="rId46" Type="http://schemas.openxmlformats.org/officeDocument/2006/relationships/image" Target="../media/image811.png"/><Relationship Id="rId59" Type="http://schemas.openxmlformats.org/officeDocument/2006/relationships/customXml" Target="../ink/ink826.xml"/><Relationship Id="rId67" Type="http://schemas.openxmlformats.org/officeDocument/2006/relationships/customXml" Target="../ink/ink830.xml"/><Relationship Id="rId20" Type="http://schemas.openxmlformats.org/officeDocument/2006/relationships/image" Target="../media/image798.png"/><Relationship Id="rId41" Type="http://schemas.openxmlformats.org/officeDocument/2006/relationships/customXml" Target="../ink/ink817.xml"/><Relationship Id="rId54" Type="http://schemas.openxmlformats.org/officeDocument/2006/relationships/image" Target="../media/image815.png"/><Relationship Id="rId62" Type="http://schemas.openxmlformats.org/officeDocument/2006/relationships/image" Target="../media/image818.png"/><Relationship Id="rId70" Type="http://schemas.openxmlformats.org/officeDocument/2006/relationships/image" Target="../media/image822.png"/><Relationship Id="rId75" Type="http://schemas.openxmlformats.org/officeDocument/2006/relationships/customXml" Target="../ink/ink834.xml"/><Relationship Id="rId83" Type="http://schemas.openxmlformats.org/officeDocument/2006/relationships/customXml" Target="../ink/ink838.xml"/><Relationship Id="rId88" Type="http://schemas.openxmlformats.org/officeDocument/2006/relationships/image" Target="../media/image8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1.png"/><Relationship Id="rId15" Type="http://schemas.openxmlformats.org/officeDocument/2006/relationships/customXml" Target="../ink/ink804.xml"/><Relationship Id="rId23" Type="http://schemas.openxmlformats.org/officeDocument/2006/relationships/customXml" Target="../ink/ink808.xml"/><Relationship Id="rId28" Type="http://schemas.openxmlformats.org/officeDocument/2006/relationships/image" Target="../media/image802.png"/><Relationship Id="rId36" Type="http://schemas.openxmlformats.org/officeDocument/2006/relationships/image" Target="../media/image806.png"/><Relationship Id="rId49" Type="http://schemas.openxmlformats.org/officeDocument/2006/relationships/customXml" Target="../ink/ink821.xml"/><Relationship Id="rId57" Type="http://schemas.openxmlformats.org/officeDocument/2006/relationships/customXml" Target="../ink/ink825.xml"/><Relationship Id="rId10" Type="http://schemas.openxmlformats.org/officeDocument/2006/relationships/image" Target="../media/image793.png"/><Relationship Id="rId31" Type="http://schemas.openxmlformats.org/officeDocument/2006/relationships/customXml" Target="../ink/ink812.xml"/><Relationship Id="rId44" Type="http://schemas.openxmlformats.org/officeDocument/2006/relationships/image" Target="../media/image810.png"/><Relationship Id="rId52" Type="http://schemas.openxmlformats.org/officeDocument/2006/relationships/image" Target="../media/image814.png"/><Relationship Id="rId60" Type="http://schemas.openxmlformats.org/officeDocument/2006/relationships/image" Target="../media/image817.png"/><Relationship Id="rId65" Type="http://schemas.openxmlformats.org/officeDocument/2006/relationships/customXml" Target="../ink/ink829.xml"/><Relationship Id="rId73" Type="http://schemas.openxmlformats.org/officeDocument/2006/relationships/customXml" Target="../ink/ink833.xml"/><Relationship Id="rId78" Type="http://schemas.openxmlformats.org/officeDocument/2006/relationships/image" Target="../media/image826.png"/><Relationship Id="rId81" Type="http://schemas.openxmlformats.org/officeDocument/2006/relationships/customXml" Target="../ink/ink837.xml"/><Relationship Id="rId86" Type="http://schemas.openxmlformats.org/officeDocument/2006/relationships/image" Target="../media/image830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9.xml"/><Relationship Id="rId299" Type="http://schemas.openxmlformats.org/officeDocument/2006/relationships/image" Target="../media/image976.png"/><Relationship Id="rId671" Type="http://schemas.openxmlformats.org/officeDocument/2006/relationships/image" Target="../media/image1154.png"/><Relationship Id="rId21" Type="http://schemas.openxmlformats.org/officeDocument/2006/relationships/customXml" Target="../ink/ink851.xml"/><Relationship Id="rId63" Type="http://schemas.openxmlformats.org/officeDocument/2006/relationships/customXml" Target="../ink/ink872.xml"/><Relationship Id="rId159" Type="http://schemas.openxmlformats.org/officeDocument/2006/relationships/customXml" Target="../ink/ink920.xml"/><Relationship Id="rId324" Type="http://schemas.openxmlformats.org/officeDocument/2006/relationships/customXml" Target="../ink/ink1005.xml"/><Relationship Id="rId366" Type="http://schemas.openxmlformats.org/officeDocument/2006/relationships/image" Target="../media/image1007.png"/><Relationship Id="rId531" Type="http://schemas.openxmlformats.org/officeDocument/2006/relationships/customXml" Target="../ink/ink1110.xml"/><Relationship Id="rId573" Type="http://schemas.openxmlformats.org/officeDocument/2006/relationships/customXml" Target="../ink/ink1131.xml"/><Relationship Id="rId629" Type="http://schemas.openxmlformats.org/officeDocument/2006/relationships/customXml" Target="../ink/ink1159.xml"/><Relationship Id="rId170" Type="http://schemas.openxmlformats.org/officeDocument/2006/relationships/image" Target="../media/image914.png"/><Relationship Id="rId226" Type="http://schemas.openxmlformats.org/officeDocument/2006/relationships/image" Target="../media/image941.png"/><Relationship Id="rId433" Type="http://schemas.openxmlformats.org/officeDocument/2006/relationships/customXml" Target="../ink/ink1061.xml"/><Relationship Id="rId268" Type="http://schemas.openxmlformats.org/officeDocument/2006/relationships/image" Target="../media/image962.png"/><Relationship Id="rId475" Type="http://schemas.openxmlformats.org/officeDocument/2006/relationships/customXml" Target="../ink/ink1082.xml"/><Relationship Id="rId640" Type="http://schemas.openxmlformats.org/officeDocument/2006/relationships/image" Target="../media/image1140.png"/><Relationship Id="rId682" Type="http://schemas.openxmlformats.org/officeDocument/2006/relationships/customXml" Target="../ink/ink1187.xml"/><Relationship Id="rId32" Type="http://schemas.openxmlformats.org/officeDocument/2006/relationships/image" Target="../media/image847.png"/><Relationship Id="rId74" Type="http://schemas.openxmlformats.org/officeDocument/2006/relationships/image" Target="../media/image868.png"/><Relationship Id="rId128" Type="http://schemas.openxmlformats.org/officeDocument/2006/relationships/image" Target="../media/image894.png"/><Relationship Id="rId335" Type="http://schemas.openxmlformats.org/officeDocument/2006/relationships/customXml" Target="../ink/ink1011.xml"/><Relationship Id="rId377" Type="http://schemas.openxmlformats.org/officeDocument/2006/relationships/customXml" Target="../ink/ink1033.xml"/><Relationship Id="rId500" Type="http://schemas.openxmlformats.org/officeDocument/2006/relationships/image" Target="../media/image1073.png"/><Relationship Id="rId542" Type="http://schemas.openxmlformats.org/officeDocument/2006/relationships/image" Target="../media/image1093.png"/><Relationship Id="rId584" Type="http://schemas.openxmlformats.org/officeDocument/2006/relationships/image" Target="../media/image1113.png"/><Relationship Id="rId5" Type="http://schemas.openxmlformats.org/officeDocument/2006/relationships/customXml" Target="../ink/ink843.xml"/><Relationship Id="rId181" Type="http://schemas.openxmlformats.org/officeDocument/2006/relationships/image" Target="../media/image919.png"/><Relationship Id="rId237" Type="http://schemas.openxmlformats.org/officeDocument/2006/relationships/customXml" Target="../ink/ink960.xml"/><Relationship Id="rId402" Type="http://schemas.openxmlformats.org/officeDocument/2006/relationships/image" Target="../media/image1025.png"/><Relationship Id="rId279" Type="http://schemas.openxmlformats.org/officeDocument/2006/relationships/customXml" Target="../ink/ink982.xml"/><Relationship Id="rId444" Type="http://schemas.openxmlformats.org/officeDocument/2006/relationships/image" Target="../media/image1046.png"/><Relationship Id="rId486" Type="http://schemas.openxmlformats.org/officeDocument/2006/relationships/image" Target="../media/image1067.png"/><Relationship Id="rId651" Type="http://schemas.openxmlformats.org/officeDocument/2006/relationships/image" Target="../media/image1145.png"/><Relationship Id="rId693" Type="http://schemas.openxmlformats.org/officeDocument/2006/relationships/image" Target="../media/image1164.png"/><Relationship Id="rId707" Type="http://schemas.openxmlformats.org/officeDocument/2006/relationships/image" Target="../media/image1171.png"/><Relationship Id="rId43" Type="http://schemas.openxmlformats.org/officeDocument/2006/relationships/customXml" Target="../ink/ink862.xml"/><Relationship Id="rId139" Type="http://schemas.openxmlformats.org/officeDocument/2006/relationships/customXml" Target="../ink/ink910.xml"/><Relationship Id="rId290" Type="http://schemas.openxmlformats.org/officeDocument/2006/relationships/customXml" Target="../ink/ink988.xml"/><Relationship Id="rId304" Type="http://schemas.openxmlformats.org/officeDocument/2006/relationships/customXml" Target="../ink/ink995.xml"/><Relationship Id="rId346" Type="http://schemas.openxmlformats.org/officeDocument/2006/relationships/customXml" Target="../ink/ink1017.xml"/><Relationship Id="rId388" Type="http://schemas.openxmlformats.org/officeDocument/2006/relationships/image" Target="../media/image1018.png"/><Relationship Id="rId511" Type="http://schemas.openxmlformats.org/officeDocument/2006/relationships/customXml" Target="../ink/ink1100.xml"/><Relationship Id="rId553" Type="http://schemas.openxmlformats.org/officeDocument/2006/relationships/customXml" Target="../ink/ink1121.xml"/><Relationship Id="rId609" Type="http://schemas.openxmlformats.org/officeDocument/2006/relationships/customXml" Target="../ink/ink1149.xml"/><Relationship Id="rId85" Type="http://schemas.openxmlformats.org/officeDocument/2006/relationships/customXml" Target="../ink/ink883.xml"/><Relationship Id="rId150" Type="http://schemas.openxmlformats.org/officeDocument/2006/relationships/image" Target="../media/image904.png"/><Relationship Id="rId192" Type="http://schemas.openxmlformats.org/officeDocument/2006/relationships/image" Target="../media/image924.png"/><Relationship Id="rId206" Type="http://schemas.openxmlformats.org/officeDocument/2006/relationships/image" Target="../media/image931.png"/><Relationship Id="rId413" Type="http://schemas.openxmlformats.org/officeDocument/2006/relationships/customXml" Target="../ink/ink1051.xml"/><Relationship Id="rId595" Type="http://schemas.openxmlformats.org/officeDocument/2006/relationships/customXml" Target="../ink/ink1142.xml"/><Relationship Id="rId248" Type="http://schemas.openxmlformats.org/officeDocument/2006/relationships/image" Target="../media/image952.png"/><Relationship Id="rId455" Type="http://schemas.openxmlformats.org/officeDocument/2006/relationships/customXml" Target="../ink/ink1072.xml"/><Relationship Id="rId497" Type="http://schemas.openxmlformats.org/officeDocument/2006/relationships/customXml" Target="../ink/ink1093.xml"/><Relationship Id="rId620" Type="http://schemas.openxmlformats.org/officeDocument/2006/relationships/image" Target="../media/image1130.png"/><Relationship Id="rId662" Type="http://schemas.openxmlformats.org/officeDocument/2006/relationships/customXml" Target="../ink/ink1177.xml"/><Relationship Id="rId12" Type="http://schemas.openxmlformats.org/officeDocument/2006/relationships/image" Target="../media/image837.png"/><Relationship Id="rId108" Type="http://schemas.openxmlformats.org/officeDocument/2006/relationships/image" Target="../media/image885.png"/><Relationship Id="rId315" Type="http://schemas.openxmlformats.org/officeDocument/2006/relationships/image" Target="../media/image984.png"/><Relationship Id="rId357" Type="http://schemas.openxmlformats.org/officeDocument/2006/relationships/customXml" Target="../ink/ink1023.xml"/><Relationship Id="rId522" Type="http://schemas.openxmlformats.org/officeDocument/2006/relationships/image" Target="../media/image1084.png"/><Relationship Id="rId54" Type="http://schemas.openxmlformats.org/officeDocument/2006/relationships/image" Target="../media/image858.png"/><Relationship Id="rId96" Type="http://schemas.openxmlformats.org/officeDocument/2006/relationships/image" Target="../media/image879.png"/><Relationship Id="rId161" Type="http://schemas.openxmlformats.org/officeDocument/2006/relationships/customXml" Target="../ink/ink921.xml"/><Relationship Id="rId217" Type="http://schemas.openxmlformats.org/officeDocument/2006/relationships/customXml" Target="../ink/ink950.xml"/><Relationship Id="rId399" Type="http://schemas.openxmlformats.org/officeDocument/2006/relationships/customXml" Target="../ink/ink1044.xml"/><Relationship Id="rId564" Type="http://schemas.openxmlformats.org/officeDocument/2006/relationships/image" Target="../media/image1103.png"/><Relationship Id="rId259" Type="http://schemas.openxmlformats.org/officeDocument/2006/relationships/customXml" Target="../ink/ink971.xml"/><Relationship Id="rId424" Type="http://schemas.openxmlformats.org/officeDocument/2006/relationships/image" Target="../media/image1036.png"/><Relationship Id="rId466" Type="http://schemas.openxmlformats.org/officeDocument/2006/relationships/image" Target="../media/image1057.png"/><Relationship Id="rId631" Type="http://schemas.openxmlformats.org/officeDocument/2006/relationships/customXml" Target="../ink/ink1160.xml"/><Relationship Id="rId673" Type="http://schemas.openxmlformats.org/officeDocument/2006/relationships/image" Target="../media/image1155.png"/><Relationship Id="rId23" Type="http://schemas.openxmlformats.org/officeDocument/2006/relationships/customXml" Target="../ink/ink852.xml"/><Relationship Id="rId119" Type="http://schemas.openxmlformats.org/officeDocument/2006/relationships/customXml" Target="../ink/ink900.xml"/><Relationship Id="rId270" Type="http://schemas.openxmlformats.org/officeDocument/2006/relationships/image" Target="../media/image963.png"/><Relationship Id="rId326" Type="http://schemas.openxmlformats.org/officeDocument/2006/relationships/customXml" Target="../ink/ink1006.xml"/><Relationship Id="rId533" Type="http://schemas.openxmlformats.org/officeDocument/2006/relationships/customXml" Target="../ink/ink1111.xml"/><Relationship Id="rId65" Type="http://schemas.openxmlformats.org/officeDocument/2006/relationships/customXml" Target="../ink/ink873.xml"/><Relationship Id="rId130" Type="http://schemas.openxmlformats.org/officeDocument/2006/relationships/image" Target="../media/image895.png"/><Relationship Id="rId368" Type="http://schemas.openxmlformats.org/officeDocument/2006/relationships/image" Target="../media/image1008.png"/><Relationship Id="rId575" Type="http://schemas.openxmlformats.org/officeDocument/2006/relationships/customXml" Target="../ink/ink1132.xml"/><Relationship Id="rId172" Type="http://schemas.openxmlformats.org/officeDocument/2006/relationships/customXml" Target="../ink/ink927.xml"/><Relationship Id="rId228" Type="http://schemas.openxmlformats.org/officeDocument/2006/relationships/image" Target="../media/image942.png"/><Relationship Id="rId435" Type="http://schemas.openxmlformats.org/officeDocument/2006/relationships/customXml" Target="../ink/ink1062.xml"/><Relationship Id="rId477" Type="http://schemas.openxmlformats.org/officeDocument/2006/relationships/customXml" Target="../ink/ink1083.xml"/><Relationship Id="rId600" Type="http://schemas.openxmlformats.org/officeDocument/2006/relationships/image" Target="../media/image1120.png"/><Relationship Id="rId642" Type="http://schemas.openxmlformats.org/officeDocument/2006/relationships/image" Target="../media/image1141.png"/><Relationship Id="rId684" Type="http://schemas.openxmlformats.org/officeDocument/2006/relationships/customXml" Target="../ink/ink1188.xml"/><Relationship Id="rId281" Type="http://schemas.openxmlformats.org/officeDocument/2006/relationships/customXml" Target="../ink/ink983.xml"/><Relationship Id="rId337" Type="http://schemas.openxmlformats.org/officeDocument/2006/relationships/customXml" Target="../ink/ink1012.xml"/><Relationship Id="rId502" Type="http://schemas.openxmlformats.org/officeDocument/2006/relationships/image" Target="../media/image1074.png"/><Relationship Id="rId34" Type="http://schemas.openxmlformats.org/officeDocument/2006/relationships/image" Target="../media/image848.png"/><Relationship Id="rId76" Type="http://schemas.openxmlformats.org/officeDocument/2006/relationships/image" Target="../media/image869.png"/><Relationship Id="rId141" Type="http://schemas.openxmlformats.org/officeDocument/2006/relationships/customXml" Target="../ink/ink911.xml"/><Relationship Id="rId379" Type="http://schemas.openxmlformats.org/officeDocument/2006/relationships/customXml" Target="../ink/ink1034.xml"/><Relationship Id="rId544" Type="http://schemas.openxmlformats.org/officeDocument/2006/relationships/image" Target="../media/image1094.png"/><Relationship Id="rId586" Type="http://schemas.openxmlformats.org/officeDocument/2006/relationships/image" Target="../media/image1114.png"/><Relationship Id="rId7" Type="http://schemas.openxmlformats.org/officeDocument/2006/relationships/customXml" Target="../ink/ink844.xml"/><Relationship Id="rId183" Type="http://schemas.openxmlformats.org/officeDocument/2006/relationships/image" Target="../media/image920.png"/><Relationship Id="rId239" Type="http://schemas.openxmlformats.org/officeDocument/2006/relationships/customXml" Target="../ink/ink961.xml"/><Relationship Id="rId390" Type="http://schemas.openxmlformats.org/officeDocument/2006/relationships/image" Target="../media/image1019.png"/><Relationship Id="rId404" Type="http://schemas.openxmlformats.org/officeDocument/2006/relationships/image" Target="../media/image1026.png"/><Relationship Id="rId446" Type="http://schemas.openxmlformats.org/officeDocument/2006/relationships/image" Target="../media/image1047.png"/><Relationship Id="rId611" Type="http://schemas.openxmlformats.org/officeDocument/2006/relationships/customXml" Target="../ink/ink1150.xml"/><Relationship Id="rId653" Type="http://schemas.openxmlformats.org/officeDocument/2006/relationships/image" Target="../media/image1146.png"/><Relationship Id="rId250" Type="http://schemas.openxmlformats.org/officeDocument/2006/relationships/image" Target="../media/image953.png"/><Relationship Id="rId292" Type="http://schemas.openxmlformats.org/officeDocument/2006/relationships/customXml" Target="../ink/ink989.xml"/><Relationship Id="rId306" Type="http://schemas.openxmlformats.org/officeDocument/2006/relationships/customXml" Target="../ink/ink996.xml"/><Relationship Id="rId488" Type="http://schemas.openxmlformats.org/officeDocument/2006/relationships/image" Target="../media/image1068.png"/><Relationship Id="rId695" Type="http://schemas.openxmlformats.org/officeDocument/2006/relationships/image" Target="../media/image1165.png"/><Relationship Id="rId45" Type="http://schemas.openxmlformats.org/officeDocument/2006/relationships/customXml" Target="../ink/ink863.xml"/><Relationship Id="rId87" Type="http://schemas.openxmlformats.org/officeDocument/2006/relationships/customXml" Target="../ink/ink884.xml"/><Relationship Id="rId110" Type="http://schemas.openxmlformats.org/officeDocument/2006/relationships/image" Target="../media/image886.png"/><Relationship Id="rId348" Type="http://schemas.openxmlformats.org/officeDocument/2006/relationships/customXml" Target="../ink/ink1018.xml"/><Relationship Id="rId513" Type="http://schemas.openxmlformats.org/officeDocument/2006/relationships/customXml" Target="../ink/ink1101.xml"/><Relationship Id="rId555" Type="http://schemas.openxmlformats.org/officeDocument/2006/relationships/customXml" Target="../ink/ink1122.xml"/><Relationship Id="rId597" Type="http://schemas.openxmlformats.org/officeDocument/2006/relationships/customXml" Target="../ink/ink1143.xml"/><Relationship Id="rId152" Type="http://schemas.openxmlformats.org/officeDocument/2006/relationships/image" Target="../media/image905.png"/><Relationship Id="rId194" Type="http://schemas.openxmlformats.org/officeDocument/2006/relationships/image" Target="../media/image925.png"/><Relationship Id="rId208" Type="http://schemas.openxmlformats.org/officeDocument/2006/relationships/image" Target="../media/image932.png"/><Relationship Id="rId415" Type="http://schemas.openxmlformats.org/officeDocument/2006/relationships/customXml" Target="../ink/ink1052.xml"/><Relationship Id="rId457" Type="http://schemas.openxmlformats.org/officeDocument/2006/relationships/customXml" Target="../ink/ink1073.xml"/><Relationship Id="rId622" Type="http://schemas.openxmlformats.org/officeDocument/2006/relationships/image" Target="../media/image1131.png"/><Relationship Id="rId261" Type="http://schemas.openxmlformats.org/officeDocument/2006/relationships/customXml" Target="../ink/ink972.xml"/><Relationship Id="rId499" Type="http://schemas.openxmlformats.org/officeDocument/2006/relationships/customXml" Target="../ink/ink1094.xml"/><Relationship Id="rId664" Type="http://schemas.openxmlformats.org/officeDocument/2006/relationships/customXml" Target="../ink/ink1178.xml"/><Relationship Id="rId14" Type="http://schemas.openxmlformats.org/officeDocument/2006/relationships/image" Target="../media/image838.png"/><Relationship Id="rId56" Type="http://schemas.openxmlformats.org/officeDocument/2006/relationships/image" Target="../media/image859.png"/><Relationship Id="rId317" Type="http://schemas.openxmlformats.org/officeDocument/2006/relationships/image" Target="../media/image985.png"/><Relationship Id="rId359" Type="http://schemas.openxmlformats.org/officeDocument/2006/relationships/customXml" Target="../ink/ink1024.xml"/><Relationship Id="rId524" Type="http://schemas.openxmlformats.org/officeDocument/2006/relationships/image" Target="../media/image727.png"/><Relationship Id="rId566" Type="http://schemas.openxmlformats.org/officeDocument/2006/relationships/image" Target="../media/image1104.png"/><Relationship Id="rId98" Type="http://schemas.openxmlformats.org/officeDocument/2006/relationships/image" Target="../media/image880.png"/><Relationship Id="rId121" Type="http://schemas.openxmlformats.org/officeDocument/2006/relationships/customXml" Target="../ink/ink901.xml"/><Relationship Id="rId163" Type="http://schemas.openxmlformats.org/officeDocument/2006/relationships/customXml" Target="../ink/ink922.xml"/><Relationship Id="rId219" Type="http://schemas.openxmlformats.org/officeDocument/2006/relationships/customXml" Target="../ink/ink951.xml"/><Relationship Id="rId370" Type="http://schemas.openxmlformats.org/officeDocument/2006/relationships/image" Target="../media/image1009.png"/><Relationship Id="rId426" Type="http://schemas.openxmlformats.org/officeDocument/2006/relationships/image" Target="../media/image1037.png"/><Relationship Id="rId633" Type="http://schemas.openxmlformats.org/officeDocument/2006/relationships/customXml" Target="../ink/ink1161.xml"/><Relationship Id="rId230" Type="http://schemas.openxmlformats.org/officeDocument/2006/relationships/image" Target="../media/image943.png"/><Relationship Id="rId468" Type="http://schemas.openxmlformats.org/officeDocument/2006/relationships/image" Target="../media/image1058.png"/><Relationship Id="rId675" Type="http://schemas.openxmlformats.org/officeDocument/2006/relationships/image" Target="../media/image1156.png"/><Relationship Id="rId25" Type="http://schemas.openxmlformats.org/officeDocument/2006/relationships/customXml" Target="../ink/ink853.xml"/><Relationship Id="rId67" Type="http://schemas.openxmlformats.org/officeDocument/2006/relationships/customXml" Target="../ink/ink874.xml"/><Relationship Id="rId272" Type="http://schemas.openxmlformats.org/officeDocument/2006/relationships/image" Target="../media/image964.png"/><Relationship Id="rId328" Type="http://schemas.openxmlformats.org/officeDocument/2006/relationships/customXml" Target="../ink/ink1007.xml"/><Relationship Id="rId535" Type="http://schemas.openxmlformats.org/officeDocument/2006/relationships/customXml" Target="../ink/ink1112.xml"/><Relationship Id="rId577" Type="http://schemas.openxmlformats.org/officeDocument/2006/relationships/customXml" Target="../ink/ink1133.xml"/><Relationship Id="rId700" Type="http://schemas.openxmlformats.org/officeDocument/2006/relationships/customXml" Target="../ink/ink1196.xml"/><Relationship Id="rId132" Type="http://schemas.openxmlformats.org/officeDocument/2006/relationships/image" Target="../media/image896.png"/><Relationship Id="rId174" Type="http://schemas.openxmlformats.org/officeDocument/2006/relationships/customXml" Target="../ink/ink928.xml"/><Relationship Id="rId381" Type="http://schemas.openxmlformats.org/officeDocument/2006/relationships/customXml" Target="../ink/ink1035.xml"/><Relationship Id="rId602" Type="http://schemas.openxmlformats.org/officeDocument/2006/relationships/image" Target="../media/image1121.png"/><Relationship Id="rId241" Type="http://schemas.openxmlformats.org/officeDocument/2006/relationships/customXml" Target="../ink/ink962.xml"/><Relationship Id="rId437" Type="http://schemas.openxmlformats.org/officeDocument/2006/relationships/customXml" Target="../ink/ink1063.xml"/><Relationship Id="rId479" Type="http://schemas.openxmlformats.org/officeDocument/2006/relationships/customXml" Target="../ink/ink1084.xml"/><Relationship Id="rId644" Type="http://schemas.openxmlformats.org/officeDocument/2006/relationships/image" Target="../media/image1142.png"/><Relationship Id="rId686" Type="http://schemas.openxmlformats.org/officeDocument/2006/relationships/customXml" Target="../ink/ink1189.xml"/><Relationship Id="rId36" Type="http://schemas.openxmlformats.org/officeDocument/2006/relationships/image" Target="../media/image849.png"/><Relationship Id="rId283" Type="http://schemas.openxmlformats.org/officeDocument/2006/relationships/customXml" Target="../ink/ink984.xml"/><Relationship Id="rId339" Type="http://schemas.openxmlformats.org/officeDocument/2006/relationships/image" Target="../media/image995.png"/><Relationship Id="rId490" Type="http://schemas.openxmlformats.org/officeDocument/2006/relationships/image" Target="../media/image1069.png"/><Relationship Id="rId504" Type="http://schemas.openxmlformats.org/officeDocument/2006/relationships/image" Target="../media/image1075.png"/><Relationship Id="rId546" Type="http://schemas.openxmlformats.org/officeDocument/2006/relationships/image" Target="../media/image1095.png"/><Relationship Id="rId78" Type="http://schemas.openxmlformats.org/officeDocument/2006/relationships/image" Target="../media/image870.png"/><Relationship Id="rId101" Type="http://schemas.openxmlformats.org/officeDocument/2006/relationships/customXml" Target="../ink/ink891.xml"/><Relationship Id="rId143" Type="http://schemas.openxmlformats.org/officeDocument/2006/relationships/customXml" Target="../ink/ink912.xml"/><Relationship Id="rId185" Type="http://schemas.openxmlformats.org/officeDocument/2006/relationships/customXml" Target="../ink/ink934.xml"/><Relationship Id="rId350" Type="http://schemas.openxmlformats.org/officeDocument/2006/relationships/customXml" Target="../ink/ink1019.xml"/><Relationship Id="rId406" Type="http://schemas.openxmlformats.org/officeDocument/2006/relationships/image" Target="../media/image1027.png"/><Relationship Id="rId588" Type="http://schemas.openxmlformats.org/officeDocument/2006/relationships/image" Target="../media/image1115.png"/><Relationship Id="rId9" Type="http://schemas.openxmlformats.org/officeDocument/2006/relationships/customXml" Target="../ink/ink845.xml"/><Relationship Id="rId210" Type="http://schemas.openxmlformats.org/officeDocument/2006/relationships/image" Target="../media/image933.png"/><Relationship Id="rId392" Type="http://schemas.openxmlformats.org/officeDocument/2006/relationships/image" Target="../media/image1020.png"/><Relationship Id="rId448" Type="http://schemas.openxmlformats.org/officeDocument/2006/relationships/image" Target="../media/image1048.png"/><Relationship Id="rId613" Type="http://schemas.openxmlformats.org/officeDocument/2006/relationships/customXml" Target="../ink/ink1151.xml"/><Relationship Id="rId655" Type="http://schemas.openxmlformats.org/officeDocument/2006/relationships/image" Target="../media/image1147.png"/><Relationship Id="rId697" Type="http://schemas.openxmlformats.org/officeDocument/2006/relationships/image" Target="../media/image1166.png"/><Relationship Id="rId252" Type="http://schemas.openxmlformats.org/officeDocument/2006/relationships/image" Target="../media/image954.png"/><Relationship Id="rId294" Type="http://schemas.openxmlformats.org/officeDocument/2006/relationships/customXml" Target="../ink/ink990.xml"/><Relationship Id="rId308" Type="http://schemas.openxmlformats.org/officeDocument/2006/relationships/customXml" Target="../ink/ink997.xml"/><Relationship Id="rId515" Type="http://schemas.openxmlformats.org/officeDocument/2006/relationships/customXml" Target="../ink/ink1102.xml"/><Relationship Id="rId47" Type="http://schemas.openxmlformats.org/officeDocument/2006/relationships/customXml" Target="../ink/ink864.xml"/><Relationship Id="rId89" Type="http://schemas.openxmlformats.org/officeDocument/2006/relationships/customXml" Target="../ink/ink885.xml"/><Relationship Id="rId112" Type="http://schemas.openxmlformats.org/officeDocument/2006/relationships/image" Target="../media/image751.png"/><Relationship Id="rId154" Type="http://schemas.openxmlformats.org/officeDocument/2006/relationships/image" Target="../media/image906.png"/><Relationship Id="rId361" Type="http://schemas.openxmlformats.org/officeDocument/2006/relationships/customXml" Target="../ink/ink1025.xml"/><Relationship Id="rId557" Type="http://schemas.openxmlformats.org/officeDocument/2006/relationships/customXml" Target="../ink/ink1123.xml"/><Relationship Id="rId599" Type="http://schemas.openxmlformats.org/officeDocument/2006/relationships/customXml" Target="../ink/ink1144.xml"/><Relationship Id="rId196" Type="http://schemas.openxmlformats.org/officeDocument/2006/relationships/image" Target="../media/image926.png"/><Relationship Id="rId417" Type="http://schemas.openxmlformats.org/officeDocument/2006/relationships/customXml" Target="../ink/ink1053.xml"/><Relationship Id="rId459" Type="http://schemas.openxmlformats.org/officeDocument/2006/relationships/customXml" Target="../ink/ink1074.xml"/><Relationship Id="rId624" Type="http://schemas.openxmlformats.org/officeDocument/2006/relationships/image" Target="../media/image1132.png"/><Relationship Id="rId666" Type="http://schemas.openxmlformats.org/officeDocument/2006/relationships/customXml" Target="../ink/ink1179.xml"/><Relationship Id="rId16" Type="http://schemas.openxmlformats.org/officeDocument/2006/relationships/image" Target="../media/image839.png"/><Relationship Id="rId221" Type="http://schemas.openxmlformats.org/officeDocument/2006/relationships/customXml" Target="../ink/ink952.xml"/><Relationship Id="rId263" Type="http://schemas.openxmlformats.org/officeDocument/2006/relationships/customXml" Target="../ink/ink973.xml"/><Relationship Id="rId319" Type="http://schemas.openxmlformats.org/officeDocument/2006/relationships/image" Target="../media/image986.png"/><Relationship Id="rId470" Type="http://schemas.openxmlformats.org/officeDocument/2006/relationships/image" Target="../media/image1059.png"/><Relationship Id="rId526" Type="http://schemas.openxmlformats.org/officeDocument/2006/relationships/image" Target="../media/image1085.png"/><Relationship Id="rId58" Type="http://schemas.openxmlformats.org/officeDocument/2006/relationships/image" Target="../media/image860.png"/><Relationship Id="rId123" Type="http://schemas.openxmlformats.org/officeDocument/2006/relationships/customXml" Target="../ink/ink902.xml"/><Relationship Id="rId330" Type="http://schemas.openxmlformats.org/officeDocument/2006/relationships/customXml" Target="../ink/ink1008.xml"/><Relationship Id="rId568" Type="http://schemas.openxmlformats.org/officeDocument/2006/relationships/image" Target="../media/image1105.png"/><Relationship Id="rId165" Type="http://schemas.openxmlformats.org/officeDocument/2006/relationships/customXml" Target="../ink/ink923.xml"/><Relationship Id="rId372" Type="http://schemas.openxmlformats.org/officeDocument/2006/relationships/image" Target="../media/image1010.png"/><Relationship Id="rId428" Type="http://schemas.openxmlformats.org/officeDocument/2006/relationships/image" Target="../media/image1038.png"/><Relationship Id="rId635" Type="http://schemas.openxmlformats.org/officeDocument/2006/relationships/customXml" Target="../ink/ink1162.xml"/><Relationship Id="rId677" Type="http://schemas.openxmlformats.org/officeDocument/2006/relationships/image" Target="../media/image785.png"/><Relationship Id="rId232" Type="http://schemas.openxmlformats.org/officeDocument/2006/relationships/image" Target="../media/image944.png"/><Relationship Id="rId274" Type="http://schemas.openxmlformats.org/officeDocument/2006/relationships/image" Target="../media/image965.png"/><Relationship Id="rId481" Type="http://schemas.openxmlformats.org/officeDocument/2006/relationships/customXml" Target="../ink/ink1085.xml"/><Relationship Id="rId702" Type="http://schemas.openxmlformats.org/officeDocument/2006/relationships/customXml" Target="../ink/ink1197.xml"/><Relationship Id="rId27" Type="http://schemas.openxmlformats.org/officeDocument/2006/relationships/customXml" Target="../ink/ink854.xml"/><Relationship Id="rId69" Type="http://schemas.openxmlformats.org/officeDocument/2006/relationships/customXml" Target="../ink/ink875.xml"/><Relationship Id="rId134" Type="http://schemas.openxmlformats.org/officeDocument/2006/relationships/image" Target="../media/image897.png"/><Relationship Id="rId537" Type="http://schemas.openxmlformats.org/officeDocument/2006/relationships/customXml" Target="../ink/ink1113.xml"/><Relationship Id="rId579" Type="http://schemas.openxmlformats.org/officeDocument/2006/relationships/customXml" Target="../ink/ink1134.xml"/><Relationship Id="rId80" Type="http://schemas.openxmlformats.org/officeDocument/2006/relationships/image" Target="../media/image871.png"/><Relationship Id="rId176" Type="http://schemas.openxmlformats.org/officeDocument/2006/relationships/customXml" Target="../ink/ink929.xml"/><Relationship Id="rId341" Type="http://schemas.openxmlformats.org/officeDocument/2006/relationships/image" Target="../media/image996.png"/><Relationship Id="rId383" Type="http://schemas.openxmlformats.org/officeDocument/2006/relationships/customXml" Target="../ink/ink1036.xml"/><Relationship Id="rId439" Type="http://schemas.openxmlformats.org/officeDocument/2006/relationships/customXml" Target="../ink/ink1064.xml"/><Relationship Id="rId590" Type="http://schemas.openxmlformats.org/officeDocument/2006/relationships/image" Target="../media/image609.png"/><Relationship Id="rId604" Type="http://schemas.openxmlformats.org/officeDocument/2006/relationships/image" Target="../media/image1122.png"/><Relationship Id="rId646" Type="http://schemas.openxmlformats.org/officeDocument/2006/relationships/customXml" Target="../ink/ink1168.xml"/><Relationship Id="rId201" Type="http://schemas.openxmlformats.org/officeDocument/2006/relationships/customXml" Target="../ink/ink942.xml"/><Relationship Id="rId243" Type="http://schemas.openxmlformats.org/officeDocument/2006/relationships/customXml" Target="../ink/ink963.xml"/><Relationship Id="rId285" Type="http://schemas.openxmlformats.org/officeDocument/2006/relationships/image" Target="../media/image969.png"/><Relationship Id="rId450" Type="http://schemas.openxmlformats.org/officeDocument/2006/relationships/image" Target="../media/image1049.png"/><Relationship Id="rId506" Type="http://schemas.openxmlformats.org/officeDocument/2006/relationships/image" Target="../media/image1076.png"/><Relationship Id="rId688" Type="http://schemas.openxmlformats.org/officeDocument/2006/relationships/customXml" Target="../ink/ink1190.xml"/><Relationship Id="rId38" Type="http://schemas.openxmlformats.org/officeDocument/2006/relationships/image" Target="../media/image850.png"/><Relationship Id="rId103" Type="http://schemas.openxmlformats.org/officeDocument/2006/relationships/customXml" Target="../ink/ink892.xml"/><Relationship Id="rId310" Type="http://schemas.openxmlformats.org/officeDocument/2006/relationships/customXml" Target="../ink/ink998.xml"/><Relationship Id="rId492" Type="http://schemas.openxmlformats.org/officeDocument/2006/relationships/image" Target="../media/image748.png"/><Relationship Id="rId548" Type="http://schemas.openxmlformats.org/officeDocument/2006/relationships/image" Target="../media/image1096.png"/><Relationship Id="rId91" Type="http://schemas.openxmlformats.org/officeDocument/2006/relationships/customXml" Target="../ink/ink886.xml"/><Relationship Id="rId145" Type="http://schemas.openxmlformats.org/officeDocument/2006/relationships/customXml" Target="../ink/ink913.xml"/><Relationship Id="rId187" Type="http://schemas.openxmlformats.org/officeDocument/2006/relationships/customXml" Target="../ink/ink935.xml"/><Relationship Id="rId352" Type="http://schemas.openxmlformats.org/officeDocument/2006/relationships/customXml" Target="../ink/ink1020.xml"/><Relationship Id="rId394" Type="http://schemas.openxmlformats.org/officeDocument/2006/relationships/image" Target="../media/image1021.png"/><Relationship Id="rId408" Type="http://schemas.openxmlformats.org/officeDocument/2006/relationships/image" Target="../media/image1028.png"/><Relationship Id="rId615" Type="http://schemas.openxmlformats.org/officeDocument/2006/relationships/customXml" Target="../ink/ink1152.xml"/><Relationship Id="rId212" Type="http://schemas.openxmlformats.org/officeDocument/2006/relationships/image" Target="../media/image934.png"/><Relationship Id="rId254" Type="http://schemas.openxmlformats.org/officeDocument/2006/relationships/image" Target="../media/image955.png"/><Relationship Id="rId657" Type="http://schemas.openxmlformats.org/officeDocument/2006/relationships/image" Target="../media/image1148.png"/><Relationship Id="rId699" Type="http://schemas.openxmlformats.org/officeDocument/2006/relationships/image" Target="../media/image1167.png"/><Relationship Id="rId49" Type="http://schemas.openxmlformats.org/officeDocument/2006/relationships/customXml" Target="../ink/ink865.xml"/><Relationship Id="rId114" Type="http://schemas.openxmlformats.org/officeDocument/2006/relationships/image" Target="../media/image887.png"/><Relationship Id="rId296" Type="http://schemas.openxmlformats.org/officeDocument/2006/relationships/customXml" Target="../ink/ink991.xml"/><Relationship Id="rId461" Type="http://schemas.openxmlformats.org/officeDocument/2006/relationships/customXml" Target="../ink/ink1075.xml"/><Relationship Id="rId517" Type="http://schemas.openxmlformats.org/officeDocument/2006/relationships/customXml" Target="../ink/ink1103.xml"/><Relationship Id="rId559" Type="http://schemas.openxmlformats.org/officeDocument/2006/relationships/customXml" Target="../ink/ink1124.xml"/><Relationship Id="rId60" Type="http://schemas.openxmlformats.org/officeDocument/2006/relationships/image" Target="../media/image861.png"/><Relationship Id="rId156" Type="http://schemas.openxmlformats.org/officeDocument/2006/relationships/image" Target="../media/image907.png"/><Relationship Id="rId198" Type="http://schemas.openxmlformats.org/officeDocument/2006/relationships/image" Target="../media/image927.png"/><Relationship Id="rId321" Type="http://schemas.openxmlformats.org/officeDocument/2006/relationships/image" Target="../media/image987.png"/><Relationship Id="rId363" Type="http://schemas.openxmlformats.org/officeDocument/2006/relationships/customXml" Target="../ink/ink1026.xml"/><Relationship Id="rId419" Type="http://schemas.openxmlformats.org/officeDocument/2006/relationships/customXml" Target="../ink/ink1054.xml"/><Relationship Id="rId570" Type="http://schemas.openxmlformats.org/officeDocument/2006/relationships/image" Target="../media/image1106.png"/><Relationship Id="rId626" Type="http://schemas.openxmlformats.org/officeDocument/2006/relationships/image" Target="../media/image1133.png"/><Relationship Id="rId223" Type="http://schemas.openxmlformats.org/officeDocument/2006/relationships/customXml" Target="../ink/ink953.xml"/><Relationship Id="rId430" Type="http://schemas.openxmlformats.org/officeDocument/2006/relationships/image" Target="../media/image1039.png"/><Relationship Id="rId668" Type="http://schemas.openxmlformats.org/officeDocument/2006/relationships/customXml" Target="../ink/ink1180.xml"/><Relationship Id="rId18" Type="http://schemas.openxmlformats.org/officeDocument/2006/relationships/image" Target="../media/image840.png"/><Relationship Id="rId265" Type="http://schemas.openxmlformats.org/officeDocument/2006/relationships/customXml" Target="../ink/ink974.xml"/><Relationship Id="rId472" Type="http://schemas.openxmlformats.org/officeDocument/2006/relationships/image" Target="../media/image1060.png"/><Relationship Id="rId528" Type="http://schemas.openxmlformats.org/officeDocument/2006/relationships/image" Target="../media/image1086.png"/><Relationship Id="rId125" Type="http://schemas.openxmlformats.org/officeDocument/2006/relationships/customXml" Target="../ink/ink903.xml"/><Relationship Id="rId167" Type="http://schemas.openxmlformats.org/officeDocument/2006/relationships/customXml" Target="../ink/ink924.xml"/><Relationship Id="rId332" Type="http://schemas.openxmlformats.org/officeDocument/2006/relationships/image" Target="../media/image992.png"/><Relationship Id="rId374" Type="http://schemas.openxmlformats.org/officeDocument/2006/relationships/image" Target="../media/image1011.png"/><Relationship Id="rId581" Type="http://schemas.openxmlformats.org/officeDocument/2006/relationships/customXml" Target="../ink/ink1135.xml"/><Relationship Id="rId71" Type="http://schemas.openxmlformats.org/officeDocument/2006/relationships/customXml" Target="../ink/ink876.xml"/><Relationship Id="rId234" Type="http://schemas.openxmlformats.org/officeDocument/2006/relationships/image" Target="../media/image945.png"/><Relationship Id="rId637" Type="http://schemas.openxmlformats.org/officeDocument/2006/relationships/customXml" Target="../ink/ink1163.xml"/><Relationship Id="rId679" Type="http://schemas.openxmlformats.org/officeDocument/2006/relationships/image" Target="../media/image1157.png"/><Relationship Id="rId2" Type="http://schemas.openxmlformats.org/officeDocument/2006/relationships/image" Target="../media/image1364.png"/><Relationship Id="rId29" Type="http://schemas.openxmlformats.org/officeDocument/2006/relationships/customXml" Target="../ink/ink855.xml"/><Relationship Id="rId276" Type="http://schemas.openxmlformats.org/officeDocument/2006/relationships/customXml" Target="../ink/ink980.xml"/><Relationship Id="rId441" Type="http://schemas.openxmlformats.org/officeDocument/2006/relationships/customXml" Target="../ink/ink1065.xml"/><Relationship Id="rId483" Type="http://schemas.openxmlformats.org/officeDocument/2006/relationships/customXml" Target="../ink/ink1086.xml"/><Relationship Id="rId539" Type="http://schemas.openxmlformats.org/officeDocument/2006/relationships/customXml" Target="../ink/ink1114.xml"/><Relationship Id="rId690" Type="http://schemas.openxmlformats.org/officeDocument/2006/relationships/customXml" Target="../ink/ink1191.xml"/><Relationship Id="rId704" Type="http://schemas.openxmlformats.org/officeDocument/2006/relationships/customXml" Target="../ink/ink1198.xml"/><Relationship Id="rId40" Type="http://schemas.openxmlformats.org/officeDocument/2006/relationships/image" Target="../media/image851.png"/><Relationship Id="rId136" Type="http://schemas.openxmlformats.org/officeDocument/2006/relationships/image" Target="../media/image898.png"/><Relationship Id="rId178" Type="http://schemas.openxmlformats.org/officeDocument/2006/relationships/customXml" Target="../ink/ink930.xml"/><Relationship Id="rId301" Type="http://schemas.openxmlformats.org/officeDocument/2006/relationships/image" Target="../media/image977.png"/><Relationship Id="rId343" Type="http://schemas.openxmlformats.org/officeDocument/2006/relationships/image" Target="../media/image997.png"/><Relationship Id="rId550" Type="http://schemas.openxmlformats.org/officeDocument/2006/relationships/image" Target="../media/image1097.png"/><Relationship Id="rId82" Type="http://schemas.openxmlformats.org/officeDocument/2006/relationships/image" Target="../media/image872.png"/><Relationship Id="rId203" Type="http://schemas.openxmlformats.org/officeDocument/2006/relationships/customXml" Target="../ink/ink943.xml"/><Relationship Id="rId385" Type="http://schemas.openxmlformats.org/officeDocument/2006/relationships/customXml" Target="../ink/ink1037.xml"/><Relationship Id="rId592" Type="http://schemas.openxmlformats.org/officeDocument/2006/relationships/image" Target="../media/image1116.png"/><Relationship Id="rId606" Type="http://schemas.openxmlformats.org/officeDocument/2006/relationships/image" Target="../media/image1123.png"/><Relationship Id="rId648" Type="http://schemas.openxmlformats.org/officeDocument/2006/relationships/customXml" Target="../ink/ink1169.xml"/><Relationship Id="rId19" Type="http://schemas.openxmlformats.org/officeDocument/2006/relationships/customXml" Target="../ink/ink850.xml"/><Relationship Id="rId224" Type="http://schemas.openxmlformats.org/officeDocument/2006/relationships/image" Target="../media/image940.png"/><Relationship Id="rId245" Type="http://schemas.openxmlformats.org/officeDocument/2006/relationships/customXml" Target="../ink/ink964.xml"/><Relationship Id="rId266" Type="http://schemas.openxmlformats.org/officeDocument/2006/relationships/image" Target="../media/image961.png"/><Relationship Id="rId287" Type="http://schemas.openxmlformats.org/officeDocument/2006/relationships/image" Target="../media/image970.png"/><Relationship Id="rId410" Type="http://schemas.openxmlformats.org/officeDocument/2006/relationships/image" Target="../media/image1029.png"/><Relationship Id="rId431" Type="http://schemas.openxmlformats.org/officeDocument/2006/relationships/customXml" Target="../ink/ink1060.xml"/><Relationship Id="rId452" Type="http://schemas.openxmlformats.org/officeDocument/2006/relationships/image" Target="../media/image1050.png"/><Relationship Id="rId473" Type="http://schemas.openxmlformats.org/officeDocument/2006/relationships/customXml" Target="../ink/ink1081.xml"/><Relationship Id="rId494" Type="http://schemas.openxmlformats.org/officeDocument/2006/relationships/image" Target="../media/image1070.png"/><Relationship Id="rId508" Type="http://schemas.openxmlformats.org/officeDocument/2006/relationships/image" Target="../media/image1077.png"/><Relationship Id="rId529" Type="http://schemas.openxmlformats.org/officeDocument/2006/relationships/customXml" Target="../ink/ink1109.xml"/><Relationship Id="rId680" Type="http://schemas.openxmlformats.org/officeDocument/2006/relationships/customXml" Target="../ink/ink1186.xml"/><Relationship Id="rId30" Type="http://schemas.openxmlformats.org/officeDocument/2006/relationships/image" Target="../media/image846.png"/><Relationship Id="rId105" Type="http://schemas.openxmlformats.org/officeDocument/2006/relationships/customXml" Target="../ink/ink893.xml"/><Relationship Id="rId126" Type="http://schemas.openxmlformats.org/officeDocument/2006/relationships/image" Target="../media/image893.png"/><Relationship Id="rId147" Type="http://schemas.openxmlformats.org/officeDocument/2006/relationships/customXml" Target="../ink/ink914.xml"/><Relationship Id="rId168" Type="http://schemas.openxmlformats.org/officeDocument/2006/relationships/image" Target="../media/image913.png"/><Relationship Id="rId312" Type="http://schemas.openxmlformats.org/officeDocument/2006/relationships/customXml" Target="../ink/ink999.xml"/><Relationship Id="rId333" Type="http://schemas.openxmlformats.org/officeDocument/2006/relationships/customXml" Target="../ink/ink1010.xml"/><Relationship Id="rId354" Type="http://schemas.openxmlformats.org/officeDocument/2006/relationships/customXml" Target="../ink/ink1021.xml"/><Relationship Id="rId540" Type="http://schemas.openxmlformats.org/officeDocument/2006/relationships/image" Target="../media/image1092.png"/><Relationship Id="rId51" Type="http://schemas.openxmlformats.org/officeDocument/2006/relationships/customXml" Target="../ink/ink866.xml"/><Relationship Id="rId72" Type="http://schemas.openxmlformats.org/officeDocument/2006/relationships/image" Target="../media/image867.png"/><Relationship Id="rId93" Type="http://schemas.openxmlformats.org/officeDocument/2006/relationships/customXml" Target="../ink/ink887.xml"/><Relationship Id="rId189" Type="http://schemas.openxmlformats.org/officeDocument/2006/relationships/customXml" Target="../ink/ink936.xml"/><Relationship Id="rId375" Type="http://schemas.openxmlformats.org/officeDocument/2006/relationships/customXml" Target="../ink/ink1032.xml"/><Relationship Id="rId396" Type="http://schemas.openxmlformats.org/officeDocument/2006/relationships/image" Target="../media/image1022.png"/><Relationship Id="rId561" Type="http://schemas.openxmlformats.org/officeDocument/2006/relationships/customXml" Target="../ink/ink1125.xml"/><Relationship Id="rId582" Type="http://schemas.openxmlformats.org/officeDocument/2006/relationships/image" Target="../media/image1112.png"/><Relationship Id="rId617" Type="http://schemas.openxmlformats.org/officeDocument/2006/relationships/customXml" Target="../ink/ink1153.xml"/><Relationship Id="rId638" Type="http://schemas.openxmlformats.org/officeDocument/2006/relationships/image" Target="../media/image1139.png"/><Relationship Id="rId659" Type="http://schemas.openxmlformats.org/officeDocument/2006/relationships/image" Target="../media/image1149.png"/><Relationship Id="rId3" Type="http://schemas.openxmlformats.org/officeDocument/2006/relationships/customXml" Target="../ink/ink842.xml"/><Relationship Id="rId214" Type="http://schemas.openxmlformats.org/officeDocument/2006/relationships/image" Target="../media/image935.png"/><Relationship Id="rId235" Type="http://schemas.openxmlformats.org/officeDocument/2006/relationships/customXml" Target="../ink/ink959.xml"/><Relationship Id="rId256" Type="http://schemas.openxmlformats.org/officeDocument/2006/relationships/image" Target="../media/image956.png"/><Relationship Id="rId277" Type="http://schemas.openxmlformats.org/officeDocument/2006/relationships/customXml" Target="../ink/ink981.xml"/><Relationship Id="rId298" Type="http://schemas.openxmlformats.org/officeDocument/2006/relationships/customXml" Target="../ink/ink992.xml"/><Relationship Id="rId400" Type="http://schemas.openxmlformats.org/officeDocument/2006/relationships/image" Target="../media/image1024.png"/><Relationship Id="rId421" Type="http://schemas.openxmlformats.org/officeDocument/2006/relationships/customXml" Target="../ink/ink1055.xml"/><Relationship Id="rId442" Type="http://schemas.openxmlformats.org/officeDocument/2006/relationships/image" Target="../media/image1045.png"/><Relationship Id="rId463" Type="http://schemas.openxmlformats.org/officeDocument/2006/relationships/customXml" Target="../ink/ink1076.xml"/><Relationship Id="rId484" Type="http://schemas.openxmlformats.org/officeDocument/2006/relationships/image" Target="../media/image1066.png"/><Relationship Id="rId519" Type="http://schemas.openxmlformats.org/officeDocument/2006/relationships/customXml" Target="../ink/ink1104.xml"/><Relationship Id="rId670" Type="http://schemas.openxmlformats.org/officeDocument/2006/relationships/customXml" Target="../ink/ink1181.xml"/><Relationship Id="rId705" Type="http://schemas.openxmlformats.org/officeDocument/2006/relationships/image" Target="../media/image1170.png"/><Relationship Id="rId116" Type="http://schemas.openxmlformats.org/officeDocument/2006/relationships/image" Target="../media/image888.png"/><Relationship Id="rId137" Type="http://schemas.openxmlformats.org/officeDocument/2006/relationships/customXml" Target="../ink/ink909.xml"/><Relationship Id="rId158" Type="http://schemas.openxmlformats.org/officeDocument/2006/relationships/image" Target="../media/image908.png"/><Relationship Id="rId302" Type="http://schemas.openxmlformats.org/officeDocument/2006/relationships/customXml" Target="../ink/ink994.xml"/><Relationship Id="rId323" Type="http://schemas.openxmlformats.org/officeDocument/2006/relationships/image" Target="../media/image988.png"/><Relationship Id="rId344" Type="http://schemas.openxmlformats.org/officeDocument/2006/relationships/customXml" Target="../ink/ink1016.xml"/><Relationship Id="rId530" Type="http://schemas.openxmlformats.org/officeDocument/2006/relationships/image" Target="../media/image1087.png"/><Relationship Id="rId691" Type="http://schemas.openxmlformats.org/officeDocument/2006/relationships/image" Target="../media/image1163.png"/><Relationship Id="rId20" Type="http://schemas.openxmlformats.org/officeDocument/2006/relationships/image" Target="../media/image841.png"/><Relationship Id="rId41" Type="http://schemas.openxmlformats.org/officeDocument/2006/relationships/customXml" Target="../ink/ink861.xml"/><Relationship Id="rId62" Type="http://schemas.openxmlformats.org/officeDocument/2006/relationships/image" Target="../media/image862.png"/><Relationship Id="rId83" Type="http://schemas.openxmlformats.org/officeDocument/2006/relationships/customXml" Target="../ink/ink882.xml"/><Relationship Id="rId179" Type="http://schemas.openxmlformats.org/officeDocument/2006/relationships/image" Target="../media/image918.png"/><Relationship Id="rId365" Type="http://schemas.openxmlformats.org/officeDocument/2006/relationships/customXml" Target="../ink/ink1027.xml"/><Relationship Id="rId386" Type="http://schemas.openxmlformats.org/officeDocument/2006/relationships/image" Target="../media/image1017.png"/><Relationship Id="rId551" Type="http://schemas.openxmlformats.org/officeDocument/2006/relationships/customXml" Target="../ink/ink1120.xml"/><Relationship Id="rId572" Type="http://schemas.openxmlformats.org/officeDocument/2006/relationships/image" Target="../media/image1107.png"/><Relationship Id="rId593" Type="http://schemas.openxmlformats.org/officeDocument/2006/relationships/customXml" Target="../ink/ink1141.xml"/><Relationship Id="rId607" Type="http://schemas.openxmlformats.org/officeDocument/2006/relationships/customXml" Target="../ink/ink1148.xml"/><Relationship Id="rId628" Type="http://schemas.openxmlformats.org/officeDocument/2006/relationships/image" Target="../media/image1134.png"/><Relationship Id="rId649" Type="http://schemas.openxmlformats.org/officeDocument/2006/relationships/image" Target="../media/image1144.png"/><Relationship Id="rId190" Type="http://schemas.openxmlformats.org/officeDocument/2006/relationships/image" Target="../media/image923.png"/><Relationship Id="rId204" Type="http://schemas.openxmlformats.org/officeDocument/2006/relationships/image" Target="../media/image930.png"/><Relationship Id="rId225" Type="http://schemas.openxmlformats.org/officeDocument/2006/relationships/customXml" Target="../ink/ink954.xml"/><Relationship Id="rId246" Type="http://schemas.openxmlformats.org/officeDocument/2006/relationships/image" Target="../media/image951.png"/><Relationship Id="rId267" Type="http://schemas.openxmlformats.org/officeDocument/2006/relationships/customXml" Target="../ink/ink975.xml"/><Relationship Id="rId288" Type="http://schemas.openxmlformats.org/officeDocument/2006/relationships/customXml" Target="../ink/ink987.xml"/><Relationship Id="rId411" Type="http://schemas.openxmlformats.org/officeDocument/2006/relationships/customXml" Target="../ink/ink1050.xml"/><Relationship Id="rId432" Type="http://schemas.openxmlformats.org/officeDocument/2006/relationships/image" Target="../media/image1040.png"/><Relationship Id="rId453" Type="http://schemas.openxmlformats.org/officeDocument/2006/relationships/customXml" Target="../ink/ink1071.xml"/><Relationship Id="rId474" Type="http://schemas.openxmlformats.org/officeDocument/2006/relationships/image" Target="../media/image1061.png"/><Relationship Id="rId509" Type="http://schemas.openxmlformats.org/officeDocument/2006/relationships/customXml" Target="../ink/ink1099.xml"/><Relationship Id="rId660" Type="http://schemas.openxmlformats.org/officeDocument/2006/relationships/customXml" Target="../ink/ink1175.xml"/><Relationship Id="rId106" Type="http://schemas.openxmlformats.org/officeDocument/2006/relationships/image" Target="../media/image884.png"/><Relationship Id="rId127" Type="http://schemas.openxmlformats.org/officeDocument/2006/relationships/customXml" Target="../ink/ink904.xml"/><Relationship Id="rId313" Type="http://schemas.openxmlformats.org/officeDocument/2006/relationships/image" Target="../media/image983.png"/><Relationship Id="rId495" Type="http://schemas.openxmlformats.org/officeDocument/2006/relationships/customXml" Target="../ink/ink1092.xml"/><Relationship Id="rId681" Type="http://schemas.openxmlformats.org/officeDocument/2006/relationships/image" Target="../media/image1158.png"/><Relationship Id="rId10" Type="http://schemas.openxmlformats.org/officeDocument/2006/relationships/image" Target="../media/image836.png"/><Relationship Id="rId31" Type="http://schemas.openxmlformats.org/officeDocument/2006/relationships/customXml" Target="../ink/ink856.xml"/><Relationship Id="rId52" Type="http://schemas.openxmlformats.org/officeDocument/2006/relationships/image" Target="../media/image857.png"/><Relationship Id="rId73" Type="http://schemas.openxmlformats.org/officeDocument/2006/relationships/customXml" Target="../ink/ink877.xml"/><Relationship Id="rId94" Type="http://schemas.openxmlformats.org/officeDocument/2006/relationships/image" Target="../media/image878.png"/><Relationship Id="rId148" Type="http://schemas.openxmlformats.org/officeDocument/2006/relationships/image" Target="../media/image903.png"/><Relationship Id="rId169" Type="http://schemas.openxmlformats.org/officeDocument/2006/relationships/customXml" Target="../ink/ink925.xml"/><Relationship Id="rId334" Type="http://schemas.openxmlformats.org/officeDocument/2006/relationships/image" Target="../media/image993.png"/><Relationship Id="rId355" Type="http://schemas.openxmlformats.org/officeDocument/2006/relationships/customXml" Target="../ink/ink1022.xml"/><Relationship Id="rId376" Type="http://schemas.openxmlformats.org/officeDocument/2006/relationships/image" Target="../media/image1012.png"/><Relationship Id="rId397" Type="http://schemas.openxmlformats.org/officeDocument/2006/relationships/customXml" Target="../ink/ink1043.xml"/><Relationship Id="rId520" Type="http://schemas.openxmlformats.org/officeDocument/2006/relationships/image" Target="../media/image1083.png"/><Relationship Id="rId541" Type="http://schemas.openxmlformats.org/officeDocument/2006/relationships/customXml" Target="../ink/ink1115.xml"/><Relationship Id="rId562" Type="http://schemas.openxmlformats.org/officeDocument/2006/relationships/image" Target="../media/image1102.png"/><Relationship Id="rId583" Type="http://schemas.openxmlformats.org/officeDocument/2006/relationships/customXml" Target="../ink/ink1136.xml"/><Relationship Id="rId618" Type="http://schemas.openxmlformats.org/officeDocument/2006/relationships/image" Target="../media/image1129.png"/><Relationship Id="rId639" Type="http://schemas.openxmlformats.org/officeDocument/2006/relationships/customXml" Target="../ink/ink1164.xml"/><Relationship Id="rId4" Type="http://schemas.openxmlformats.org/officeDocument/2006/relationships/image" Target="../media/image833.png"/><Relationship Id="rId180" Type="http://schemas.openxmlformats.org/officeDocument/2006/relationships/customXml" Target="../ink/ink931.xml"/><Relationship Id="rId215" Type="http://schemas.openxmlformats.org/officeDocument/2006/relationships/customXml" Target="../ink/ink949.xml"/><Relationship Id="rId236" Type="http://schemas.openxmlformats.org/officeDocument/2006/relationships/image" Target="../media/image946.png"/><Relationship Id="rId257" Type="http://schemas.openxmlformats.org/officeDocument/2006/relationships/customXml" Target="../ink/ink970.xml"/><Relationship Id="rId278" Type="http://schemas.openxmlformats.org/officeDocument/2006/relationships/image" Target="../media/image966.png"/><Relationship Id="rId401" Type="http://schemas.openxmlformats.org/officeDocument/2006/relationships/customXml" Target="../ink/ink1045.xml"/><Relationship Id="rId422" Type="http://schemas.openxmlformats.org/officeDocument/2006/relationships/image" Target="../media/image1035.png"/><Relationship Id="rId443" Type="http://schemas.openxmlformats.org/officeDocument/2006/relationships/customXml" Target="../ink/ink1066.xml"/><Relationship Id="rId464" Type="http://schemas.openxmlformats.org/officeDocument/2006/relationships/image" Target="../media/image1056.png"/><Relationship Id="rId650" Type="http://schemas.openxmlformats.org/officeDocument/2006/relationships/customXml" Target="../ink/ink1170.xml"/><Relationship Id="rId303" Type="http://schemas.openxmlformats.org/officeDocument/2006/relationships/image" Target="../media/image978.png"/><Relationship Id="rId485" Type="http://schemas.openxmlformats.org/officeDocument/2006/relationships/customXml" Target="../ink/ink1087.xml"/><Relationship Id="rId692" Type="http://schemas.openxmlformats.org/officeDocument/2006/relationships/customXml" Target="../ink/ink1192.xml"/><Relationship Id="rId706" Type="http://schemas.openxmlformats.org/officeDocument/2006/relationships/customXml" Target="../ink/ink1199.xml"/><Relationship Id="rId42" Type="http://schemas.openxmlformats.org/officeDocument/2006/relationships/image" Target="../media/image852.png"/><Relationship Id="rId84" Type="http://schemas.openxmlformats.org/officeDocument/2006/relationships/image" Target="../media/image873.png"/><Relationship Id="rId138" Type="http://schemas.openxmlformats.org/officeDocument/2006/relationships/image" Target="../media/image899.png"/><Relationship Id="rId345" Type="http://schemas.openxmlformats.org/officeDocument/2006/relationships/image" Target="../media/image998.png"/><Relationship Id="rId387" Type="http://schemas.openxmlformats.org/officeDocument/2006/relationships/customXml" Target="../ink/ink1038.xml"/><Relationship Id="rId510" Type="http://schemas.openxmlformats.org/officeDocument/2006/relationships/image" Target="../media/image1078.png"/><Relationship Id="rId552" Type="http://schemas.openxmlformats.org/officeDocument/2006/relationships/image" Target="../media/image1098.png"/><Relationship Id="rId594" Type="http://schemas.openxmlformats.org/officeDocument/2006/relationships/image" Target="../media/image1117.png"/><Relationship Id="rId608" Type="http://schemas.openxmlformats.org/officeDocument/2006/relationships/image" Target="../media/image1124.png"/><Relationship Id="rId191" Type="http://schemas.openxmlformats.org/officeDocument/2006/relationships/customXml" Target="../ink/ink937.xml"/><Relationship Id="rId205" Type="http://schemas.openxmlformats.org/officeDocument/2006/relationships/customXml" Target="../ink/ink944.xml"/><Relationship Id="rId247" Type="http://schemas.openxmlformats.org/officeDocument/2006/relationships/customXml" Target="../ink/ink965.xml"/><Relationship Id="rId412" Type="http://schemas.openxmlformats.org/officeDocument/2006/relationships/image" Target="../media/image1030.png"/><Relationship Id="rId107" Type="http://schemas.openxmlformats.org/officeDocument/2006/relationships/customXml" Target="../ink/ink894.xml"/><Relationship Id="rId289" Type="http://schemas.openxmlformats.org/officeDocument/2006/relationships/image" Target="../media/image971.png"/><Relationship Id="rId454" Type="http://schemas.openxmlformats.org/officeDocument/2006/relationships/image" Target="../media/image1051.png"/><Relationship Id="rId496" Type="http://schemas.openxmlformats.org/officeDocument/2006/relationships/image" Target="../media/image1071.png"/><Relationship Id="rId661" Type="http://schemas.openxmlformats.org/officeDocument/2006/relationships/customXml" Target="../ink/ink1176.xml"/><Relationship Id="rId11" Type="http://schemas.openxmlformats.org/officeDocument/2006/relationships/customXml" Target="../ink/ink846.xml"/><Relationship Id="rId53" Type="http://schemas.openxmlformats.org/officeDocument/2006/relationships/customXml" Target="../ink/ink867.xml"/><Relationship Id="rId149" Type="http://schemas.openxmlformats.org/officeDocument/2006/relationships/customXml" Target="../ink/ink915.xml"/><Relationship Id="rId314" Type="http://schemas.openxmlformats.org/officeDocument/2006/relationships/customXml" Target="../ink/ink1000.xml"/><Relationship Id="rId356" Type="http://schemas.openxmlformats.org/officeDocument/2006/relationships/image" Target="../media/image1003.png"/><Relationship Id="rId398" Type="http://schemas.openxmlformats.org/officeDocument/2006/relationships/image" Target="../media/image1023.png"/><Relationship Id="rId521" Type="http://schemas.openxmlformats.org/officeDocument/2006/relationships/customXml" Target="../ink/ink1105.xml"/><Relationship Id="rId563" Type="http://schemas.openxmlformats.org/officeDocument/2006/relationships/customXml" Target="../ink/ink1126.xml"/><Relationship Id="rId619" Type="http://schemas.openxmlformats.org/officeDocument/2006/relationships/customXml" Target="../ink/ink1154.xml"/><Relationship Id="rId95" Type="http://schemas.openxmlformats.org/officeDocument/2006/relationships/customXml" Target="../ink/ink888.xml"/><Relationship Id="rId160" Type="http://schemas.openxmlformats.org/officeDocument/2006/relationships/image" Target="../media/image909.png"/><Relationship Id="rId216" Type="http://schemas.openxmlformats.org/officeDocument/2006/relationships/image" Target="../media/image936.png"/><Relationship Id="rId423" Type="http://schemas.openxmlformats.org/officeDocument/2006/relationships/customXml" Target="../ink/ink1056.xml"/><Relationship Id="rId258" Type="http://schemas.openxmlformats.org/officeDocument/2006/relationships/image" Target="../media/image957.png"/><Relationship Id="rId465" Type="http://schemas.openxmlformats.org/officeDocument/2006/relationships/customXml" Target="../ink/ink1077.xml"/><Relationship Id="rId630" Type="http://schemas.openxmlformats.org/officeDocument/2006/relationships/image" Target="../media/image1135.png"/><Relationship Id="rId672" Type="http://schemas.openxmlformats.org/officeDocument/2006/relationships/customXml" Target="../ink/ink1182.xml"/><Relationship Id="rId22" Type="http://schemas.openxmlformats.org/officeDocument/2006/relationships/image" Target="../media/image842.png"/><Relationship Id="rId64" Type="http://schemas.openxmlformats.org/officeDocument/2006/relationships/image" Target="../media/image863.png"/><Relationship Id="rId118" Type="http://schemas.openxmlformats.org/officeDocument/2006/relationships/image" Target="../media/image889.png"/><Relationship Id="rId325" Type="http://schemas.openxmlformats.org/officeDocument/2006/relationships/image" Target="../media/image989.png"/><Relationship Id="rId367" Type="http://schemas.openxmlformats.org/officeDocument/2006/relationships/customXml" Target="../ink/ink1028.xml"/><Relationship Id="rId532" Type="http://schemas.openxmlformats.org/officeDocument/2006/relationships/image" Target="../media/image1088.png"/><Relationship Id="rId574" Type="http://schemas.openxmlformats.org/officeDocument/2006/relationships/image" Target="../media/image1108.png"/><Relationship Id="rId171" Type="http://schemas.openxmlformats.org/officeDocument/2006/relationships/customXml" Target="../ink/ink926.xml"/><Relationship Id="rId227" Type="http://schemas.openxmlformats.org/officeDocument/2006/relationships/customXml" Target="../ink/ink955.xml"/><Relationship Id="rId269" Type="http://schemas.openxmlformats.org/officeDocument/2006/relationships/customXml" Target="../ink/ink976.xml"/><Relationship Id="rId434" Type="http://schemas.openxmlformats.org/officeDocument/2006/relationships/image" Target="../media/image1041.png"/><Relationship Id="rId476" Type="http://schemas.openxmlformats.org/officeDocument/2006/relationships/image" Target="../media/image1062.png"/><Relationship Id="rId641" Type="http://schemas.openxmlformats.org/officeDocument/2006/relationships/customXml" Target="../ink/ink1165.xml"/><Relationship Id="rId683" Type="http://schemas.openxmlformats.org/officeDocument/2006/relationships/image" Target="../media/image1159.png"/><Relationship Id="rId33" Type="http://schemas.openxmlformats.org/officeDocument/2006/relationships/customXml" Target="../ink/ink857.xml"/><Relationship Id="rId129" Type="http://schemas.openxmlformats.org/officeDocument/2006/relationships/customXml" Target="../ink/ink905.xml"/><Relationship Id="rId280" Type="http://schemas.openxmlformats.org/officeDocument/2006/relationships/image" Target="../media/image967.png"/><Relationship Id="rId336" Type="http://schemas.openxmlformats.org/officeDocument/2006/relationships/image" Target="../media/image994.png"/><Relationship Id="rId501" Type="http://schemas.openxmlformats.org/officeDocument/2006/relationships/customXml" Target="../ink/ink1095.xml"/><Relationship Id="rId543" Type="http://schemas.openxmlformats.org/officeDocument/2006/relationships/customXml" Target="../ink/ink1116.xml"/><Relationship Id="rId75" Type="http://schemas.openxmlformats.org/officeDocument/2006/relationships/customXml" Target="../ink/ink878.xml"/><Relationship Id="rId140" Type="http://schemas.openxmlformats.org/officeDocument/2006/relationships/image" Target="../media/image900.png"/><Relationship Id="rId182" Type="http://schemas.openxmlformats.org/officeDocument/2006/relationships/customXml" Target="../ink/ink932.xml"/><Relationship Id="rId378" Type="http://schemas.openxmlformats.org/officeDocument/2006/relationships/image" Target="../media/image1013.png"/><Relationship Id="rId403" Type="http://schemas.openxmlformats.org/officeDocument/2006/relationships/customXml" Target="../ink/ink1046.xml"/><Relationship Id="rId585" Type="http://schemas.openxmlformats.org/officeDocument/2006/relationships/customXml" Target="../ink/ink1137.xml"/><Relationship Id="rId6" Type="http://schemas.openxmlformats.org/officeDocument/2006/relationships/image" Target="../media/image834.png"/><Relationship Id="rId238" Type="http://schemas.openxmlformats.org/officeDocument/2006/relationships/image" Target="../media/image947.png"/><Relationship Id="rId445" Type="http://schemas.openxmlformats.org/officeDocument/2006/relationships/customXml" Target="../ink/ink1067.xml"/><Relationship Id="rId487" Type="http://schemas.openxmlformats.org/officeDocument/2006/relationships/customXml" Target="../ink/ink1088.xml"/><Relationship Id="rId610" Type="http://schemas.openxmlformats.org/officeDocument/2006/relationships/image" Target="../media/image1125.png"/><Relationship Id="rId652" Type="http://schemas.openxmlformats.org/officeDocument/2006/relationships/customXml" Target="../ink/ink1171.xml"/><Relationship Id="rId694" Type="http://schemas.openxmlformats.org/officeDocument/2006/relationships/customXml" Target="../ink/ink1193.xml"/><Relationship Id="rId291" Type="http://schemas.openxmlformats.org/officeDocument/2006/relationships/image" Target="../media/image972.png"/><Relationship Id="rId305" Type="http://schemas.openxmlformats.org/officeDocument/2006/relationships/image" Target="../media/image979.png"/><Relationship Id="rId347" Type="http://schemas.openxmlformats.org/officeDocument/2006/relationships/image" Target="../media/image999.png"/><Relationship Id="rId512" Type="http://schemas.openxmlformats.org/officeDocument/2006/relationships/image" Target="../media/image1079.png"/><Relationship Id="rId44" Type="http://schemas.openxmlformats.org/officeDocument/2006/relationships/image" Target="../media/image853.png"/><Relationship Id="rId86" Type="http://schemas.openxmlformats.org/officeDocument/2006/relationships/image" Target="../media/image874.png"/><Relationship Id="rId151" Type="http://schemas.openxmlformats.org/officeDocument/2006/relationships/customXml" Target="../ink/ink916.xml"/><Relationship Id="rId389" Type="http://schemas.openxmlformats.org/officeDocument/2006/relationships/customXml" Target="../ink/ink1039.xml"/><Relationship Id="rId554" Type="http://schemas.openxmlformats.org/officeDocument/2006/relationships/image" Target="../media/image1099.png"/><Relationship Id="rId596" Type="http://schemas.openxmlformats.org/officeDocument/2006/relationships/image" Target="../media/image1118.png"/><Relationship Id="rId193" Type="http://schemas.openxmlformats.org/officeDocument/2006/relationships/customXml" Target="../ink/ink938.xml"/><Relationship Id="rId207" Type="http://schemas.openxmlformats.org/officeDocument/2006/relationships/customXml" Target="../ink/ink945.xml"/><Relationship Id="rId249" Type="http://schemas.openxmlformats.org/officeDocument/2006/relationships/customXml" Target="../ink/ink966.xml"/><Relationship Id="rId414" Type="http://schemas.openxmlformats.org/officeDocument/2006/relationships/image" Target="../media/image1031.png"/><Relationship Id="rId456" Type="http://schemas.openxmlformats.org/officeDocument/2006/relationships/image" Target="../media/image1052.png"/><Relationship Id="rId498" Type="http://schemas.openxmlformats.org/officeDocument/2006/relationships/image" Target="../media/image1072.png"/><Relationship Id="rId621" Type="http://schemas.openxmlformats.org/officeDocument/2006/relationships/customXml" Target="../ink/ink1155.xml"/><Relationship Id="rId663" Type="http://schemas.openxmlformats.org/officeDocument/2006/relationships/image" Target="../media/image1150.png"/><Relationship Id="rId13" Type="http://schemas.openxmlformats.org/officeDocument/2006/relationships/customXml" Target="../ink/ink847.xml"/><Relationship Id="rId109" Type="http://schemas.openxmlformats.org/officeDocument/2006/relationships/customXml" Target="../ink/ink895.xml"/><Relationship Id="rId260" Type="http://schemas.openxmlformats.org/officeDocument/2006/relationships/image" Target="../media/image958.png"/><Relationship Id="rId316" Type="http://schemas.openxmlformats.org/officeDocument/2006/relationships/customXml" Target="../ink/ink1001.xml"/><Relationship Id="rId523" Type="http://schemas.openxmlformats.org/officeDocument/2006/relationships/customXml" Target="../ink/ink1106.xml"/><Relationship Id="rId55" Type="http://schemas.openxmlformats.org/officeDocument/2006/relationships/customXml" Target="../ink/ink868.xml"/><Relationship Id="rId97" Type="http://schemas.openxmlformats.org/officeDocument/2006/relationships/customXml" Target="../ink/ink889.xml"/><Relationship Id="rId120" Type="http://schemas.openxmlformats.org/officeDocument/2006/relationships/image" Target="../media/image890.png"/><Relationship Id="rId358" Type="http://schemas.openxmlformats.org/officeDocument/2006/relationships/image" Target="../media/image1004.png"/><Relationship Id="rId565" Type="http://schemas.openxmlformats.org/officeDocument/2006/relationships/customXml" Target="../ink/ink1127.xml"/><Relationship Id="rId162" Type="http://schemas.openxmlformats.org/officeDocument/2006/relationships/image" Target="../media/image910.png"/><Relationship Id="rId218" Type="http://schemas.openxmlformats.org/officeDocument/2006/relationships/image" Target="../media/image937.png"/><Relationship Id="rId425" Type="http://schemas.openxmlformats.org/officeDocument/2006/relationships/customXml" Target="../ink/ink1057.xml"/><Relationship Id="rId467" Type="http://schemas.openxmlformats.org/officeDocument/2006/relationships/customXml" Target="../ink/ink1078.xml"/><Relationship Id="rId632" Type="http://schemas.openxmlformats.org/officeDocument/2006/relationships/image" Target="../media/image1136.png"/><Relationship Id="rId271" Type="http://schemas.openxmlformats.org/officeDocument/2006/relationships/customXml" Target="../ink/ink977.xml"/><Relationship Id="rId674" Type="http://schemas.openxmlformats.org/officeDocument/2006/relationships/customXml" Target="../ink/ink1183.xml"/><Relationship Id="rId24" Type="http://schemas.openxmlformats.org/officeDocument/2006/relationships/image" Target="../media/image843.png"/><Relationship Id="rId66" Type="http://schemas.openxmlformats.org/officeDocument/2006/relationships/image" Target="../media/image864.png"/><Relationship Id="rId131" Type="http://schemas.openxmlformats.org/officeDocument/2006/relationships/customXml" Target="../ink/ink906.xml"/><Relationship Id="rId327" Type="http://schemas.openxmlformats.org/officeDocument/2006/relationships/image" Target="../media/image990.png"/><Relationship Id="rId369" Type="http://schemas.openxmlformats.org/officeDocument/2006/relationships/customXml" Target="../ink/ink1029.xml"/><Relationship Id="rId534" Type="http://schemas.openxmlformats.org/officeDocument/2006/relationships/image" Target="../media/image1089.png"/><Relationship Id="rId576" Type="http://schemas.openxmlformats.org/officeDocument/2006/relationships/image" Target="../media/image1109.png"/><Relationship Id="rId173" Type="http://schemas.openxmlformats.org/officeDocument/2006/relationships/image" Target="../media/image915.png"/><Relationship Id="rId229" Type="http://schemas.openxmlformats.org/officeDocument/2006/relationships/customXml" Target="../ink/ink956.xml"/><Relationship Id="rId380" Type="http://schemas.openxmlformats.org/officeDocument/2006/relationships/image" Target="../media/image1014.png"/><Relationship Id="rId436" Type="http://schemas.openxmlformats.org/officeDocument/2006/relationships/image" Target="../media/image1042.png"/><Relationship Id="rId601" Type="http://schemas.openxmlformats.org/officeDocument/2006/relationships/customXml" Target="../ink/ink1145.xml"/><Relationship Id="rId643" Type="http://schemas.openxmlformats.org/officeDocument/2006/relationships/customXml" Target="../ink/ink1166.xml"/><Relationship Id="rId240" Type="http://schemas.openxmlformats.org/officeDocument/2006/relationships/image" Target="../media/image948.png"/><Relationship Id="rId478" Type="http://schemas.openxmlformats.org/officeDocument/2006/relationships/image" Target="../media/image1063.png"/><Relationship Id="rId685" Type="http://schemas.openxmlformats.org/officeDocument/2006/relationships/image" Target="../media/image1160.png"/><Relationship Id="rId35" Type="http://schemas.openxmlformats.org/officeDocument/2006/relationships/customXml" Target="../ink/ink858.xml"/><Relationship Id="rId77" Type="http://schemas.openxmlformats.org/officeDocument/2006/relationships/customXml" Target="../ink/ink879.xml"/><Relationship Id="rId100" Type="http://schemas.openxmlformats.org/officeDocument/2006/relationships/image" Target="../media/image881.png"/><Relationship Id="rId282" Type="http://schemas.openxmlformats.org/officeDocument/2006/relationships/image" Target="../media/image968.png"/><Relationship Id="rId338" Type="http://schemas.openxmlformats.org/officeDocument/2006/relationships/customXml" Target="../ink/ink1013.xml"/><Relationship Id="rId503" Type="http://schemas.openxmlformats.org/officeDocument/2006/relationships/customXml" Target="../ink/ink1096.xml"/><Relationship Id="rId545" Type="http://schemas.openxmlformats.org/officeDocument/2006/relationships/customXml" Target="../ink/ink1117.xml"/><Relationship Id="rId587" Type="http://schemas.openxmlformats.org/officeDocument/2006/relationships/customXml" Target="../ink/ink1138.xml"/><Relationship Id="rId8" Type="http://schemas.openxmlformats.org/officeDocument/2006/relationships/image" Target="../media/image835.png"/><Relationship Id="rId142" Type="http://schemas.openxmlformats.org/officeDocument/2006/relationships/image" Target="../media/image901.png"/><Relationship Id="rId184" Type="http://schemas.openxmlformats.org/officeDocument/2006/relationships/customXml" Target="../ink/ink933.xml"/><Relationship Id="rId391" Type="http://schemas.openxmlformats.org/officeDocument/2006/relationships/customXml" Target="../ink/ink1040.xml"/><Relationship Id="rId405" Type="http://schemas.openxmlformats.org/officeDocument/2006/relationships/customXml" Target="../ink/ink1047.xml"/><Relationship Id="rId447" Type="http://schemas.openxmlformats.org/officeDocument/2006/relationships/customXml" Target="../ink/ink1068.xml"/><Relationship Id="rId612" Type="http://schemas.openxmlformats.org/officeDocument/2006/relationships/image" Target="../media/image1126.png"/><Relationship Id="rId251" Type="http://schemas.openxmlformats.org/officeDocument/2006/relationships/customXml" Target="../ink/ink967.xml"/><Relationship Id="rId489" Type="http://schemas.openxmlformats.org/officeDocument/2006/relationships/customXml" Target="../ink/ink1089.xml"/><Relationship Id="rId654" Type="http://schemas.openxmlformats.org/officeDocument/2006/relationships/customXml" Target="../ink/ink1172.xml"/><Relationship Id="rId696" Type="http://schemas.openxmlformats.org/officeDocument/2006/relationships/customXml" Target="../ink/ink1194.xml"/><Relationship Id="rId46" Type="http://schemas.openxmlformats.org/officeDocument/2006/relationships/image" Target="../media/image854.png"/><Relationship Id="rId293" Type="http://schemas.openxmlformats.org/officeDocument/2006/relationships/image" Target="../media/image973.png"/><Relationship Id="rId307" Type="http://schemas.openxmlformats.org/officeDocument/2006/relationships/image" Target="../media/image980.png"/><Relationship Id="rId349" Type="http://schemas.openxmlformats.org/officeDocument/2006/relationships/image" Target="../media/image1000.png"/><Relationship Id="rId514" Type="http://schemas.openxmlformats.org/officeDocument/2006/relationships/image" Target="../media/image1080.png"/><Relationship Id="rId556" Type="http://schemas.openxmlformats.org/officeDocument/2006/relationships/image" Target="../media/image1100.png"/><Relationship Id="rId88" Type="http://schemas.openxmlformats.org/officeDocument/2006/relationships/image" Target="../media/image875.png"/><Relationship Id="rId111" Type="http://schemas.openxmlformats.org/officeDocument/2006/relationships/customXml" Target="../ink/ink896.xml"/><Relationship Id="rId153" Type="http://schemas.openxmlformats.org/officeDocument/2006/relationships/customXml" Target="../ink/ink917.xml"/><Relationship Id="rId195" Type="http://schemas.openxmlformats.org/officeDocument/2006/relationships/customXml" Target="../ink/ink939.xml"/><Relationship Id="rId209" Type="http://schemas.openxmlformats.org/officeDocument/2006/relationships/customXml" Target="../ink/ink946.xml"/><Relationship Id="rId360" Type="http://schemas.openxmlformats.org/officeDocument/2006/relationships/image" Target="../media/image1005.png"/><Relationship Id="rId416" Type="http://schemas.openxmlformats.org/officeDocument/2006/relationships/image" Target="../media/image1032.png"/><Relationship Id="rId598" Type="http://schemas.openxmlformats.org/officeDocument/2006/relationships/image" Target="../media/image1119.png"/><Relationship Id="rId220" Type="http://schemas.openxmlformats.org/officeDocument/2006/relationships/image" Target="../media/image938.png"/><Relationship Id="rId458" Type="http://schemas.openxmlformats.org/officeDocument/2006/relationships/image" Target="../media/image1053.png"/><Relationship Id="rId623" Type="http://schemas.openxmlformats.org/officeDocument/2006/relationships/customXml" Target="../ink/ink1156.xml"/><Relationship Id="rId665" Type="http://schemas.openxmlformats.org/officeDocument/2006/relationships/image" Target="../media/image1151.png"/><Relationship Id="rId15" Type="http://schemas.openxmlformats.org/officeDocument/2006/relationships/customXml" Target="../ink/ink848.xml"/><Relationship Id="rId57" Type="http://schemas.openxmlformats.org/officeDocument/2006/relationships/customXml" Target="../ink/ink869.xml"/><Relationship Id="rId262" Type="http://schemas.openxmlformats.org/officeDocument/2006/relationships/image" Target="../media/image959.png"/><Relationship Id="rId318" Type="http://schemas.openxmlformats.org/officeDocument/2006/relationships/customXml" Target="../ink/ink1002.xml"/><Relationship Id="rId525" Type="http://schemas.openxmlformats.org/officeDocument/2006/relationships/customXml" Target="../ink/ink1107.xml"/><Relationship Id="rId567" Type="http://schemas.openxmlformats.org/officeDocument/2006/relationships/customXml" Target="../ink/ink1128.xml"/><Relationship Id="rId99" Type="http://schemas.openxmlformats.org/officeDocument/2006/relationships/customXml" Target="../ink/ink890.xml"/><Relationship Id="rId122" Type="http://schemas.openxmlformats.org/officeDocument/2006/relationships/image" Target="../media/image891.png"/><Relationship Id="rId164" Type="http://schemas.openxmlformats.org/officeDocument/2006/relationships/image" Target="../media/image911.png"/><Relationship Id="rId371" Type="http://schemas.openxmlformats.org/officeDocument/2006/relationships/customXml" Target="../ink/ink1030.xml"/><Relationship Id="rId427" Type="http://schemas.openxmlformats.org/officeDocument/2006/relationships/customXml" Target="../ink/ink1058.xml"/><Relationship Id="rId469" Type="http://schemas.openxmlformats.org/officeDocument/2006/relationships/customXml" Target="../ink/ink1079.xml"/><Relationship Id="rId634" Type="http://schemas.openxmlformats.org/officeDocument/2006/relationships/image" Target="../media/image1137.png"/><Relationship Id="rId676" Type="http://schemas.openxmlformats.org/officeDocument/2006/relationships/customXml" Target="../ink/ink1184.xml"/><Relationship Id="rId26" Type="http://schemas.openxmlformats.org/officeDocument/2006/relationships/image" Target="../media/image844.png"/><Relationship Id="rId231" Type="http://schemas.openxmlformats.org/officeDocument/2006/relationships/customXml" Target="../ink/ink957.xml"/><Relationship Id="rId273" Type="http://schemas.openxmlformats.org/officeDocument/2006/relationships/customXml" Target="../ink/ink978.xml"/><Relationship Id="rId329" Type="http://schemas.openxmlformats.org/officeDocument/2006/relationships/image" Target="../media/image991.png"/><Relationship Id="rId480" Type="http://schemas.openxmlformats.org/officeDocument/2006/relationships/image" Target="../media/image1064.png"/><Relationship Id="rId536" Type="http://schemas.openxmlformats.org/officeDocument/2006/relationships/image" Target="../media/image1090.png"/><Relationship Id="rId701" Type="http://schemas.openxmlformats.org/officeDocument/2006/relationships/image" Target="../media/image1168.png"/><Relationship Id="rId68" Type="http://schemas.openxmlformats.org/officeDocument/2006/relationships/image" Target="../media/image865.png"/><Relationship Id="rId133" Type="http://schemas.openxmlformats.org/officeDocument/2006/relationships/customXml" Target="../ink/ink907.xml"/><Relationship Id="rId175" Type="http://schemas.openxmlformats.org/officeDocument/2006/relationships/image" Target="../media/image916.png"/><Relationship Id="rId340" Type="http://schemas.openxmlformats.org/officeDocument/2006/relationships/customXml" Target="../ink/ink1014.xml"/><Relationship Id="rId578" Type="http://schemas.openxmlformats.org/officeDocument/2006/relationships/image" Target="../media/image1110.png"/><Relationship Id="rId200" Type="http://schemas.openxmlformats.org/officeDocument/2006/relationships/image" Target="../media/image928.png"/><Relationship Id="rId382" Type="http://schemas.openxmlformats.org/officeDocument/2006/relationships/image" Target="../media/image1015.png"/><Relationship Id="rId438" Type="http://schemas.openxmlformats.org/officeDocument/2006/relationships/image" Target="../media/image1043.png"/><Relationship Id="rId603" Type="http://schemas.openxmlformats.org/officeDocument/2006/relationships/customXml" Target="../ink/ink1146.xml"/><Relationship Id="rId645" Type="http://schemas.openxmlformats.org/officeDocument/2006/relationships/customXml" Target="../ink/ink1167.xml"/><Relationship Id="rId687" Type="http://schemas.openxmlformats.org/officeDocument/2006/relationships/image" Target="../media/image1161.png"/><Relationship Id="rId242" Type="http://schemas.openxmlformats.org/officeDocument/2006/relationships/image" Target="../media/image949.png"/><Relationship Id="rId284" Type="http://schemas.openxmlformats.org/officeDocument/2006/relationships/customXml" Target="../ink/ink985.xml"/><Relationship Id="rId491" Type="http://schemas.openxmlformats.org/officeDocument/2006/relationships/customXml" Target="../ink/ink1090.xml"/><Relationship Id="rId505" Type="http://schemas.openxmlformats.org/officeDocument/2006/relationships/customXml" Target="../ink/ink1097.xml"/><Relationship Id="rId37" Type="http://schemas.openxmlformats.org/officeDocument/2006/relationships/customXml" Target="../ink/ink859.xml"/><Relationship Id="rId79" Type="http://schemas.openxmlformats.org/officeDocument/2006/relationships/customXml" Target="../ink/ink880.xml"/><Relationship Id="rId102" Type="http://schemas.openxmlformats.org/officeDocument/2006/relationships/image" Target="../media/image882.png"/><Relationship Id="rId144" Type="http://schemas.openxmlformats.org/officeDocument/2006/relationships/image" Target="../media/image902.png"/><Relationship Id="rId547" Type="http://schemas.openxmlformats.org/officeDocument/2006/relationships/customXml" Target="../ink/ink1118.xml"/><Relationship Id="rId589" Type="http://schemas.openxmlformats.org/officeDocument/2006/relationships/customXml" Target="../ink/ink1139.xml"/><Relationship Id="rId90" Type="http://schemas.openxmlformats.org/officeDocument/2006/relationships/image" Target="../media/image876.png"/><Relationship Id="rId186" Type="http://schemas.openxmlformats.org/officeDocument/2006/relationships/image" Target="../media/image921.png"/><Relationship Id="rId351" Type="http://schemas.openxmlformats.org/officeDocument/2006/relationships/image" Target="../media/image1001.png"/><Relationship Id="rId393" Type="http://schemas.openxmlformats.org/officeDocument/2006/relationships/customXml" Target="../ink/ink1041.xml"/><Relationship Id="rId407" Type="http://schemas.openxmlformats.org/officeDocument/2006/relationships/customXml" Target="../ink/ink1048.xml"/><Relationship Id="rId449" Type="http://schemas.openxmlformats.org/officeDocument/2006/relationships/customXml" Target="../ink/ink1069.xml"/><Relationship Id="rId614" Type="http://schemas.openxmlformats.org/officeDocument/2006/relationships/image" Target="../media/image1127.png"/><Relationship Id="rId656" Type="http://schemas.openxmlformats.org/officeDocument/2006/relationships/customXml" Target="../ink/ink1173.xml"/><Relationship Id="rId211" Type="http://schemas.openxmlformats.org/officeDocument/2006/relationships/customXml" Target="../ink/ink947.xml"/><Relationship Id="rId253" Type="http://schemas.openxmlformats.org/officeDocument/2006/relationships/customXml" Target="../ink/ink968.xml"/><Relationship Id="rId295" Type="http://schemas.openxmlformats.org/officeDocument/2006/relationships/image" Target="../media/image974.png"/><Relationship Id="rId309" Type="http://schemas.openxmlformats.org/officeDocument/2006/relationships/image" Target="../media/image981.png"/><Relationship Id="rId460" Type="http://schemas.openxmlformats.org/officeDocument/2006/relationships/image" Target="../media/image1054.png"/><Relationship Id="rId516" Type="http://schemas.openxmlformats.org/officeDocument/2006/relationships/image" Target="../media/image1081.png"/><Relationship Id="rId698" Type="http://schemas.openxmlformats.org/officeDocument/2006/relationships/customXml" Target="../ink/ink1195.xml"/><Relationship Id="rId48" Type="http://schemas.openxmlformats.org/officeDocument/2006/relationships/image" Target="../media/image855.png"/><Relationship Id="rId113" Type="http://schemas.openxmlformats.org/officeDocument/2006/relationships/customXml" Target="../ink/ink897.xml"/><Relationship Id="rId320" Type="http://schemas.openxmlformats.org/officeDocument/2006/relationships/customXml" Target="../ink/ink1003.xml"/><Relationship Id="rId558" Type="http://schemas.openxmlformats.org/officeDocument/2006/relationships/image" Target="../media/image756.png"/><Relationship Id="rId155" Type="http://schemas.openxmlformats.org/officeDocument/2006/relationships/customXml" Target="../ink/ink918.xml"/><Relationship Id="rId197" Type="http://schemas.openxmlformats.org/officeDocument/2006/relationships/customXml" Target="../ink/ink940.xml"/><Relationship Id="rId362" Type="http://schemas.openxmlformats.org/officeDocument/2006/relationships/image" Target="../media/image737.png"/><Relationship Id="rId418" Type="http://schemas.openxmlformats.org/officeDocument/2006/relationships/image" Target="../media/image1033.png"/><Relationship Id="rId625" Type="http://schemas.openxmlformats.org/officeDocument/2006/relationships/customXml" Target="../ink/ink1157.xml"/><Relationship Id="rId222" Type="http://schemas.openxmlformats.org/officeDocument/2006/relationships/image" Target="../media/image939.png"/><Relationship Id="rId264" Type="http://schemas.openxmlformats.org/officeDocument/2006/relationships/image" Target="../media/image960.png"/><Relationship Id="rId471" Type="http://schemas.openxmlformats.org/officeDocument/2006/relationships/customXml" Target="../ink/ink1080.xml"/><Relationship Id="rId667" Type="http://schemas.openxmlformats.org/officeDocument/2006/relationships/image" Target="../media/image1152.png"/><Relationship Id="rId17" Type="http://schemas.openxmlformats.org/officeDocument/2006/relationships/customXml" Target="../ink/ink849.xml"/><Relationship Id="rId59" Type="http://schemas.openxmlformats.org/officeDocument/2006/relationships/customXml" Target="../ink/ink870.xml"/><Relationship Id="rId124" Type="http://schemas.openxmlformats.org/officeDocument/2006/relationships/image" Target="../media/image892.png"/><Relationship Id="rId527" Type="http://schemas.openxmlformats.org/officeDocument/2006/relationships/customXml" Target="../ink/ink1108.xml"/><Relationship Id="rId569" Type="http://schemas.openxmlformats.org/officeDocument/2006/relationships/customXml" Target="../ink/ink1129.xml"/><Relationship Id="rId70" Type="http://schemas.openxmlformats.org/officeDocument/2006/relationships/image" Target="../media/image866.png"/><Relationship Id="rId166" Type="http://schemas.openxmlformats.org/officeDocument/2006/relationships/image" Target="../media/image912.png"/><Relationship Id="rId331" Type="http://schemas.openxmlformats.org/officeDocument/2006/relationships/customXml" Target="../ink/ink1009.xml"/><Relationship Id="rId373" Type="http://schemas.openxmlformats.org/officeDocument/2006/relationships/customXml" Target="../ink/ink1031.xml"/><Relationship Id="rId429" Type="http://schemas.openxmlformats.org/officeDocument/2006/relationships/customXml" Target="../ink/ink1059.xml"/><Relationship Id="rId580" Type="http://schemas.openxmlformats.org/officeDocument/2006/relationships/image" Target="../media/image1111.png"/><Relationship Id="rId636" Type="http://schemas.openxmlformats.org/officeDocument/2006/relationships/image" Target="../media/image1138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958.xml"/><Relationship Id="rId440" Type="http://schemas.openxmlformats.org/officeDocument/2006/relationships/image" Target="../media/image1044.png"/><Relationship Id="rId678" Type="http://schemas.openxmlformats.org/officeDocument/2006/relationships/customXml" Target="../ink/ink1185.xml"/><Relationship Id="rId28" Type="http://schemas.openxmlformats.org/officeDocument/2006/relationships/image" Target="../media/image845.png"/><Relationship Id="rId275" Type="http://schemas.openxmlformats.org/officeDocument/2006/relationships/customXml" Target="../ink/ink979.xml"/><Relationship Id="rId300" Type="http://schemas.openxmlformats.org/officeDocument/2006/relationships/customXml" Target="../ink/ink993.xml"/><Relationship Id="rId482" Type="http://schemas.openxmlformats.org/officeDocument/2006/relationships/image" Target="../media/image1065.png"/><Relationship Id="rId538" Type="http://schemas.openxmlformats.org/officeDocument/2006/relationships/image" Target="../media/image1091.png"/><Relationship Id="rId703" Type="http://schemas.openxmlformats.org/officeDocument/2006/relationships/image" Target="../media/image1169.png"/><Relationship Id="rId81" Type="http://schemas.openxmlformats.org/officeDocument/2006/relationships/customXml" Target="../ink/ink881.xml"/><Relationship Id="rId135" Type="http://schemas.openxmlformats.org/officeDocument/2006/relationships/customXml" Target="../ink/ink908.xml"/><Relationship Id="rId177" Type="http://schemas.openxmlformats.org/officeDocument/2006/relationships/image" Target="../media/image917.png"/><Relationship Id="rId342" Type="http://schemas.openxmlformats.org/officeDocument/2006/relationships/customXml" Target="../ink/ink1015.xml"/><Relationship Id="rId384" Type="http://schemas.openxmlformats.org/officeDocument/2006/relationships/image" Target="../media/image1016.png"/><Relationship Id="rId591" Type="http://schemas.openxmlformats.org/officeDocument/2006/relationships/customXml" Target="../ink/ink1140.xml"/><Relationship Id="rId605" Type="http://schemas.openxmlformats.org/officeDocument/2006/relationships/customXml" Target="../ink/ink1147.xml"/><Relationship Id="rId202" Type="http://schemas.openxmlformats.org/officeDocument/2006/relationships/image" Target="../media/image929.png"/><Relationship Id="rId244" Type="http://schemas.openxmlformats.org/officeDocument/2006/relationships/image" Target="../media/image950.png"/><Relationship Id="rId647" Type="http://schemas.openxmlformats.org/officeDocument/2006/relationships/image" Target="../media/image1143.png"/><Relationship Id="rId689" Type="http://schemas.openxmlformats.org/officeDocument/2006/relationships/image" Target="../media/image1162.png"/><Relationship Id="rId39" Type="http://schemas.openxmlformats.org/officeDocument/2006/relationships/customXml" Target="../ink/ink860.xml"/><Relationship Id="rId286" Type="http://schemas.openxmlformats.org/officeDocument/2006/relationships/customXml" Target="../ink/ink986.xml"/><Relationship Id="rId451" Type="http://schemas.openxmlformats.org/officeDocument/2006/relationships/customXml" Target="../ink/ink1070.xml"/><Relationship Id="rId493" Type="http://schemas.openxmlformats.org/officeDocument/2006/relationships/customXml" Target="../ink/ink1091.xml"/><Relationship Id="rId507" Type="http://schemas.openxmlformats.org/officeDocument/2006/relationships/customXml" Target="../ink/ink1098.xml"/><Relationship Id="rId549" Type="http://schemas.openxmlformats.org/officeDocument/2006/relationships/customXml" Target="../ink/ink1119.xml"/><Relationship Id="rId50" Type="http://schemas.openxmlformats.org/officeDocument/2006/relationships/image" Target="../media/image856.png"/><Relationship Id="rId104" Type="http://schemas.openxmlformats.org/officeDocument/2006/relationships/image" Target="../media/image883.png"/><Relationship Id="rId146" Type="http://schemas.openxmlformats.org/officeDocument/2006/relationships/image" Target="../media/image604.png"/><Relationship Id="rId188" Type="http://schemas.openxmlformats.org/officeDocument/2006/relationships/image" Target="../media/image922.png"/><Relationship Id="rId311" Type="http://schemas.openxmlformats.org/officeDocument/2006/relationships/image" Target="../media/image982.png"/><Relationship Id="rId353" Type="http://schemas.openxmlformats.org/officeDocument/2006/relationships/image" Target="../media/image1002.png"/><Relationship Id="rId395" Type="http://schemas.openxmlformats.org/officeDocument/2006/relationships/customXml" Target="../ink/ink1042.xml"/><Relationship Id="rId409" Type="http://schemas.openxmlformats.org/officeDocument/2006/relationships/customXml" Target="../ink/ink1049.xml"/><Relationship Id="rId560" Type="http://schemas.openxmlformats.org/officeDocument/2006/relationships/image" Target="../media/image1101.png"/><Relationship Id="rId92" Type="http://schemas.openxmlformats.org/officeDocument/2006/relationships/image" Target="../media/image877.png"/><Relationship Id="rId213" Type="http://schemas.openxmlformats.org/officeDocument/2006/relationships/customXml" Target="../ink/ink948.xml"/><Relationship Id="rId420" Type="http://schemas.openxmlformats.org/officeDocument/2006/relationships/image" Target="../media/image1034.png"/><Relationship Id="rId616" Type="http://schemas.openxmlformats.org/officeDocument/2006/relationships/image" Target="../media/image1128.png"/><Relationship Id="rId658" Type="http://schemas.openxmlformats.org/officeDocument/2006/relationships/customXml" Target="../ink/ink1174.xml"/><Relationship Id="rId255" Type="http://schemas.openxmlformats.org/officeDocument/2006/relationships/customXml" Target="../ink/ink969.xml"/><Relationship Id="rId297" Type="http://schemas.openxmlformats.org/officeDocument/2006/relationships/image" Target="../media/image975.png"/><Relationship Id="rId462" Type="http://schemas.openxmlformats.org/officeDocument/2006/relationships/image" Target="../media/image1055.png"/><Relationship Id="rId518" Type="http://schemas.openxmlformats.org/officeDocument/2006/relationships/image" Target="../media/image1082.png"/><Relationship Id="rId115" Type="http://schemas.openxmlformats.org/officeDocument/2006/relationships/customXml" Target="../ink/ink898.xml"/><Relationship Id="rId157" Type="http://schemas.openxmlformats.org/officeDocument/2006/relationships/customXml" Target="../ink/ink919.xml"/><Relationship Id="rId322" Type="http://schemas.openxmlformats.org/officeDocument/2006/relationships/customXml" Target="../ink/ink1004.xml"/><Relationship Id="rId364" Type="http://schemas.openxmlformats.org/officeDocument/2006/relationships/image" Target="../media/image1006.png"/><Relationship Id="rId61" Type="http://schemas.openxmlformats.org/officeDocument/2006/relationships/customXml" Target="../ink/ink871.xml"/><Relationship Id="rId199" Type="http://schemas.openxmlformats.org/officeDocument/2006/relationships/customXml" Target="../ink/ink941.xml"/><Relationship Id="rId571" Type="http://schemas.openxmlformats.org/officeDocument/2006/relationships/customXml" Target="../ink/ink1130.xml"/><Relationship Id="rId627" Type="http://schemas.openxmlformats.org/officeDocument/2006/relationships/customXml" Target="../ink/ink1158.xml"/><Relationship Id="rId669" Type="http://schemas.openxmlformats.org/officeDocument/2006/relationships/image" Target="../media/image115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7.png"/><Relationship Id="rId18" Type="http://schemas.openxmlformats.org/officeDocument/2006/relationships/customXml" Target="../ink/ink1208.xml"/><Relationship Id="rId26" Type="http://schemas.openxmlformats.org/officeDocument/2006/relationships/customXml" Target="../ink/ink1212.xml"/><Relationship Id="rId39" Type="http://schemas.openxmlformats.org/officeDocument/2006/relationships/image" Target="../media/image1190.png"/><Relationship Id="rId21" Type="http://schemas.openxmlformats.org/officeDocument/2006/relationships/image" Target="../media/image1181.png"/><Relationship Id="rId34" Type="http://schemas.openxmlformats.org/officeDocument/2006/relationships/customXml" Target="../ink/ink1216.xml"/><Relationship Id="rId42" Type="http://schemas.openxmlformats.org/officeDocument/2006/relationships/customXml" Target="../ink/ink1220.xml"/><Relationship Id="rId47" Type="http://schemas.openxmlformats.org/officeDocument/2006/relationships/image" Target="../media/image1085.png"/><Relationship Id="rId50" Type="http://schemas.openxmlformats.org/officeDocument/2006/relationships/customXml" Target="../ink/ink1224.xml"/><Relationship Id="rId55" Type="http://schemas.openxmlformats.org/officeDocument/2006/relationships/image" Target="../media/image1197.png"/><Relationship Id="rId63" Type="http://schemas.openxmlformats.org/officeDocument/2006/relationships/image" Target="../media/image1201.png"/><Relationship Id="rId68" Type="http://schemas.openxmlformats.org/officeDocument/2006/relationships/customXml" Target="../ink/ink1233.xml"/><Relationship Id="rId7" Type="http://schemas.openxmlformats.org/officeDocument/2006/relationships/image" Target="../media/image1174.png"/><Relationship Id="rId2" Type="http://schemas.openxmlformats.org/officeDocument/2006/relationships/customXml" Target="../ink/ink1200.xml"/><Relationship Id="rId16" Type="http://schemas.openxmlformats.org/officeDocument/2006/relationships/customXml" Target="../ink/ink1207.xml"/><Relationship Id="rId29" Type="http://schemas.openxmlformats.org/officeDocument/2006/relationships/image" Target="../media/image11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02.xml"/><Relationship Id="rId11" Type="http://schemas.openxmlformats.org/officeDocument/2006/relationships/image" Target="../media/image1176.png"/><Relationship Id="rId24" Type="http://schemas.openxmlformats.org/officeDocument/2006/relationships/customXml" Target="../ink/ink1211.xml"/><Relationship Id="rId32" Type="http://schemas.openxmlformats.org/officeDocument/2006/relationships/customXml" Target="../ink/ink1215.xml"/><Relationship Id="rId37" Type="http://schemas.openxmlformats.org/officeDocument/2006/relationships/image" Target="../media/image1189.png"/><Relationship Id="rId40" Type="http://schemas.openxmlformats.org/officeDocument/2006/relationships/customXml" Target="../ink/ink1219.xml"/><Relationship Id="rId45" Type="http://schemas.openxmlformats.org/officeDocument/2006/relationships/image" Target="../media/image1193.png"/><Relationship Id="rId53" Type="http://schemas.openxmlformats.org/officeDocument/2006/relationships/image" Target="../media/image1196.png"/><Relationship Id="rId58" Type="http://schemas.openxmlformats.org/officeDocument/2006/relationships/customXml" Target="../ink/ink1228.xml"/><Relationship Id="rId66" Type="http://schemas.openxmlformats.org/officeDocument/2006/relationships/customXml" Target="../ink/ink1232.xml"/><Relationship Id="rId5" Type="http://schemas.openxmlformats.org/officeDocument/2006/relationships/image" Target="../media/image1173.png"/><Relationship Id="rId15" Type="http://schemas.openxmlformats.org/officeDocument/2006/relationships/image" Target="../media/image1178.png"/><Relationship Id="rId23" Type="http://schemas.openxmlformats.org/officeDocument/2006/relationships/image" Target="../media/image1182.png"/><Relationship Id="rId28" Type="http://schemas.openxmlformats.org/officeDocument/2006/relationships/customXml" Target="../ink/ink1213.xml"/><Relationship Id="rId36" Type="http://schemas.openxmlformats.org/officeDocument/2006/relationships/customXml" Target="../ink/ink1217.xml"/><Relationship Id="rId49" Type="http://schemas.openxmlformats.org/officeDocument/2006/relationships/image" Target="../media/image1194.png"/><Relationship Id="rId57" Type="http://schemas.openxmlformats.org/officeDocument/2006/relationships/image" Target="../media/image1198.png"/><Relationship Id="rId61" Type="http://schemas.openxmlformats.org/officeDocument/2006/relationships/image" Target="../media/image1200.png"/><Relationship Id="rId10" Type="http://schemas.openxmlformats.org/officeDocument/2006/relationships/customXml" Target="../ink/ink1204.xml"/><Relationship Id="rId19" Type="http://schemas.openxmlformats.org/officeDocument/2006/relationships/image" Target="../media/image1180.png"/><Relationship Id="rId31" Type="http://schemas.openxmlformats.org/officeDocument/2006/relationships/image" Target="../media/image1186.png"/><Relationship Id="rId44" Type="http://schemas.openxmlformats.org/officeDocument/2006/relationships/customXml" Target="../ink/ink1221.xml"/><Relationship Id="rId52" Type="http://schemas.openxmlformats.org/officeDocument/2006/relationships/customXml" Target="../ink/ink1225.xml"/><Relationship Id="rId60" Type="http://schemas.openxmlformats.org/officeDocument/2006/relationships/customXml" Target="../ink/ink1229.xml"/><Relationship Id="rId65" Type="http://schemas.openxmlformats.org/officeDocument/2006/relationships/image" Target="../media/image1202.png"/><Relationship Id="rId4" Type="http://schemas.openxmlformats.org/officeDocument/2006/relationships/customXml" Target="../ink/ink1201.xml"/><Relationship Id="rId9" Type="http://schemas.openxmlformats.org/officeDocument/2006/relationships/image" Target="../media/image1175.png"/><Relationship Id="rId14" Type="http://schemas.openxmlformats.org/officeDocument/2006/relationships/customXml" Target="../ink/ink1206.xml"/><Relationship Id="rId22" Type="http://schemas.openxmlformats.org/officeDocument/2006/relationships/customXml" Target="../ink/ink1210.xml"/><Relationship Id="rId27" Type="http://schemas.openxmlformats.org/officeDocument/2006/relationships/image" Target="../media/image1184.png"/><Relationship Id="rId30" Type="http://schemas.openxmlformats.org/officeDocument/2006/relationships/customXml" Target="../ink/ink1214.xml"/><Relationship Id="rId35" Type="http://schemas.openxmlformats.org/officeDocument/2006/relationships/image" Target="../media/image1188.png"/><Relationship Id="rId43" Type="http://schemas.openxmlformats.org/officeDocument/2006/relationships/image" Target="../media/image1192.png"/><Relationship Id="rId48" Type="http://schemas.openxmlformats.org/officeDocument/2006/relationships/customXml" Target="../ink/ink1223.xml"/><Relationship Id="rId56" Type="http://schemas.openxmlformats.org/officeDocument/2006/relationships/customXml" Target="../ink/ink1227.xml"/><Relationship Id="rId64" Type="http://schemas.openxmlformats.org/officeDocument/2006/relationships/customXml" Target="../ink/ink1231.xml"/><Relationship Id="rId69" Type="http://schemas.openxmlformats.org/officeDocument/2006/relationships/image" Target="../media/image1204.png"/><Relationship Id="rId8" Type="http://schemas.openxmlformats.org/officeDocument/2006/relationships/customXml" Target="../ink/ink1203.xml"/><Relationship Id="rId51" Type="http://schemas.openxmlformats.org/officeDocument/2006/relationships/image" Target="../media/image1195.png"/><Relationship Id="rId3" Type="http://schemas.openxmlformats.org/officeDocument/2006/relationships/image" Target="../media/image1172.png"/><Relationship Id="rId12" Type="http://schemas.openxmlformats.org/officeDocument/2006/relationships/customXml" Target="../ink/ink1205.xml"/><Relationship Id="rId17" Type="http://schemas.openxmlformats.org/officeDocument/2006/relationships/image" Target="../media/image1179.png"/><Relationship Id="rId25" Type="http://schemas.openxmlformats.org/officeDocument/2006/relationships/image" Target="../media/image1183.png"/><Relationship Id="rId33" Type="http://schemas.openxmlformats.org/officeDocument/2006/relationships/image" Target="../media/image1187.png"/><Relationship Id="rId38" Type="http://schemas.openxmlformats.org/officeDocument/2006/relationships/customXml" Target="../ink/ink1218.xml"/><Relationship Id="rId46" Type="http://schemas.openxmlformats.org/officeDocument/2006/relationships/customXml" Target="../ink/ink1222.xml"/><Relationship Id="rId59" Type="http://schemas.openxmlformats.org/officeDocument/2006/relationships/image" Target="../media/image1199.png"/><Relationship Id="rId67" Type="http://schemas.openxmlformats.org/officeDocument/2006/relationships/image" Target="../media/image1203.png"/><Relationship Id="rId20" Type="http://schemas.openxmlformats.org/officeDocument/2006/relationships/customXml" Target="../ink/ink1209.xml"/><Relationship Id="rId41" Type="http://schemas.openxmlformats.org/officeDocument/2006/relationships/image" Target="../media/image1191.png"/><Relationship Id="rId54" Type="http://schemas.openxmlformats.org/officeDocument/2006/relationships/customXml" Target="../ink/ink1226.xml"/><Relationship Id="rId62" Type="http://schemas.openxmlformats.org/officeDocument/2006/relationships/customXml" Target="../ink/ink123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8.png"/><Relationship Id="rId3" Type="http://schemas.openxmlformats.org/officeDocument/2006/relationships/customXml" Target="../ink/ink1234.xml"/><Relationship Id="rId7" Type="http://schemas.openxmlformats.org/officeDocument/2006/relationships/customXml" Target="../ink/ink1236.xml"/><Relationship Id="rId2" Type="http://schemas.openxmlformats.org/officeDocument/2006/relationships/image" Target="../media/image1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7.png"/><Relationship Id="rId5" Type="http://schemas.openxmlformats.org/officeDocument/2006/relationships/customXml" Target="../ink/ink1235.xml"/><Relationship Id="rId4" Type="http://schemas.openxmlformats.org/officeDocument/2006/relationships/image" Target="../media/image1206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3.png"/><Relationship Id="rId299" Type="http://schemas.openxmlformats.org/officeDocument/2006/relationships/customXml" Target="../ink/ink1386.xml"/><Relationship Id="rId303" Type="http://schemas.openxmlformats.org/officeDocument/2006/relationships/customXml" Target="../ink/ink1388.xml"/><Relationship Id="rId21" Type="http://schemas.openxmlformats.org/officeDocument/2006/relationships/customXml" Target="../ink/ink1246.xml"/><Relationship Id="rId42" Type="http://schemas.openxmlformats.org/officeDocument/2006/relationships/image" Target="../media/image1228.png"/><Relationship Id="rId63" Type="http://schemas.openxmlformats.org/officeDocument/2006/relationships/customXml" Target="../ink/ink1267.xml"/><Relationship Id="rId84" Type="http://schemas.openxmlformats.org/officeDocument/2006/relationships/image" Target="../media/image1247.png"/><Relationship Id="rId138" Type="http://schemas.openxmlformats.org/officeDocument/2006/relationships/customXml" Target="../ink/ink1305.xml"/><Relationship Id="rId159" Type="http://schemas.openxmlformats.org/officeDocument/2006/relationships/image" Target="../media/image1283.png"/><Relationship Id="rId324" Type="http://schemas.openxmlformats.org/officeDocument/2006/relationships/image" Target="../media/image1363.png"/><Relationship Id="rId170" Type="http://schemas.openxmlformats.org/officeDocument/2006/relationships/customXml" Target="../ink/ink1321.xml"/><Relationship Id="rId191" Type="http://schemas.openxmlformats.org/officeDocument/2006/relationships/image" Target="../media/image1298.png"/><Relationship Id="rId205" Type="http://schemas.openxmlformats.org/officeDocument/2006/relationships/customXml" Target="../ink/ink1339.xml"/><Relationship Id="rId226" Type="http://schemas.openxmlformats.org/officeDocument/2006/relationships/image" Target="../media/image1315.png"/><Relationship Id="rId247" Type="http://schemas.openxmlformats.org/officeDocument/2006/relationships/customXml" Target="../ink/ink1360.xml"/><Relationship Id="rId107" Type="http://schemas.openxmlformats.org/officeDocument/2006/relationships/image" Target="../media/image1258.png"/><Relationship Id="rId268" Type="http://schemas.openxmlformats.org/officeDocument/2006/relationships/image" Target="../media/image1335.png"/><Relationship Id="rId289" Type="http://schemas.openxmlformats.org/officeDocument/2006/relationships/customXml" Target="../ink/ink1381.xml"/><Relationship Id="rId11" Type="http://schemas.openxmlformats.org/officeDocument/2006/relationships/customXml" Target="../ink/ink1241.xml"/><Relationship Id="rId32" Type="http://schemas.openxmlformats.org/officeDocument/2006/relationships/image" Target="../media/image1223.png"/><Relationship Id="rId53" Type="http://schemas.openxmlformats.org/officeDocument/2006/relationships/customXml" Target="../ink/ink1262.xml"/><Relationship Id="rId74" Type="http://schemas.openxmlformats.org/officeDocument/2006/relationships/image" Target="../media/image1242.png"/><Relationship Id="rId128" Type="http://schemas.openxmlformats.org/officeDocument/2006/relationships/customXml" Target="../ink/ink1300.xml"/><Relationship Id="rId149" Type="http://schemas.openxmlformats.org/officeDocument/2006/relationships/image" Target="../media/image1279.png"/><Relationship Id="rId314" Type="http://schemas.openxmlformats.org/officeDocument/2006/relationships/image" Target="../media/image1358.png"/><Relationship Id="rId5" Type="http://schemas.openxmlformats.org/officeDocument/2006/relationships/customXml" Target="../ink/ink1238.xml"/><Relationship Id="rId95" Type="http://schemas.openxmlformats.org/officeDocument/2006/relationships/image" Target="../media/image1252.png"/><Relationship Id="rId160" Type="http://schemas.openxmlformats.org/officeDocument/2006/relationships/customXml" Target="../ink/ink1316.xml"/><Relationship Id="rId181" Type="http://schemas.openxmlformats.org/officeDocument/2006/relationships/image" Target="../media/image1294.png"/><Relationship Id="rId216" Type="http://schemas.openxmlformats.org/officeDocument/2006/relationships/image" Target="../media/image1310.png"/><Relationship Id="rId237" Type="http://schemas.openxmlformats.org/officeDocument/2006/relationships/customXml" Target="../ink/ink1355.xml"/><Relationship Id="rId258" Type="http://schemas.openxmlformats.org/officeDocument/2006/relationships/image" Target="../media/image1330.png"/><Relationship Id="rId279" Type="http://schemas.openxmlformats.org/officeDocument/2006/relationships/customXml" Target="../ink/ink1376.xml"/><Relationship Id="rId22" Type="http://schemas.openxmlformats.org/officeDocument/2006/relationships/image" Target="../media/image1218.png"/><Relationship Id="rId43" Type="http://schemas.openxmlformats.org/officeDocument/2006/relationships/customXml" Target="../ink/ink1257.xml"/><Relationship Id="rId64" Type="http://schemas.openxmlformats.org/officeDocument/2006/relationships/image" Target="../media/image1238.png"/><Relationship Id="rId118" Type="http://schemas.openxmlformats.org/officeDocument/2006/relationships/customXml" Target="../ink/ink1295.xml"/><Relationship Id="rId139" Type="http://schemas.openxmlformats.org/officeDocument/2006/relationships/image" Target="../media/image1274.png"/><Relationship Id="rId290" Type="http://schemas.openxmlformats.org/officeDocument/2006/relationships/image" Target="../media/image1346.png"/><Relationship Id="rId304" Type="http://schemas.openxmlformats.org/officeDocument/2006/relationships/image" Target="../media/image1353.png"/><Relationship Id="rId85" Type="http://schemas.openxmlformats.org/officeDocument/2006/relationships/customXml" Target="../ink/ink1278.xml"/><Relationship Id="rId150" Type="http://schemas.openxmlformats.org/officeDocument/2006/relationships/customXml" Target="../ink/ink1311.xml"/><Relationship Id="rId171" Type="http://schemas.openxmlformats.org/officeDocument/2006/relationships/image" Target="../media/image1289.png"/><Relationship Id="rId192" Type="http://schemas.openxmlformats.org/officeDocument/2006/relationships/customXml" Target="../ink/ink1332.xml"/><Relationship Id="rId206" Type="http://schemas.openxmlformats.org/officeDocument/2006/relationships/image" Target="../media/image1305.png"/><Relationship Id="rId227" Type="http://schemas.openxmlformats.org/officeDocument/2006/relationships/customXml" Target="../ink/ink1350.xml"/><Relationship Id="rId248" Type="http://schemas.openxmlformats.org/officeDocument/2006/relationships/image" Target="../media/image1325.png"/><Relationship Id="rId269" Type="http://schemas.openxmlformats.org/officeDocument/2006/relationships/customXml" Target="../ink/ink1371.xml"/><Relationship Id="rId12" Type="http://schemas.openxmlformats.org/officeDocument/2006/relationships/image" Target="../media/image1213.png"/><Relationship Id="rId33" Type="http://schemas.openxmlformats.org/officeDocument/2006/relationships/customXml" Target="../ink/ink1252.xml"/><Relationship Id="rId108" Type="http://schemas.openxmlformats.org/officeDocument/2006/relationships/customXml" Target="../ink/ink1290.xml"/><Relationship Id="rId129" Type="http://schemas.openxmlformats.org/officeDocument/2006/relationships/image" Target="../media/image1269.png"/><Relationship Id="rId280" Type="http://schemas.openxmlformats.org/officeDocument/2006/relationships/image" Target="../media/image1341.png"/><Relationship Id="rId315" Type="http://schemas.openxmlformats.org/officeDocument/2006/relationships/customXml" Target="../ink/ink1394.xml"/><Relationship Id="rId54" Type="http://schemas.openxmlformats.org/officeDocument/2006/relationships/image" Target="../media/image1233.png"/><Relationship Id="rId75" Type="http://schemas.openxmlformats.org/officeDocument/2006/relationships/customXml" Target="../ink/ink1273.xml"/><Relationship Id="rId96" Type="http://schemas.openxmlformats.org/officeDocument/2006/relationships/customXml" Target="../ink/ink1284.xml"/><Relationship Id="rId140" Type="http://schemas.openxmlformats.org/officeDocument/2006/relationships/customXml" Target="../ink/ink1306.xml"/><Relationship Id="rId161" Type="http://schemas.openxmlformats.org/officeDocument/2006/relationships/image" Target="../media/image1284.png"/><Relationship Id="rId182" Type="http://schemas.openxmlformats.org/officeDocument/2006/relationships/customXml" Target="../ink/ink1327.xml"/><Relationship Id="rId217" Type="http://schemas.openxmlformats.org/officeDocument/2006/relationships/customXml" Target="../ink/ink1345.xml"/><Relationship Id="rId6" Type="http://schemas.openxmlformats.org/officeDocument/2006/relationships/image" Target="../media/image1210.png"/><Relationship Id="rId238" Type="http://schemas.openxmlformats.org/officeDocument/2006/relationships/image" Target="../media/image1321.png"/><Relationship Id="rId259" Type="http://schemas.openxmlformats.org/officeDocument/2006/relationships/customXml" Target="../ink/ink1366.xml"/><Relationship Id="rId23" Type="http://schemas.openxmlformats.org/officeDocument/2006/relationships/customXml" Target="../ink/ink1247.xml"/><Relationship Id="rId119" Type="http://schemas.openxmlformats.org/officeDocument/2006/relationships/image" Target="../media/image1264.png"/><Relationship Id="rId270" Type="http://schemas.openxmlformats.org/officeDocument/2006/relationships/image" Target="../media/image1336.png"/><Relationship Id="rId291" Type="http://schemas.openxmlformats.org/officeDocument/2006/relationships/customXml" Target="../ink/ink1382.xml"/><Relationship Id="rId305" Type="http://schemas.openxmlformats.org/officeDocument/2006/relationships/customXml" Target="../ink/ink1389.xml"/><Relationship Id="rId44" Type="http://schemas.openxmlformats.org/officeDocument/2006/relationships/image" Target="../media/image1229.png"/><Relationship Id="rId65" Type="http://schemas.openxmlformats.org/officeDocument/2006/relationships/customXml" Target="../ink/ink1268.xml"/><Relationship Id="rId86" Type="http://schemas.openxmlformats.org/officeDocument/2006/relationships/customXml" Target="../ink/ink1279.xml"/><Relationship Id="rId130" Type="http://schemas.openxmlformats.org/officeDocument/2006/relationships/customXml" Target="../ink/ink1301.xml"/><Relationship Id="rId151" Type="http://schemas.openxmlformats.org/officeDocument/2006/relationships/image" Target="../media/image1280.png"/><Relationship Id="rId172" Type="http://schemas.openxmlformats.org/officeDocument/2006/relationships/customXml" Target="../ink/ink1322.xml"/><Relationship Id="rId193" Type="http://schemas.openxmlformats.org/officeDocument/2006/relationships/image" Target="../media/image1299.png"/><Relationship Id="rId207" Type="http://schemas.openxmlformats.org/officeDocument/2006/relationships/customXml" Target="../ink/ink1340.xml"/><Relationship Id="rId228" Type="http://schemas.openxmlformats.org/officeDocument/2006/relationships/image" Target="../media/image1316.png"/><Relationship Id="rId249" Type="http://schemas.openxmlformats.org/officeDocument/2006/relationships/customXml" Target="../ink/ink1361.xml"/><Relationship Id="rId13" Type="http://schemas.openxmlformats.org/officeDocument/2006/relationships/customXml" Target="../ink/ink1242.xml"/><Relationship Id="rId109" Type="http://schemas.openxmlformats.org/officeDocument/2006/relationships/image" Target="../media/image1259.png"/><Relationship Id="rId260" Type="http://schemas.openxmlformats.org/officeDocument/2006/relationships/image" Target="../media/image1331.png"/><Relationship Id="rId281" Type="http://schemas.openxmlformats.org/officeDocument/2006/relationships/customXml" Target="../ink/ink1377.xml"/><Relationship Id="rId316" Type="http://schemas.openxmlformats.org/officeDocument/2006/relationships/image" Target="../media/image1359.png"/><Relationship Id="rId34" Type="http://schemas.openxmlformats.org/officeDocument/2006/relationships/image" Target="../media/image1224.png"/><Relationship Id="rId55" Type="http://schemas.openxmlformats.org/officeDocument/2006/relationships/customXml" Target="../ink/ink1263.xml"/><Relationship Id="rId76" Type="http://schemas.openxmlformats.org/officeDocument/2006/relationships/image" Target="../media/image1243.png"/><Relationship Id="rId97" Type="http://schemas.openxmlformats.org/officeDocument/2006/relationships/image" Target="../media/image1253.png"/><Relationship Id="rId120" Type="http://schemas.openxmlformats.org/officeDocument/2006/relationships/customXml" Target="../ink/ink1296.xml"/><Relationship Id="rId141" Type="http://schemas.openxmlformats.org/officeDocument/2006/relationships/image" Target="../media/image1275.png"/><Relationship Id="rId7" Type="http://schemas.openxmlformats.org/officeDocument/2006/relationships/customXml" Target="../ink/ink1239.xml"/><Relationship Id="rId162" Type="http://schemas.openxmlformats.org/officeDocument/2006/relationships/customXml" Target="../ink/ink1317.xml"/><Relationship Id="rId183" Type="http://schemas.openxmlformats.org/officeDocument/2006/relationships/image" Target="../media/image1295.png"/><Relationship Id="rId218" Type="http://schemas.openxmlformats.org/officeDocument/2006/relationships/image" Target="../media/image1311.png"/><Relationship Id="rId239" Type="http://schemas.openxmlformats.org/officeDocument/2006/relationships/customXml" Target="../ink/ink1356.xml"/><Relationship Id="rId250" Type="http://schemas.openxmlformats.org/officeDocument/2006/relationships/image" Target="../media/image1326.png"/><Relationship Id="rId271" Type="http://schemas.openxmlformats.org/officeDocument/2006/relationships/customXml" Target="../ink/ink1372.xml"/><Relationship Id="rId292" Type="http://schemas.openxmlformats.org/officeDocument/2006/relationships/image" Target="../media/image1347.png"/><Relationship Id="rId306" Type="http://schemas.openxmlformats.org/officeDocument/2006/relationships/image" Target="../media/image1354.png"/><Relationship Id="rId24" Type="http://schemas.openxmlformats.org/officeDocument/2006/relationships/image" Target="../media/image1219.png"/><Relationship Id="rId45" Type="http://schemas.openxmlformats.org/officeDocument/2006/relationships/customXml" Target="../ink/ink1258.xml"/><Relationship Id="rId66" Type="http://schemas.openxmlformats.org/officeDocument/2006/relationships/image" Target="../media/image1239.png"/><Relationship Id="rId87" Type="http://schemas.openxmlformats.org/officeDocument/2006/relationships/image" Target="../media/image1248.png"/><Relationship Id="rId110" Type="http://schemas.openxmlformats.org/officeDocument/2006/relationships/customXml" Target="../ink/ink1291.xml"/><Relationship Id="rId131" Type="http://schemas.openxmlformats.org/officeDocument/2006/relationships/image" Target="../media/image1270.png"/><Relationship Id="rId152" Type="http://schemas.openxmlformats.org/officeDocument/2006/relationships/customXml" Target="../ink/ink1312.xml"/><Relationship Id="rId173" Type="http://schemas.openxmlformats.org/officeDocument/2006/relationships/image" Target="../media/image1290.png"/><Relationship Id="rId194" Type="http://schemas.openxmlformats.org/officeDocument/2006/relationships/customXml" Target="../ink/ink1333.xml"/><Relationship Id="rId208" Type="http://schemas.openxmlformats.org/officeDocument/2006/relationships/image" Target="../media/image1306.png"/><Relationship Id="rId229" Type="http://schemas.openxmlformats.org/officeDocument/2006/relationships/customXml" Target="../ink/ink1351.xml"/><Relationship Id="rId19" Type="http://schemas.openxmlformats.org/officeDocument/2006/relationships/customXml" Target="../ink/ink1245.xml"/><Relationship Id="rId224" Type="http://schemas.openxmlformats.org/officeDocument/2006/relationships/image" Target="../media/image1314.png"/><Relationship Id="rId240" Type="http://schemas.openxmlformats.org/officeDocument/2006/relationships/image" Target="../media/image868.png"/><Relationship Id="rId245" Type="http://schemas.openxmlformats.org/officeDocument/2006/relationships/customXml" Target="../ink/ink1359.xml"/><Relationship Id="rId261" Type="http://schemas.openxmlformats.org/officeDocument/2006/relationships/customXml" Target="../ink/ink1367.xml"/><Relationship Id="rId266" Type="http://schemas.openxmlformats.org/officeDocument/2006/relationships/image" Target="../media/image1334.png"/><Relationship Id="rId287" Type="http://schemas.openxmlformats.org/officeDocument/2006/relationships/customXml" Target="../ink/ink1380.xml"/><Relationship Id="rId14" Type="http://schemas.openxmlformats.org/officeDocument/2006/relationships/image" Target="../media/image1214.png"/><Relationship Id="rId30" Type="http://schemas.openxmlformats.org/officeDocument/2006/relationships/image" Target="../media/image1222.png"/><Relationship Id="rId35" Type="http://schemas.openxmlformats.org/officeDocument/2006/relationships/customXml" Target="../ink/ink1253.xml"/><Relationship Id="rId56" Type="http://schemas.openxmlformats.org/officeDocument/2006/relationships/image" Target="../media/image1234.png"/><Relationship Id="rId77" Type="http://schemas.openxmlformats.org/officeDocument/2006/relationships/customXml" Target="../ink/ink1274.xml"/><Relationship Id="rId100" Type="http://schemas.openxmlformats.org/officeDocument/2006/relationships/customXml" Target="../ink/ink1286.xml"/><Relationship Id="rId105" Type="http://schemas.openxmlformats.org/officeDocument/2006/relationships/image" Target="../media/image1257.png"/><Relationship Id="rId126" Type="http://schemas.openxmlformats.org/officeDocument/2006/relationships/customXml" Target="../ink/ink1299.xml"/><Relationship Id="rId147" Type="http://schemas.openxmlformats.org/officeDocument/2006/relationships/image" Target="../media/image1278.png"/><Relationship Id="rId168" Type="http://schemas.openxmlformats.org/officeDocument/2006/relationships/customXml" Target="../ink/ink1320.xml"/><Relationship Id="rId282" Type="http://schemas.openxmlformats.org/officeDocument/2006/relationships/image" Target="../media/image1342.png"/><Relationship Id="rId312" Type="http://schemas.openxmlformats.org/officeDocument/2006/relationships/image" Target="../media/image1357.png"/><Relationship Id="rId317" Type="http://schemas.openxmlformats.org/officeDocument/2006/relationships/customXml" Target="../ink/ink1395.xml"/><Relationship Id="rId8" Type="http://schemas.openxmlformats.org/officeDocument/2006/relationships/image" Target="../media/image1211.png"/><Relationship Id="rId51" Type="http://schemas.openxmlformats.org/officeDocument/2006/relationships/customXml" Target="../ink/ink1261.xml"/><Relationship Id="rId72" Type="http://schemas.openxmlformats.org/officeDocument/2006/relationships/image" Target="../media/image1241.png"/><Relationship Id="rId93" Type="http://schemas.openxmlformats.org/officeDocument/2006/relationships/image" Target="../media/image1251.png"/><Relationship Id="rId98" Type="http://schemas.openxmlformats.org/officeDocument/2006/relationships/customXml" Target="../ink/ink1285.xml"/><Relationship Id="rId121" Type="http://schemas.openxmlformats.org/officeDocument/2006/relationships/image" Target="../media/image1265.png"/><Relationship Id="rId142" Type="http://schemas.openxmlformats.org/officeDocument/2006/relationships/customXml" Target="../ink/ink1307.xml"/><Relationship Id="rId163" Type="http://schemas.openxmlformats.org/officeDocument/2006/relationships/image" Target="../media/image1285.png"/><Relationship Id="rId184" Type="http://schemas.openxmlformats.org/officeDocument/2006/relationships/customXml" Target="../ink/ink1328.xml"/><Relationship Id="rId189" Type="http://schemas.openxmlformats.org/officeDocument/2006/relationships/image" Target="../media/image1297.png"/><Relationship Id="rId219" Type="http://schemas.openxmlformats.org/officeDocument/2006/relationships/customXml" Target="../ink/ink1346.xml"/><Relationship Id="rId3" Type="http://schemas.openxmlformats.org/officeDocument/2006/relationships/customXml" Target="../ink/ink1237.xml"/><Relationship Id="rId214" Type="http://schemas.openxmlformats.org/officeDocument/2006/relationships/image" Target="../media/image1309.png"/><Relationship Id="rId230" Type="http://schemas.openxmlformats.org/officeDocument/2006/relationships/image" Target="../media/image1317.png"/><Relationship Id="rId235" Type="http://schemas.openxmlformats.org/officeDocument/2006/relationships/customXml" Target="../ink/ink1354.xml"/><Relationship Id="rId251" Type="http://schemas.openxmlformats.org/officeDocument/2006/relationships/customXml" Target="../ink/ink1362.xml"/><Relationship Id="rId256" Type="http://schemas.openxmlformats.org/officeDocument/2006/relationships/image" Target="../media/image1329.png"/><Relationship Id="rId277" Type="http://schemas.openxmlformats.org/officeDocument/2006/relationships/customXml" Target="../ink/ink1375.xml"/><Relationship Id="rId298" Type="http://schemas.openxmlformats.org/officeDocument/2006/relationships/image" Target="../media/image1350.png"/><Relationship Id="rId25" Type="http://schemas.openxmlformats.org/officeDocument/2006/relationships/customXml" Target="../ink/ink1248.xml"/><Relationship Id="rId46" Type="http://schemas.openxmlformats.org/officeDocument/2006/relationships/image" Target="../media/image1230.png"/><Relationship Id="rId67" Type="http://schemas.openxmlformats.org/officeDocument/2006/relationships/customXml" Target="../ink/ink1269.xml"/><Relationship Id="rId116" Type="http://schemas.openxmlformats.org/officeDocument/2006/relationships/customXml" Target="../ink/ink1294.xml"/><Relationship Id="rId137" Type="http://schemas.openxmlformats.org/officeDocument/2006/relationships/image" Target="../media/image1273.png"/><Relationship Id="rId158" Type="http://schemas.openxmlformats.org/officeDocument/2006/relationships/customXml" Target="../ink/ink1315.xml"/><Relationship Id="rId272" Type="http://schemas.openxmlformats.org/officeDocument/2006/relationships/image" Target="../media/image1337.png"/><Relationship Id="rId293" Type="http://schemas.openxmlformats.org/officeDocument/2006/relationships/customXml" Target="../ink/ink1383.xml"/><Relationship Id="rId302" Type="http://schemas.openxmlformats.org/officeDocument/2006/relationships/image" Target="../media/image1352.png"/><Relationship Id="rId307" Type="http://schemas.openxmlformats.org/officeDocument/2006/relationships/customXml" Target="../ink/ink1390.xml"/><Relationship Id="rId323" Type="http://schemas.openxmlformats.org/officeDocument/2006/relationships/customXml" Target="../ink/ink1398.xml"/><Relationship Id="rId20" Type="http://schemas.openxmlformats.org/officeDocument/2006/relationships/image" Target="../media/image1217.png"/><Relationship Id="rId41" Type="http://schemas.openxmlformats.org/officeDocument/2006/relationships/customXml" Target="../ink/ink1256.xml"/><Relationship Id="rId62" Type="http://schemas.openxmlformats.org/officeDocument/2006/relationships/image" Target="../media/image1237.png"/><Relationship Id="rId83" Type="http://schemas.openxmlformats.org/officeDocument/2006/relationships/customXml" Target="../ink/ink1277.xml"/><Relationship Id="rId88" Type="http://schemas.openxmlformats.org/officeDocument/2006/relationships/customXml" Target="../ink/ink1280.xml"/><Relationship Id="rId111" Type="http://schemas.openxmlformats.org/officeDocument/2006/relationships/image" Target="../media/image1260.png"/><Relationship Id="rId132" Type="http://schemas.openxmlformats.org/officeDocument/2006/relationships/customXml" Target="../ink/ink1302.xml"/><Relationship Id="rId153" Type="http://schemas.openxmlformats.org/officeDocument/2006/relationships/image" Target="../media/image1281.png"/><Relationship Id="rId174" Type="http://schemas.openxmlformats.org/officeDocument/2006/relationships/customXml" Target="../ink/ink1323.xml"/><Relationship Id="rId179" Type="http://schemas.openxmlformats.org/officeDocument/2006/relationships/image" Target="../media/image1293.png"/><Relationship Id="rId195" Type="http://schemas.openxmlformats.org/officeDocument/2006/relationships/image" Target="../media/image1300.png"/><Relationship Id="rId209" Type="http://schemas.openxmlformats.org/officeDocument/2006/relationships/customXml" Target="../ink/ink1341.xml"/><Relationship Id="rId190" Type="http://schemas.openxmlformats.org/officeDocument/2006/relationships/customXml" Target="../ink/ink1331.xml"/><Relationship Id="rId204" Type="http://schemas.openxmlformats.org/officeDocument/2006/relationships/customXml" Target="../ink/ink1338.xml"/><Relationship Id="rId220" Type="http://schemas.openxmlformats.org/officeDocument/2006/relationships/image" Target="../media/image1312.png"/><Relationship Id="rId225" Type="http://schemas.openxmlformats.org/officeDocument/2006/relationships/customXml" Target="../ink/ink1349.xml"/><Relationship Id="rId241" Type="http://schemas.openxmlformats.org/officeDocument/2006/relationships/customXml" Target="../ink/ink1357.xml"/><Relationship Id="rId246" Type="http://schemas.openxmlformats.org/officeDocument/2006/relationships/image" Target="../media/image1324.png"/><Relationship Id="rId267" Type="http://schemas.openxmlformats.org/officeDocument/2006/relationships/customXml" Target="../ink/ink1370.xml"/><Relationship Id="rId288" Type="http://schemas.openxmlformats.org/officeDocument/2006/relationships/image" Target="../media/image1345.png"/><Relationship Id="rId15" Type="http://schemas.openxmlformats.org/officeDocument/2006/relationships/customXml" Target="../ink/ink1243.xml"/><Relationship Id="rId36" Type="http://schemas.openxmlformats.org/officeDocument/2006/relationships/image" Target="../media/image1225.png"/><Relationship Id="rId57" Type="http://schemas.openxmlformats.org/officeDocument/2006/relationships/customXml" Target="../ink/ink1264.xml"/><Relationship Id="rId106" Type="http://schemas.openxmlformats.org/officeDocument/2006/relationships/customXml" Target="../ink/ink1289.xml"/><Relationship Id="rId127" Type="http://schemas.openxmlformats.org/officeDocument/2006/relationships/image" Target="../media/image1268.png"/><Relationship Id="rId262" Type="http://schemas.openxmlformats.org/officeDocument/2006/relationships/image" Target="../media/image1332.png"/><Relationship Id="rId283" Type="http://schemas.openxmlformats.org/officeDocument/2006/relationships/customXml" Target="../ink/ink1378.xml"/><Relationship Id="rId313" Type="http://schemas.openxmlformats.org/officeDocument/2006/relationships/customXml" Target="../ink/ink1393.xml"/><Relationship Id="rId318" Type="http://schemas.openxmlformats.org/officeDocument/2006/relationships/image" Target="../media/image1360.png"/><Relationship Id="rId10" Type="http://schemas.openxmlformats.org/officeDocument/2006/relationships/image" Target="../media/image1212.png"/><Relationship Id="rId31" Type="http://schemas.openxmlformats.org/officeDocument/2006/relationships/customXml" Target="../ink/ink1251.xml"/><Relationship Id="rId52" Type="http://schemas.openxmlformats.org/officeDocument/2006/relationships/image" Target="../media/image1232.png"/><Relationship Id="rId73" Type="http://schemas.openxmlformats.org/officeDocument/2006/relationships/customXml" Target="../ink/ink1272.xml"/><Relationship Id="rId78" Type="http://schemas.openxmlformats.org/officeDocument/2006/relationships/image" Target="../media/image1244.png"/><Relationship Id="rId94" Type="http://schemas.openxmlformats.org/officeDocument/2006/relationships/customXml" Target="../ink/ink1283.xml"/><Relationship Id="rId99" Type="http://schemas.openxmlformats.org/officeDocument/2006/relationships/image" Target="../media/image1254.png"/><Relationship Id="rId101" Type="http://schemas.openxmlformats.org/officeDocument/2006/relationships/image" Target="../media/image1255.png"/><Relationship Id="rId122" Type="http://schemas.openxmlformats.org/officeDocument/2006/relationships/customXml" Target="../ink/ink1297.xml"/><Relationship Id="rId143" Type="http://schemas.openxmlformats.org/officeDocument/2006/relationships/image" Target="../media/image1276.png"/><Relationship Id="rId148" Type="http://schemas.openxmlformats.org/officeDocument/2006/relationships/customXml" Target="../ink/ink1310.xml"/><Relationship Id="rId164" Type="http://schemas.openxmlformats.org/officeDocument/2006/relationships/customXml" Target="../ink/ink1318.xml"/><Relationship Id="rId169" Type="http://schemas.openxmlformats.org/officeDocument/2006/relationships/image" Target="../media/image1288.png"/><Relationship Id="rId185" Type="http://schemas.openxmlformats.org/officeDocument/2006/relationships/image" Target="../media/image649.png"/><Relationship Id="rId4" Type="http://schemas.openxmlformats.org/officeDocument/2006/relationships/image" Target="../media/image1209.png"/><Relationship Id="rId9" Type="http://schemas.openxmlformats.org/officeDocument/2006/relationships/customXml" Target="../ink/ink1240.xml"/><Relationship Id="rId180" Type="http://schemas.openxmlformats.org/officeDocument/2006/relationships/customXml" Target="../ink/ink1326.xml"/><Relationship Id="rId210" Type="http://schemas.openxmlformats.org/officeDocument/2006/relationships/image" Target="../media/image1307.png"/><Relationship Id="rId215" Type="http://schemas.openxmlformats.org/officeDocument/2006/relationships/customXml" Target="../ink/ink1344.xml"/><Relationship Id="rId236" Type="http://schemas.openxmlformats.org/officeDocument/2006/relationships/image" Target="../media/image1320.png"/><Relationship Id="rId257" Type="http://schemas.openxmlformats.org/officeDocument/2006/relationships/customXml" Target="../ink/ink1365.xml"/><Relationship Id="rId278" Type="http://schemas.openxmlformats.org/officeDocument/2006/relationships/image" Target="../media/image1340.png"/><Relationship Id="rId26" Type="http://schemas.openxmlformats.org/officeDocument/2006/relationships/image" Target="../media/image1220.png"/><Relationship Id="rId231" Type="http://schemas.openxmlformats.org/officeDocument/2006/relationships/customXml" Target="../ink/ink1352.xml"/><Relationship Id="rId252" Type="http://schemas.openxmlformats.org/officeDocument/2006/relationships/image" Target="../media/image1327.png"/><Relationship Id="rId273" Type="http://schemas.openxmlformats.org/officeDocument/2006/relationships/customXml" Target="../ink/ink1373.xml"/><Relationship Id="rId294" Type="http://schemas.openxmlformats.org/officeDocument/2006/relationships/image" Target="../media/image1348.png"/><Relationship Id="rId308" Type="http://schemas.openxmlformats.org/officeDocument/2006/relationships/image" Target="../media/image1355.png"/><Relationship Id="rId47" Type="http://schemas.openxmlformats.org/officeDocument/2006/relationships/customXml" Target="../ink/ink1259.xml"/><Relationship Id="rId68" Type="http://schemas.openxmlformats.org/officeDocument/2006/relationships/image" Target="../media/image1240.png"/><Relationship Id="rId89" Type="http://schemas.openxmlformats.org/officeDocument/2006/relationships/image" Target="../media/image1249.png"/><Relationship Id="rId112" Type="http://schemas.openxmlformats.org/officeDocument/2006/relationships/customXml" Target="../ink/ink1292.xml"/><Relationship Id="rId133" Type="http://schemas.openxmlformats.org/officeDocument/2006/relationships/image" Target="../media/image1271.png"/><Relationship Id="rId154" Type="http://schemas.openxmlformats.org/officeDocument/2006/relationships/customXml" Target="../ink/ink1313.xml"/><Relationship Id="rId175" Type="http://schemas.openxmlformats.org/officeDocument/2006/relationships/image" Target="../media/image1291.png"/><Relationship Id="rId196" Type="http://schemas.openxmlformats.org/officeDocument/2006/relationships/customXml" Target="../ink/ink1334.xml"/><Relationship Id="rId200" Type="http://schemas.openxmlformats.org/officeDocument/2006/relationships/customXml" Target="../ink/ink1336.xml"/><Relationship Id="rId16" Type="http://schemas.openxmlformats.org/officeDocument/2006/relationships/image" Target="../media/image1215.png"/><Relationship Id="rId221" Type="http://schemas.openxmlformats.org/officeDocument/2006/relationships/customXml" Target="../ink/ink1347.xml"/><Relationship Id="rId242" Type="http://schemas.openxmlformats.org/officeDocument/2006/relationships/image" Target="../media/image1322.png"/><Relationship Id="rId263" Type="http://schemas.openxmlformats.org/officeDocument/2006/relationships/customXml" Target="../ink/ink1368.xml"/><Relationship Id="rId284" Type="http://schemas.openxmlformats.org/officeDocument/2006/relationships/image" Target="../media/image1343.png"/><Relationship Id="rId319" Type="http://schemas.openxmlformats.org/officeDocument/2006/relationships/customXml" Target="../ink/ink1396.xml"/><Relationship Id="rId37" Type="http://schemas.openxmlformats.org/officeDocument/2006/relationships/customXml" Target="../ink/ink1254.xml"/><Relationship Id="rId58" Type="http://schemas.openxmlformats.org/officeDocument/2006/relationships/image" Target="../media/image1235.png"/><Relationship Id="rId79" Type="http://schemas.openxmlformats.org/officeDocument/2006/relationships/customXml" Target="../ink/ink1275.xml"/><Relationship Id="rId102" Type="http://schemas.openxmlformats.org/officeDocument/2006/relationships/customXml" Target="../ink/ink1287.xml"/><Relationship Id="rId123" Type="http://schemas.openxmlformats.org/officeDocument/2006/relationships/image" Target="../media/image1266.png"/><Relationship Id="rId144" Type="http://schemas.openxmlformats.org/officeDocument/2006/relationships/customXml" Target="../ink/ink1308.xml"/><Relationship Id="rId90" Type="http://schemas.openxmlformats.org/officeDocument/2006/relationships/customXml" Target="../ink/ink1281.xml"/><Relationship Id="rId165" Type="http://schemas.openxmlformats.org/officeDocument/2006/relationships/image" Target="../media/image1286.png"/><Relationship Id="rId186" Type="http://schemas.openxmlformats.org/officeDocument/2006/relationships/customXml" Target="../ink/ink1329.xml"/><Relationship Id="rId211" Type="http://schemas.openxmlformats.org/officeDocument/2006/relationships/customXml" Target="../ink/ink1342.xml"/><Relationship Id="rId232" Type="http://schemas.openxmlformats.org/officeDocument/2006/relationships/image" Target="../media/image1318.png"/><Relationship Id="rId253" Type="http://schemas.openxmlformats.org/officeDocument/2006/relationships/customXml" Target="../ink/ink1363.xml"/><Relationship Id="rId274" Type="http://schemas.openxmlformats.org/officeDocument/2006/relationships/image" Target="../media/image1338.png"/><Relationship Id="rId295" Type="http://schemas.openxmlformats.org/officeDocument/2006/relationships/customXml" Target="../ink/ink1384.xml"/><Relationship Id="rId309" Type="http://schemas.openxmlformats.org/officeDocument/2006/relationships/customXml" Target="../ink/ink1391.xml"/><Relationship Id="rId27" Type="http://schemas.openxmlformats.org/officeDocument/2006/relationships/customXml" Target="../ink/ink1249.xml"/><Relationship Id="rId48" Type="http://schemas.openxmlformats.org/officeDocument/2006/relationships/image" Target="../media/image604.png"/><Relationship Id="rId69" Type="http://schemas.openxmlformats.org/officeDocument/2006/relationships/customXml" Target="../ink/ink1270.xml"/><Relationship Id="rId113" Type="http://schemas.openxmlformats.org/officeDocument/2006/relationships/image" Target="../media/image1261.png"/><Relationship Id="rId134" Type="http://schemas.openxmlformats.org/officeDocument/2006/relationships/customXml" Target="../ink/ink1303.xml"/><Relationship Id="rId320" Type="http://schemas.openxmlformats.org/officeDocument/2006/relationships/image" Target="../media/image1361.png"/><Relationship Id="rId80" Type="http://schemas.openxmlformats.org/officeDocument/2006/relationships/image" Target="../media/image1245.png"/><Relationship Id="rId155" Type="http://schemas.openxmlformats.org/officeDocument/2006/relationships/image" Target="../media/image1282.png"/><Relationship Id="rId176" Type="http://schemas.openxmlformats.org/officeDocument/2006/relationships/customXml" Target="../ink/ink1324.xml"/><Relationship Id="rId197" Type="http://schemas.openxmlformats.org/officeDocument/2006/relationships/image" Target="../media/image1301.png"/><Relationship Id="rId201" Type="http://schemas.openxmlformats.org/officeDocument/2006/relationships/image" Target="../media/image1303.png"/><Relationship Id="rId222" Type="http://schemas.openxmlformats.org/officeDocument/2006/relationships/image" Target="../media/image1313.png"/><Relationship Id="rId243" Type="http://schemas.openxmlformats.org/officeDocument/2006/relationships/customXml" Target="../ink/ink1358.xml"/><Relationship Id="rId264" Type="http://schemas.openxmlformats.org/officeDocument/2006/relationships/image" Target="../media/image1333.png"/><Relationship Id="rId285" Type="http://schemas.openxmlformats.org/officeDocument/2006/relationships/customXml" Target="../ink/ink1379.xml"/><Relationship Id="rId17" Type="http://schemas.openxmlformats.org/officeDocument/2006/relationships/customXml" Target="../ink/ink1244.xml"/><Relationship Id="rId38" Type="http://schemas.openxmlformats.org/officeDocument/2006/relationships/image" Target="../media/image1226.png"/><Relationship Id="rId59" Type="http://schemas.openxmlformats.org/officeDocument/2006/relationships/customXml" Target="../ink/ink1265.xml"/><Relationship Id="rId103" Type="http://schemas.openxmlformats.org/officeDocument/2006/relationships/image" Target="../media/image1256.png"/><Relationship Id="rId124" Type="http://schemas.openxmlformats.org/officeDocument/2006/relationships/customXml" Target="../ink/ink1298.xml"/><Relationship Id="rId310" Type="http://schemas.openxmlformats.org/officeDocument/2006/relationships/image" Target="../media/image1356.png"/><Relationship Id="rId70" Type="http://schemas.openxmlformats.org/officeDocument/2006/relationships/image" Target="../media/image748.png"/><Relationship Id="rId91" Type="http://schemas.openxmlformats.org/officeDocument/2006/relationships/image" Target="../media/image1250.png"/><Relationship Id="rId145" Type="http://schemas.openxmlformats.org/officeDocument/2006/relationships/image" Target="../media/image1277.png"/><Relationship Id="rId166" Type="http://schemas.openxmlformats.org/officeDocument/2006/relationships/customXml" Target="../ink/ink1319.xml"/><Relationship Id="rId187" Type="http://schemas.openxmlformats.org/officeDocument/2006/relationships/image" Target="../media/image1296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308.png"/><Relationship Id="rId233" Type="http://schemas.openxmlformats.org/officeDocument/2006/relationships/customXml" Target="../ink/ink1353.xml"/><Relationship Id="rId254" Type="http://schemas.openxmlformats.org/officeDocument/2006/relationships/image" Target="../media/image1328.png"/><Relationship Id="rId28" Type="http://schemas.openxmlformats.org/officeDocument/2006/relationships/image" Target="../media/image1221.png"/><Relationship Id="rId49" Type="http://schemas.openxmlformats.org/officeDocument/2006/relationships/customXml" Target="../ink/ink1260.xml"/><Relationship Id="rId114" Type="http://schemas.openxmlformats.org/officeDocument/2006/relationships/customXml" Target="../ink/ink1293.xml"/><Relationship Id="rId275" Type="http://schemas.openxmlformats.org/officeDocument/2006/relationships/customXml" Target="../ink/ink1374.xml"/><Relationship Id="rId296" Type="http://schemas.openxmlformats.org/officeDocument/2006/relationships/image" Target="../media/image1349.png"/><Relationship Id="rId300" Type="http://schemas.openxmlformats.org/officeDocument/2006/relationships/image" Target="../media/image1351.png"/><Relationship Id="rId60" Type="http://schemas.openxmlformats.org/officeDocument/2006/relationships/image" Target="../media/image1236.png"/><Relationship Id="rId81" Type="http://schemas.openxmlformats.org/officeDocument/2006/relationships/customXml" Target="../ink/ink1276.xml"/><Relationship Id="rId135" Type="http://schemas.openxmlformats.org/officeDocument/2006/relationships/image" Target="../media/image1272.png"/><Relationship Id="rId156" Type="http://schemas.openxmlformats.org/officeDocument/2006/relationships/customXml" Target="../ink/ink1314.xml"/><Relationship Id="rId177" Type="http://schemas.openxmlformats.org/officeDocument/2006/relationships/image" Target="../media/image1292.png"/><Relationship Id="rId198" Type="http://schemas.openxmlformats.org/officeDocument/2006/relationships/customXml" Target="../ink/ink1335.xml"/><Relationship Id="rId321" Type="http://schemas.openxmlformats.org/officeDocument/2006/relationships/customXml" Target="../ink/ink1397.xml"/><Relationship Id="rId202" Type="http://schemas.openxmlformats.org/officeDocument/2006/relationships/customXml" Target="../ink/ink1337.xml"/><Relationship Id="rId223" Type="http://schemas.openxmlformats.org/officeDocument/2006/relationships/customXml" Target="../ink/ink1348.xml"/><Relationship Id="rId244" Type="http://schemas.openxmlformats.org/officeDocument/2006/relationships/image" Target="../media/image1323.png"/><Relationship Id="rId18" Type="http://schemas.openxmlformats.org/officeDocument/2006/relationships/image" Target="../media/image1216.png"/><Relationship Id="rId39" Type="http://schemas.openxmlformats.org/officeDocument/2006/relationships/customXml" Target="../ink/ink1255.xml"/><Relationship Id="rId265" Type="http://schemas.openxmlformats.org/officeDocument/2006/relationships/customXml" Target="../ink/ink1369.xml"/><Relationship Id="rId286" Type="http://schemas.openxmlformats.org/officeDocument/2006/relationships/image" Target="../media/image1344.png"/><Relationship Id="rId50" Type="http://schemas.openxmlformats.org/officeDocument/2006/relationships/image" Target="../media/image1231.png"/><Relationship Id="rId104" Type="http://schemas.openxmlformats.org/officeDocument/2006/relationships/customXml" Target="../ink/ink1288.xml"/><Relationship Id="rId125" Type="http://schemas.openxmlformats.org/officeDocument/2006/relationships/image" Target="../media/image1267.png"/><Relationship Id="rId146" Type="http://schemas.openxmlformats.org/officeDocument/2006/relationships/customXml" Target="../ink/ink1309.xml"/><Relationship Id="rId167" Type="http://schemas.openxmlformats.org/officeDocument/2006/relationships/image" Target="../media/image1287.png"/><Relationship Id="rId188" Type="http://schemas.openxmlformats.org/officeDocument/2006/relationships/customXml" Target="../ink/ink1330.xml"/><Relationship Id="rId311" Type="http://schemas.openxmlformats.org/officeDocument/2006/relationships/customXml" Target="../ink/ink1392.xml"/><Relationship Id="rId71" Type="http://schemas.openxmlformats.org/officeDocument/2006/relationships/customXml" Target="../ink/ink1271.xml"/><Relationship Id="rId92" Type="http://schemas.openxmlformats.org/officeDocument/2006/relationships/customXml" Target="../ink/ink1282.xml"/><Relationship Id="rId213" Type="http://schemas.openxmlformats.org/officeDocument/2006/relationships/customXml" Target="../ink/ink1343.xml"/><Relationship Id="rId234" Type="http://schemas.openxmlformats.org/officeDocument/2006/relationships/image" Target="../media/image1319.png"/><Relationship Id="rId2" Type="http://schemas.openxmlformats.org/officeDocument/2006/relationships/image" Target="../media/image1510.png"/><Relationship Id="rId29" Type="http://schemas.openxmlformats.org/officeDocument/2006/relationships/customXml" Target="../ink/ink1250.xml"/><Relationship Id="rId255" Type="http://schemas.openxmlformats.org/officeDocument/2006/relationships/customXml" Target="../ink/ink1364.xml"/><Relationship Id="rId276" Type="http://schemas.openxmlformats.org/officeDocument/2006/relationships/image" Target="../media/image1339.png"/><Relationship Id="rId297" Type="http://schemas.openxmlformats.org/officeDocument/2006/relationships/customXml" Target="../ink/ink1385.xml"/><Relationship Id="rId40" Type="http://schemas.openxmlformats.org/officeDocument/2006/relationships/image" Target="../media/image1227.png"/><Relationship Id="rId115" Type="http://schemas.openxmlformats.org/officeDocument/2006/relationships/image" Target="../media/image1262.png"/><Relationship Id="rId136" Type="http://schemas.openxmlformats.org/officeDocument/2006/relationships/customXml" Target="../ink/ink1304.xml"/><Relationship Id="rId157" Type="http://schemas.openxmlformats.org/officeDocument/2006/relationships/image" Target="../media/image912.png"/><Relationship Id="rId178" Type="http://schemas.openxmlformats.org/officeDocument/2006/relationships/customXml" Target="../ink/ink1325.xml"/><Relationship Id="rId301" Type="http://schemas.openxmlformats.org/officeDocument/2006/relationships/customXml" Target="../ink/ink1387.xml"/><Relationship Id="rId322" Type="http://schemas.openxmlformats.org/officeDocument/2006/relationships/image" Target="../media/image1362.png"/><Relationship Id="rId61" Type="http://schemas.openxmlformats.org/officeDocument/2006/relationships/customXml" Target="../ink/ink1266.xml"/><Relationship Id="rId82" Type="http://schemas.openxmlformats.org/officeDocument/2006/relationships/image" Target="../media/image1246.png"/><Relationship Id="rId199" Type="http://schemas.openxmlformats.org/officeDocument/2006/relationships/image" Target="../media/image1302.png"/><Relationship Id="rId203" Type="http://schemas.openxmlformats.org/officeDocument/2006/relationships/image" Target="../media/image13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43314" y="2510971"/>
            <a:ext cx="78522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dirty="0">
                <a:solidFill>
                  <a:schemeClr val="bg1"/>
                </a:solidFill>
              </a:rPr>
              <a:t>NIVELATORIO CIENCIAS BÁSICAS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Ecuaciones Cuadráticas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Mg. Silvana Mazo Muñoz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smazom@escolme.edu.co</a:t>
            </a: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54AA3D-5AFF-4BA2-9FAD-9F15081AE0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0" t="43912" r="4134"/>
          <a:stretch/>
        </p:blipFill>
        <p:spPr>
          <a:xfrm>
            <a:off x="1780470" y="4601200"/>
            <a:ext cx="821615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D60D8C-A9EA-4242-BC50-F16C35C4B818}"/>
                  </a:ext>
                </a:extLst>
              </p:cNvPr>
              <p:cNvSpPr txBox="1"/>
              <p:nvPr/>
            </p:nvSpPr>
            <p:spPr>
              <a:xfrm>
                <a:off x="973102" y="1272935"/>
                <a:ext cx="104984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>
                    <a:cs typeface="Arial" panose="020B0604020202020204" pitchFamily="34" charset="0"/>
                  </a:rPr>
                  <a:t>Una ecuación de la forma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=0,      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𝑐𝑜𝑛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CO" sz="2400" dirty="0">
                  <a:cs typeface="Arial" panose="020B0604020202020204" pitchFamily="34" charset="0"/>
                </a:endParaRPr>
              </a:p>
              <a:p>
                <a:endParaRPr lang="es-CO" sz="2400" dirty="0">
                  <a:cs typeface="Arial" panose="020B0604020202020204" pitchFamily="34" charset="0"/>
                </a:endParaRPr>
              </a:p>
              <a:p>
                <a:pPr algn="just"/>
                <a:r>
                  <a:rPr lang="es-CO" sz="2400" dirty="0">
                    <a:cs typeface="Arial" panose="020B060402020202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400" dirty="0">
                    <a:cs typeface="Arial" panose="020B0604020202020204" pitchFamily="34" charset="0"/>
                  </a:rPr>
                  <a:t>son números reales y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400" dirty="0">
                    <a:cs typeface="Arial" panose="020B0604020202020204" pitchFamily="34" charset="0"/>
                  </a:rPr>
                  <a:t> una variable, se llama una </a:t>
                </a:r>
                <a:r>
                  <a:rPr lang="es-CO" sz="2400" b="1" dirty="0">
                    <a:cs typeface="Arial" panose="020B0604020202020204" pitchFamily="34" charset="0"/>
                  </a:rPr>
                  <a:t>ecuación cuadrática </a:t>
                </a:r>
                <a:r>
                  <a:rPr lang="es-CO" sz="2400" dirty="0">
                    <a:cs typeface="Arial" panose="020B0604020202020204" pitchFamily="34" charset="0"/>
                  </a:rPr>
                  <a:t>en una variable.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D60D8C-A9EA-4242-BC50-F16C35C4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02" y="1272935"/>
                <a:ext cx="10498462" cy="1938992"/>
              </a:xfrm>
              <a:prstGeom prst="rect">
                <a:avLst/>
              </a:prstGeom>
              <a:blipFill>
                <a:blip r:embed="rId3"/>
                <a:stretch>
                  <a:fillRect l="-929" t="-2516" r="-871" b="-62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F66F1C63-FE0E-4352-8BEB-DD4FA242B437}"/>
              </a:ext>
            </a:extLst>
          </p:cNvPr>
          <p:cNvSpPr txBox="1"/>
          <p:nvPr/>
        </p:nvSpPr>
        <p:spPr>
          <a:xfrm>
            <a:off x="973102" y="3565738"/>
            <a:ext cx="10498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cs typeface="Arial" panose="020B0604020202020204" pitchFamily="34" charset="0"/>
              </a:rPr>
              <a:t>Algunas ecuaciones cuadráticas pueden resolverse al factorizar y usar las siguientes propiedades básicas de números reales.</a:t>
            </a:r>
            <a:endParaRPr lang="es-CO" sz="2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AAB74982-BC1B-D9FF-F2E7-AEEB4C4F6F8B}"/>
                  </a:ext>
                </a:extLst>
              </p14:cNvPr>
              <p14:cNvContentPartPr/>
              <p14:nvPr/>
            </p14:nvContentPartPr>
            <p14:xfrm>
              <a:off x="3826330" y="2256214"/>
              <a:ext cx="7560" cy="86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AAB74982-BC1B-D9FF-F2E7-AEEB4C4F6F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2010" y="2251894"/>
                <a:ext cx="1620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0932CEF-C02E-315E-A0E4-F711815C85D6}"/>
                  </a:ext>
                </a:extLst>
              </p14:cNvPr>
              <p14:cNvContentPartPr/>
              <p14:nvPr/>
            </p14:nvContentPartPr>
            <p14:xfrm>
              <a:off x="3878530" y="1956334"/>
              <a:ext cx="1913040" cy="1479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0932CEF-C02E-315E-A0E4-F711815C85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4210" y="1952014"/>
                <a:ext cx="19216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D71A90F-1EE1-04F6-E26F-6A0F03FBC193}"/>
                  </a:ext>
                </a:extLst>
              </p14:cNvPr>
              <p14:cNvContentPartPr/>
              <p14:nvPr/>
            </p14:nvContentPartPr>
            <p14:xfrm>
              <a:off x="4202530" y="1664374"/>
              <a:ext cx="321480" cy="3045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D71A90F-1EE1-04F6-E26F-6A0F03FBC1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98210" y="1660054"/>
                <a:ext cx="330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AB3BC97-2D2A-874A-247A-F28D0D342542}"/>
                  </a:ext>
                </a:extLst>
              </p14:cNvPr>
              <p14:cNvContentPartPr/>
              <p14:nvPr/>
            </p14:nvContentPartPr>
            <p14:xfrm>
              <a:off x="4094890" y="4968814"/>
              <a:ext cx="763920" cy="284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AB3BC97-2D2A-874A-247A-F28D0D3425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90570" y="4964494"/>
                <a:ext cx="772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487B4EA-2CC6-373C-F6D6-2DB9E3866A32}"/>
                  </a:ext>
                </a:extLst>
              </p14:cNvPr>
              <p14:cNvContentPartPr/>
              <p14:nvPr/>
            </p14:nvContentPartPr>
            <p14:xfrm>
              <a:off x="4229890" y="5427814"/>
              <a:ext cx="225360" cy="709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487B4EA-2CC6-373C-F6D6-2DB9E3866A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25570" y="5423494"/>
                <a:ext cx="23400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98DE9555-614D-B425-7E1D-339C391AC6D2}"/>
              </a:ext>
            </a:extLst>
          </p:cNvPr>
          <p:cNvGrpSpPr/>
          <p:nvPr/>
        </p:nvGrpSpPr>
        <p:grpSpPr>
          <a:xfrm>
            <a:off x="8748610" y="4463374"/>
            <a:ext cx="1173240" cy="330120"/>
            <a:chOff x="8748610" y="4463374"/>
            <a:chExt cx="117324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3FAA9976-8A10-7FB2-58AE-0507F6301377}"/>
                    </a:ext>
                  </a:extLst>
                </p14:cNvPr>
                <p14:cNvContentPartPr/>
                <p14:nvPr/>
              </p14:nvContentPartPr>
              <p14:xfrm>
                <a:off x="8748610" y="4463374"/>
                <a:ext cx="111600" cy="3135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3FAA9976-8A10-7FB2-58AE-0507F63013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44290" y="4459054"/>
                  <a:ext cx="120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E4AB263-14CE-031E-28FE-9B1F811BC3D0}"/>
                    </a:ext>
                  </a:extLst>
                </p14:cNvPr>
                <p14:cNvContentPartPr/>
                <p14:nvPr/>
              </p14:nvContentPartPr>
              <p14:xfrm>
                <a:off x="8932570" y="4693054"/>
                <a:ext cx="25200" cy="345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E4AB263-14CE-031E-28FE-9B1F811BC3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28250" y="4688734"/>
                  <a:ext cx="33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7260899-631F-A4C6-C858-DE01F8F9DAEC}"/>
                    </a:ext>
                  </a:extLst>
                </p14:cNvPr>
                <p14:cNvContentPartPr/>
                <p14:nvPr/>
              </p14:nvContentPartPr>
              <p14:xfrm>
                <a:off x="9023650" y="4496134"/>
                <a:ext cx="267480" cy="2973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7260899-631F-A4C6-C858-DE01F8F9DA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19330" y="4491814"/>
                  <a:ext cx="276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5F99A033-4022-97C3-2589-68D29EE7BE56}"/>
                    </a:ext>
                  </a:extLst>
                </p14:cNvPr>
                <p14:cNvContentPartPr/>
                <p14:nvPr/>
              </p14:nvContentPartPr>
              <p14:xfrm>
                <a:off x="9400210" y="4606294"/>
                <a:ext cx="208080" cy="147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5F99A033-4022-97C3-2589-68D29EE7BE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95890" y="4601974"/>
                  <a:ext cx="216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0850AA3-5B06-048B-2BD4-A210CA5CF7E1}"/>
                    </a:ext>
                  </a:extLst>
                </p14:cNvPr>
                <p14:cNvContentPartPr/>
                <p14:nvPr/>
              </p14:nvContentPartPr>
              <p14:xfrm>
                <a:off x="9345130" y="4703134"/>
                <a:ext cx="207360" cy="10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0850AA3-5B06-048B-2BD4-A210CA5CF7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40810" y="4698814"/>
                  <a:ext cx="216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3EF1E2B-AEC8-009D-9CCD-E131010DE0E5}"/>
                    </a:ext>
                  </a:extLst>
                </p14:cNvPr>
                <p14:cNvContentPartPr/>
                <p14:nvPr/>
              </p14:nvContentPartPr>
              <p14:xfrm>
                <a:off x="9657250" y="4502974"/>
                <a:ext cx="264600" cy="2520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3EF1E2B-AEC8-009D-9CCD-E131010DE0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52930" y="4498654"/>
                  <a:ext cx="27324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AAB8768-5A3F-F9AA-F024-002E71C6F28C}"/>
              </a:ext>
            </a:extLst>
          </p:cNvPr>
          <p:cNvGrpSpPr/>
          <p:nvPr/>
        </p:nvGrpSpPr>
        <p:grpSpPr>
          <a:xfrm>
            <a:off x="9159010" y="5020294"/>
            <a:ext cx="1067400" cy="478080"/>
            <a:chOff x="9159010" y="5020294"/>
            <a:chExt cx="106740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2682BDF-37BA-0843-ABF0-268214248555}"/>
                    </a:ext>
                  </a:extLst>
                </p14:cNvPr>
                <p14:cNvContentPartPr/>
                <p14:nvPr/>
              </p14:nvContentPartPr>
              <p14:xfrm>
                <a:off x="9159010" y="5071054"/>
                <a:ext cx="205560" cy="1908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2682BDF-37BA-0843-ABF0-2682142485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54690" y="5066734"/>
                  <a:ext cx="214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4CDD9849-7495-A6EC-333A-727962F2B76B}"/>
                    </a:ext>
                  </a:extLst>
                </p14:cNvPr>
                <p14:cNvContentPartPr/>
                <p14:nvPr/>
              </p14:nvContentPartPr>
              <p14:xfrm>
                <a:off x="9386170" y="5230174"/>
                <a:ext cx="17640" cy="151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4CDD9849-7495-A6EC-333A-727962F2B7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81850" y="5225854"/>
                  <a:ext cx="26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594577CA-C23D-7E5B-6C40-786058E8388A}"/>
                    </a:ext>
                  </a:extLst>
                </p14:cNvPr>
                <p14:cNvContentPartPr/>
                <p14:nvPr/>
              </p14:nvContentPartPr>
              <p14:xfrm>
                <a:off x="9473650" y="5101654"/>
                <a:ext cx="250560" cy="1458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594577CA-C23D-7E5B-6C40-786058E838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69330" y="5097334"/>
                  <a:ext cx="259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AF63BD7-C24E-AC3B-DF2F-CA6500117AF4}"/>
                    </a:ext>
                  </a:extLst>
                </p14:cNvPr>
                <p14:cNvContentPartPr/>
                <p14:nvPr/>
              </p14:nvContentPartPr>
              <p14:xfrm>
                <a:off x="9520090" y="5068174"/>
                <a:ext cx="134640" cy="1911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AF63BD7-C24E-AC3B-DF2F-CA6500117A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15770" y="5063854"/>
                  <a:ext cx="143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B29E545-067C-FE05-D50B-586C6CA760EF}"/>
                    </a:ext>
                  </a:extLst>
                </p14:cNvPr>
                <p14:cNvContentPartPr/>
                <p14:nvPr/>
              </p14:nvContentPartPr>
              <p14:xfrm>
                <a:off x="9732490" y="5126134"/>
                <a:ext cx="182160" cy="39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B29E545-067C-FE05-D50B-586C6CA760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28170" y="5121814"/>
                  <a:ext cx="190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26690CF-0F39-366D-A24E-60DF9BEAA6B0}"/>
                    </a:ext>
                  </a:extLst>
                </p14:cNvPr>
                <p14:cNvContentPartPr/>
                <p14:nvPr/>
              </p14:nvContentPartPr>
              <p14:xfrm>
                <a:off x="9742570" y="5159614"/>
                <a:ext cx="177120" cy="19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26690CF-0F39-366D-A24E-60DF9BEAA6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38250" y="5155294"/>
                  <a:ext cx="185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687D315-D5DC-105D-4798-9DDB784DEC9C}"/>
                    </a:ext>
                  </a:extLst>
                </p14:cNvPr>
                <p14:cNvContentPartPr/>
                <p14:nvPr/>
              </p14:nvContentPartPr>
              <p14:xfrm>
                <a:off x="9984130" y="5020294"/>
                <a:ext cx="242280" cy="214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687D315-D5DC-105D-4798-9DDB784DEC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9810" y="5015974"/>
                  <a:ext cx="250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C9786AB-CCCF-9D41-FDEE-9F75EE3D1496}"/>
                    </a:ext>
                  </a:extLst>
                </p14:cNvPr>
                <p14:cNvContentPartPr/>
                <p14:nvPr/>
              </p14:nvContentPartPr>
              <p14:xfrm>
                <a:off x="9608290" y="5286334"/>
                <a:ext cx="18360" cy="20268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C9786AB-CCCF-9D41-FDEE-9F75EE3D14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03970" y="5282014"/>
                  <a:ext cx="27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DA52528-771F-9B03-1FA2-843EAD6CCD6F}"/>
                    </a:ext>
                  </a:extLst>
                </p14:cNvPr>
                <p14:cNvContentPartPr/>
                <p14:nvPr/>
              </p14:nvContentPartPr>
              <p14:xfrm>
                <a:off x="9574810" y="5422774"/>
                <a:ext cx="107640" cy="756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DA52528-771F-9B03-1FA2-843EAD6CCD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70490" y="5418454"/>
                  <a:ext cx="11628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67EC5DFC-AC6A-5E0C-470B-142EFAB85B04}"/>
                  </a:ext>
                </a:extLst>
              </p14:cNvPr>
              <p14:cNvContentPartPr/>
              <p14:nvPr/>
            </p14:nvContentPartPr>
            <p14:xfrm>
              <a:off x="9530170" y="5586214"/>
              <a:ext cx="204120" cy="1692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67EC5DFC-AC6A-5E0C-470B-142EFAB85B0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25850" y="5581894"/>
                <a:ext cx="2127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877983AE-19A1-BAC0-C7E7-C7C1F1818A6C}"/>
                  </a:ext>
                </a:extLst>
              </p14:cNvPr>
              <p14:cNvContentPartPr/>
              <p14:nvPr/>
            </p14:nvContentPartPr>
            <p14:xfrm>
              <a:off x="4214770" y="1684534"/>
              <a:ext cx="276480" cy="2732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877983AE-19A1-BAC0-C7E7-C7C1F1818A6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10450" y="1680214"/>
                <a:ext cx="285120" cy="28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454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181A14-DBA8-9432-062D-EF44440C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766" y="1934343"/>
            <a:ext cx="7857357" cy="364581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A0ADBAB-8F0D-E9BB-7825-633C6794DE24}"/>
              </a:ext>
            </a:extLst>
          </p:cNvPr>
          <p:cNvSpPr txBox="1"/>
          <p:nvPr/>
        </p:nvSpPr>
        <p:spPr>
          <a:xfrm>
            <a:off x="973102" y="1088007"/>
            <a:ext cx="1049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cs typeface="Arial" panose="020B0604020202020204" pitchFamily="34" charset="0"/>
              </a:rPr>
              <a:t>Algunos casos de factorización son:</a:t>
            </a:r>
            <a:endParaRPr lang="es-CO" sz="24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239EB4E-6443-85DA-D5B1-C30B2EB82D11}"/>
                  </a:ext>
                </a:extLst>
              </p14:cNvPr>
              <p14:cNvContentPartPr/>
              <p14:nvPr/>
            </p14:nvContentPartPr>
            <p14:xfrm>
              <a:off x="8459170" y="3928414"/>
              <a:ext cx="290880" cy="2826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239EB4E-6443-85DA-D5B1-C30B2EB82D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54850" y="3924094"/>
                <a:ext cx="2995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45F87BC-F578-BB34-64A1-1BBF13178AE7}"/>
                  </a:ext>
                </a:extLst>
              </p14:cNvPr>
              <p14:cNvContentPartPr/>
              <p14:nvPr/>
            </p14:nvContentPartPr>
            <p14:xfrm>
              <a:off x="9201850" y="3943894"/>
              <a:ext cx="304560" cy="2772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45F87BC-F578-BB34-64A1-1BBF13178A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97530" y="3939574"/>
                <a:ext cx="3132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B89EC96-A246-9675-9CAD-B09C2E6AFCAF}"/>
                  </a:ext>
                </a:extLst>
              </p14:cNvPr>
              <p14:cNvContentPartPr/>
              <p14:nvPr/>
            </p14:nvContentPartPr>
            <p14:xfrm>
              <a:off x="8768410" y="4517014"/>
              <a:ext cx="336600" cy="3106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B89EC96-A246-9675-9CAD-B09C2E6AFC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4090" y="4512694"/>
                <a:ext cx="3452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F245136-69AA-54FE-09CD-B8C1834F5037}"/>
                  </a:ext>
                </a:extLst>
              </p14:cNvPr>
              <p14:cNvContentPartPr/>
              <p14:nvPr/>
            </p14:nvContentPartPr>
            <p14:xfrm>
              <a:off x="9582010" y="4606294"/>
              <a:ext cx="289440" cy="3178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F245136-69AA-54FE-09CD-B8C1834F50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77690" y="4601974"/>
                <a:ext cx="2980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7222598-DBE2-E584-71DE-A154573966C2}"/>
                  </a:ext>
                </a:extLst>
              </p14:cNvPr>
              <p14:cNvContentPartPr/>
              <p14:nvPr/>
            </p14:nvContentPartPr>
            <p14:xfrm>
              <a:off x="2330890" y="3797374"/>
              <a:ext cx="627840" cy="3369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7222598-DBE2-E584-71DE-A154573966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6570" y="3793054"/>
                <a:ext cx="6364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9DB41480-4D29-35E9-6F47-AEC4453A7A7D}"/>
                  </a:ext>
                </a:extLst>
              </p14:cNvPr>
              <p14:cNvContentPartPr/>
              <p14:nvPr/>
            </p14:nvContentPartPr>
            <p14:xfrm>
              <a:off x="2443210" y="2667694"/>
              <a:ext cx="442440" cy="2408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9DB41480-4D29-35E9-6F47-AEC4453A7A7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38890" y="2663374"/>
                <a:ext cx="451080" cy="2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59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4C093FA-E953-478F-81AF-2FBFC5B7093D}"/>
              </a:ext>
            </a:extLst>
          </p:cNvPr>
          <p:cNvSpPr txBox="1"/>
          <p:nvPr/>
        </p:nvSpPr>
        <p:spPr>
          <a:xfrm>
            <a:off x="700259" y="1060928"/>
            <a:ext cx="7271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B1232F-CABA-4CEF-B057-A23B2A32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68" y="1579645"/>
            <a:ext cx="1584000" cy="358124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193749EC-B3B8-7B3C-CCAF-8F74ACBD81C3}"/>
              </a:ext>
            </a:extLst>
          </p:cNvPr>
          <p:cNvGrpSpPr/>
          <p:nvPr/>
        </p:nvGrpSpPr>
        <p:grpSpPr>
          <a:xfrm>
            <a:off x="2261770" y="1921054"/>
            <a:ext cx="79560" cy="109440"/>
            <a:chOff x="2261770" y="1921054"/>
            <a:chExt cx="79560" cy="1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BA403F0-12B2-86F3-6D8A-86BAF4087817}"/>
                    </a:ext>
                  </a:extLst>
                </p14:cNvPr>
                <p14:cNvContentPartPr/>
                <p14:nvPr/>
              </p14:nvContentPartPr>
              <p14:xfrm>
                <a:off x="2299570" y="1921054"/>
                <a:ext cx="11520" cy="900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BA403F0-12B2-86F3-6D8A-86BAF408781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95250" y="1916734"/>
                  <a:ext cx="20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3DAE146-69D8-6758-C76A-5A9B0E5BA8D0}"/>
                    </a:ext>
                  </a:extLst>
                </p14:cNvPr>
                <p14:cNvContentPartPr/>
                <p14:nvPr/>
              </p14:nvContentPartPr>
              <p14:xfrm>
                <a:off x="2261770" y="1990534"/>
                <a:ext cx="79560" cy="39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3DAE146-69D8-6758-C76A-5A9B0E5BA8D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57450" y="1986214"/>
                  <a:ext cx="8820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D11EB701-04B9-45CD-4FAE-42FFC353B5C1}"/>
                  </a:ext>
                </a:extLst>
              </p14:cNvPr>
              <p14:cNvContentPartPr/>
              <p14:nvPr/>
            </p14:nvContentPartPr>
            <p14:xfrm>
              <a:off x="6575290" y="1437214"/>
              <a:ext cx="123120" cy="1548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D11EB701-04B9-45CD-4FAE-42FFC353B5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70970" y="1432894"/>
                <a:ext cx="1317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F4F1251C-F0B3-CC98-B838-2C4652EA51A7}"/>
                  </a:ext>
                </a:extLst>
              </p14:cNvPr>
              <p14:cNvContentPartPr/>
              <p14:nvPr/>
            </p14:nvContentPartPr>
            <p14:xfrm>
              <a:off x="5632090" y="1395814"/>
              <a:ext cx="3600" cy="3564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F4F1251C-F0B3-CC98-B838-2C4652EA51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27770" y="1391494"/>
                <a:ext cx="122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652D7A21-7549-FC1D-2AD4-98A32E6DE1DF}"/>
                  </a:ext>
                </a:extLst>
              </p14:cNvPr>
              <p14:cNvContentPartPr/>
              <p14:nvPr/>
            </p14:nvContentPartPr>
            <p14:xfrm>
              <a:off x="2671450" y="2934094"/>
              <a:ext cx="202320" cy="1728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652D7A21-7549-FC1D-2AD4-98A32E6DE1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67130" y="2929774"/>
                <a:ext cx="2109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upo 65">
            <a:extLst>
              <a:ext uri="{FF2B5EF4-FFF2-40B4-BE49-F238E27FC236}">
                <a16:creationId xmlns:a16="http://schemas.microsoft.com/office/drawing/2014/main" id="{9B8BEA4C-C457-87BA-5056-3F88FF04EAAE}"/>
              </a:ext>
            </a:extLst>
          </p:cNvPr>
          <p:cNvGrpSpPr/>
          <p:nvPr/>
        </p:nvGrpSpPr>
        <p:grpSpPr>
          <a:xfrm>
            <a:off x="889090" y="2201494"/>
            <a:ext cx="1949040" cy="406080"/>
            <a:chOff x="889090" y="2201494"/>
            <a:chExt cx="1949040" cy="4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540FEE49-2297-D6C3-354E-4E1DBA25230F}"/>
                    </a:ext>
                  </a:extLst>
                </p14:cNvPr>
                <p14:cNvContentPartPr/>
                <p14:nvPr/>
              </p14:nvContentPartPr>
              <p14:xfrm>
                <a:off x="889090" y="2313814"/>
                <a:ext cx="230040" cy="1558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540FEE49-2297-D6C3-354E-4E1DBA2523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4770" y="2309494"/>
                  <a:ext cx="238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0D78442-8900-727A-02ED-E8E887954783}"/>
                    </a:ext>
                  </a:extLst>
                </p14:cNvPr>
                <p14:cNvContentPartPr/>
                <p14:nvPr/>
              </p14:nvContentPartPr>
              <p14:xfrm>
                <a:off x="969370" y="2298694"/>
                <a:ext cx="104400" cy="206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0D78442-8900-727A-02ED-E8E8879547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65050" y="2294374"/>
                  <a:ext cx="1130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C1010C8B-5319-3175-7763-849E01EE815B}"/>
                    </a:ext>
                  </a:extLst>
                </p14:cNvPr>
                <p14:cNvContentPartPr/>
                <p14:nvPr/>
              </p14:nvContentPartPr>
              <p14:xfrm>
                <a:off x="1094290" y="2201494"/>
                <a:ext cx="170280" cy="1076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C1010C8B-5319-3175-7763-849E01EE81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9970" y="2197174"/>
                  <a:ext cx="178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13F1ACA1-9980-5B3B-3DBD-E0527ACF633D}"/>
                    </a:ext>
                  </a:extLst>
                </p14:cNvPr>
                <p14:cNvContentPartPr/>
                <p14:nvPr/>
              </p14:nvContentPartPr>
              <p14:xfrm>
                <a:off x="1371490" y="2228854"/>
                <a:ext cx="24480" cy="2311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13F1ACA1-9980-5B3B-3DBD-E0527ACF63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67170" y="2224534"/>
                  <a:ext cx="33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A51A739-E38B-4EFC-8E30-42841CD88DD0}"/>
                    </a:ext>
                  </a:extLst>
                </p14:cNvPr>
                <p14:cNvContentPartPr/>
                <p14:nvPr/>
              </p14:nvContentPartPr>
              <p14:xfrm>
                <a:off x="1269250" y="2359534"/>
                <a:ext cx="179280" cy="68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A51A739-E38B-4EFC-8E30-42841CD88DD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64930" y="2355214"/>
                  <a:ext cx="1879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CB1A2D5-61EA-91AE-A1CA-4C9A71C9481C}"/>
                    </a:ext>
                  </a:extLst>
                </p14:cNvPr>
                <p14:cNvContentPartPr/>
                <p14:nvPr/>
              </p14:nvContentPartPr>
              <p14:xfrm>
                <a:off x="1490290" y="2284294"/>
                <a:ext cx="163080" cy="50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CB1A2D5-61EA-91AE-A1CA-4C9A71C9481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85970" y="2279974"/>
                  <a:ext cx="1717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FF027C6F-ECE8-FA6E-CD17-D3077D93772D}"/>
                    </a:ext>
                  </a:extLst>
                </p14:cNvPr>
                <p14:cNvContentPartPr/>
                <p14:nvPr/>
              </p14:nvContentPartPr>
              <p14:xfrm>
                <a:off x="1490290" y="2306254"/>
                <a:ext cx="155160" cy="163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FF027C6F-ECE8-FA6E-CD17-D3077D9377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85970" y="2301934"/>
                  <a:ext cx="163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FBDFF52A-C12E-2F44-EFBA-EB034651B42A}"/>
                    </a:ext>
                  </a:extLst>
                </p14:cNvPr>
                <p14:cNvContentPartPr/>
                <p14:nvPr/>
              </p14:nvContentPartPr>
              <p14:xfrm>
                <a:off x="1665970" y="2333254"/>
                <a:ext cx="150120" cy="1263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FBDFF52A-C12E-2F44-EFBA-EB034651B42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61650" y="2328934"/>
                  <a:ext cx="158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1742215-7878-64B3-4845-A6AE1F48FBFD}"/>
                    </a:ext>
                  </a:extLst>
                </p14:cNvPr>
                <p14:cNvContentPartPr/>
                <p14:nvPr/>
              </p14:nvContentPartPr>
              <p14:xfrm>
                <a:off x="1683970" y="2311654"/>
                <a:ext cx="78840" cy="2019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1742215-7878-64B3-4845-A6AE1F48FBF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79650" y="2307334"/>
                  <a:ext cx="87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D08F2F6-BB37-EA01-2874-8EEA47C5A777}"/>
                    </a:ext>
                  </a:extLst>
                </p14:cNvPr>
                <p14:cNvContentPartPr/>
                <p14:nvPr/>
              </p14:nvContentPartPr>
              <p14:xfrm>
                <a:off x="1858570" y="2369254"/>
                <a:ext cx="123120" cy="15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D08F2F6-BB37-EA01-2874-8EEA47C5A77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54250" y="2364934"/>
                  <a:ext cx="13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4C1D95B5-CF14-902C-DEF9-F1251AB40A4E}"/>
                    </a:ext>
                  </a:extLst>
                </p14:cNvPr>
                <p14:cNvContentPartPr/>
                <p14:nvPr/>
              </p14:nvContentPartPr>
              <p14:xfrm>
                <a:off x="2027410" y="2293294"/>
                <a:ext cx="235440" cy="1893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4C1D95B5-CF14-902C-DEF9-F1251AB40A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23090" y="2288974"/>
                  <a:ext cx="244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E3DC6B4-6FB1-2503-4E13-AB7E2D309915}"/>
                    </a:ext>
                  </a:extLst>
                </p14:cNvPr>
                <p14:cNvContentPartPr/>
                <p14:nvPr/>
              </p14:nvContentPartPr>
              <p14:xfrm>
                <a:off x="2200930" y="2269174"/>
                <a:ext cx="209880" cy="1422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E3DC6B4-6FB1-2503-4E13-AB7E2D3099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96610" y="2264854"/>
                  <a:ext cx="218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94017AC-5BBA-D50A-D199-B34C65CDF920}"/>
                    </a:ext>
                  </a:extLst>
                </p14:cNvPr>
                <p14:cNvContentPartPr/>
                <p14:nvPr/>
              </p14:nvContentPartPr>
              <p14:xfrm>
                <a:off x="2281570" y="2272774"/>
                <a:ext cx="18360" cy="2199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94017AC-5BBA-D50A-D199-B34C65CDF92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77250" y="2268454"/>
                  <a:ext cx="270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9182AAA-DC73-D60A-AB98-AB7059932824}"/>
                    </a:ext>
                  </a:extLst>
                </p14:cNvPr>
                <p14:cNvContentPartPr/>
                <p14:nvPr/>
              </p14:nvContentPartPr>
              <p14:xfrm>
                <a:off x="2465530" y="2353054"/>
                <a:ext cx="149040" cy="32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9182AAA-DC73-D60A-AB98-AB705993282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1210" y="2348734"/>
                  <a:ext cx="1576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394736B9-FF97-B703-9E1B-36DDD150CE49}"/>
                    </a:ext>
                  </a:extLst>
                </p14:cNvPr>
                <p14:cNvContentPartPr/>
                <p14:nvPr/>
              </p14:nvContentPartPr>
              <p14:xfrm>
                <a:off x="2457610" y="2411014"/>
                <a:ext cx="145080" cy="122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394736B9-FF97-B703-9E1B-36DDD150CE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3290" y="2406694"/>
                  <a:ext cx="153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60F47A3-B395-2E87-CDFE-69CAEDD378E2}"/>
                    </a:ext>
                  </a:extLst>
                </p14:cNvPr>
                <p14:cNvContentPartPr/>
                <p14:nvPr/>
              </p14:nvContentPartPr>
              <p14:xfrm>
                <a:off x="2682610" y="2251174"/>
                <a:ext cx="155520" cy="1746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60F47A3-B395-2E87-CDFE-69CAEDD378E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78290" y="2246854"/>
                  <a:ext cx="164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7F4A4CB-C804-8728-AF60-9F65A0EA6D7D}"/>
                    </a:ext>
                  </a:extLst>
                </p14:cNvPr>
                <p14:cNvContentPartPr/>
                <p14:nvPr/>
              </p14:nvContentPartPr>
              <p14:xfrm>
                <a:off x="1374730" y="2393734"/>
                <a:ext cx="25560" cy="144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7F4A4CB-C804-8728-AF60-9F65A0EA6D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370410" y="2389414"/>
                  <a:ext cx="342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3FF5405B-15AC-2FDF-9A55-8C07BE864CBC}"/>
                    </a:ext>
                  </a:extLst>
                </p14:cNvPr>
                <p14:cNvContentPartPr/>
                <p14:nvPr/>
              </p14:nvContentPartPr>
              <p14:xfrm>
                <a:off x="1953250" y="2417134"/>
                <a:ext cx="16560" cy="3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3FF5405B-15AC-2FDF-9A55-8C07BE864C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48930" y="2412814"/>
                  <a:ext cx="2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6715742B-F443-5D2A-F6FB-425605C7FDE8}"/>
                    </a:ext>
                  </a:extLst>
                </p14:cNvPr>
                <p14:cNvContentPartPr/>
                <p14:nvPr/>
              </p14:nvContentPartPr>
              <p14:xfrm>
                <a:off x="1985290" y="2486974"/>
                <a:ext cx="342000" cy="1206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6715742B-F443-5D2A-F6FB-425605C7FDE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980970" y="2482654"/>
                  <a:ext cx="350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3F04118C-9CFB-85BC-FFBA-DE937274BB35}"/>
                    </a:ext>
                  </a:extLst>
                </p14:cNvPr>
                <p14:cNvContentPartPr/>
                <p14:nvPr/>
              </p14:nvContentPartPr>
              <p14:xfrm>
                <a:off x="1402810" y="2481574"/>
                <a:ext cx="285480" cy="10080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3F04118C-9CFB-85BC-FFBA-DE937274BB3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98490" y="2477254"/>
                  <a:ext cx="2941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D6CEDB3D-C4F0-5EB3-3132-A1F43B11A2E2}"/>
                  </a:ext>
                </a:extLst>
              </p14:cNvPr>
              <p14:cNvContentPartPr/>
              <p14:nvPr/>
            </p14:nvContentPartPr>
            <p14:xfrm>
              <a:off x="2675410" y="2959654"/>
              <a:ext cx="140040" cy="14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D6CEDB3D-C4F0-5EB3-3132-A1F43B11A2E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671090" y="2955334"/>
                <a:ext cx="148680" cy="1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upo 69">
            <a:extLst>
              <a:ext uri="{FF2B5EF4-FFF2-40B4-BE49-F238E27FC236}">
                <a16:creationId xmlns:a16="http://schemas.microsoft.com/office/drawing/2014/main" id="{AA3EBFBB-69FB-EA88-5C2E-7FB2A0CE57A7}"/>
              </a:ext>
            </a:extLst>
          </p:cNvPr>
          <p:cNvGrpSpPr/>
          <p:nvPr/>
        </p:nvGrpSpPr>
        <p:grpSpPr>
          <a:xfrm>
            <a:off x="8001250" y="2480494"/>
            <a:ext cx="217440" cy="336240"/>
            <a:chOff x="8001250" y="2480494"/>
            <a:chExt cx="21744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9FE9EA92-D694-6205-D3CE-CB80DB2B9660}"/>
                    </a:ext>
                  </a:extLst>
                </p14:cNvPr>
                <p14:cNvContentPartPr/>
                <p14:nvPr/>
              </p14:nvContentPartPr>
              <p14:xfrm>
                <a:off x="8038330" y="2480494"/>
                <a:ext cx="159120" cy="1458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9FE9EA92-D694-6205-D3CE-CB80DB2B96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34010" y="2476174"/>
                  <a:ext cx="167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55E788D7-7C43-8D01-45A9-BE3830938EAF}"/>
                    </a:ext>
                  </a:extLst>
                </p14:cNvPr>
                <p14:cNvContentPartPr/>
                <p14:nvPr/>
              </p14:nvContentPartPr>
              <p14:xfrm>
                <a:off x="8001250" y="2625574"/>
                <a:ext cx="217440" cy="1911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55E788D7-7C43-8D01-45A9-BE3830938EA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96930" y="2621254"/>
                  <a:ext cx="2260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CF71B71-C343-7904-DBDD-5FC08EECD865}"/>
              </a:ext>
            </a:extLst>
          </p:cNvPr>
          <p:cNvGrpSpPr/>
          <p:nvPr/>
        </p:nvGrpSpPr>
        <p:grpSpPr>
          <a:xfrm>
            <a:off x="8266210" y="2747254"/>
            <a:ext cx="92880" cy="81720"/>
            <a:chOff x="8266210" y="2747254"/>
            <a:chExt cx="9288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96D9F14-E873-E246-FE90-0F105FB83A95}"/>
                    </a:ext>
                  </a:extLst>
                </p14:cNvPr>
                <p14:cNvContentPartPr/>
                <p14:nvPr/>
              </p14:nvContentPartPr>
              <p14:xfrm>
                <a:off x="8301490" y="2771734"/>
                <a:ext cx="57600" cy="457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96D9F14-E873-E246-FE90-0F105FB83A9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297170" y="2767414"/>
                  <a:ext cx="66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12D5E633-3DA0-85FE-6D13-8A36BF5E8E07}"/>
                    </a:ext>
                  </a:extLst>
                </p14:cNvPr>
                <p14:cNvContentPartPr/>
                <p14:nvPr/>
              </p14:nvContentPartPr>
              <p14:xfrm>
                <a:off x="8266210" y="2747254"/>
                <a:ext cx="82440" cy="817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12D5E633-3DA0-85FE-6D13-8A36BF5E8E0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61890" y="2742934"/>
                  <a:ext cx="9108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4561D21A-6C9E-5ED2-620E-823216E75EE1}"/>
                  </a:ext>
                </a:extLst>
              </p14:cNvPr>
              <p14:cNvContentPartPr/>
              <p14:nvPr/>
            </p14:nvContentPartPr>
            <p14:xfrm>
              <a:off x="8533330" y="2468974"/>
              <a:ext cx="186120" cy="29304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4561D21A-6C9E-5ED2-620E-823216E75EE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529010" y="2464654"/>
                <a:ext cx="19476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upo 92">
            <a:extLst>
              <a:ext uri="{FF2B5EF4-FFF2-40B4-BE49-F238E27FC236}">
                <a16:creationId xmlns:a16="http://schemas.microsoft.com/office/drawing/2014/main" id="{F78F4185-4B29-4500-F1CF-78F0806D4936}"/>
              </a:ext>
            </a:extLst>
          </p:cNvPr>
          <p:cNvGrpSpPr/>
          <p:nvPr/>
        </p:nvGrpSpPr>
        <p:grpSpPr>
          <a:xfrm>
            <a:off x="7985410" y="2959654"/>
            <a:ext cx="702360" cy="241560"/>
            <a:chOff x="7985410" y="2959654"/>
            <a:chExt cx="70236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8EC493A-305A-C61E-39AD-FD50C0846738}"/>
                    </a:ext>
                  </a:extLst>
                </p14:cNvPr>
                <p14:cNvContentPartPr/>
                <p14:nvPr/>
              </p14:nvContentPartPr>
              <p14:xfrm>
                <a:off x="7985410" y="2959654"/>
                <a:ext cx="230040" cy="1641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8EC493A-305A-C61E-39AD-FD50C08467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81090" y="2955334"/>
                  <a:ext cx="2386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5385504D-76EA-9DA9-7C90-39B1C37273D7}"/>
                    </a:ext>
                  </a:extLst>
                </p14:cNvPr>
                <p14:cNvContentPartPr/>
                <p14:nvPr/>
              </p14:nvContentPartPr>
              <p14:xfrm>
                <a:off x="8140930" y="2959654"/>
                <a:ext cx="24480" cy="2415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5385504D-76EA-9DA9-7C90-39B1C37273D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36610" y="2955334"/>
                  <a:ext cx="33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B48153B-D2C4-6B4B-A11F-D43949929BE1}"/>
                    </a:ext>
                  </a:extLst>
                </p14:cNvPr>
                <p14:cNvContentPartPr/>
                <p14:nvPr/>
              </p14:nvContentPartPr>
              <p14:xfrm>
                <a:off x="8301490" y="3117694"/>
                <a:ext cx="31320" cy="5832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B48153B-D2C4-6B4B-A11F-D43949929BE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97170" y="3113374"/>
                  <a:ext cx="39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85631B6-687C-0D0E-EC70-F6238343B677}"/>
                    </a:ext>
                  </a:extLst>
                </p14:cNvPr>
                <p14:cNvContentPartPr/>
                <p14:nvPr/>
              </p14:nvContentPartPr>
              <p14:xfrm>
                <a:off x="8230210" y="3088894"/>
                <a:ext cx="106920" cy="943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85631B6-687C-0D0E-EC70-F6238343B67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25890" y="3084574"/>
                  <a:ext cx="115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A493BD2-42B3-A8AD-4135-DACCF306ABE0}"/>
                    </a:ext>
                  </a:extLst>
                </p14:cNvPr>
                <p14:cNvContentPartPr/>
                <p14:nvPr/>
              </p14:nvContentPartPr>
              <p14:xfrm>
                <a:off x="8484370" y="2970454"/>
                <a:ext cx="203400" cy="1897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A493BD2-42B3-A8AD-4135-DACCF306AB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80050" y="2966134"/>
                  <a:ext cx="21204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55B0A74E-1A90-ABCA-774A-D769A8A4B6DD}"/>
                  </a:ext>
                </a:extLst>
              </p14:cNvPr>
              <p14:cNvContentPartPr/>
              <p14:nvPr/>
            </p14:nvContentPartPr>
            <p14:xfrm>
              <a:off x="8560690" y="3320734"/>
              <a:ext cx="55440" cy="21600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55B0A74E-1A90-ABCA-774A-D769A8A4B6D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556370" y="3316414"/>
                <a:ext cx="6408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upo 91">
            <a:extLst>
              <a:ext uri="{FF2B5EF4-FFF2-40B4-BE49-F238E27FC236}">
                <a16:creationId xmlns:a16="http://schemas.microsoft.com/office/drawing/2014/main" id="{0414C803-A035-357B-E095-5411931BB1EA}"/>
              </a:ext>
            </a:extLst>
          </p:cNvPr>
          <p:cNvGrpSpPr/>
          <p:nvPr/>
        </p:nvGrpSpPr>
        <p:grpSpPr>
          <a:xfrm>
            <a:off x="7941490" y="3359974"/>
            <a:ext cx="462960" cy="192960"/>
            <a:chOff x="7941490" y="3359974"/>
            <a:chExt cx="46296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BF96820A-A634-2D01-32E4-927167ECBC9C}"/>
                    </a:ext>
                  </a:extLst>
                </p14:cNvPr>
                <p14:cNvContentPartPr/>
                <p14:nvPr/>
              </p14:nvContentPartPr>
              <p14:xfrm>
                <a:off x="7941490" y="3385894"/>
                <a:ext cx="202680" cy="1234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BF96820A-A634-2D01-32E4-927167ECBC9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37170" y="3381574"/>
                  <a:ext cx="211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4797CDA9-ECCD-6B29-C5DE-B6FA344EB986}"/>
                    </a:ext>
                  </a:extLst>
                </p14:cNvPr>
                <p14:cNvContentPartPr/>
                <p14:nvPr/>
              </p14:nvContentPartPr>
              <p14:xfrm>
                <a:off x="8111770" y="3375454"/>
                <a:ext cx="163080" cy="943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4797CDA9-ECCD-6B29-C5DE-B6FA344EB98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07450" y="3371134"/>
                  <a:ext cx="171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4E69B40E-5EC6-9F3B-4640-A8CF40451F93}"/>
                    </a:ext>
                  </a:extLst>
                </p14:cNvPr>
                <p14:cNvContentPartPr/>
                <p14:nvPr/>
              </p14:nvContentPartPr>
              <p14:xfrm>
                <a:off x="8203210" y="3359974"/>
                <a:ext cx="22320" cy="1875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4E69B40E-5EC6-9F3B-4640-A8CF40451F9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98890" y="3355654"/>
                  <a:ext cx="30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5CB434C-3D3C-D743-1BA4-90B361DD1E50}"/>
                    </a:ext>
                  </a:extLst>
                </p14:cNvPr>
                <p14:cNvContentPartPr/>
                <p14:nvPr/>
              </p14:nvContentPartPr>
              <p14:xfrm>
                <a:off x="8338570" y="3464734"/>
                <a:ext cx="41400" cy="55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5CB434C-3D3C-D743-1BA4-90B361DD1E5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34250" y="3460414"/>
                  <a:ext cx="500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66D44841-38CD-E4B4-3E15-F7DE678EF182}"/>
                    </a:ext>
                  </a:extLst>
                </p14:cNvPr>
                <p14:cNvContentPartPr/>
                <p14:nvPr/>
              </p14:nvContentPartPr>
              <p14:xfrm>
                <a:off x="8313730" y="3458614"/>
                <a:ext cx="90720" cy="94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66D44841-38CD-E4B4-3E15-F7DE678EF18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09410" y="3454294"/>
                  <a:ext cx="993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8C66E4AD-05D2-3E07-39B4-DD2611D5CABA}"/>
              </a:ext>
            </a:extLst>
          </p:cNvPr>
          <p:cNvGrpSpPr/>
          <p:nvPr/>
        </p:nvGrpSpPr>
        <p:grpSpPr>
          <a:xfrm>
            <a:off x="7951930" y="3668134"/>
            <a:ext cx="736560" cy="200160"/>
            <a:chOff x="7951930" y="3668134"/>
            <a:chExt cx="73656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DEA95B8D-1CD1-1D65-7616-CC1895BD7F43}"/>
                    </a:ext>
                  </a:extLst>
                </p14:cNvPr>
                <p14:cNvContentPartPr/>
                <p14:nvPr/>
              </p14:nvContentPartPr>
              <p14:xfrm>
                <a:off x="7951930" y="3668134"/>
                <a:ext cx="63720" cy="1767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DEA95B8D-1CD1-1D65-7616-CC1895BD7F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947610" y="3663814"/>
                  <a:ext cx="72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A0D09BAF-9886-AA58-550D-B95ED1BD1D2F}"/>
                    </a:ext>
                  </a:extLst>
                </p14:cNvPr>
                <p14:cNvContentPartPr/>
                <p14:nvPr/>
              </p14:nvContentPartPr>
              <p14:xfrm>
                <a:off x="8107810" y="3668134"/>
                <a:ext cx="177120" cy="1688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A0D09BAF-9886-AA58-550D-B95ED1BD1D2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03490" y="3663814"/>
                  <a:ext cx="185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E8C7DC8-1877-BC7D-8736-6EBC3E2677AE}"/>
                    </a:ext>
                  </a:extLst>
                </p14:cNvPr>
                <p14:cNvContentPartPr/>
                <p14:nvPr/>
              </p14:nvContentPartPr>
              <p14:xfrm>
                <a:off x="8360890" y="3756694"/>
                <a:ext cx="82800" cy="770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E8C7DC8-1877-BC7D-8736-6EBC3E2677A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356570" y="3752374"/>
                  <a:ext cx="91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3D03520-869D-C4E5-8F75-88F99773FE64}"/>
                    </a:ext>
                  </a:extLst>
                </p14:cNvPr>
                <p14:cNvContentPartPr/>
                <p14:nvPr/>
              </p14:nvContentPartPr>
              <p14:xfrm>
                <a:off x="8333530" y="3754894"/>
                <a:ext cx="78840" cy="1134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3D03520-869D-C4E5-8F75-88F99773FE6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329210" y="3750574"/>
                  <a:ext cx="87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126B4FE7-1AAD-3C44-02EF-DA755629C63E}"/>
                    </a:ext>
                  </a:extLst>
                </p14:cNvPr>
                <p14:cNvContentPartPr/>
                <p14:nvPr/>
              </p14:nvContentPartPr>
              <p14:xfrm>
                <a:off x="8544490" y="3687934"/>
                <a:ext cx="144000" cy="1494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126B4FE7-1AAD-3C44-02EF-DA755629C63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540170" y="3683614"/>
                  <a:ext cx="15264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77C54BB0-1218-4FAB-FBC5-ED8DB0792F42}"/>
                  </a:ext>
                </a:extLst>
              </p14:cNvPr>
              <p14:cNvContentPartPr/>
              <p14:nvPr/>
            </p14:nvContentPartPr>
            <p14:xfrm>
              <a:off x="8790730" y="2272774"/>
              <a:ext cx="554400" cy="35028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77C54BB0-1218-4FAB-FBC5-ED8DB0792F42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786410" y="2268454"/>
                <a:ext cx="56304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upo 112">
            <a:extLst>
              <a:ext uri="{FF2B5EF4-FFF2-40B4-BE49-F238E27FC236}">
                <a16:creationId xmlns:a16="http://schemas.microsoft.com/office/drawing/2014/main" id="{A5C4BD29-82D2-7984-D7D2-952798037B0C}"/>
              </a:ext>
            </a:extLst>
          </p:cNvPr>
          <p:cNvGrpSpPr/>
          <p:nvPr/>
        </p:nvGrpSpPr>
        <p:grpSpPr>
          <a:xfrm>
            <a:off x="4724170" y="2691814"/>
            <a:ext cx="180360" cy="256320"/>
            <a:chOff x="4724170" y="2691814"/>
            <a:chExt cx="18036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4F5A4BAD-379A-322B-5301-D3307BB1D519}"/>
                    </a:ext>
                  </a:extLst>
                </p14:cNvPr>
                <p14:cNvContentPartPr/>
                <p14:nvPr/>
              </p14:nvContentPartPr>
              <p14:xfrm>
                <a:off x="4737130" y="2691814"/>
                <a:ext cx="22320" cy="2563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4F5A4BAD-379A-322B-5301-D3307BB1D51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732810" y="2687494"/>
                  <a:ext cx="309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5C9EC3F6-3D2F-3EE5-9E02-5FA06A693712}"/>
                    </a:ext>
                  </a:extLst>
                </p14:cNvPr>
                <p14:cNvContentPartPr/>
                <p14:nvPr/>
              </p14:nvContentPartPr>
              <p14:xfrm>
                <a:off x="4724170" y="2692174"/>
                <a:ext cx="180360" cy="1692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5C9EC3F6-3D2F-3EE5-9E02-5FA06A6937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19850" y="2687854"/>
                  <a:ext cx="1890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F3629051-0192-B16E-C0E9-19FF83413DA2}"/>
              </a:ext>
            </a:extLst>
          </p:cNvPr>
          <p:cNvGrpSpPr/>
          <p:nvPr/>
        </p:nvGrpSpPr>
        <p:grpSpPr>
          <a:xfrm>
            <a:off x="5280370" y="2728174"/>
            <a:ext cx="1104120" cy="295200"/>
            <a:chOff x="5280370" y="2728174"/>
            <a:chExt cx="1104120" cy="29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6FAEB78F-FAC2-A7FE-ABBC-CFA1F1D9692A}"/>
                    </a:ext>
                  </a:extLst>
                </p14:cNvPr>
                <p14:cNvContentPartPr/>
                <p14:nvPr/>
              </p14:nvContentPartPr>
              <p14:xfrm>
                <a:off x="5285410" y="2764534"/>
                <a:ext cx="167400" cy="1162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6FAEB78F-FAC2-A7FE-ABBC-CFA1F1D9692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281090" y="2760214"/>
                  <a:ext cx="176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E34D39C1-6E9E-76FB-81FE-D0608D0356EF}"/>
                    </a:ext>
                  </a:extLst>
                </p14:cNvPr>
                <p14:cNvContentPartPr/>
                <p14:nvPr/>
              </p14:nvContentPartPr>
              <p14:xfrm>
                <a:off x="5280370" y="2781814"/>
                <a:ext cx="16560" cy="2415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E34D39C1-6E9E-76FB-81FE-D0608D0356E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76050" y="2777494"/>
                  <a:ext cx="25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EF988233-5B4E-36B0-6D2A-688D6D6A973A}"/>
                    </a:ext>
                  </a:extLst>
                </p14:cNvPr>
                <p14:cNvContentPartPr/>
                <p14:nvPr/>
              </p14:nvContentPartPr>
              <p14:xfrm>
                <a:off x="5483410" y="2871814"/>
                <a:ext cx="37440" cy="1123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EF988233-5B4E-36B0-6D2A-688D6D6A973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79090" y="2867494"/>
                  <a:ext cx="46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AD92473-172C-78FF-BA6B-29DCC2357B59}"/>
                    </a:ext>
                  </a:extLst>
                </p14:cNvPr>
                <p14:cNvContentPartPr/>
                <p14:nvPr/>
              </p14:nvContentPartPr>
              <p14:xfrm>
                <a:off x="5516530" y="2859214"/>
                <a:ext cx="162360" cy="1209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AD92473-172C-78FF-BA6B-29DCC2357B5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512210" y="2854894"/>
                  <a:ext cx="1710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25E2C558-B57F-DA46-F8EA-62218131E935}"/>
                    </a:ext>
                  </a:extLst>
                </p14:cNvPr>
                <p14:cNvContentPartPr/>
                <p14:nvPr/>
              </p14:nvContentPartPr>
              <p14:xfrm>
                <a:off x="5685730" y="2885494"/>
                <a:ext cx="128520" cy="9360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25E2C558-B57F-DA46-F8EA-62218131E93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81410" y="2881174"/>
                  <a:ext cx="137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D9D6B1A0-351E-F027-26CC-322D6B2E3942}"/>
                    </a:ext>
                  </a:extLst>
                </p14:cNvPr>
                <p14:cNvContentPartPr/>
                <p14:nvPr/>
              </p14:nvContentPartPr>
              <p14:xfrm>
                <a:off x="5763490" y="2740054"/>
                <a:ext cx="40680" cy="2224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D9D6B1A0-351E-F027-26CC-322D6B2E394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59170" y="2735734"/>
                  <a:ext cx="493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ACB10D6-A38B-7B9E-2BB0-0AF84B978C2F}"/>
                    </a:ext>
                  </a:extLst>
                </p14:cNvPr>
                <p14:cNvContentPartPr/>
                <p14:nvPr/>
              </p14:nvContentPartPr>
              <p14:xfrm>
                <a:off x="5863930" y="2845174"/>
                <a:ext cx="119520" cy="1274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ACB10D6-A38B-7B9E-2BB0-0AF84B978C2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859610" y="2840854"/>
                  <a:ext cx="128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ECA654D-FB22-B0C8-DBF3-4F40BA61CFC8}"/>
                    </a:ext>
                  </a:extLst>
                </p14:cNvPr>
                <p14:cNvContentPartPr/>
                <p14:nvPr/>
              </p14:nvContentPartPr>
              <p14:xfrm>
                <a:off x="6010450" y="2870014"/>
                <a:ext cx="104760" cy="1188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ECA654D-FB22-B0C8-DBF3-4F40BA61CFC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06130" y="2865694"/>
                  <a:ext cx="1134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C4D0B68D-973C-D706-8AE6-AF9CCE380D32}"/>
                    </a:ext>
                  </a:extLst>
                </p14:cNvPr>
                <p14:cNvContentPartPr/>
                <p14:nvPr/>
              </p14:nvContentPartPr>
              <p14:xfrm>
                <a:off x="6143290" y="2728174"/>
                <a:ext cx="38520" cy="2822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C4D0B68D-973C-D706-8AE6-AF9CCE380D3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138970" y="2723854"/>
                  <a:ext cx="471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B927D83C-7A28-C90D-0035-C600632F3BAB}"/>
                    </a:ext>
                  </a:extLst>
                </p14:cNvPr>
                <p14:cNvContentPartPr/>
                <p14:nvPr/>
              </p14:nvContentPartPr>
              <p14:xfrm>
                <a:off x="6145090" y="2855974"/>
                <a:ext cx="239400" cy="1220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B927D83C-7A28-C90D-0035-C600632F3BA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40770" y="2851654"/>
                  <a:ext cx="24804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37A48EDD-EC90-5CCD-803F-8928A8F40D3A}"/>
              </a:ext>
            </a:extLst>
          </p:cNvPr>
          <p:cNvGrpSpPr/>
          <p:nvPr/>
        </p:nvGrpSpPr>
        <p:grpSpPr>
          <a:xfrm>
            <a:off x="6570970" y="2834014"/>
            <a:ext cx="493200" cy="163800"/>
            <a:chOff x="6570970" y="2834014"/>
            <a:chExt cx="49320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BB015142-3BD2-9482-AC49-8BD2237DFBDD}"/>
                    </a:ext>
                  </a:extLst>
                </p14:cNvPr>
                <p14:cNvContentPartPr/>
                <p14:nvPr/>
              </p14:nvContentPartPr>
              <p14:xfrm>
                <a:off x="6570970" y="2858134"/>
                <a:ext cx="118080" cy="1396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BB015142-3BD2-9482-AC49-8BD2237DFBD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66650" y="2853814"/>
                  <a:ext cx="126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BF06EAB-C5FD-B7BE-DD9F-70E9D2676970}"/>
                    </a:ext>
                  </a:extLst>
                </p14:cNvPr>
                <p14:cNvContentPartPr/>
                <p14:nvPr/>
              </p14:nvContentPartPr>
              <p14:xfrm>
                <a:off x="6714970" y="2861734"/>
                <a:ext cx="158760" cy="1278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BF06EAB-C5FD-B7BE-DD9F-70E9D267697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10650" y="2857414"/>
                  <a:ext cx="167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B6D39F32-6307-E351-0296-8D6B0C05896B}"/>
                    </a:ext>
                  </a:extLst>
                </p14:cNvPr>
                <p14:cNvContentPartPr/>
                <p14:nvPr/>
              </p14:nvContentPartPr>
              <p14:xfrm>
                <a:off x="6798130" y="2903494"/>
                <a:ext cx="360" cy="3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B6D39F32-6307-E351-0296-8D6B0C0589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793810" y="28991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C45A0B8D-E9E6-D0F5-F2A9-B18D69D4F307}"/>
                    </a:ext>
                  </a:extLst>
                </p14:cNvPr>
                <p14:cNvContentPartPr/>
                <p14:nvPr/>
              </p14:nvContentPartPr>
              <p14:xfrm>
                <a:off x="6798130" y="2834014"/>
                <a:ext cx="144000" cy="1432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C45A0B8D-E9E6-D0F5-F2A9-B18D69D4F30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793810" y="2829694"/>
                  <a:ext cx="152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ECE7F2B-D92B-7AE7-686C-AB18010061F7}"/>
                    </a:ext>
                  </a:extLst>
                </p14:cNvPr>
                <p14:cNvContentPartPr/>
                <p14:nvPr/>
              </p14:nvContentPartPr>
              <p14:xfrm>
                <a:off x="6925570" y="2841934"/>
                <a:ext cx="138600" cy="1299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ECE7F2B-D92B-7AE7-686C-AB18010061F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21250" y="2837614"/>
                  <a:ext cx="147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F892CA3F-5C2E-C734-5FDB-A1299C8B7DE7}"/>
                    </a:ext>
                  </a:extLst>
                </p14:cNvPr>
                <p14:cNvContentPartPr/>
                <p14:nvPr/>
              </p14:nvContentPartPr>
              <p14:xfrm>
                <a:off x="6673570" y="2893414"/>
                <a:ext cx="160200" cy="572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F892CA3F-5C2E-C734-5FDB-A1299C8B7DE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669250" y="2889094"/>
                  <a:ext cx="1688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5B7AC17C-7539-F39F-3D0C-113A98246E7C}"/>
              </a:ext>
            </a:extLst>
          </p:cNvPr>
          <p:cNvGrpSpPr/>
          <p:nvPr/>
        </p:nvGrpSpPr>
        <p:grpSpPr>
          <a:xfrm>
            <a:off x="742210" y="2696494"/>
            <a:ext cx="3474000" cy="508680"/>
            <a:chOff x="742210" y="2696494"/>
            <a:chExt cx="3474000" cy="5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2226304-3CC6-7E2F-A515-E474DD0EFA87}"/>
                    </a:ext>
                  </a:extLst>
                </p14:cNvPr>
                <p14:cNvContentPartPr/>
                <p14:nvPr/>
              </p14:nvContentPartPr>
              <p14:xfrm>
                <a:off x="821770" y="2719894"/>
                <a:ext cx="165600" cy="3801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2226304-3CC6-7E2F-A515-E474DD0EFA8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7450" y="2715574"/>
                  <a:ext cx="1742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FC7E7A26-05E7-7773-8A3E-948C7F62BEC8}"/>
                    </a:ext>
                  </a:extLst>
                </p14:cNvPr>
                <p14:cNvContentPartPr/>
                <p14:nvPr/>
              </p14:nvContentPartPr>
              <p14:xfrm>
                <a:off x="2018410" y="2735374"/>
                <a:ext cx="80640" cy="3672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FC7E7A26-05E7-7773-8A3E-948C7F62BEC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014090" y="2731054"/>
                  <a:ext cx="892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D8F07A5-DBCC-5C1C-B2F7-51CCB775EC88}"/>
                    </a:ext>
                  </a:extLst>
                </p14:cNvPr>
                <p14:cNvContentPartPr/>
                <p14:nvPr/>
              </p14:nvContentPartPr>
              <p14:xfrm>
                <a:off x="2167450" y="2702254"/>
                <a:ext cx="150840" cy="3488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D8F07A5-DBCC-5C1C-B2F7-51CCB775EC8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163130" y="2697934"/>
                  <a:ext cx="1594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3228E84-FB72-6C0B-9F8B-564A2877A1DF}"/>
                    </a:ext>
                  </a:extLst>
                </p14:cNvPr>
                <p14:cNvContentPartPr/>
                <p14:nvPr/>
              </p14:nvContentPartPr>
              <p14:xfrm>
                <a:off x="3342850" y="2696494"/>
                <a:ext cx="118440" cy="3826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3228E84-FB72-6C0B-9F8B-564A2877A1D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338530" y="2692174"/>
                  <a:ext cx="1270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89277ADA-3591-D6CA-B37A-87A03145FAFC}"/>
                    </a:ext>
                  </a:extLst>
                </p14:cNvPr>
                <p14:cNvContentPartPr/>
                <p14:nvPr/>
              </p14:nvContentPartPr>
              <p14:xfrm>
                <a:off x="2338810" y="2834734"/>
                <a:ext cx="234360" cy="2055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89277ADA-3591-D6CA-B37A-87A03145FAF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34490" y="2830414"/>
                  <a:ext cx="243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C3FF60F-FF68-FC32-A454-86515D50E8AA}"/>
                    </a:ext>
                  </a:extLst>
                </p14:cNvPr>
                <p14:cNvContentPartPr/>
                <p14:nvPr/>
              </p14:nvContentPartPr>
              <p14:xfrm>
                <a:off x="2297770" y="2817814"/>
                <a:ext cx="204120" cy="2588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C3FF60F-FF68-FC32-A454-86515D50E8A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293450" y="2813494"/>
                  <a:ext cx="212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779F7365-601D-5C35-0843-3FC70455B36F}"/>
                    </a:ext>
                  </a:extLst>
                </p14:cNvPr>
                <p14:cNvContentPartPr/>
                <p14:nvPr/>
              </p14:nvContentPartPr>
              <p14:xfrm>
                <a:off x="1002130" y="2854534"/>
                <a:ext cx="197280" cy="193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779F7365-601D-5C35-0843-3FC70455B36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97810" y="2850214"/>
                  <a:ext cx="205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09C54E7-E283-836E-DD88-0B5CC3018FDF}"/>
                    </a:ext>
                  </a:extLst>
                </p14:cNvPr>
                <p14:cNvContentPartPr/>
                <p14:nvPr/>
              </p14:nvContentPartPr>
              <p14:xfrm>
                <a:off x="953890" y="2823214"/>
                <a:ext cx="197280" cy="2426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09C54E7-E283-836E-DD88-0B5CC3018FD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49570" y="2818894"/>
                  <a:ext cx="20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FE7113B-BF59-C0A8-2CF8-CCBF2560E08D}"/>
                    </a:ext>
                  </a:extLst>
                </p14:cNvPr>
                <p14:cNvContentPartPr/>
                <p14:nvPr/>
              </p14:nvContentPartPr>
              <p14:xfrm>
                <a:off x="1316410" y="2818174"/>
                <a:ext cx="36360" cy="2376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FE7113B-BF59-C0A8-2CF8-CCBF2560E08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312090" y="2813854"/>
                  <a:ext cx="45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8BD8AA7-E284-CD42-8BA5-591EB4E2B8F6}"/>
                    </a:ext>
                  </a:extLst>
                </p14:cNvPr>
                <p14:cNvContentPartPr/>
                <p14:nvPr/>
              </p14:nvContentPartPr>
              <p14:xfrm>
                <a:off x="1218130" y="2937694"/>
                <a:ext cx="215280" cy="226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8BD8AA7-E284-CD42-8BA5-591EB4E2B8F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213810" y="2933374"/>
                  <a:ext cx="223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4FE9993-914A-3563-CAE1-F84D6D7AC758}"/>
                    </a:ext>
                  </a:extLst>
                </p14:cNvPr>
                <p14:cNvContentPartPr/>
                <p14:nvPr/>
              </p14:nvContentPartPr>
              <p14:xfrm>
                <a:off x="1632850" y="2789734"/>
                <a:ext cx="116640" cy="1004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4FE9993-914A-3563-CAE1-F84D6D7AC75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28530" y="2785414"/>
                  <a:ext cx="1252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7263CB92-C65D-4768-7363-AC8E97F4A735}"/>
                    </a:ext>
                  </a:extLst>
                </p14:cNvPr>
                <p14:cNvContentPartPr/>
                <p14:nvPr/>
              </p14:nvContentPartPr>
              <p14:xfrm>
                <a:off x="1579570" y="2845894"/>
                <a:ext cx="231840" cy="1764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7263CB92-C65D-4768-7363-AC8E97F4A73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75250" y="2841574"/>
                  <a:ext cx="240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74F455B5-31C7-F69D-4044-63442756DA39}"/>
                    </a:ext>
                  </a:extLst>
                </p14:cNvPr>
                <p14:cNvContentPartPr/>
                <p14:nvPr/>
              </p14:nvContentPartPr>
              <p14:xfrm>
                <a:off x="3045850" y="2764894"/>
                <a:ext cx="184320" cy="2818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74F455B5-31C7-F69D-4044-63442756DA3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41530" y="2760574"/>
                  <a:ext cx="192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A78F6E5E-B744-C0DB-7150-A903E50EE802}"/>
                    </a:ext>
                  </a:extLst>
                </p14:cNvPr>
                <p14:cNvContentPartPr/>
                <p14:nvPr/>
              </p14:nvContentPartPr>
              <p14:xfrm>
                <a:off x="3630490" y="2852734"/>
                <a:ext cx="205560" cy="176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A78F6E5E-B744-C0DB-7150-A903E50EE80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26170" y="2848414"/>
                  <a:ext cx="214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0EA3160-4A9A-4078-E004-811A848ECF7F}"/>
                    </a:ext>
                  </a:extLst>
                </p14:cNvPr>
                <p14:cNvContentPartPr/>
                <p14:nvPr/>
              </p14:nvContentPartPr>
              <p14:xfrm>
                <a:off x="3698890" y="2935894"/>
                <a:ext cx="114840" cy="129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0EA3160-4A9A-4078-E004-811A848ECF7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94570" y="2931574"/>
                  <a:ext cx="123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63273AEE-2C20-89BF-DAEF-DADD60B82F03}"/>
                    </a:ext>
                  </a:extLst>
                </p14:cNvPr>
                <p14:cNvContentPartPr/>
                <p14:nvPr/>
              </p14:nvContentPartPr>
              <p14:xfrm>
                <a:off x="3960610" y="2771734"/>
                <a:ext cx="255600" cy="1990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63273AEE-2C20-89BF-DAEF-DADD60B82F0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956290" y="2767414"/>
                  <a:ext cx="264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71AAE4C9-470D-E8F7-FAB7-B2E148679AAB}"/>
                    </a:ext>
                  </a:extLst>
                </p14:cNvPr>
                <p14:cNvContentPartPr/>
                <p14:nvPr/>
              </p14:nvContentPartPr>
              <p14:xfrm>
                <a:off x="3599170" y="2959654"/>
                <a:ext cx="151920" cy="147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71AAE4C9-470D-E8F7-FAB7-B2E148679AA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594850" y="2955334"/>
                  <a:ext cx="16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CF723E8A-D0EC-6057-03A8-CE9224112183}"/>
                    </a:ext>
                  </a:extLst>
                </p14:cNvPr>
                <p14:cNvContentPartPr/>
                <p14:nvPr/>
              </p14:nvContentPartPr>
              <p14:xfrm>
                <a:off x="742210" y="3059734"/>
                <a:ext cx="1324800" cy="1440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CF723E8A-D0EC-6057-03A8-CE922411218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37890" y="3055414"/>
                  <a:ext cx="1333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E36506B4-562B-0C26-F21E-39CB7E2DE96B}"/>
                    </a:ext>
                  </a:extLst>
                </p14:cNvPr>
                <p14:cNvContentPartPr/>
                <p14:nvPr/>
              </p14:nvContentPartPr>
              <p14:xfrm>
                <a:off x="2142970" y="3053614"/>
                <a:ext cx="1389600" cy="15156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E36506B4-562B-0C26-F21E-39CB7E2DE96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38650" y="3049294"/>
                  <a:ext cx="1398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CCCBAB7D-D5AD-50EF-975C-A4D1C4CC9411}"/>
                    </a:ext>
                  </a:extLst>
                </p14:cNvPr>
                <p14:cNvContentPartPr/>
                <p14:nvPr/>
              </p14:nvContentPartPr>
              <p14:xfrm>
                <a:off x="2085010" y="3066214"/>
                <a:ext cx="43200" cy="212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CCCBAB7D-D5AD-50EF-975C-A4D1C4CC941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080690" y="3061894"/>
                  <a:ext cx="518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79FD7DA5-AC18-BCF9-C4B4-533C39B883DC}"/>
              </a:ext>
            </a:extLst>
          </p:cNvPr>
          <p:cNvGrpSpPr/>
          <p:nvPr/>
        </p:nvGrpSpPr>
        <p:grpSpPr>
          <a:xfrm>
            <a:off x="607570" y="3546814"/>
            <a:ext cx="1321200" cy="277560"/>
            <a:chOff x="607570" y="3546814"/>
            <a:chExt cx="132120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85A76BC1-9DD4-610B-7406-7D9966856250}"/>
                    </a:ext>
                  </a:extLst>
                </p14:cNvPr>
                <p14:cNvContentPartPr/>
                <p14:nvPr/>
              </p14:nvContentPartPr>
              <p14:xfrm>
                <a:off x="613690" y="3588574"/>
                <a:ext cx="213120" cy="2217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85A76BC1-9DD4-610B-7406-7D996685625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09370" y="3584254"/>
                  <a:ext cx="221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042888C-5196-45C8-1450-EF8E7E40101A}"/>
                    </a:ext>
                  </a:extLst>
                </p14:cNvPr>
                <p14:cNvContentPartPr/>
                <p14:nvPr/>
              </p14:nvContentPartPr>
              <p14:xfrm>
                <a:off x="607570" y="3578854"/>
                <a:ext cx="167760" cy="2181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042888C-5196-45C8-1450-EF8E7E40101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03250" y="3574534"/>
                  <a:ext cx="176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E40916AB-ACE4-120A-4D00-D01BC73A6309}"/>
                    </a:ext>
                  </a:extLst>
                </p14:cNvPr>
                <p14:cNvContentPartPr/>
                <p14:nvPr/>
              </p14:nvContentPartPr>
              <p14:xfrm>
                <a:off x="995290" y="3546814"/>
                <a:ext cx="38520" cy="2466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E40916AB-ACE4-120A-4D00-D01BC73A630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90970" y="3542494"/>
                  <a:ext cx="47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102B8FCF-BB84-3D11-4E08-BE9492FB7137}"/>
                    </a:ext>
                  </a:extLst>
                </p14:cNvPr>
                <p14:cNvContentPartPr/>
                <p14:nvPr/>
              </p14:nvContentPartPr>
              <p14:xfrm>
                <a:off x="905650" y="3649054"/>
                <a:ext cx="219240" cy="68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102B8FCF-BB84-3D11-4E08-BE9492FB713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01330" y="3644734"/>
                  <a:ext cx="2278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DB08A31A-2B59-784B-3540-EA35ACE98FA4}"/>
                    </a:ext>
                  </a:extLst>
                </p14:cNvPr>
                <p14:cNvContentPartPr/>
                <p14:nvPr/>
              </p14:nvContentPartPr>
              <p14:xfrm>
                <a:off x="1191130" y="3563014"/>
                <a:ext cx="132840" cy="1155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DB08A31A-2B59-784B-3540-EA35ACE98FA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86810" y="3558694"/>
                  <a:ext cx="1414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62C1D27-47A2-E93D-B057-97EE90FE25B0}"/>
                    </a:ext>
                  </a:extLst>
                </p14:cNvPr>
                <p14:cNvContentPartPr/>
                <p14:nvPr/>
              </p14:nvContentPartPr>
              <p14:xfrm>
                <a:off x="1191490" y="3663814"/>
                <a:ext cx="189360" cy="1605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62C1D27-47A2-E93D-B057-97EE90FE25B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87170" y="3659494"/>
                  <a:ext cx="198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60FC080B-1519-E477-ADB2-DAAA6B273990}"/>
                    </a:ext>
                  </a:extLst>
                </p14:cNvPr>
                <p14:cNvContentPartPr/>
                <p14:nvPr/>
              </p14:nvContentPartPr>
              <p14:xfrm>
                <a:off x="1485250" y="3657334"/>
                <a:ext cx="144000" cy="212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60FC080B-1519-E477-ADB2-DAAA6B27399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480930" y="3653014"/>
                  <a:ext cx="152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BC10F8E4-D9DA-7732-00D0-F7EFC7B2F434}"/>
                    </a:ext>
                  </a:extLst>
                </p14:cNvPr>
                <p14:cNvContentPartPr/>
                <p14:nvPr/>
              </p14:nvContentPartPr>
              <p14:xfrm>
                <a:off x="1494250" y="3733294"/>
                <a:ext cx="182160" cy="122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BC10F8E4-D9DA-7732-00D0-F7EFC7B2F43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489930" y="3728974"/>
                  <a:ext cx="190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998D4F06-1AC5-88D0-5DC7-33A5C3E83131}"/>
                    </a:ext>
                  </a:extLst>
                </p14:cNvPr>
                <p14:cNvContentPartPr/>
                <p14:nvPr/>
              </p14:nvContentPartPr>
              <p14:xfrm>
                <a:off x="1659130" y="3548974"/>
                <a:ext cx="269640" cy="2221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998D4F06-1AC5-88D0-5DC7-33A5C3E8313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654810" y="3544654"/>
                  <a:ext cx="2782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92BE9C73-BF9B-62E4-2C1E-2541D10744CA}"/>
                    </a:ext>
                  </a:extLst>
                </p14:cNvPr>
                <p14:cNvContentPartPr/>
                <p14:nvPr/>
              </p14:nvContentPartPr>
              <p14:xfrm>
                <a:off x="1165930" y="3556894"/>
                <a:ext cx="84600" cy="1296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92BE9C73-BF9B-62E4-2C1E-2541D10744C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61610" y="3552574"/>
                  <a:ext cx="93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93CDE408-5F82-73E2-CB70-AB21A581133A}"/>
                    </a:ext>
                  </a:extLst>
                </p14:cNvPr>
                <p14:cNvContentPartPr/>
                <p14:nvPr/>
              </p14:nvContentPartPr>
              <p14:xfrm>
                <a:off x="1692250" y="3547894"/>
                <a:ext cx="40680" cy="2044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93CDE408-5F82-73E2-CB70-AB21A581133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687930" y="3543574"/>
                  <a:ext cx="493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67F83D2B-0531-1E76-413E-5A88CBE0531D}"/>
              </a:ext>
            </a:extLst>
          </p:cNvPr>
          <p:cNvGrpSpPr/>
          <p:nvPr/>
        </p:nvGrpSpPr>
        <p:grpSpPr>
          <a:xfrm>
            <a:off x="2216410" y="3467614"/>
            <a:ext cx="159120" cy="254880"/>
            <a:chOff x="2216410" y="3467614"/>
            <a:chExt cx="15912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D055774-ED1C-BF8D-B771-1DE462DE51A6}"/>
                    </a:ext>
                  </a:extLst>
                </p14:cNvPr>
                <p14:cNvContentPartPr/>
                <p14:nvPr/>
              </p14:nvContentPartPr>
              <p14:xfrm>
                <a:off x="2230450" y="3608374"/>
                <a:ext cx="360" cy="3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D055774-ED1C-BF8D-B771-1DE462DE51A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226130" y="36040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BF2372BC-CCBD-7531-9F6C-24F131D951CD}"/>
                    </a:ext>
                  </a:extLst>
                </p14:cNvPr>
                <p14:cNvContentPartPr/>
                <p14:nvPr/>
              </p14:nvContentPartPr>
              <p14:xfrm>
                <a:off x="2216410" y="3587854"/>
                <a:ext cx="159120" cy="1346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BF2372BC-CCBD-7531-9F6C-24F131D951C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12090" y="3583534"/>
                  <a:ext cx="167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AC6CAB0C-505C-B3CA-B6C9-22D44E4C00EB}"/>
                    </a:ext>
                  </a:extLst>
                </p14:cNvPr>
                <p14:cNvContentPartPr/>
                <p14:nvPr/>
              </p14:nvContentPartPr>
              <p14:xfrm>
                <a:off x="2282650" y="3467614"/>
                <a:ext cx="77760" cy="882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AC6CAB0C-505C-B3CA-B6C9-22D44E4C00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78330" y="3463294"/>
                  <a:ext cx="8640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5A3911A1-4F7D-3D30-4F38-F809CB5398BC}"/>
              </a:ext>
            </a:extLst>
          </p:cNvPr>
          <p:cNvGrpSpPr/>
          <p:nvPr/>
        </p:nvGrpSpPr>
        <p:grpSpPr>
          <a:xfrm>
            <a:off x="2796730" y="3522694"/>
            <a:ext cx="1155960" cy="281880"/>
            <a:chOff x="2796730" y="3522694"/>
            <a:chExt cx="115596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D3B4A78-50D0-CE7B-A86A-B70E6716E587}"/>
                    </a:ext>
                  </a:extLst>
                </p14:cNvPr>
                <p14:cNvContentPartPr/>
                <p14:nvPr/>
              </p14:nvContentPartPr>
              <p14:xfrm>
                <a:off x="2796730" y="3637534"/>
                <a:ext cx="218160" cy="1112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D3B4A78-50D0-CE7B-A86A-B70E6716E58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792410" y="3633214"/>
                  <a:ext cx="2268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76F0BC82-18AA-5D3C-E729-4E69780B1430}"/>
                    </a:ext>
                  </a:extLst>
                </p14:cNvPr>
                <p14:cNvContentPartPr/>
                <p14:nvPr/>
              </p14:nvContentPartPr>
              <p14:xfrm>
                <a:off x="2862610" y="3580654"/>
                <a:ext cx="89280" cy="2239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76F0BC82-18AA-5D3C-E729-4E69780B143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58290" y="3576334"/>
                  <a:ext cx="97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E227EF54-D474-942F-15C9-6D492B25E542}"/>
                    </a:ext>
                  </a:extLst>
                </p14:cNvPr>
                <p14:cNvContentPartPr/>
                <p14:nvPr/>
              </p14:nvContentPartPr>
              <p14:xfrm>
                <a:off x="3049810" y="3627454"/>
                <a:ext cx="138240" cy="237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E227EF54-D474-942F-15C9-6D492B25E54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045490" y="3623134"/>
                  <a:ext cx="146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86CF98E5-76D3-F89D-CB09-0AAFC6533C03}"/>
                    </a:ext>
                  </a:extLst>
                </p14:cNvPr>
                <p14:cNvContentPartPr/>
                <p14:nvPr/>
              </p14:nvContentPartPr>
              <p14:xfrm>
                <a:off x="3289930" y="3541054"/>
                <a:ext cx="165240" cy="223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86CF98E5-76D3-F89D-CB09-0AAFC6533C0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285610" y="3536734"/>
                  <a:ext cx="1738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2EEFEA6E-8FC8-76D2-0224-0E35CFB7AB70}"/>
                    </a:ext>
                  </a:extLst>
                </p14:cNvPr>
                <p14:cNvContentPartPr/>
                <p14:nvPr/>
              </p14:nvContentPartPr>
              <p14:xfrm>
                <a:off x="3544090" y="3596854"/>
                <a:ext cx="133920" cy="57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2EEFEA6E-8FC8-76D2-0224-0E35CFB7AB7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539770" y="3592534"/>
                  <a:ext cx="1425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87B74ED3-2A0E-A8A4-219A-0C0D8C597EC5}"/>
                    </a:ext>
                  </a:extLst>
                </p14:cNvPr>
                <p14:cNvContentPartPr/>
                <p14:nvPr/>
              </p14:nvContentPartPr>
              <p14:xfrm>
                <a:off x="3513850" y="3671014"/>
                <a:ext cx="191160" cy="122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87B74ED3-2A0E-A8A4-219A-0C0D8C597EC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09530" y="3666694"/>
                  <a:ext cx="199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E7643A03-8C63-6398-07D2-3332B8E95687}"/>
                    </a:ext>
                  </a:extLst>
                </p14:cNvPr>
                <p14:cNvContentPartPr/>
                <p14:nvPr/>
              </p14:nvContentPartPr>
              <p14:xfrm>
                <a:off x="3752890" y="3522694"/>
                <a:ext cx="199800" cy="19332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E7643A03-8C63-6398-07D2-3332B8E9568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48570" y="3518374"/>
                  <a:ext cx="20844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DF9A4BD1-C823-10C9-E9B8-3A434675B144}"/>
                  </a:ext>
                </a:extLst>
              </p14:cNvPr>
              <p14:cNvContentPartPr/>
              <p14:nvPr/>
            </p14:nvContentPartPr>
            <p14:xfrm>
              <a:off x="2083930" y="4195894"/>
              <a:ext cx="137160" cy="12276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DF9A4BD1-C823-10C9-E9B8-3A434675B14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079610" y="4191574"/>
                <a:ext cx="1458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515026AB-58DE-4611-27B3-413048B2A06A}"/>
                  </a:ext>
                </a:extLst>
              </p14:cNvPr>
              <p14:cNvContentPartPr/>
              <p14:nvPr/>
            </p14:nvContentPartPr>
            <p14:xfrm>
              <a:off x="2187250" y="4028854"/>
              <a:ext cx="124920" cy="7164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515026AB-58DE-4611-27B3-413048B2A06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182930" y="4024534"/>
                <a:ext cx="133560" cy="8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1" name="Grupo 180">
            <a:extLst>
              <a:ext uri="{FF2B5EF4-FFF2-40B4-BE49-F238E27FC236}">
                <a16:creationId xmlns:a16="http://schemas.microsoft.com/office/drawing/2014/main" id="{3BC5996C-82B9-E95B-D8EE-61A62638077C}"/>
              </a:ext>
            </a:extLst>
          </p:cNvPr>
          <p:cNvGrpSpPr/>
          <p:nvPr/>
        </p:nvGrpSpPr>
        <p:grpSpPr>
          <a:xfrm>
            <a:off x="390490" y="4183654"/>
            <a:ext cx="1248840" cy="499680"/>
            <a:chOff x="390490" y="4183654"/>
            <a:chExt cx="1248840" cy="49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0A587F83-67D1-E157-C103-E7A01E4AFECE}"/>
                    </a:ext>
                  </a:extLst>
                </p14:cNvPr>
                <p14:cNvContentPartPr/>
                <p14:nvPr/>
              </p14:nvContentPartPr>
              <p14:xfrm>
                <a:off x="571210" y="4230454"/>
                <a:ext cx="187920" cy="1684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0A587F83-67D1-E157-C103-E7A01E4AFEC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66890" y="4226134"/>
                  <a:ext cx="196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A8170CCE-1709-760D-FEE5-436A26899018}"/>
                    </a:ext>
                  </a:extLst>
                </p14:cNvPr>
                <p14:cNvContentPartPr/>
                <p14:nvPr/>
              </p14:nvContentPartPr>
              <p14:xfrm>
                <a:off x="584170" y="4204174"/>
                <a:ext cx="108000" cy="2034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A8170CCE-1709-760D-FEE5-436A2689901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9850" y="4199854"/>
                  <a:ext cx="1166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40606333-1535-5F49-FA19-077BD66F24A0}"/>
                    </a:ext>
                  </a:extLst>
                </p14:cNvPr>
                <p14:cNvContentPartPr/>
                <p14:nvPr/>
              </p14:nvContentPartPr>
              <p14:xfrm>
                <a:off x="830410" y="4273654"/>
                <a:ext cx="158040" cy="75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40606333-1535-5F49-FA19-077BD66F24A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26090" y="4269334"/>
                  <a:ext cx="1666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5622FBF9-A173-578E-357B-F907B94EC9F5}"/>
                    </a:ext>
                  </a:extLst>
                </p14:cNvPr>
                <p14:cNvContentPartPr/>
                <p14:nvPr/>
              </p14:nvContentPartPr>
              <p14:xfrm>
                <a:off x="806290" y="4328014"/>
                <a:ext cx="185040" cy="68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5622FBF9-A173-578E-357B-F907B94EC9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1970" y="4323694"/>
                  <a:ext cx="193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71C20813-3D79-54D0-AAA9-63C698CAC398}"/>
                    </a:ext>
                  </a:extLst>
                </p14:cNvPr>
                <p14:cNvContentPartPr/>
                <p14:nvPr/>
              </p14:nvContentPartPr>
              <p14:xfrm>
                <a:off x="1087450" y="4282654"/>
                <a:ext cx="197280" cy="122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71C20813-3D79-54D0-AAA9-63C698CAC39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3130" y="4278334"/>
                  <a:ext cx="2059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2BC5F25A-0B27-4136-33D2-B812F466C25D}"/>
                    </a:ext>
                  </a:extLst>
                </p14:cNvPr>
                <p14:cNvContentPartPr/>
                <p14:nvPr/>
              </p14:nvContentPartPr>
              <p14:xfrm>
                <a:off x="1293370" y="4183654"/>
                <a:ext cx="139320" cy="8100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2BC5F25A-0B27-4136-33D2-B812F466C25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289050" y="4179334"/>
                  <a:ext cx="147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DEA8DA03-4FA3-8665-7F10-035569F34029}"/>
                    </a:ext>
                  </a:extLst>
                </p14:cNvPr>
                <p14:cNvContentPartPr/>
                <p14:nvPr/>
              </p14:nvContentPartPr>
              <p14:xfrm>
                <a:off x="1314610" y="4270774"/>
                <a:ext cx="190080" cy="1634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DEA8DA03-4FA3-8665-7F10-035569F3402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310290" y="4266454"/>
                  <a:ext cx="198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43049238-4234-823A-1F10-C9A623FE0D98}"/>
                    </a:ext>
                  </a:extLst>
                </p14:cNvPr>
                <p14:cNvContentPartPr/>
                <p14:nvPr/>
              </p14:nvContentPartPr>
              <p14:xfrm>
                <a:off x="390490" y="4405774"/>
                <a:ext cx="1248840" cy="2775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43049238-4234-823A-1F10-C9A623FE0D9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6170" y="4401454"/>
                  <a:ext cx="125748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upo 182">
            <a:extLst>
              <a:ext uri="{FF2B5EF4-FFF2-40B4-BE49-F238E27FC236}">
                <a16:creationId xmlns:a16="http://schemas.microsoft.com/office/drawing/2014/main" id="{3070D317-9ACE-B700-DF58-E0638F284A67}"/>
              </a:ext>
            </a:extLst>
          </p:cNvPr>
          <p:cNvGrpSpPr/>
          <p:nvPr/>
        </p:nvGrpSpPr>
        <p:grpSpPr>
          <a:xfrm>
            <a:off x="2638690" y="4168894"/>
            <a:ext cx="1136880" cy="538200"/>
            <a:chOff x="2638690" y="4168894"/>
            <a:chExt cx="1136880" cy="53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EC73A75-D5F1-6964-FABC-ED7C6E0F5411}"/>
                    </a:ext>
                  </a:extLst>
                </p14:cNvPr>
                <p14:cNvContentPartPr/>
                <p14:nvPr/>
              </p14:nvContentPartPr>
              <p14:xfrm>
                <a:off x="2797810" y="4223974"/>
                <a:ext cx="159120" cy="1828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EC73A75-D5F1-6964-FABC-ED7C6E0F541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793490" y="4219654"/>
                  <a:ext cx="167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AD05D27A-D106-7BA8-D0D8-31713DB4F038}"/>
                    </a:ext>
                  </a:extLst>
                </p14:cNvPr>
                <p14:cNvContentPartPr/>
                <p14:nvPr/>
              </p14:nvContentPartPr>
              <p14:xfrm>
                <a:off x="2723650" y="4205974"/>
                <a:ext cx="156960" cy="230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AD05D27A-D106-7BA8-D0D8-31713DB4F03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719330" y="4201654"/>
                  <a:ext cx="165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B7D9226B-9B8B-AAB9-48E2-CE2A6DD9798B}"/>
                    </a:ext>
                  </a:extLst>
                </p14:cNvPr>
                <p14:cNvContentPartPr/>
                <p14:nvPr/>
              </p14:nvContentPartPr>
              <p14:xfrm>
                <a:off x="3009850" y="4261054"/>
                <a:ext cx="156960" cy="338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B7D9226B-9B8B-AAB9-48E2-CE2A6DD9798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005530" y="4256734"/>
                  <a:ext cx="165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E30B0F03-04DC-C65D-927D-4081015CB2D7}"/>
                    </a:ext>
                  </a:extLst>
                </p14:cNvPr>
                <p14:cNvContentPartPr/>
                <p14:nvPr/>
              </p14:nvContentPartPr>
              <p14:xfrm>
                <a:off x="2999770" y="4333414"/>
                <a:ext cx="198360" cy="86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E30B0F03-04DC-C65D-927D-4081015CB2D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95450" y="4329094"/>
                  <a:ext cx="2070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500072E-79E5-2A04-FCCE-B4AC8291850C}"/>
                    </a:ext>
                  </a:extLst>
                </p14:cNvPr>
                <p14:cNvContentPartPr/>
                <p14:nvPr/>
              </p14:nvContentPartPr>
              <p14:xfrm>
                <a:off x="3334210" y="4168894"/>
                <a:ext cx="172800" cy="2530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500072E-79E5-2A04-FCCE-B4AC829185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29890" y="4164574"/>
                  <a:ext cx="181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047489E-BB84-6ECA-A346-20B715AAECF8}"/>
                    </a:ext>
                  </a:extLst>
                </p14:cNvPr>
                <p14:cNvContentPartPr/>
                <p14:nvPr/>
              </p14:nvContentPartPr>
              <p14:xfrm>
                <a:off x="2638690" y="4413694"/>
                <a:ext cx="1136880" cy="2934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047489E-BB84-6ECA-A346-20B715AAEC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634370" y="4409374"/>
                  <a:ext cx="114552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876F33C8-E8EC-F632-181B-BE33BD4EE4DE}"/>
                  </a:ext>
                </a:extLst>
              </p14:cNvPr>
              <p14:cNvContentPartPr/>
              <p14:nvPr/>
            </p14:nvContentPartPr>
            <p14:xfrm>
              <a:off x="5532730" y="1382494"/>
              <a:ext cx="260640" cy="11772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876F33C8-E8EC-F632-181B-BE33BD4EE4D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528410" y="1378174"/>
                <a:ext cx="26928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upo 186">
            <a:extLst>
              <a:ext uri="{FF2B5EF4-FFF2-40B4-BE49-F238E27FC236}">
                <a16:creationId xmlns:a16="http://schemas.microsoft.com/office/drawing/2014/main" id="{2262DE8A-5018-C496-BD13-1C437E8F562C}"/>
              </a:ext>
            </a:extLst>
          </p:cNvPr>
          <p:cNvGrpSpPr/>
          <p:nvPr/>
        </p:nvGrpSpPr>
        <p:grpSpPr>
          <a:xfrm>
            <a:off x="5245450" y="1029334"/>
            <a:ext cx="2078280" cy="497520"/>
            <a:chOff x="5245450" y="1029334"/>
            <a:chExt cx="207828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C5A4DCF3-E27E-2961-6405-F6EC90B6DE28}"/>
                    </a:ext>
                  </a:extLst>
                </p14:cNvPr>
                <p14:cNvContentPartPr/>
                <p14:nvPr/>
              </p14:nvContentPartPr>
              <p14:xfrm>
                <a:off x="5545330" y="1183774"/>
                <a:ext cx="184320" cy="15732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C5A4DCF3-E27E-2961-6405-F6EC90B6DE2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541010" y="1179454"/>
                  <a:ext cx="192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8958E4C-9DDA-7124-02E0-0971006C1CC4}"/>
                    </a:ext>
                  </a:extLst>
                </p14:cNvPr>
                <p14:cNvContentPartPr/>
                <p14:nvPr/>
              </p14:nvContentPartPr>
              <p14:xfrm>
                <a:off x="5771770" y="1173694"/>
                <a:ext cx="127800" cy="1702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8958E4C-9DDA-7124-02E0-0971006C1CC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67450" y="1169374"/>
                  <a:ext cx="136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FD29EF24-45F8-6012-65A5-CCBDF740FD33}"/>
                    </a:ext>
                  </a:extLst>
                </p14:cNvPr>
                <p14:cNvContentPartPr/>
                <p14:nvPr/>
              </p14:nvContentPartPr>
              <p14:xfrm>
                <a:off x="5773570" y="1154614"/>
                <a:ext cx="103680" cy="2016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FD29EF24-45F8-6012-65A5-CCBDF740FD3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769250" y="1150294"/>
                  <a:ext cx="112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8661C5D-668A-66DC-2E0A-84DE8EE0D036}"/>
                    </a:ext>
                  </a:extLst>
                </p14:cNvPr>
                <p14:cNvContentPartPr/>
                <p14:nvPr/>
              </p14:nvContentPartPr>
              <p14:xfrm>
                <a:off x="5894890" y="1059214"/>
                <a:ext cx="151200" cy="111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8661C5D-668A-66DC-2E0A-84DE8EE0D03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890570" y="1054894"/>
                  <a:ext cx="159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F11B692-9B27-9203-FC8D-3D02B9323078}"/>
                    </a:ext>
                  </a:extLst>
                </p14:cNvPr>
                <p14:cNvContentPartPr/>
                <p14:nvPr/>
              </p14:nvContentPartPr>
              <p14:xfrm>
                <a:off x="6090370" y="1110334"/>
                <a:ext cx="18000" cy="2599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F11B692-9B27-9203-FC8D-3D02B932307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86050" y="1106014"/>
                  <a:ext cx="26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78B4960-51CE-1A74-752F-A160DF0D69CF}"/>
                    </a:ext>
                  </a:extLst>
                </p14:cNvPr>
                <p14:cNvContentPartPr/>
                <p14:nvPr/>
              </p14:nvContentPartPr>
              <p14:xfrm>
                <a:off x="6029890" y="1255774"/>
                <a:ext cx="114840" cy="93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78B4960-51CE-1A74-752F-A160DF0D69C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025570" y="1251454"/>
                  <a:ext cx="123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061C8D2-500A-E522-CA4A-0E68D195AFB8}"/>
                    </a:ext>
                  </a:extLst>
                </p14:cNvPr>
                <p14:cNvContentPartPr/>
                <p14:nvPr/>
              </p14:nvContentPartPr>
              <p14:xfrm>
                <a:off x="6219610" y="1113934"/>
                <a:ext cx="117720" cy="2235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061C8D2-500A-E522-CA4A-0E68D195AFB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15290" y="1109614"/>
                  <a:ext cx="126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D27DB56-9076-68D2-B8C0-44969ED6FE54}"/>
                    </a:ext>
                  </a:extLst>
                </p14:cNvPr>
                <p14:cNvContentPartPr/>
                <p14:nvPr/>
              </p14:nvContentPartPr>
              <p14:xfrm>
                <a:off x="6392770" y="1202494"/>
                <a:ext cx="106560" cy="1173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D27DB56-9076-68D2-B8C0-44969ED6FE5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388450" y="1198174"/>
                  <a:ext cx="115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2110D03-2FDC-1B1A-9748-06A021F0BD61}"/>
                    </a:ext>
                  </a:extLst>
                </p14:cNvPr>
                <p14:cNvContentPartPr/>
                <p14:nvPr/>
              </p14:nvContentPartPr>
              <p14:xfrm>
                <a:off x="6398170" y="1158934"/>
                <a:ext cx="53640" cy="1810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2110D03-2FDC-1B1A-9748-06A021F0BD6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93850" y="1154614"/>
                  <a:ext cx="62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022F6D83-33B8-4702-8B48-91ED9379AA14}"/>
                    </a:ext>
                  </a:extLst>
                </p14:cNvPr>
                <p14:cNvContentPartPr/>
                <p14:nvPr/>
              </p14:nvContentPartPr>
              <p14:xfrm>
                <a:off x="6634690" y="1122214"/>
                <a:ext cx="21240" cy="2332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022F6D83-33B8-4702-8B48-91ED9379AA1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30370" y="1117894"/>
                  <a:ext cx="298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1DFDD9D-97DD-19AF-3AE8-7BCA7AC58944}"/>
                    </a:ext>
                  </a:extLst>
                </p14:cNvPr>
                <p14:cNvContentPartPr/>
                <p14:nvPr/>
              </p14:nvContentPartPr>
              <p14:xfrm>
                <a:off x="6561970" y="1252174"/>
                <a:ext cx="156960" cy="93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1DFDD9D-97DD-19AF-3AE8-7BCA7AC5894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57650" y="1247854"/>
                  <a:ext cx="16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DD6F007B-84A6-AD19-4AEC-4DE768DDF7B5}"/>
                    </a:ext>
                  </a:extLst>
                </p14:cNvPr>
                <p14:cNvContentPartPr/>
                <p14:nvPr/>
              </p14:nvContentPartPr>
              <p14:xfrm>
                <a:off x="6759250" y="1205014"/>
                <a:ext cx="141480" cy="1389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DD6F007B-84A6-AD19-4AEC-4DE768DDF7B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754930" y="1200694"/>
                  <a:ext cx="150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AFC20B6-B05A-FC31-F31D-B207FD605F59}"/>
                    </a:ext>
                  </a:extLst>
                </p14:cNvPr>
                <p14:cNvContentPartPr/>
                <p14:nvPr/>
              </p14:nvContentPartPr>
              <p14:xfrm>
                <a:off x="6967690" y="1193494"/>
                <a:ext cx="83880" cy="183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AFC20B6-B05A-FC31-F31D-B207FD605F5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63370" y="1189174"/>
                  <a:ext cx="92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724BA49-71C1-5A74-F9C7-E434E912A3F4}"/>
                    </a:ext>
                  </a:extLst>
                </p14:cNvPr>
                <p14:cNvContentPartPr/>
                <p14:nvPr/>
              </p14:nvContentPartPr>
              <p14:xfrm>
                <a:off x="6973810" y="1274854"/>
                <a:ext cx="135000" cy="32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724BA49-71C1-5A74-F9C7-E434E912A3F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69490" y="1270534"/>
                  <a:ext cx="14364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8E46987-4276-1CD5-66FC-337AA2D4FFBD}"/>
                    </a:ext>
                  </a:extLst>
                </p14:cNvPr>
                <p14:cNvContentPartPr/>
                <p14:nvPr/>
              </p14:nvContentPartPr>
              <p14:xfrm>
                <a:off x="7140130" y="1100254"/>
                <a:ext cx="183600" cy="1951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8E46987-4276-1CD5-66FC-337AA2D4FFB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35810" y="1095934"/>
                  <a:ext cx="192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7C3BB5B9-B5E3-CF40-6545-639EDFBC00B5}"/>
                    </a:ext>
                  </a:extLst>
                </p14:cNvPr>
                <p14:cNvContentPartPr/>
                <p14:nvPr/>
              </p14:nvContentPartPr>
              <p14:xfrm>
                <a:off x="5245450" y="1029334"/>
                <a:ext cx="624600" cy="4975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7C3BB5B9-B5E3-CF40-6545-639EDFBC00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41130" y="1025014"/>
                  <a:ext cx="633240" cy="50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074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4C093FA-E953-478F-81AF-2FBFC5B7093D}"/>
              </a:ext>
            </a:extLst>
          </p:cNvPr>
          <p:cNvSpPr txBox="1"/>
          <p:nvPr/>
        </p:nvSpPr>
        <p:spPr>
          <a:xfrm>
            <a:off x="700259" y="1060928"/>
            <a:ext cx="7271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70312C-A6FD-4FC2-929C-E90E5CB90B66}"/>
                  </a:ext>
                </a:extLst>
              </p:cNvPr>
              <p:cNvSpPr txBox="1"/>
              <p:nvPr/>
            </p:nvSpPr>
            <p:spPr>
              <a:xfrm>
                <a:off x="831478" y="1589347"/>
                <a:ext cx="15395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−49=0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9370312C-A6FD-4FC2-929C-E90E5CB90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78" y="1589347"/>
                <a:ext cx="1539524" cy="307777"/>
              </a:xfrm>
              <a:prstGeom prst="rect">
                <a:avLst/>
              </a:prstGeom>
              <a:blipFill>
                <a:blip r:embed="rId2"/>
                <a:stretch>
                  <a:fillRect l="-3162" t="-4000" r="-3162" b="-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4A1013A4-B0F2-BE07-8DB1-4A3E07C0EF43}"/>
                  </a:ext>
                </a:extLst>
              </p14:cNvPr>
              <p14:cNvContentPartPr/>
              <p14:nvPr/>
            </p14:nvContentPartPr>
            <p14:xfrm>
              <a:off x="846610" y="1814494"/>
              <a:ext cx="187200" cy="11628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4A1013A4-B0F2-BE07-8DB1-4A3E07C0EF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290" y="1810174"/>
                <a:ext cx="1958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326DAB9-19DE-2DF1-CC7F-3C10821CDEAF}"/>
                  </a:ext>
                </a:extLst>
              </p14:cNvPr>
              <p14:cNvContentPartPr/>
              <p14:nvPr/>
            </p14:nvContentPartPr>
            <p14:xfrm>
              <a:off x="1027330" y="1801534"/>
              <a:ext cx="135000" cy="774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326DAB9-19DE-2DF1-CC7F-3C10821CDE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3010" y="1797214"/>
                <a:ext cx="14364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upo 18">
            <a:extLst>
              <a:ext uri="{FF2B5EF4-FFF2-40B4-BE49-F238E27FC236}">
                <a16:creationId xmlns:a16="http://schemas.microsoft.com/office/drawing/2014/main" id="{05D54A44-DB9D-2CF7-DDC1-A51A86C42815}"/>
              </a:ext>
            </a:extLst>
          </p:cNvPr>
          <p:cNvGrpSpPr/>
          <p:nvPr/>
        </p:nvGrpSpPr>
        <p:grpSpPr>
          <a:xfrm>
            <a:off x="682090" y="1469974"/>
            <a:ext cx="1352520" cy="641160"/>
            <a:chOff x="682090" y="1469974"/>
            <a:chExt cx="1352520" cy="6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B1F03835-3432-B6D6-E855-FE91728A272C}"/>
                    </a:ext>
                  </a:extLst>
                </p14:cNvPr>
                <p14:cNvContentPartPr/>
                <p14:nvPr/>
              </p14:nvContentPartPr>
              <p14:xfrm>
                <a:off x="1358890" y="1769134"/>
                <a:ext cx="138600" cy="68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B1F03835-3432-B6D6-E855-FE91728A27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54570" y="1764814"/>
                  <a:ext cx="147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248E2DD-CE1E-97C8-C752-6FB69872D887}"/>
                    </a:ext>
                  </a:extLst>
                </p14:cNvPr>
                <p14:cNvContentPartPr/>
                <p14:nvPr/>
              </p14:nvContentPartPr>
              <p14:xfrm>
                <a:off x="1616650" y="1836814"/>
                <a:ext cx="227160" cy="1008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248E2DD-CE1E-97C8-C752-6FB69872D88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12330" y="1832494"/>
                  <a:ext cx="235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8ECE487-A9B8-4330-88FD-5EF64BDA22D1}"/>
                    </a:ext>
                  </a:extLst>
                </p14:cNvPr>
                <p14:cNvContentPartPr/>
                <p14:nvPr/>
              </p14:nvContentPartPr>
              <p14:xfrm>
                <a:off x="943090" y="1977934"/>
                <a:ext cx="34560" cy="655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8ECE487-A9B8-4330-88FD-5EF64BDA22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8770" y="1973614"/>
                  <a:ext cx="43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7B36E2F-6428-0441-3983-14AF9B604E04}"/>
                    </a:ext>
                  </a:extLst>
                </p14:cNvPr>
                <p14:cNvContentPartPr/>
                <p14:nvPr/>
              </p14:nvContentPartPr>
              <p14:xfrm>
                <a:off x="915730" y="2032294"/>
                <a:ext cx="66600" cy="626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7B36E2F-6428-0441-3983-14AF9B604E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11410" y="2027974"/>
                  <a:ext cx="75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0DB76A0-E6E3-3151-4561-84C26F09D9C8}"/>
                    </a:ext>
                  </a:extLst>
                </p14:cNvPr>
                <p14:cNvContentPartPr/>
                <p14:nvPr/>
              </p14:nvContentPartPr>
              <p14:xfrm>
                <a:off x="1723210" y="1955614"/>
                <a:ext cx="7920" cy="1141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0DB76A0-E6E3-3151-4561-84C26F09D9C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18890" y="1951294"/>
                  <a:ext cx="16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04D829C0-A36E-9EB6-FC4A-176CC5408535}"/>
                    </a:ext>
                  </a:extLst>
                </p14:cNvPr>
                <p14:cNvContentPartPr/>
                <p14:nvPr/>
              </p14:nvContentPartPr>
              <p14:xfrm>
                <a:off x="1689010" y="2046694"/>
                <a:ext cx="83880" cy="64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04D829C0-A36E-9EB6-FC4A-176CC540853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84690" y="2042374"/>
                  <a:ext cx="92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9213F1C-A75C-0C68-C88C-851C7195A255}"/>
                    </a:ext>
                  </a:extLst>
                </p14:cNvPr>
                <p14:cNvContentPartPr/>
                <p14:nvPr/>
              </p14:nvContentPartPr>
              <p14:xfrm>
                <a:off x="868570" y="1507054"/>
                <a:ext cx="246240" cy="345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9213F1C-A75C-0C68-C88C-851C7195A2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4250" y="1502734"/>
                  <a:ext cx="254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9A66CF8-BA09-CC07-3722-C9D59CF1355F}"/>
                    </a:ext>
                  </a:extLst>
                </p14:cNvPr>
                <p14:cNvContentPartPr/>
                <p14:nvPr/>
              </p14:nvContentPartPr>
              <p14:xfrm>
                <a:off x="1212010" y="1605694"/>
                <a:ext cx="89280" cy="3798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9A66CF8-BA09-CC07-3722-C9D59CF1355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07690" y="1601374"/>
                  <a:ext cx="979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5EC4AE3-729F-8068-E232-662DB70E22CE}"/>
                    </a:ext>
                  </a:extLst>
                </p14:cNvPr>
                <p14:cNvContentPartPr/>
                <p14:nvPr/>
              </p14:nvContentPartPr>
              <p14:xfrm>
                <a:off x="682090" y="1469974"/>
                <a:ext cx="608040" cy="6199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5EC4AE3-729F-8068-E232-662DB70E22C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7770" y="1465654"/>
                  <a:ext cx="6166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5C63BFDF-A6B5-AF8E-0D24-A304BB03272E}"/>
                    </a:ext>
                  </a:extLst>
                </p14:cNvPr>
                <p14:cNvContentPartPr/>
                <p14:nvPr/>
              </p14:nvContentPartPr>
              <p14:xfrm>
                <a:off x="1427290" y="1476094"/>
                <a:ext cx="607320" cy="5767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5C63BFDF-A6B5-AF8E-0D24-A304BB03272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22970" y="1471774"/>
                  <a:ext cx="615960" cy="5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7E887809-EBEE-A73D-9C4E-401F3A390818}"/>
              </a:ext>
            </a:extLst>
          </p:cNvPr>
          <p:cNvGrpSpPr/>
          <p:nvPr/>
        </p:nvGrpSpPr>
        <p:grpSpPr>
          <a:xfrm>
            <a:off x="2931370" y="1455574"/>
            <a:ext cx="344880" cy="345960"/>
            <a:chOff x="2931370" y="1455574"/>
            <a:chExt cx="34488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3FEF4B0-57FB-1F6D-ED80-B2F9DA08DE58}"/>
                    </a:ext>
                  </a:extLst>
                </p14:cNvPr>
                <p14:cNvContentPartPr/>
                <p14:nvPr/>
              </p14:nvContentPartPr>
              <p14:xfrm>
                <a:off x="2981770" y="1485814"/>
                <a:ext cx="50400" cy="2876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3FEF4B0-57FB-1F6D-ED80-B2F9DA08DE5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77450" y="1481494"/>
                  <a:ext cx="590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13C6CAA-08CB-D36F-0E37-E389191C3063}"/>
                    </a:ext>
                  </a:extLst>
                </p14:cNvPr>
                <p14:cNvContentPartPr/>
                <p14:nvPr/>
              </p14:nvContentPartPr>
              <p14:xfrm>
                <a:off x="2931370" y="1455574"/>
                <a:ext cx="282600" cy="3459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13C6CAA-08CB-D36F-0E37-E389191C306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27050" y="1451254"/>
                  <a:ext cx="2912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ED9937D-64B6-38E9-4A69-98158F5EDD0B}"/>
                    </a:ext>
                  </a:extLst>
                </p14:cNvPr>
                <p14:cNvContentPartPr/>
                <p14:nvPr/>
              </p14:nvContentPartPr>
              <p14:xfrm>
                <a:off x="3269770" y="1751134"/>
                <a:ext cx="6480" cy="111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ED9937D-64B6-38E9-4A69-98158F5EDD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65450" y="1746814"/>
                  <a:ext cx="151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69E4DD48-3ACF-E733-195A-BE5B336182C8}"/>
              </a:ext>
            </a:extLst>
          </p:cNvPr>
          <p:cNvGrpSpPr/>
          <p:nvPr/>
        </p:nvGrpSpPr>
        <p:grpSpPr>
          <a:xfrm>
            <a:off x="3644890" y="1407694"/>
            <a:ext cx="460800" cy="357120"/>
            <a:chOff x="3644890" y="1407694"/>
            <a:chExt cx="46080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C7FB3B79-78BF-5037-843D-A9C83E8C2888}"/>
                    </a:ext>
                  </a:extLst>
                </p14:cNvPr>
                <p14:cNvContentPartPr/>
                <p14:nvPr/>
              </p14:nvContentPartPr>
              <p14:xfrm>
                <a:off x="3644890" y="1537654"/>
                <a:ext cx="185040" cy="2271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C7FB3B79-78BF-5037-843D-A9C83E8C288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40570" y="1533334"/>
                  <a:ext cx="193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842F0EB0-4603-10B7-1C23-C643EAE5B91D}"/>
                    </a:ext>
                  </a:extLst>
                </p14:cNvPr>
                <p14:cNvContentPartPr/>
                <p14:nvPr/>
              </p14:nvContentPartPr>
              <p14:xfrm>
                <a:off x="3769090" y="1407694"/>
                <a:ext cx="98640" cy="3502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842F0EB0-4603-10B7-1C23-C643EAE5B9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64770" y="1403374"/>
                  <a:ext cx="107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D0D79B6-A84D-70C6-7621-01A272555011}"/>
                    </a:ext>
                  </a:extLst>
                </p14:cNvPr>
                <p14:cNvContentPartPr/>
                <p14:nvPr/>
              </p14:nvContentPartPr>
              <p14:xfrm>
                <a:off x="3949090" y="1579414"/>
                <a:ext cx="156600" cy="1839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D0D79B6-A84D-70C6-7621-01A27255501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944770" y="1575094"/>
                  <a:ext cx="1652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21107BA-3A3C-1274-6408-6FA93F3BA7E0}"/>
                    </a:ext>
                  </a:extLst>
                </p14:cNvPr>
                <p14:cNvContentPartPr/>
                <p14:nvPr/>
              </p14:nvContentPartPr>
              <p14:xfrm>
                <a:off x="3927850" y="1635574"/>
                <a:ext cx="135000" cy="698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21107BA-3A3C-1274-6408-6FA93F3BA7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23530" y="1631254"/>
                  <a:ext cx="1436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64BF9D5-359D-8B6D-193E-D9A1B3EB2CFC}"/>
              </a:ext>
            </a:extLst>
          </p:cNvPr>
          <p:cNvGrpSpPr/>
          <p:nvPr/>
        </p:nvGrpSpPr>
        <p:grpSpPr>
          <a:xfrm>
            <a:off x="4452010" y="1508134"/>
            <a:ext cx="1845360" cy="303840"/>
            <a:chOff x="4452010" y="1508134"/>
            <a:chExt cx="184536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3E5C095-45B6-6A64-45DD-5A29136146BA}"/>
                    </a:ext>
                  </a:extLst>
                </p14:cNvPr>
                <p14:cNvContentPartPr/>
                <p14:nvPr/>
              </p14:nvContentPartPr>
              <p14:xfrm>
                <a:off x="4452010" y="1601374"/>
                <a:ext cx="347040" cy="1850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3E5C095-45B6-6A64-45DD-5A29136146B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47690" y="1597054"/>
                  <a:ext cx="355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E2BE64C-5AE9-0150-3C8D-9ADAA8D1EEC6}"/>
                    </a:ext>
                  </a:extLst>
                </p14:cNvPr>
                <p14:cNvContentPartPr/>
                <p14:nvPr/>
              </p14:nvContentPartPr>
              <p14:xfrm>
                <a:off x="4840450" y="1628374"/>
                <a:ext cx="185400" cy="1339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E2BE64C-5AE9-0150-3C8D-9ADAA8D1EEC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36130" y="1624054"/>
                  <a:ext cx="194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57F6D50-1C89-0B69-CB00-F914CA4797D6}"/>
                    </a:ext>
                  </a:extLst>
                </p14:cNvPr>
                <p14:cNvContentPartPr/>
                <p14:nvPr/>
              </p14:nvContentPartPr>
              <p14:xfrm>
                <a:off x="5078410" y="1616134"/>
                <a:ext cx="137880" cy="1504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57F6D50-1C89-0B69-CB00-F914CA4797D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74090" y="1611814"/>
                  <a:ext cx="146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455AF714-5285-1233-77EE-0DD6413FF707}"/>
                    </a:ext>
                  </a:extLst>
                </p14:cNvPr>
                <p14:cNvContentPartPr/>
                <p14:nvPr/>
              </p14:nvContentPartPr>
              <p14:xfrm>
                <a:off x="5152930" y="1508134"/>
                <a:ext cx="93600" cy="2437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455AF714-5285-1233-77EE-0DD6413FF70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48610" y="1503814"/>
                  <a:ext cx="102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18C1F3F4-9561-1DB5-DABA-1BEDF2D76486}"/>
                    </a:ext>
                  </a:extLst>
                </p14:cNvPr>
                <p14:cNvContentPartPr/>
                <p14:nvPr/>
              </p14:nvContentPartPr>
              <p14:xfrm>
                <a:off x="5292610" y="1619734"/>
                <a:ext cx="104760" cy="1684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18C1F3F4-9561-1DB5-DABA-1BEDF2D764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88290" y="1615414"/>
                  <a:ext cx="113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9BD9AEB6-6F9D-8348-B310-C1D15A0E649D}"/>
                    </a:ext>
                  </a:extLst>
                </p14:cNvPr>
                <p14:cNvContentPartPr/>
                <p14:nvPr/>
              </p14:nvContentPartPr>
              <p14:xfrm>
                <a:off x="5416090" y="1620094"/>
                <a:ext cx="184320" cy="1803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9BD9AEB6-6F9D-8348-B310-C1D15A0E64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411770" y="1615774"/>
                  <a:ext cx="192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22680CE-7EF8-F3D2-11DC-2D20D9B2D715}"/>
                    </a:ext>
                  </a:extLst>
                </p14:cNvPr>
                <p14:cNvContentPartPr/>
                <p14:nvPr/>
              </p14:nvContentPartPr>
              <p14:xfrm>
                <a:off x="5659810" y="1650334"/>
                <a:ext cx="154440" cy="1371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22680CE-7EF8-F3D2-11DC-2D20D9B2D71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55490" y="1646014"/>
                  <a:ext cx="163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BAEEFA6-784A-98CA-176D-E2D7FD0A6CD1}"/>
                    </a:ext>
                  </a:extLst>
                </p14:cNvPr>
                <p14:cNvContentPartPr/>
                <p14:nvPr/>
              </p14:nvContentPartPr>
              <p14:xfrm>
                <a:off x="5766730" y="1520734"/>
                <a:ext cx="127800" cy="2678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BAEEFA6-784A-98CA-176D-E2D7FD0A6CD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62410" y="1516414"/>
                  <a:ext cx="136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6821702-6CB9-A526-D8FE-33FAD9A5D5B1}"/>
                    </a:ext>
                  </a:extLst>
                </p14:cNvPr>
                <p14:cNvContentPartPr/>
                <p14:nvPr/>
              </p14:nvContentPartPr>
              <p14:xfrm>
                <a:off x="5900290" y="1628374"/>
                <a:ext cx="146520" cy="1836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6821702-6CB9-A526-D8FE-33FAD9A5D5B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5970" y="1624054"/>
                  <a:ext cx="155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A9DAB16C-C161-614D-5E46-FC4812367486}"/>
                    </a:ext>
                  </a:extLst>
                </p14:cNvPr>
                <p14:cNvContentPartPr/>
                <p14:nvPr/>
              </p14:nvContentPartPr>
              <p14:xfrm>
                <a:off x="6115210" y="1614694"/>
                <a:ext cx="95040" cy="1951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A9DAB16C-C161-614D-5E46-FC481236748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10890" y="1610374"/>
                  <a:ext cx="103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347B3CEF-BB15-2156-8144-5EE65208A440}"/>
                    </a:ext>
                  </a:extLst>
                </p14:cNvPr>
                <p14:cNvContentPartPr/>
                <p14:nvPr/>
              </p14:nvContentPartPr>
              <p14:xfrm>
                <a:off x="6297010" y="1805494"/>
                <a:ext cx="360" cy="3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347B3CEF-BB15-2156-8144-5EE65208A44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92690" y="18011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CA04D905-BE28-4A14-CDF4-F2935CD8E0D8}"/>
                  </a:ext>
                </a:extLst>
              </p14:cNvPr>
              <p14:cNvContentPartPr/>
              <p14:nvPr/>
            </p14:nvContentPartPr>
            <p14:xfrm>
              <a:off x="617650" y="2252614"/>
              <a:ext cx="155160" cy="15840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CA04D905-BE28-4A14-CDF4-F2935CD8E0D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13330" y="2248294"/>
                <a:ext cx="16380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o 44">
            <a:extLst>
              <a:ext uri="{FF2B5EF4-FFF2-40B4-BE49-F238E27FC236}">
                <a16:creationId xmlns:a16="http://schemas.microsoft.com/office/drawing/2014/main" id="{3D23EA9C-A442-73D6-3C30-0A3DFCF9DEF1}"/>
              </a:ext>
            </a:extLst>
          </p:cNvPr>
          <p:cNvGrpSpPr/>
          <p:nvPr/>
        </p:nvGrpSpPr>
        <p:grpSpPr>
          <a:xfrm>
            <a:off x="765250" y="2236414"/>
            <a:ext cx="173160" cy="173880"/>
            <a:chOff x="765250" y="2236414"/>
            <a:chExt cx="17316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FF06ADCB-FBD9-898B-FA0A-4DD75029D7B8}"/>
                    </a:ext>
                  </a:extLst>
                </p14:cNvPr>
                <p14:cNvContentPartPr/>
                <p14:nvPr/>
              </p14:nvContentPartPr>
              <p14:xfrm>
                <a:off x="768130" y="2264494"/>
                <a:ext cx="170280" cy="1159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FF06ADCB-FBD9-898B-FA0A-4DD75029D7B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3810" y="2260174"/>
                  <a:ext cx="178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640A54B-B4F3-C5AA-ED9A-AB9410F8C3D8}"/>
                    </a:ext>
                  </a:extLst>
                </p14:cNvPr>
                <p14:cNvContentPartPr/>
                <p14:nvPr/>
              </p14:nvContentPartPr>
              <p14:xfrm>
                <a:off x="765250" y="2236414"/>
                <a:ext cx="88560" cy="1738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640A54B-B4F3-C5AA-ED9A-AB9410F8C3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0930" y="2232094"/>
                  <a:ext cx="972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07738026-EECB-7D23-C6A8-832B8B1D91C0}"/>
              </a:ext>
            </a:extLst>
          </p:cNvPr>
          <p:cNvGrpSpPr/>
          <p:nvPr/>
        </p:nvGrpSpPr>
        <p:grpSpPr>
          <a:xfrm>
            <a:off x="1611970" y="2268094"/>
            <a:ext cx="245160" cy="201960"/>
            <a:chOff x="1611970" y="2268094"/>
            <a:chExt cx="24516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14FFC6C-DE64-7CB7-7591-9861135AA1E1}"/>
                    </a:ext>
                  </a:extLst>
                </p14:cNvPr>
                <p14:cNvContentPartPr/>
                <p14:nvPr/>
              </p14:nvContentPartPr>
              <p14:xfrm>
                <a:off x="1611970" y="2268094"/>
                <a:ext cx="166680" cy="2019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14FFC6C-DE64-7CB7-7591-9861135AA1E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07650" y="2263774"/>
                  <a:ext cx="175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17306C4-0FC8-3271-C6AB-9B236485CFAB}"/>
                    </a:ext>
                  </a:extLst>
                </p14:cNvPr>
                <p14:cNvContentPartPr/>
                <p14:nvPr/>
              </p14:nvContentPartPr>
              <p14:xfrm>
                <a:off x="1631050" y="2372134"/>
                <a:ext cx="226080" cy="176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17306C4-0FC8-3271-C6AB-9B236485CFA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626730" y="2367814"/>
                  <a:ext cx="2347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28ACB69E-E7C5-09D9-E83E-36BF0961D8B2}"/>
              </a:ext>
            </a:extLst>
          </p:cNvPr>
          <p:cNvGrpSpPr/>
          <p:nvPr/>
        </p:nvGrpSpPr>
        <p:grpSpPr>
          <a:xfrm>
            <a:off x="3553090" y="2880814"/>
            <a:ext cx="522720" cy="236520"/>
            <a:chOff x="3553090" y="2880814"/>
            <a:chExt cx="52272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89E88EB1-ECB7-F14D-A5D0-B11D1E882F93}"/>
                    </a:ext>
                  </a:extLst>
                </p14:cNvPr>
                <p14:cNvContentPartPr/>
                <p14:nvPr/>
              </p14:nvContentPartPr>
              <p14:xfrm>
                <a:off x="3553090" y="2971174"/>
                <a:ext cx="200160" cy="111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89E88EB1-ECB7-F14D-A5D0-B11D1E882F9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48770" y="2966854"/>
                  <a:ext cx="20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347A0FB-89A9-3080-9FD8-386C6A5FEC7F}"/>
                    </a:ext>
                  </a:extLst>
                </p14:cNvPr>
                <p14:cNvContentPartPr/>
                <p14:nvPr/>
              </p14:nvContentPartPr>
              <p14:xfrm>
                <a:off x="3708970" y="3055414"/>
                <a:ext cx="57600" cy="140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347A0FB-89A9-3080-9FD8-386C6A5FEC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04650" y="3051094"/>
                  <a:ext cx="66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5266C5B4-111E-D494-E60E-B0EEEDCC092A}"/>
                    </a:ext>
                  </a:extLst>
                </p14:cNvPr>
                <p14:cNvContentPartPr/>
                <p14:nvPr/>
              </p14:nvContentPartPr>
              <p14:xfrm>
                <a:off x="3554530" y="3061534"/>
                <a:ext cx="294120" cy="212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5266C5B4-111E-D494-E60E-B0EEEDCC092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50210" y="3057214"/>
                  <a:ext cx="302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F3959865-A2DB-C223-A86F-279F4B1D5503}"/>
                    </a:ext>
                  </a:extLst>
                </p14:cNvPr>
                <p14:cNvContentPartPr/>
                <p14:nvPr/>
              </p14:nvContentPartPr>
              <p14:xfrm>
                <a:off x="3855490" y="2880814"/>
                <a:ext cx="220320" cy="2365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F3959865-A2DB-C223-A86F-279F4B1D550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51170" y="2876494"/>
                  <a:ext cx="228960" cy="24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6E2DBD50-325B-1860-9C50-933B6C0CFC51}"/>
                  </a:ext>
                </a:extLst>
              </p14:cNvPr>
              <p14:cNvContentPartPr/>
              <p14:nvPr/>
            </p14:nvContentPartPr>
            <p14:xfrm>
              <a:off x="2118850" y="3160174"/>
              <a:ext cx="20520" cy="36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6E2DBD50-325B-1860-9C50-933B6C0CFC5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14530" y="3155854"/>
                <a:ext cx="2916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upo 98">
            <a:extLst>
              <a:ext uri="{FF2B5EF4-FFF2-40B4-BE49-F238E27FC236}">
                <a16:creationId xmlns:a16="http://schemas.microsoft.com/office/drawing/2014/main" id="{AAA97C79-92E1-5A64-D75A-21EA7AF35C04}"/>
              </a:ext>
            </a:extLst>
          </p:cNvPr>
          <p:cNvGrpSpPr/>
          <p:nvPr/>
        </p:nvGrpSpPr>
        <p:grpSpPr>
          <a:xfrm>
            <a:off x="4600690" y="2804134"/>
            <a:ext cx="309600" cy="287280"/>
            <a:chOff x="4600690" y="2804134"/>
            <a:chExt cx="30960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774E6A37-EC66-E749-8D16-03D4D30A8C25}"/>
                    </a:ext>
                  </a:extLst>
                </p14:cNvPr>
                <p14:cNvContentPartPr/>
                <p14:nvPr/>
              </p14:nvContentPartPr>
              <p14:xfrm>
                <a:off x="4629850" y="2864974"/>
                <a:ext cx="18360" cy="2264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774E6A37-EC66-E749-8D16-03D4D30A8C2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625530" y="2860654"/>
                  <a:ext cx="27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4567C77-91D0-F8FE-4D02-00710DA922AB}"/>
                    </a:ext>
                  </a:extLst>
                </p14:cNvPr>
                <p14:cNvContentPartPr/>
                <p14:nvPr/>
              </p14:nvContentPartPr>
              <p14:xfrm>
                <a:off x="4600690" y="2804134"/>
                <a:ext cx="235440" cy="2138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4567C77-91D0-F8FE-4D02-00710DA922A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96370" y="2799814"/>
                  <a:ext cx="2440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21719BBC-CC33-4E32-5A45-ECEBD520ABA4}"/>
                    </a:ext>
                  </a:extLst>
                </p14:cNvPr>
                <p14:cNvContentPartPr/>
                <p14:nvPr/>
              </p14:nvContentPartPr>
              <p14:xfrm>
                <a:off x="4909930" y="3082414"/>
                <a:ext cx="360" cy="3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21719BBC-CC33-4E32-5A45-ECEBD520ABA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05610" y="30780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D4919275-00D1-1A81-67CB-567FC6D23CDB}"/>
              </a:ext>
            </a:extLst>
          </p:cNvPr>
          <p:cNvGrpSpPr/>
          <p:nvPr/>
        </p:nvGrpSpPr>
        <p:grpSpPr>
          <a:xfrm>
            <a:off x="5103610" y="2820334"/>
            <a:ext cx="1206360" cy="367560"/>
            <a:chOff x="5103610" y="2820334"/>
            <a:chExt cx="120636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FDD2C36-A4AD-C25A-C6F1-05BA505786DC}"/>
                    </a:ext>
                  </a:extLst>
                </p14:cNvPr>
                <p14:cNvContentPartPr/>
                <p14:nvPr/>
              </p14:nvContentPartPr>
              <p14:xfrm>
                <a:off x="5151130" y="2951374"/>
                <a:ext cx="24480" cy="2365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FDD2C36-A4AD-C25A-C6F1-05BA505786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46810" y="2947054"/>
                  <a:ext cx="33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3BD4419-03E2-AB1C-61A2-1C5FFD1C4336}"/>
                    </a:ext>
                  </a:extLst>
                </p14:cNvPr>
                <p14:cNvContentPartPr/>
                <p14:nvPr/>
              </p14:nvContentPartPr>
              <p14:xfrm>
                <a:off x="5103610" y="2930494"/>
                <a:ext cx="195120" cy="14184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3BD4419-03E2-AB1C-61A2-1C5FFD1C433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99290" y="2926174"/>
                  <a:ext cx="2037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7668731-A008-36EE-D585-C5B2F2450BF5}"/>
                    </a:ext>
                  </a:extLst>
                </p14:cNvPr>
                <p14:cNvContentPartPr/>
                <p14:nvPr/>
              </p14:nvContentPartPr>
              <p14:xfrm>
                <a:off x="5343730" y="2970094"/>
                <a:ext cx="227880" cy="1299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7668731-A008-36EE-D585-C5B2F2450B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339410" y="2965774"/>
                  <a:ext cx="236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34DD112-CD11-5CE6-2610-D15A2F94C5F6}"/>
                    </a:ext>
                  </a:extLst>
                </p14:cNvPr>
                <p14:cNvContentPartPr/>
                <p14:nvPr/>
              </p14:nvContentPartPr>
              <p14:xfrm>
                <a:off x="5595010" y="2993134"/>
                <a:ext cx="119880" cy="1094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34DD112-CD11-5CE6-2610-D15A2F94C5F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90690" y="2988814"/>
                  <a:ext cx="128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493081B9-B35E-41DD-D91D-68048506CEF5}"/>
                    </a:ext>
                  </a:extLst>
                </p14:cNvPr>
                <p14:cNvContentPartPr/>
                <p14:nvPr/>
              </p14:nvContentPartPr>
              <p14:xfrm>
                <a:off x="5671330" y="2873614"/>
                <a:ext cx="44640" cy="24192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493081B9-B35E-41DD-D91D-68048506CE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67010" y="2869294"/>
                  <a:ext cx="53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4D79242-B717-F51D-643D-7878248A3DF9}"/>
                    </a:ext>
                  </a:extLst>
                </p14:cNvPr>
                <p14:cNvContentPartPr/>
                <p14:nvPr/>
              </p14:nvContentPartPr>
              <p14:xfrm>
                <a:off x="5767810" y="2989534"/>
                <a:ext cx="106560" cy="114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4D79242-B717-F51D-643D-7878248A3DF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63490" y="2985214"/>
                  <a:ext cx="115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AECCEA36-090A-5DF7-47A0-4033A753F9A7}"/>
                    </a:ext>
                  </a:extLst>
                </p14:cNvPr>
                <p14:cNvContentPartPr/>
                <p14:nvPr/>
              </p14:nvContentPartPr>
              <p14:xfrm>
                <a:off x="5884090" y="2985934"/>
                <a:ext cx="137880" cy="12420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AECCEA36-090A-5DF7-47A0-4033A753F9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79770" y="2981614"/>
                  <a:ext cx="146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00587A19-D145-AB2F-2F74-2A78819AF4E0}"/>
                    </a:ext>
                  </a:extLst>
                </p14:cNvPr>
                <p14:cNvContentPartPr/>
                <p14:nvPr/>
              </p14:nvContentPartPr>
              <p14:xfrm>
                <a:off x="6101530" y="2820334"/>
                <a:ext cx="19800" cy="2901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00587A19-D145-AB2F-2F74-2A78819AF4E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97210" y="2816014"/>
                  <a:ext cx="28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F2D6DBF7-E578-39F6-7B7F-204B20B720E1}"/>
                    </a:ext>
                  </a:extLst>
                </p14:cNvPr>
                <p14:cNvContentPartPr/>
                <p14:nvPr/>
              </p14:nvContentPartPr>
              <p14:xfrm>
                <a:off x="6052930" y="2946694"/>
                <a:ext cx="257040" cy="1350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F2D6DBF7-E578-39F6-7B7F-204B20B720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8610" y="2942374"/>
                  <a:ext cx="26568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1BEA3AD9-B093-0B66-8006-E8D36E89AE1A}"/>
              </a:ext>
            </a:extLst>
          </p:cNvPr>
          <p:cNvGrpSpPr/>
          <p:nvPr/>
        </p:nvGrpSpPr>
        <p:grpSpPr>
          <a:xfrm>
            <a:off x="6563410" y="2930494"/>
            <a:ext cx="575280" cy="147960"/>
            <a:chOff x="6563410" y="2930494"/>
            <a:chExt cx="575280" cy="1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9750E2F5-8F17-7CE8-8AE0-81B773A41DA0}"/>
                    </a:ext>
                  </a:extLst>
                </p14:cNvPr>
                <p14:cNvContentPartPr/>
                <p14:nvPr/>
              </p14:nvContentPartPr>
              <p14:xfrm>
                <a:off x="6563410" y="2948854"/>
                <a:ext cx="144360" cy="1184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9750E2F5-8F17-7CE8-8AE0-81B773A41DA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59090" y="2944534"/>
                  <a:ext cx="153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7FF5318C-BAC1-55DB-07BC-8184C251A9A5}"/>
                    </a:ext>
                  </a:extLst>
                </p14:cNvPr>
                <p14:cNvContentPartPr/>
                <p14:nvPr/>
              </p14:nvContentPartPr>
              <p14:xfrm>
                <a:off x="6714610" y="2941294"/>
                <a:ext cx="151920" cy="1371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7FF5318C-BAC1-55DB-07BC-8184C251A9A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10290" y="2936974"/>
                  <a:ext cx="1605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DEBCEC06-18B5-9E2F-880F-799EB0B464CC}"/>
                    </a:ext>
                  </a:extLst>
                </p14:cNvPr>
                <p14:cNvContentPartPr/>
                <p14:nvPr/>
              </p14:nvContentPartPr>
              <p14:xfrm>
                <a:off x="6904690" y="2942374"/>
                <a:ext cx="104760" cy="1080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DEBCEC06-18B5-9E2F-880F-799EB0B464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00370" y="2938054"/>
                  <a:ext cx="113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F73D0A84-FE7E-1297-7DAA-99C74E60AB00}"/>
                    </a:ext>
                  </a:extLst>
                </p14:cNvPr>
                <p14:cNvContentPartPr/>
                <p14:nvPr/>
              </p14:nvContentPartPr>
              <p14:xfrm>
                <a:off x="6981010" y="2930494"/>
                <a:ext cx="157680" cy="1324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F73D0A84-FE7E-1297-7DAA-99C74E60AB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76690" y="2926174"/>
                  <a:ext cx="16632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33C1C841-4DEF-448E-937B-165F712BE493}"/>
                  </a:ext>
                </a:extLst>
              </p14:cNvPr>
              <p14:cNvContentPartPr/>
              <p14:nvPr/>
            </p14:nvContentPartPr>
            <p14:xfrm>
              <a:off x="2045770" y="3139294"/>
              <a:ext cx="12600" cy="1944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33C1C841-4DEF-448E-937B-165F712BE49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041450" y="3134974"/>
                <a:ext cx="212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upo 123">
            <a:extLst>
              <a:ext uri="{FF2B5EF4-FFF2-40B4-BE49-F238E27FC236}">
                <a16:creationId xmlns:a16="http://schemas.microsoft.com/office/drawing/2014/main" id="{9AEDF98C-0EE4-DB2A-E704-7F26172FE7F2}"/>
              </a:ext>
            </a:extLst>
          </p:cNvPr>
          <p:cNvGrpSpPr/>
          <p:nvPr/>
        </p:nvGrpSpPr>
        <p:grpSpPr>
          <a:xfrm>
            <a:off x="2333770" y="3522694"/>
            <a:ext cx="162360" cy="228960"/>
            <a:chOff x="2333770" y="3522694"/>
            <a:chExt cx="16236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94343120-21A0-60CA-E178-9B8AD154C121}"/>
                    </a:ext>
                  </a:extLst>
                </p14:cNvPr>
                <p14:cNvContentPartPr/>
                <p14:nvPr/>
              </p14:nvContentPartPr>
              <p14:xfrm>
                <a:off x="2333770" y="3632854"/>
                <a:ext cx="115200" cy="1188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94343120-21A0-60CA-E178-9B8AD154C1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29450" y="3628534"/>
                  <a:ext cx="123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CD7C273-E6EE-2EEA-2811-AB05CBBF8ABA}"/>
                    </a:ext>
                  </a:extLst>
                </p14:cNvPr>
                <p14:cNvContentPartPr/>
                <p14:nvPr/>
              </p14:nvContentPartPr>
              <p14:xfrm>
                <a:off x="2408290" y="3522694"/>
                <a:ext cx="87840" cy="529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CD7C273-E6EE-2EEA-2811-AB05CBBF8AB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03970" y="3518374"/>
                  <a:ext cx="964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45078E5B-241A-25DB-BC2A-A25C1EB5F292}"/>
              </a:ext>
            </a:extLst>
          </p:cNvPr>
          <p:cNvGrpSpPr/>
          <p:nvPr/>
        </p:nvGrpSpPr>
        <p:grpSpPr>
          <a:xfrm>
            <a:off x="601450" y="4220374"/>
            <a:ext cx="1031040" cy="195480"/>
            <a:chOff x="601450" y="4220374"/>
            <a:chExt cx="103104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3F289687-DE73-E418-0EDF-86466089B893}"/>
                    </a:ext>
                  </a:extLst>
                </p14:cNvPr>
                <p14:cNvContentPartPr/>
                <p14:nvPr/>
              </p14:nvContentPartPr>
              <p14:xfrm>
                <a:off x="601450" y="4223974"/>
                <a:ext cx="186120" cy="1659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3F289687-DE73-E418-0EDF-86466089B89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7130" y="4219654"/>
                  <a:ext cx="194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B96F48E-5250-F778-CF38-660A5DBBF208}"/>
                    </a:ext>
                  </a:extLst>
                </p14:cNvPr>
                <p14:cNvContentPartPr/>
                <p14:nvPr/>
              </p14:nvContentPartPr>
              <p14:xfrm>
                <a:off x="769210" y="4262134"/>
                <a:ext cx="181080" cy="1296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B96F48E-5250-F778-CF38-660A5DBBF2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4890" y="4257814"/>
                  <a:ext cx="189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C9F53E4D-3AFF-B744-C687-347C4B0A1C6D}"/>
                    </a:ext>
                  </a:extLst>
                </p14:cNvPr>
                <p14:cNvContentPartPr/>
                <p14:nvPr/>
              </p14:nvContentPartPr>
              <p14:xfrm>
                <a:off x="776050" y="4220374"/>
                <a:ext cx="96840" cy="1954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C9F53E4D-3AFF-B744-C687-347C4B0A1C6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1730" y="4216054"/>
                  <a:ext cx="105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0E6743A9-E309-5E59-32DE-8B531E292A38}"/>
                    </a:ext>
                  </a:extLst>
                </p14:cNvPr>
                <p14:cNvContentPartPr/>
                <p14:nvPr/>
              </p14:nvContentPartPr>
              <p14:xfrm>
                <a:off x="1005370" y="4254934"/>
                <a:ext cx="137880" cy="68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0E6743A9-E309-5E59-32DE-8B531E292A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1050" y="4250614"/>
                  <a:ext cx="1465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CF2E6765-7E8C-449A-02F0-4070EEC00EFA}"/>
                    </a:ext>
                  </a:extLst>
                </p14:cNvPr>
                <p14:cNvContentPartPr/>
                <p14:nvPr/>
              </p14:nvContentPartPr>
              <p14:xfrm>
                <a:off x="990970" y="4304614"/>
                <a:ext cx="169920" cy="273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CF2E6765-7E8C-449A-02F0-4070EEC00E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6650" y="4300294"/>
                  <a:ext cx="178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91DD633E-2633-3133-5D61-F9D85EADEF1F}"/>
                    </a:ext>
                  </a:extLst>
                </p14:cNvPr>
                <p14:cNvContentPartPr/>
                <p14:nvPr/>
              </p14:nvContentPartPr>
              <p14:xfrm>
                <a:off x="1257370" y="4290934"/>
                <a:ext cx="169200" cy="2556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91DD633E-2633-3133-5D61-F9D85EADEF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53050" y="4286614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1EF7674-A6A7-C8AD-2779-1F3BF35D9F78}"/>
                    </a:ext>
                  </a:extLst>
                </p14:cNvPr>
                <p14:cNvContentPartPr/>
                <p14:nvPr/>
              </p14:nvContentPartPr>
              <p14:xfrm>
                <a:off x="1424050" y="4229374"/>
                <a:ext cx="165960" cy="1638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1EF7674-A6A7-C8AD-2779-1F3BF35D9F7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19730" y="4225054"/>
                  <a:ext cx="174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40E1D7C-5313-72EA-FAB2-1F182E315188}"/>
                    </a:ext>
                  </a:extLst>
                </p14:cNvPr>
                <p14:cNvContentPartPr/>
                <p14:nvPr/>
              </p14:nvContentPartPr>
              <p14:xfrm>
                <a:off x="1477330" y="4306414"/>
                <a:ext cx="155160" cy="68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40E1D7C-5313-72EA-FAB2-1F182E31518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73010" y="4302094"/>
                  <a:ext cx="16380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D0FA0616-32D7-F267-C79E-00684CA8EC2D}"/>
              </a:ext>
            </a:extLst>
          </p:cNvPr>
          <p:cNvGrpSpPr/>
          <p:nvPr/>
        </p:nvGrpSpPr>
        <p:grpSpPr>
          <a:xfrm>
            <a:off x="715930" y="4653094"/>
            <a:ext cx="917640" cy="241200"/>
            <a:chOff x="715930" y="4653094"/>
            <a:chExt cx="91764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3197460F-D920-4C97-381B-83D1BDB4F957}"/>
                    </a:ext>
                  </a:extLst>
                </p14:cNvPr>
                <p14:cNvContentPartPr/>
                <p14:nvPr/>
              </p14:nvContentPartPr>
              <p14:xfrm>
                <a:off x="742210" y="4699534"/>
                <a:ext cx="154800" cy="13428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3197460F-D920-4C97-381B-83D1BDB4F95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7890" y="4695214"/>
                  <a:ext cx="163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0661563D-8492-804E-65C1-606742D53653}"/>
                    </a:ext>
                  </a:extLst>
                </p14:cNvPr>
                <p14:cNvContentPartPr/>
                <p14:nvPr/>
              </p14:nvContentPartPr>
              <p14:xfrm>
                <a:off x="715930" y="4672174"/>
                <a:ext cx="119880" cy="21240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0661563D-8492-804E-65C1-606742D5365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1610" y="4667854"/>
                  <a:ext cx="128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A9209F17-B724-6876-41CF-456F52901AD6}"/>
                    </a:ext>
                  </a:extLst>
                </p14:cNvPr>
                <p14:cNvContentPartPr/>
                <p14:nvPr/>
              </p14:nvContentPartPr>
              <p14:xfrm>
                <a:off x="981970" y="4764694"/>
                <a:ext cx="136800" cy="129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A9209F17-B724-6876-41CF-456F52901A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7650" y="4760374"/>
                  <a:ext cx="145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50873C7A-23E5-EF1A-3F07-36EEEC78E624}"/>
                    </a:ext>
                  </a:extLst>
                </p14:cNvPr>
                <p14:cNvContentPartPr/>
                <p14:nvPr/>
              </p14:nvContentPartPr>
              <p14:xfrm>
                <a:off x="983050" y="4812574"/>
                <a:ext cx="185040" cy="324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50873C7A-23E5-EF1A-3F07-36EEEC78E6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8730" y="4808254"/>
                  <a:ext cx="1936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81FEA534-AE09-1DE9-10EB-102BAB856F69}"/>
                    </a:ext>
                  </a:extLst>
                </p14:cNvPr>
                <p14:cNvContentPartPr/>
                <p14:nvPr/>
              </p14:nvContentPartPr>
              <p14:xfrm>
                <a:off x="1258450" y="4752814"/>
                <a:ext cx="136800" cy="129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81FEA534-AE09-1DE9-10EB-102BAB856F6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254130" y="4748494"/>
                  <a:ext cx="145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A95D78D6-860C-6FB9-182F-08F2316C6D32}"/>
                    </a:ext>
                  </a:extLst>
                </p14:cNvPr>
                <p14:cNvContentPartPr/>
                <p14:nvPr/>
              </p14:nvContentPartPr>
              <p14:xfrm>
                <a:off x="1454290" y="4653094"/>
                <a:ext cx="117000" cy="1594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A95D78D6-860C-6FB9-182F-08F2316C6D3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449970" y="4648774"/>
                  <a:ext cx="125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26B258EA-B0CE-32CF-49A3-2D631F2E5E51}"/>
                    </a:ext>
                  </a:extLst>
                </p14:cNvPr>
                <p14:cNvContentPartPr/>
                <p14:nvPr/>
              </p14:nvContentPartPr>
              <p14:xfrm>
                <a:off x="1454290" y="4733014"/>
                <a:ext cx="179280" cy="147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26B258EA-B0CE-32CF-49A3-2D631F2E5E5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49970" y="4728694"/>
                  <a:ext cx="18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5A53316F-940B-F101-14AC-1C2855B1000B}"/>
                    </a:ext>
                  </a:extLst>
                </p14:cNvPr>
                <p14:cNvContentPartPr/>
                <p14:nvPr/>
              </p14:nvContentPartPr>
              <p14:xfrm>
                <a:off x="1269250" y="4880254"/>
                <a:ext cx="325800" cy="140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5A53316F-940B-F101-14AC-1C2855B1000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64930" y="4875934"/>
                  <a:ext cx="334440" cy="2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4D48D464-F91A-D410-5B95-3D964C797D7C}"/>
                  </a:ext>
                </a:extLst>
              </p14:cNvPr>
              <p14:cNvContentPartPr/>
              <p14:nvPr/>
            </p14:nvContentPartPr>
            <p14:xfrm>
              <a:off x="1369690" y="4994734"/>
              <a:ext cx="208440" cy="12744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4D48D464-F91A-D410-5B95-3D964C797D7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365370" y="4990414"/>
                <a:ext cx="21708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upo 152">
            <a:extLst>
              <a:ext uri="{FF2B5EF4-FFF2-40B4-BE49-F238E27FC236}">
                <a16:creationId xmlns:a16="http://schemas.microsoft.com/office/drawing/2014/main" id="{D35D4543-E84C-FE35-1054-7B2DDBDFF0F6}"/>
              </a:ext>
            </a:extLst>
          </p:cNvPr>
          <p:cNvGrpSpPr/>
          <p:nvPr/>
        </p:nvGrpSpPr>
        <p:grpSpPr>
          <a:xfrm>
            <a:off x="3005890" y="4186174"/>
            <a:ext cx="915480" cy="205920"/>
            <a:chOff x="3005890" y="4186174"/>
            <a:chExt cx="91548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CDF20239-2303-4BE2-AF53-A1873012C702}"/>
                    </a:ext>
                  </a:extLst>
                </p14:cNvPr>
                <p14:cNvContentPartPr/>
                <p14:nvPr/>
              </p14:nvContentPartPr>
              <p14:xfrm>
                <a:off x="3005890" y="4186174"/>
                <a:ext cx="181080" cy="1944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CDF20239-2303-4BE2-AF53-A1873012C70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01570" y="4181854"/>
                  <a:ext cx="189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E53F20E-D8EF-B537-898D-8701466906DA}"/>
                    </a:ext>
                  </a:extLst>
                </p14:cNvPr>
                <p14:cNvContentPartPr/>
                <p14:nvPr/>
              </p14:nvContentPartPr>
              <p14:xfrm>
                <a:off x="3198490" y="4234054"/>
                <a:ext cx="184320" cy="13140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E53F20E-D8EF-B537-898D-8701466906D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94170" y="4229734"/>
                  <a:ext cx="192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7C215197-17C5-1ADF-7650-6313EE3FA760}"/>
                    </a:ext>
                  </a:extLst>
                </p14:cNvPr>
                <p14:cNvContentPartPr/>
                <p14:nvPr/>
              </p14:nvContentPartPr>
              <p14:xfrm>
                <a:off x="3189490" y="4195174"/>
                <a:ext cx="115200" cy="19692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7C215197-17C5-1ADF-7650-6313EE3FA76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85170" y="4190854"/>
                  <a:ext cx="123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562CB646-7380-E1D0-B4B9-6578A8AD65BB}"/>
                    </a:ext>
                  </a:extLst>
                </p14:cNvPr>
                <p14:cNvContentPartPr/>
                <p14:nvPr/>
              </p14:nvContentPartPr>
              <p14:xfrm>
                <a:off x="3486850" y="4279054"/>
                <a:ext cx="124920" cy="86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562CB646-7380-E1D0-B4B9-6578A8AD65B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482530" y="4274734"/>
                  <a:ext cx="1335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89EB08DD-2B19-8755-23C4-7613956A175A}"/>
                    </a:ext>
                  </a:extLst>
                </p14:cNvPr>
                <p14:cNvContentPartPr/>
                <p14:nvPr/>
              </p14:nvContentPartPr>
              <p14:xfrm>
                <a:off x="3441490" y="4330534"/>
                <a:ext cx="184320" cy="504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89EB08DD-2B19-8755-23C4-7613956A175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37170" y="4326214"/>
                  <a:ext cx="1929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2474C8CF-D7B4-87A1-E7EF-89CE778DE585}"/>
                    </a:ext>
                  </a:extLst>
                </p14:cNvPr>
                <p14:cNvContentPartPr/>
                <p14:nvPr/>
              </p14:nvContentPartPr>
              <p14:xfrm>
                <a:off x="3696730" y="4209574"/>
                <a:ext cx="159840" cy="1605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2474C8CF-D7B4-87A1-E7EF-89CE778DE58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92410" y="4205254"/>
                  <a:ext cx="168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9D1BE63-6FC4-AAB9-F972-E65411753B46}"/>
                    </a:ext>
                  </a:extLst>
                </p14:cNvPr>
                <p14:cNvContentPartPr/>
                <p14:nvPr/>
              </p14:nvContentPartPr>
              <p14:xfrm>
                <a:off x="3708970" y="4276534"/>
                <a:ext cx="212400" cy="309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9D1BE63-6FC4-AAB9-F972-E65411753B4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04650" y="4272214"/>
                  <a:ext cx="22104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85024156-21AE-FBDB-3B40-A518A505A11B}"/>
              </a:ext>
            </a:extLst>
          </p:cNvPr>
          <p:cNvGrpSpPr/>
          <p:nvPr/>
        </p:nvGrpSpPr>
        <p:grpSpPr>
          <a:xfrm>
            <a:off x="3064930" y="4770814"/>
            <a:ext cx="893160" cy="427680"/>
            <a:chOff x="3064930" y="4770814"/>
            <a:chExt cx="89316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6A8FB25-1214-C98D-E05B-258D4F4AA60F}"/>
                    </a:ext>
                  </a:extLst>
                </p14:cNvPr>
                <p14:cNvContentPartPr/>
                <p14:nvPr/>
              </p14:nvContentPartPr>
              <p14:xfrm>
                <a:off x="3064930" y="4798894"/>
                <a:ext cx="181080" cy="15660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6A8FB25-1214-C98D-E05B-258D4F4AA60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60610" y="4794574"/>
                  <a:ext cx="189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F5289053-00B4-EB8D-70E8-B0D9CCAB642B}"/>
                    </a:ext>
                  </a:extLst>
                </p14:cNvPr>
                <p14:cNvContentPartPr/>
                <p14:nvPr/>
              </p14:nvContentPartPr>
              <p14:xfrm>
                <a:off x="3069970" y="4790614"/>
                <a:ext cx="109080" cy="18936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F5289053-00B4-EB8D-70E8-B0D9CCAB642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65650" y="4786294"/>
                  <a:ext cx="117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7C569B8-EF71-2E9D-6B15-A15EB28423D7}"/>
                    </a:ext>
                  </a:extLst>
                </p14:cNvPr>
                <p14:cNvContentPartPr/>
                <p14:nvPr/>
              </p14:nvContentPartPr>
              <p14:xfrm>
                <a:off x="3323050" y="4858654"/>
                <a:ext cx="177120" cy="14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7C569B8-EF71-2E9D-6B15-A15EB28423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18730" y="4854334"/>
                  <a:ext cx="18576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416F4679-C499-DA2E-9F8D-7A2C2A4786B0}"/>
                    </a:ext>
                  </a:extLst>
                </p14:cNvPr>
                <p14:cNvContentPartPr/>
                <p14:nvPr/>
              </p14:nvContentPartPr>
              <p14:xfrm>
                <a:off x="3332050" y="4902934"/>
                <a:ext cx="191160" cy="129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416F4679-C499-DA2E-9F8D-7A2C2A4786B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27730" y="4898614"/>
                  <a:ext cx="199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9E732CE5-74CD-7341-F1A7-7A6EB2D57FD1}"/>
                    </a:ext>
                  </a:extLst>
                </p14:cNvPr>
                <p14:cNvContentPartPr/>
                <p14:nvPr/>
              </p14:nvContentPartPr>
              <p14:xfrm>
                <a:off x="3660010" y="4770814"/>
                <a:ext cx="168480" cy="1504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9E732CE5-74CD-7341-F1A7-7A6EB2D57FD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55690" y="4766494"/>
                  <a:ext cx="177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13D47FDB-407C-43E8-3C1F-ECF1F63B0F64}"/>
                    </a:ext>
                  </a:extLst>
                </p14:cNvPr>
                <p14:cNvContentPartPr/>
                <p14:nvPr/>
              </p14:nvContentPartPr>
              <p14:xfrm>
                <a:off x="3675490" y="4840294"/>
                <a:ext cx="209160" cy="194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13D47FDB-407C-43E8-3C1F-ECF1F63B0F6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71170" y="4835974"/>
                  <a:ext cx="217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D87AE125-DD31-F3B5-30E2-63C56BB141D5}"/>
                    </a:ext>
                  </a:extLst>
                </p14:cNvPr>
                <p14:cNvContentPartPr/>
                <p14:nvPr/>
              </p14:nvContentPartPr>
              <p14:xfrm>
                <a:off x="3628330" y="4967014"/>
                <a:ext cx="329760" cy="273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D87AE125-DD31-F3B5-30E2-63C56BB141D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24010" y="4962694"/>
                  <a:ext cx="338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6736F44C-B37D-9643-15A3-EA277065C011}"/>
                    </a:ext>
                  </a:extLst>
                </p14:cNvPr>
                <p14:cNvContentPartPr/>
                <p14:nvPr/>
              </p14:nvContentPartPr>
              <p14:xfrm>
                <a:off x="3663610" y="5061334"/>
                <a:ext cx="270360" cy="1371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6736F44C-B37D-9643-15A3-EA277065C01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59290" y="5057014"/>
                  <a:ext cx="27900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7EB3B60B-141C-6FED-DD17-E1B6952B1198}"/>
                  </a:ext>
                </a:extLst>
              </p14:cNvPr>
              <p14:cNvContentPartPr/>
              <p14:nvPr/>
            </p14:nvContentPartPr>
            <p14:xfrm>
              <a:off x="601450" y="5108854"/>
              <a:ext cx="1112040" cy="28332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7EB3B60B-141C-6FED-DD17-E1B6952B119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97130" y="5104534"/>
                <a:ext cx="11206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E03AA155-224E-5234-3B16-5706B491C3C4}"/>
                  </a:ext>
                </a:extLst>
              </p14:cNvPr>
              <p14:cNvContentPartPr/>
              <p14:nvPr/>
            </p14:nvContentPartPr>
            <p14:xfrm>
              <a:off x="3008770" y="5084374"/>
              <a:ext cx="1166760" cy="30492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E03AA155-224E-5234-3B16-5706B491C3C4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004450" y="5080054"/>
                <a:ext cx="117540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upo 170">
            <a:extLst>
              <a:ext uri="{FF2B5EF4-FFF2-40B4-BE49-F238E27FC236}">
                <a16:creationId xmlns:a16="http://schemas.microsoft.com/office/drawing/2014/main" id="{DB0FD531-7A17-D030-D002-65F14B398A97}"/>
              </a:ext>
            </a:extLst>
          </p:cNvPr>
          <p:cNvGrpSpPr/>
          <p:nvPr/>
        </p:nvGrpSpPr>
        <p:grpSpPr>
          <a:xfrm>
            <a:off x="565450" y="3611614"/>
            <a:ext cx="1316520" cy="362160"/>
            <a:chOff x="565450" y="3611614"/>
            <a:chExt cx="131652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E6036869-31D1-2B1A-393F-8CC1DD0961CD}"/>
                    </a:ext>
                  </a:extLst>
                </p14:cNvPr>
                <p14:cNvContentPartPr/>
                <p14:nvPr/>
              </p14:nvContentPartPr>
              <p14:xfrm>
                <a:off x="565450" y="3629974"/>
                <a:ext cx="209160" cy="2152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E6036869-31D1-2B1A-393F-8CC1DD0961C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1130" y="3625654"/>
                  <a:ext cx="217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BEE11D2-C338-FD59-FDA3-9220B460F6BF}"/>
                    </a:ext>
                  </a:extLst>
                </p14:cNvPr>
                <p14:cNvContentPartPr/>
                <p14:nvPr/>
              </p14:nvContentPartPr>
              <p14:xfrm>
                <a:off x="756250" y="3672814"/>
                <a:ext cx="212400" cy="1054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BEE11D2-C338-FD59-FDA3-9220B460F6B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1930" y="3668494"/>
                  <a:ext cx="221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A657030B-E8E9-F222-7EF8-BAFDA25E0BFC}"/>
                    </a:ext>
                  </a:extLst>
                </p14:cNvPr>
                <p14:cNvContentPartPr/>
                <p14:nvPr/>
              </p14:nvContentPartPr>
              <p14:xfrm>
                <a:off x="774250" y="3633934"/>
                <a:ext cx="93600" cy="1854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A657030B-E8E9-F222-7EF8-BAFDA25E0BF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9930" y="3629614"/>
                  <a:ext cx="102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66799CAE-7B1E-5307-DA9E-31FC0D02E47A}"/>
                    </a:ext>
                  </a:extLst>
                </p14:cNvPr>
                <p14:cNvContentPartPr/>
                <p14:nvPr/>
              </p14:nvContentPartPr>
              <p14:xfrm>
                <a:off x="1034170" y="3614854"/>
                <a:ext cx="40680" cy="1958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66799CAE-7B1E-5307-DA9E-31FC0D02E47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9850" y="3610534"/>
                  <a:ext cx="49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D951B963-DB6C-CC84-2329-12D1B12AA64A}"/>
                    </a:ext>
                  </a:extLst>
                </p14:cNvPr>
                <p14:cNvContentPartPr/>
                <p14:nvPr/>
              </p14:nvContentPartPr>
              <p14:xfrm>
                <a:off x="1004290" y="3683614"/>
                <a:ext cx="159120" cy="1476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D951B963-DB6C-CC84-2329-12D1B12AA6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9970" y="3679294"/>
                  <a:ext cx="167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FCFE47DA-5C4D-65F7-6C07-7A5958681F69}"/>
                    </a:ext>
                  </a:extLst>
                </p14:cNvPr>
                <p14:cNvContentPartPr/>
                <p14:nvPr/>
              </p14:nvContentPartPr>
              <p14:xfrm>
                <a:off x="1229290" y="3632134"/>
                <a:ext cx="129240" cy="1652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FCFE47DA-5C4D-65F7-6C07-7A5958681F6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24970" y="3627814"/>
                  <a:ext cx="137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3D5CE3A-7B72-CA58-5AC6-5EB79A5A7A61}"/>
                    </a:ext>
                  </a:extLst>
                </p14:cNvPr>
                <p14:cNvContentPartPr/>
                <p14:nvPr/>
              </p14:nvContentPartPr>
              <p14:xfrm>
                <a:off x="1253410" y="3696934"/>
                <a:ext cx="150840" cy="219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3D5CE3A-7B72-CA58-5AC6-5EB79A5A7A6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49090" y="3692614"/>
                  <a:ext cx="159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504E4FC7-AE9F-3A27-BE78-513AF705A3A7}"/>
                    </a:ext>
                  </a:extLst>
                </p14:cNvPr>
                <p14:cNvContentPartPr/>
                <p14:nvPr/>
              </p14:nvContentPartPr>
              <p14:xfrm>
                <a:off x="1499290" y="3666334"/>
                <a:ext cx="137880" cy="39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504E4FC7-AE9F-3A27-BE78-513AF705A3A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94970" y="3662014"/>
                  <a:ext cx="146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27ADF38-B13F-39C7-FAA5-A9BA01654264}"/>
                    </a:ext>
                  </a:extLst>
                </p14:cNvPr>
                <p14:cNvContentPartPr/>
                <p14:nvPr/>
              </p14:nvContentPartPr>
              <p14:xfrm>
                <a:off x="1505410" y="3708094"/>
                <a:ext cx="160200" cy="255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27ADF38-B13F-39C7-FAA5-A9BA0165426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501090" y="3703774"/>
                  <a:ext cx="168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CAD2F53-1D14-47DE-391B-C53C1D13F749}"/>
                    </a:ext>
                  </a:extLst>
                </p14:cNvPr>
                <p14:cNvContentPartPr/>
                <p14:nvPr/>
              </p14:nvContentPartPr>
              <p14:xfrm>
                <a:off x="1698730" y="3611614"/>
                <a:ext cx="183240" cy="15948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CAD2F53-1D14-47DE-391B-C53C1D13F74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94410" y="3607294"/>
                  <a:ext cx="191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A49D5FC-59CE-F8CC-5525-25B5740F9A0F}"/>
                    </a:ext>
                  </a:extLst>
                </p14:cNvPr>
                <p14:cNvContentPartPr/>
                <p14:nvPr/>
              </p14:nvContentPartPr>
              <p14:xfrm>
                <a:off x="966130" y="3825454"/>
                <a:ext cx="360" cy="36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A49D5FC-59CE-F8CC-5525-25B5740F9A0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1810" y="382113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4549B3E6-217B-DED8-BD29-D208446A62D4}"/>
                    </a:ext>
                  </a:extLst>
                </p14:cNvPr>
                <p14:cNvContentPartPr/>
                <p14:nvPr/>
              </p14:nvContentPartPr>
              <p14:xfrm>
                <a:off x="1173850" y="3851734"/>
                <a:ext cx="20520" cy="565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4549B3E6-217B-DED8-BD29-D208446A62D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69530" y="3847414"/>
                  <a:ext cx="29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C1F769E7-0324-F4C3-A2A3-6A1A19C2707F}"/>
                    </a:ext>
                  </a:extLst>
                </p14:cNvPr>
                <p14:cNvContentPartPr/>
                <p14:nvPr/>
              </p14:nvContentPartPr>
              <p14:xfrm>
                <a:off x="969010" y="3813574"/>
                <a:ext cx="250560" cy="1602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C1F769E7-0324-F4C3-A2A3-6A1A19C270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4690" y="3809254"/>
                  <a:ext cx="2592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A6BA6CE5-6500-78DB-F2A5-AA243C0754FE}"/>
              </a:ext>
            </a:extLst>
          </p:cNvPr>
          <p:cNvGrpSpPr/>
          <p:nvPr/>
        </p:nvGrpSpPr>
        <p:grpSpPr>
          <a:xfrm>
            <a:off x="3032890" y="3595774"/>
            <a:ext cx="1274760" cy="304200"/>
            <a:chOff x="3032890" y="3595774"/>
            <a:chExt cx="127476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4326F93-F520-D48F-BC03-8093C50B047C}"/>
                    </a:ext>
                  </a:extLst>
                </p14:cNvPr>
                <p14:cNvContentPartPr/>
                <p14:nvPr/>
              </p14:nvContentPartPr>
              <p14:xfrm>
                <a:off x="3032890" y="3617014"/>
                <a:ext cx="210240" cy="1796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4326F93-F520-D48F-BC03-8093C50B047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028570" y="3612694"/>
                  <a:ext cx="218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B431171-03F9-AF9F-8BAE-EEBF5F640877}"/>
                    </a:ext>
                  </a:extLst>
                </p14:cNvPr>
                <p14:cNvContentPartPr/>
                <p14:nvPr/>
              </p14:nvContentPartPr>
              <p14:xfrm>
                <a:off x="3267970" y="3631054"/>
                <a:ext cx="160920" cy="1260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B431171-03F9-AF9F-8BAE-EEBF5F64087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263650" y="3626734"/>
                  <a:ext cx="169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679D4FC-CCB5-BB20-599E-21477881F1FA}"/>
                    </a:ext>
                  </a:extLst>
                </p14:cNvPr>
                <p14:cNvContentPartPr/>
                <p14:nvPr/>
              </p14:nvContentPartPr>
              <p14:xfrm>
                <a:off x="3233770" y="3595774"/>
                <a:ext cx="127080" cy="21348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679D4FC-CCB5-BB20-599E-21477881F1F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29450" y="3591454"/>
                  <a:ext cx="135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E4D5EDE1-0485-2222-96B2-8CE99D9DC430}"/>
                    </a:ext>
                  </a:extLst>
                </p14:cNvPr>
                <p14:cNvContentPartPr/>
                <p14:nvPr/>
              </p14:nvContentPartPr>
              <p14:xfrm>
                <a:off x="3480730" y="3681814"/>
                <a:ext cx="177120" cy="266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E4D5EDE1-0485-2222-96B2-8CE99D9DC43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476410" y="3677494"/>
                  <a:ext cx="185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08C5A172-728E-E724-C260-05CF0EBBCEA7}"/>
                    </a:ext>
                  </a:extLst>
                </p14:cNvPr>
                <p14:cNvContentPartPr/>
                <p14:nvPr/>
              </p14:nvContentPartPr>
              <p14:xfrm>
                <a:off x="3681610" y="3613774"/>
                <a:ext cx="148320" cy="1472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08C5A172-728E-E724-C260-05CF0EBBCEA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677290" y="3609454"/>
                  <a:ext cx="156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722DA284-0558-0D76-B4AD-E0643E083D63}"/>
                    </a:ext>
                  </a:extLst>
                </p14:cNvPr>
                <p14:cNvContentPartPr/>
                <p14:nvPr/>
              </p14:nvContentPartPr>
              <p14:xfrm>
                <a:off x="3697810" y="3673534"/>
                <a:ext cx="185040" cy="75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722DA284-0558-0D76-B4AD-E0643E083D6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693490" y="3669214"/>
                  <a:ext cx="1936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32DAA1B3-5F32-C5F5-F786-C855E071445C}"/>
                    </a:ext>
                  </a:extLst>
                </p14:cNvPr>
                <p14:cNvContentPartPr/>
                <p14:nvPr/>
              </p14:nvContentPartPr>
              <p14:xfrm>
                <a:off x="3929650" y="3668134"/>
                <a:ext cx="140040" cy="32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32DAA1B3-5F32-C5F5-F786-C855E071445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25330" y="3663814"/>
                  <a:ext cx="1486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A0366D55-6C9C-461D-C1BA-219E707C85EB}"/>
                    </a:ext>
                  </a:extLst>
                </p14:cNvPr>
                <p14:cNvContentPartPr/>
                <p14:nvPr/>
              </p14:nvContentPartPr>
              <p14:xfrm>
                <a:off x="3943690" y="3730414"/>
                <a:ext cx="179280" cy="140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A0366D55-6C9C-461D-C1BA-219E707C85E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939370" y="3726094"/>
                  <a:ext cx="187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70DDC632-7FDD-8FC2-AE99-AD96455A5FD0}"/>
                    </a:ext>
                  </a:extLst>
                </p14:cNvPr>
                <p14:cNvContentPartPr/>
                <p14:nvPr/>
              </p14:nvContentPartPr>
              <p14:xfrm>
                <a:off x="4121170" y="3613054"/>
                <a:ext cx="186480" cy="15372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70DDC632-7FDD-8FC2-AE99-AD96455A5FD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116850" y="3608734"/>
                  <a:ext cx="195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A8BE6324-722B-B793-7AEE-4522FD03E50B}"/>
                    </a:ext>
                  </a:extLst>
                </p14:cNvPr>
                <p14:cNvContentPartPr/>
                <p14:nvPr/>
              </p14:nvContentPartPr>
              <p14:xfrm>
                <a:off x="3473530" y="3785134"/>
                <a:ext cx="265680" cy="1148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A8BE6324-722B-B793-7AEE-4522FD03E50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469210" y="3780814"/>
                  <a:ext cx="2743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816CF01D-FAC3-391A-5352-43EDB1E0404A}"/>
              </a:ext>
            </a:extLst>
          </p:cNvPr>
          <p:cNvGrpSpPr/>
          <p:nvPr/>
        </p:nvGrpSpPr>
        <p:grpSpPr>
          <a:xfrm>
            <a:off x="587410" y="2803054"/>
            <a:ext cx="2766960" cy="455760"/>
            <a:chOff x="587410" y="2803054"/>
            <a:chExt cx="2766960" cy="45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2322F1D1-83C3-C087-75F0-CDA6072720CE}"/>
                    </a:ext>
                  </a:extLst>
                </p14:cNvPr>
                <p14:cNvContentPartPr/>
                <p14:nvPr/>
              </p14:nvContentPartPr>
              <p14:xfrm>
                <a:off x="587410" y="2836534"/>
                <a:ext cx="122760" cy="3682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2322F1D1-83C3-C087-75F0-CDA6072720C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3090" y="2832214"/>
                  <a:ext cx="1314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E2D1096-E376-C788-8A5E-8525BBDE5FEB}"/>
                    </a:ext>
                  </a:extLst>
                </p14:cNvPr>
                <p14:cNvContentPartPr/>
                <p14:nvPr/>
              </p14:nvContentPartPr>
              <p14:xfrm>
                <a:off x="3244930" y="2822134"/>
                <a:ext cx="109440" cy="4366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E2D1096-E376-C788-8A5E-8525BBDE5FE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240610" y="2817814"/>
                  <a:ext cx="1180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8C3FDF2-FB8C-7CCA-51F7-295495C4B065}"/>
                    </a:ext>
                  </a:extLst>
                </p14:cNvPr>
                <p14:cNvContentPartPr/>
                <p14:nvPr/>
              </p14:nvContentPartPr>
              <p14:xfrm>
                <a:off x="720970" y="2943814"/>
                <a:ext cx="216000" cy="1879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8C3FDF2-FB8C-7CCA-51F7-295495C4B06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16650" y="2939494"/>
                  <a:ext cx="2246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BB43B61-1B67-935B-CBA9-7DAB76580002}"/>
                    </a:ext>
                  </a:extLst>
                </p14:cNvPr>
                <p14:cNvContentPartPr/>
                <p14:nvPr/>
              </p14:nvContentPartPr>
              <p14:xfrm>
                <a:off x="910690" y="2962174"/>
                <a:ext cx="185040" cy="13500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BB43B61-1B67-935B-CBA9-7DAB7658000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6370" y="2957854"/>
                  <a:ext cx="193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4D061EF-0FF6-8A52-C03E-0956E24E2D3E}"/>
                    </a:ext>
                  </a:extLst>
                </p14:cNvPr>
                <p14:cNvContentPartPr/>
                <p14:nvPr/>
              </p14:nvContentPartPr>
              <p14:xfrm>
                <a:off x="901690" y="2944174"/>
                <a:ext cx="119880" cy="2174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4D061EF-0FF6-8A52-C03E-0956E24E2D3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97370" y="2939854"/>
                  <a:ext cx="128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A420FCC-D26F-5C5D-F9B0-10707D97E8D6}"/>
                    </a:ext>
                  </a:extLst>
                </p14:cNvPr>
                <p14:cNvContentPartPr/>
                <p14:nvPr/>
              </p14:nvContentPartPr>
              <p14:xfrm>
                <a:off x="1876930" y="3190774"/>
                <a:ext cx="23400" cy="255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A420FCC-D26F-5C5D-F9B0-10707D97E8D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872610" y="3186454"/>
                  <a:ext cx="32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5B4CBA14-F8EC-63C0-8CD2-A53D59573512}"/>
                    </a:ext>
                  </a:extLst>
                </p14:cNvPr>
                <p14:cNvContentPartPr/>
                <p14:nvPr/>
              </p14:nvContentPartPr>
              <p14:xfrm>
                <a:off x="1822570" y="2815294"/>
                <a:ext cx="152280" cy="4165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5B4CBA14-F8EC-63C0-8CD2-A53D5957351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818250" y="2810974"/>
                  <a:ext cx="1609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876BA31-A2B5-5119-5A6F-B97478601CEA}"/>
                    </a:ext>
                  </a:extLst>
                </p14:cNvPr>
                <p14:cNvContentPartPr/>
                <p14:nvPr/>
              </p14:nvContentPartPr>
              <p14:xfrm>
                <a:off x="2109490" y="2803054"/>
                <a:ext cx="138600" cy="4518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876BA31-A2B5-5119-5A6F-B97478601C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105170" y="2798734"/>
                  <a:ext cx="1472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5BA53CC0-CD0C-67FB-5F55-336FC08DC5E2}"/>
                    </a:ext>
                  </a:extLst>
                </p14:cNvPr>
                <p14:cNvContentPartPr/>
                <p14:nvPr/>
              </p14:nvContentPartPr>
              <p14:xfrm>
                <a:off x="1586770" y="2915374"/>
                <a:ext cx="168120" cy="20700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5BA53CC0-CD0C-67FB-5F55-336FC08DC5E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582450" y="2911054"/>
                  <a:ext cx="176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4CFB8611-6B25-3218-2E06-BBB2FD204FF4}"/>
                    </a:ext>
                  </a:extLst>
                </p14:cNvPr>
                <p14:cNvContentPartPr/>
                <p14:nvPr/>
              </p14:nvContentPartPr>
              <p14:xfrm>
                <a:off x="1632850" y="3028414"/>
                <a:ext cx="164160" cy="57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4CFB8611-6B25-3218-2E06-BBB2FD204FF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628530" y="3024094"/>
                  <a:ext cx="1728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DD5806B6-F2E1-52E4-0BFF-BD822934CC4C}"/>
                    </a:ext>
                  </a:extLst>
                </p14:cNvPr>
                <p14:cNvContentPartPr/>
                <p14:nvPr/>
              </p14:nvContentPartPr>
              <p14:xfrm>
                <a:off x="2168530" y="3017974"/>
                <a:ext cx="245160" cy="1411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DD5806B6-F2E1-52E4-0BFF-BD822934CC4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164210" y="3013654"/>
                  <a:ext cx="253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23DA0E3A-E105-E7F8-21F6-216FE5C18403}"/>
                    </a:ext>
                  </a:extLst>
                </p14:cNvPr>
                <p14:cNvContentPartPr/>
                <p14:nvPr/>
              </p14:nvContentPartPr>
              <p14:xfrm>
                <a:off x="2380210" y="2993134"/>
                <a:ext cx="179280" cy="1296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23DA0E3A-E105-E7F8-21F6-216FE5C1840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375890" y="2988814"/>
                  <a:ext cx="187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A72853B3-021C-D5E2-5D15-AFAEA1EED3E7}"/>
                    </a:ext>
                  </a:extLst>
                </p14:cNvPr>
                <p14:cNvContentPartPr/>
                <p14:nvPr/>
              </p14:nvContentPartPr>
              <p14:xfrm>
                <a:off x="2351050" y="2986654"/>
                <a:ext cx="129960" cy="1980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A72853B3-021C-D5E2-5D15-AFAEA1EED3E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346730" y="2982334"/>
                  <a:ext cx="138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9867FF6F-6362-A7A7-D52F-6A9110052A10}"/>
                    </a:ext>
                  </a:extLst>
                </p14:cNvPr>
                <p14:cNvContentPartPr/>
                <p14:nvPr/>
              </p14:nvContentPartPr>
              <p14:xfrm>
                <a:off x="2925610" y="2989174"/>
                <a:ext cx="197280" cy="1749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9867FF6F-6362-A7A7-D52F-6A9110052A10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921290" y="2984854"/>
                  <a:ext cx="205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C204C7D2-CC67-6CB7-A590-4F024EB10E0E}"/>
                    </a:ext>
                  </a:extLst>
                </p14:cNvPr>
                <p14:cNvContentPartPr/>
                <p14:nvPr/>
              </p14:nvContentPartPr>
              <p14:xfrm>
                <a:off x="2991850" y="3057934"/>
                <a:ext cx="214200" cy="266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C204C7D2-CC67-6CB7-A590-4F024EB10E0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987530" y="3053614"/>
                  <a:ext cx="222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7C6FF04-6ED8-6A2D-6439-D66FC7558A39}"/>
                    </a:ext>
                  </a:extLst>
                </p14:cNvPr>
                <p14:cNvContentPartPr/>
                <p14:nvPr/>
              </p14:nvContentPartPr>
              <p14:xfrm>
                <a:off x="1298050" y="2923294"/>
                <a:ext cx="20880" cy="1868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7C6FF04-6ED8-6A2D-6439-D66FC7558A3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93730" y="2918974"/>
                  <a:ext cx="29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8A87848-C0F1-E850-0D15-7F8370D3E716}"/>
                    </a:ext>
                  </a:extLst>
                </p14:cNvPr>
                <p14:cNvContentPartPr/>
                <p14:nvPr/>
              </p14:nvContentPartPr>
              <p14:xfrm>
                <a:off x="1215970" y="3012934"/>
                <a:ext cx="204120" cy="158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8A87848-C0F1-E850-0D15-7F8370D3E71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211650" y="3008614"/>
                  <a:ext cx="212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9C026940-C708-BDE1-C1AF-D99B104423D6}"/>
                    </a:ext>
                  </a:extLst>
                </p14:cNvPr>
                <p14:cNvContentPartPr/>
                <p14:nvPr/>
              </p14:nvContentPartPr>
              <p14:xfrm>
                <a:off x="2598730" y="3075214"/>
                <a:ext cx="196200" cy="86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9C026940-C708-BDE1-C1AF-D99B104423D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594410" y="3070894"/>
                  <a:ext cx="2048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46CF521C-AFA9-DCC8-D24F-DB0491831F23}"/>
                    </a:ext>
                  </a:extLst>
                </p14:cNvPr>
                <p14:cNvContentPartPr/>
                <p14:nvPr/>
              </p14:nvContentPartPr>
              <p14:xfrm>
                <a:off x="1280050" y="2948854"/>
                <a:ext cx="21960" cy="1839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46CF521C-AFA9-DCC8-D24F-DB0491831F2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275730" y="2944534"/>
                  <a:ext cx="30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E18EC8C3-6ED2-CBC1-3A34-95D5C8EB0E77}"/>
                    </a:ext>
                  </a:extLst>
                </p14:cNvPr>
                <p14:cNvContentPartPr/>
                <p14:nvPr/>
              </p14:nvContentPartPr>
              <p14:xfrm>
                <a:off x="1211290" y="3026614"/>
                <a:ext cx="195840" cy="111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E18EC8C3-6ED2-CBC1-3A34-95D5C8EB0E7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206970" y="3022294"/>
                  <a:ext cx="204480" cy="1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40459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CC7451-8DDE-4AB2-8A5C-F126E922086B}"/>
              </a:ext>
            </a:extLst>
          </p:cNvPr>
          <p:cNvSpPr txBox="1"/>
          <p:nvPr/>
        </p:nvSpPr>
        <p:spPr>
          <a:xfrm>
            <a:off x="700259" y="1060928"/>
            <a:ext cx="7271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57F5E2C-EF3D-4E5E-92EC-B2C0021077C5}"/>
                  </a:ext>
                </a:extLst>
              </p:cNvPr>
              <p:cNvSpPr txBox="1"/>
              <p:nvPr/>
            </p:nvSpPr>
            <p:spPr>
              <a:xfrm>
                <a:off x="844061" y="1579634"/>
                <a:ext cx="12345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6</m:t>
                      </m:r>
                      <m:sSup>
                        <m:sSup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57F5E2C-EF3D-4E5E-92EC-B2C00210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1" y="1579634"/>
                <a:ext cx="1234505" cy="307777"/>
              </a:xfrm>
              <a:prstGeom prst="rect">
                <a:avLst/>
              </a:prstGeom>
              <a:blipFill>
                <a:blip r:embed="rId2"/>
                <a:stretch>
                  <a:fillRect l="-3941" t="-1961" r="-3448" b="-58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1541A29C-C615-0AC8-5ED5-A513E19AF4C8}"/>
                  </a:ext>
                </a:extLst>
              </p14:cNvPr>
              <p14:cNvContentPartPr/>
              <p14:nvPr/>
            </p14:nvContentPartPr>
            <p14:xfrm>
              <a:off x="7325890" y="1233814"/>
              <a:ext cx="227880" cy="3207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1541A29C-C615-0AC8-5ED5-A513E19AF4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1570" y="1229494"/>
                <a:ext cx="23652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upo 26">
            <a:extLst>
              <a:ext uri="{FF2B5EF4-FFF2-40B4-BE49-F238E27FC236}">
                <a16:creationId xmlns:a16="http://schemas.microsoft.com/office/drawing/2014/main" id="{DD3794EB-6F63-B2FF-7EF4-26210BB22399}"/>
              </a:ext>
            </a:extLst>
          </p:cNvPr>
          <p:cNvGrpSpPr/>
          <p:nvPr/>
        </p:nvGrpSpPr>
        <p:grpSpPr>
          <a:xfrm>
            <a:off x="8189170" y="1306174"/>
            <a:ext cx="516960" cy="275760"/>
            <a:chOff x="8189170" y="1306174"/>
            <a:chExt cx="5169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ED4C4E85-248A-60B3-84AA-A39FBEB13489}"/>
                    </a:ext>
                  </a:extLst>
                </p14:cNvPr>
                <p14:cNvContentPartPr/>
                <p14:nvPr/>
              </p14:nvContentPartPr>
              <p14:xfrm>
                <a:off x="8189170" y="1306174"/>
                <a:ext cx="209880" cy="2746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ED4C4E85-248A-60B3-84AA-A39FBEB134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84850" y="1301854"/>
                  <a:ext cx="2185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E4884CC-64F0-2669-D3AF-22958E3C4EED}"/>
                    </a:ext>
                  </a:extLst>
                </p14:cNvPr>
                <p14:cNvContentPartPr/>
                <p14:nvPr/>
              </p14:nvContentPartPr>
              <p14:xfrm>
                <a:off x="8479330" y="1333534"/>
                <a:ext cx="180000" cy="182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E4884CC-64F0-2669-D3AF-22958E3C4E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75010" y="1329214"/>
                  <a:ext cx="188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657EDB71-3F82-EA1A-B699-55DFD321694A}"/>
                    </a:ext>
                  </a:extLst>
                </p14:cNvPr>
                <p14:cNvContentPartPr/>
                <p14:nvPr/>
              </p14:nvContentPartPr>
              <p14:xfrm>
                <a:off x="8461330" y="1331734"/>
                <a:ext cx="244800" cy="2502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657EDB71-3F82-EA1A-B699-55DFD32169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57010" y="1327414"/>
                  <a:ext cx="253440" cy="25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E9E6A5B4-FF55-3FEC-F807-864696CA3B9A}"/>
                  </a:ext>
                </a:extLst>
              </p14:cNvPr>
              <p14:cNvContentPartPr/>
              <p14:nvPr/>
            </p14:nvContentPartPr>
            <p14:xfrm>
              <a:off x="8940130" y="1269454"/>
              <a:ext cx="117720" cy="20430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E9E6A5B4-FF55-3FEC-F807-864696CA3B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35810" y="1265134"/>
                <a:ext cx="126360" cy="20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F9B23CD9-50FE-9FB8-E47E-E01BC2D831A5}"/>
              </a:ext>
            </a:extLst>
          </p:cNvPr>
          <p:cNvGrpSpPr/>
          <p:nvPr/>
        </p:nvGrpSpPr>
        <p:grpSpPr>
          <a:xfrm>
            <a:off x="8916010" y="510934"/>
            <a:ext cx="990360" cy="336240"/>
            <a:chOff x="8916010" y="510934"/>
            <a:chExt cx="990360" cy="33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A79EB45D-F3DB-C2A5-A198-456BF72D5864}"/>
                    </a:ext>
                  </a:extLst>
                </p14:cNvPr>
                <p14:cNvContentPartPr/>
                <p14:nvPr/>
              </p14:nvContentPartPr>
              <p14:xfrm>
                <a:off x="8916010" y="510934"/>
                <a:ext cx="73800" cy="2458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A79EB45D-F3DB-C2A5-A198-456BF72D58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11690" y="506614"/>
                  <a:ext cx="82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2F18F6C6-B07D-4FF3-4A45-737C44CA3F79}"/>
                    </a:ext>
                  </a:extLst>
                </p14:cNvPr>
                <p14:cNvContentPartPr/>
                <p14:nvPr/>
              </p14:nvContentPartPr>
              <p14:xfrm>
                <a:off x="8957410" y="531094"/>
                <a:ext cx="202320" cy="1026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2F18F6C6-B07D-4FF3-4A45-737C44CA3F7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53090" y="526774"/>
                  <a:ext cx="210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71A6408C-5023-DE89-EB63-B61FA40C750E}"/>
                    </a:ext>
                  </a:extLst>
                </p14:cNvPr>
                <p14:cNvContentPartPr/>
                <p14:nvPr/>
              </p14:nvContentPartPr>
              <p14:xfrm>
                <a:off x="9085930" y="519214"/>
                <a:ext cx="165240" cy="1188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71A6408C-5023-DE89-EB63-B61FA40C75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81610" y="514894"/>
                  <a:ext cx="173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2048AD9-1A63-8387-B41A-1DDE035EEBB8}"/>
                    </a:ext>
                  </a:extLst>
                </p14:cNvPr>
                <p14:cNvContentPartPr/>
                <p14:nvPr/>
              </p14:nvContentPartPr>
              <p14:xfrm>
                <a:off x="9210490" y="526414"/>
                <a:ext cx="87840" cy="2610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2048AD9-1A63-8387-B41A-1DDE035EEBB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206170" y="522094"/>
                  <a:ext cx="964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B51B36ED-288E-1C0A-3987-9181B5844A0D}"/>
                    </a:ext>
                  </a:extLst>
                </p14:cNvPr>
                <p14:cNvContentPartPr/>
                <p14:nvPr/>
              </p14:nvContentPartPr>
              <p14:xfrm>
                <a:off x="9381130" y="584374"/>
                <a:ext cx="236520" cy="1922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B51B36ED-288E-1C0A-3987-9181B5844A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76810" y="580054"/>
                  <a:ext cx="2451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F0AA9B94-0B40-BEDF-8946-4FA7196A9A44}"/>
                    </a:ext>
                  </a:extLst>
                </p14:cNvPr>
                <p14:cNvContentPartPr/>
                <p14:nvPr/>
              </p14:nvContentPartPr>
              <p14:xfrm>
                <a:off x="9703690" y="585094"/>
                <a:ext cx="17280" cy="2325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F0AA9B94-0B40-BEDF-8946-4FA7196A9A4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99370" y="580774"/>
                  <a:ext cx="25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2A67AF8D-E01A-C19F-2950-CA6AACA70975}"/>
                    </a:ext>
                  </a:extLst>
                </p14:cNvPr>
                <p14:cNvContentPartPr/>
                <p14:nvPr/>
              </p14:nvContentPartPr>
              <p14:xfrm>
                <a:off x="9688570" y="562774"/>
                <a:ext cx="217800" cy="2844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2A67AF8D-E01A-C19F-2950-CA6AACA7097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84250" y="558454"/>
                  <a:ext cx="22644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F83DCF77-5DEF-10B9-7418-2A37259B939E}"/>
                  </a:ext>
                </a:extLst>
              </p14:cNvPr>
              <p14:cNvContentPartPr/>
              <p14:nvPr/>
            </p14:nvContentPartPr>
            <p14:xfrm>
              <a:off x="9110050" y="1404814"/>
              <a:ext cx="297360" cy="20700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F83DCF77-5DEF-10B9-7418-2A37259B939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05730" y="1400494"/>
                <a:ext cx="3060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6E90C026-BC65-22E5-5631-BC3F2E1D9737}"/>
                  </a:ext>
                </a:extLst>
              </p14:cNvPr>
              <p14:cNvContentPartPr/>
              <p14:nvPr/>
            </p14:nvContentPartPr>
            <p14:xfrm>
              <a:off x="7328410" y="1734934"/>
              <a:ext cx="214920" cy="2836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6E90C026-BC65-22E5-5631-BC3F2E1D973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324090" y="1730614"/>
                <a:ext cx="22356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12938C9D-DAEB-386A-6DA8-7FA1C721FC26}"/>
              </a:ext>
            </a:extLst>
          </p:cNvPr>
          <p:cNvGrpSpPr/>
          <p:nvPr/>
        </p:nvGrpSpPr>
        <p:grpSpPr>
          <a:xfrm>
            <a:off x="8272330" y="1782814"/>
            <a:ext cx="349560" cy="270360"/>
            <a:chOff x="8272330" y="1782814"/>
            <a:chExt cx="34956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B48A8E1-085B-3139-B925-69B08AACB052}"/>
                    </a:ext>
                  </a:extLst>
                </p14:cNvPr>
                <p14:cNvContentPartPr/>
                <p14:nvPr/>
              </p14:nvContentPartPr>
              <p14:xfrm>
                <a:off x="8272330" y="1782814"/>
                <a:ext cx="56160" cy="25524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B48A8E1-085B-3139-B925-69B08AACB0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68010" y="1778494"/>
                  <a:ext cx="64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114DC6B8-10DD-6772-9965-846F1D8680B5}"/>
                    </a:ext>
                  </a:extLst>
                </p14:cNvPr>
                <p14:cNvContentPartPr/>
                <p14:nvPr/>
              </p14:nvContentPartPr>
              <p14:xfrm>
                <a:off x="8414890" y="1813414"/>
                <a:ext cx="207000" cy="39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114DC6B8-10DD-6772-9965-846F1D8680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10570" y="1809094"/>
                  <a:ext cx="215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6E8715B6-4885-D1AC-D3D1-75E796C35213}"/>
                    </a:ext>
                  </a:extLst>
                </p14:cNvPr>
                <p14:cNvContentPartPr/>
                <p14:nvPr/>
              </p14:nvContentPartPr>
              <p14:xfrm>
                <a:off x="8409850" y="1819894"/>
                <a:ext cx="199440" cy="2332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6E8715B6-4885-D1AC-D3D1-75E796C3521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05530" y="1815574"/>
                  <a:ext cx="208080" cy="24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EF0D2053-8EE6-B5B8-DFD4-82C16758B386}"/>
                  </a:ext>
                </a:extLst>
              </p14:cNvPr>
              <p14:cNvContentPartPr/>
              <p14:nvPr/>
            </p14:nvContentPartPr>
            <p14:xfrm>
              <a:off x="9078730" y="1770934"/>
              <a:ext cx="194400" cy="27180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EF0D2053-8EE6-B5B8-DFD4-82C16758B38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74410" y="1766614"/>
                <a:ext cx="203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81C59F7F-E427-5D56-CFBC-5FEED4D5FF3C}"/>
                  </a:ext>
                </a:extLst>
              </p14:cNvPr>
              <p14:cNvContentPartPr/>
              <p14:nvPr/>
            </p14:nvContentPartPr>
            <p14:xfrm>
              <a:off x="7437130" y="2218414"/>
              <a:ext cx="85320" cy="23760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81C59F7F-E427-5D56-CFBC-5FEED4D5FF3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32810" y="2214094"/>
                <a:ext cx="93960" cy="24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66491F0B-87BA-ED26-E440-2B7AA4E80399}"/>
              </a:ext>
            </a:extLst>
          </p:cNvPr>
          <p:cNvGrpSpPr/>
          <p:nvPr/>
        </p:nvGrpSpPr>
        <p:grpSpPr>
          <a:xfrm>
            <a:off x="8349730" y="2250814"/>
            <a:ext cx="209160" cy="258120"/>
            <a:chOff x="8349730" y="2250814"/>
            <a:chExt cx="2091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31A94E26-585F-2C72-2F99-ADEB25212092}"/>
                    </a:ext>
                  </a:extLst>
                </p14:cNvPr>
                <p14:cNvContentPartPr/>
                <p14:nvPr/>
              </p14:nvContentPartPr>
              <p14:xfrm>
                <a:off x="8353690" y="2250814"/>
                <a:ext cx="205200" cy="248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31A94E26-585F-2C72-2F99-ADEB252120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49370" y="2246494"/>
                  <a:ext cx="21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3CC5656E-B1A7-1FA7-4144-3568E2F2E1C4}"/>
                    </a:ext>
                  </a:extLst>
                </p14:cNvPr>
                <p14:cNvContentPartPr/>
                <p14:nvPr/>
              </p14:nvContentPartPr>
              <p14:xfrm>
                <a:off x="8349730" y="2287894"/>
                <a:ext cx="198360" cy="2210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3CC5656E-B1A7-1FA7-4144-3568E2F2E1C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345410" y="2283574"/>
                  <a:ext cx="20700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6BB8CD0D-1224-07B8-534D-C3A5A7C89181}"/>
              </a:ext>
            </a:extLst>
          </p:cNvPr>
          <p:cNvGrpSpPr/>
          <p:nvPr/>
        </p:nvGrpSpPr>
        <p:grpSpPr>
          <a:xfrm>
            <a:off x="9319930" y="1516054"/>
            <a:ext cx="793080" cy="429120"/>
            <a:chOff x="9319930" y="1516054"/>
            <a:chExt cx="79308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8CA5965-975E-9B3D-F731-9903018B6BCC}"/>
                    </a:ext>
                  </a:extLst>
                </p14:cNvPr>
                <p14:cNvContentPartPr/>
                <p14:nvPr/>
              </p14:nvContentPartPr>
              <p14:xfrm>
                <a:off x="9319930" y="1516054"/>
                <a:ext cx="200520" cy="3798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8CA5965-975E-9B3D-F731-9903018B6B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15610" y="1511734"/>
                  <a:ext cx="2091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81F02F4-1119-21A6-B387-73B3987B5C4C}"/>
                    </a:ext>
                  </a:extLst>
                </p14:cNvPr>
                <p14:cNvContentPartPr/>
                <p14:nvPr/>
              </p14:nvContentPartPr>
              <p14:xfrm>
                <a:off x="9729250" y="1553854"/>
                <a:ext cx="212760" cy="2703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81F02F4-1119-21A6-B387-73B3987B5C4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724930" y="1549534"/>
                  <a:ext cx="2214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91D6B8CC-F383-93D7-28C0-5B4479101FB9}"/>
                    </a:ext>
                  </a:extLst>
                </p14:cNvPr>
                <p14:cNvContentPartPr/>
                <p14:nvPr/>
              </p14:nvContentPartPr>
              <p14:xfrm>
                <a:off x="9681370" y="1764814"/>
                <a:ext cx="431640" cy="1803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91D6B8CC-F383-93D7-28C0-5B4479101FB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77050" y="1760494"/>
                  <a:ext cx="44028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682571B8-776D-97C4-4AA8-AD101FB5FAE1}"/>
                  </a:ext>
                </a:extLst>
              </p14:cNvPr>
              <p14:cNvContentPartPr/>
              <p14:nvPr/>
            </p14:nvContentPartPr>
            <p14:xfrm>
              <a:off x="1887010" y="2363854"/>
              <a:ext cx="281880" cy="6948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682571B8-776D-97C4-4AA8-AD101FB5FAE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882690" y="2359534"/>
                <a:ext cx="29052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upo 92">
            <a:extLst>
              <a:ext uri="{FF2B5EF4-FFF2-40B4-BE49-F238E27FC236}">
                <a16:creationId xmlns:a16="http://schemas.microsoft.com/office/drawing/2014/main" id="{E3C00FDF-38F5-A24D-D357-918A01F90FCC}"/>
              </a:ext>
            </a:extLst>
          </p:cNvPr>
          <p:cNvGrpSpPr/>
          <p:nvPr/>
        </p:nvGrpSpPr>
        <p:grpSpPr>
          <a:xfrm>
            <a:off x="7676890" y="3678214"/>
            <a:ext cx="1854360" cy="1262880"/>
            <a:chOff x="7676890" y="3678214"/>
            <a:chExt cx="1854360" cy="12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A6B54798-BE1B-26AE-90E0-B15838D82638}"/>
                    </a:ext>
                  </a:extLst>
                </p14:cNvPr>
                <p14:cNvContentPartPr/>
                <p14:nvPr/>
              </p14:nvContentPartPr>
              <p14:xfrm>
                <a:off x="7906570" y="3871894"/>
                <a:ext cx="233640" cy="3182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A6B54798-BE1B-26AE-90E0-B15838D8263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02250" y="3867574"/>
                  <a:ext cx="242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4CF5F6D5-E1F0-559C-4C19-DF2EADBB0EA4}"/>
                    </a:ext>
                  </a:extLst>
                </p14:cNvPr>
                <p14:cNvContentPartPr/>
                <p14:nvPr/>
              </p14:nvContentPartPr>
              <p14:xfrm>
                <a:off x="8211130" y="3945694"/>
                <a:ext cx="218160" cy="1929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4CF5F6D5-E1F0-559C-4C19-DF2EADBB0E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06810" y="3941374"/>
                  <a:ext cx="226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D4A63715-CDEC-07E1-CFF4-F1B5CD2A6EB4}"/>
                    </a:ext>
                  </a:extLst>
                </p14:cNvPr>
                <p14:cNvContentPartPr/>
                <p14:nvPr/>
              </p14:nvContentPartPr>
              <p14:xfrm>
                <a:off x="8210050" y="3925894"/>
                <a:ext cx="152280" cy="2469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D4A63715-CDEC-07E1-CFF4-F1B5CD2A6EB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05730" y="3921574"/>
                  <a:ext cx="160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A1EC1E32-14F6-F41A-162B-AD074DC5082F}"/>
                    </a:ext>
                  </a:extLst>
                </p14:cNvPr>
                <p14:cNvContentPartPr/>
                <p14:nvPr/>
              </p14:nvContentPartPr>
              <p14:xfrm>
                <a:off x="8417050" y="3756334"/>
                <a:ext cx="182160" cy="1684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A1EC1E32-14F6-F41A-162B-AD074DC5082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12730" y="3752014"/>
                  <a:ext cx="190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255DED69-BEFC-91CF-A135-5719290464BE}"/>
                    </a:ext>
                  </a:extLst>
                </p14:cNvPr>
                <p14:cNvContentPartPr/>
                <p14:nvPr/>
              </p14:nvContentPartPr>
              <p14:xfrm>
                <a:off x="7688770" y="4302814"/>
                <a:ext cx="970920" cy="396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255DED69-BEFC-91CF-A135-5719290464B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84450" y="4298494"/>
                  <a:ext cx="979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87A09193-85E9-29BA-3E41-301B48BD6300}"/>
                    </a:ext>
                  </a:extLst>
                </p14:cNvPr>
                <p14:cNvContentPartPr/>
                <p14:nvPr/>
              </p14:nvContentPartPr>
              <p14:xfrm>
                <a:off x="7883530" y="4440694"/>
                <a:ext cx="217800" cy="2973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87A09193-85E9-29BA-3E41-301B48BD63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79210" y="4436374"/>
                  <a:ext cx="226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AC20EC3-0A62-1290-844A-7FBA83A0F70D}"/>
                    </a:ext>
                  </a:extLst>
                </p14:cNvPr>
                <p14:cNvContentPartPr/>
                <p14:nvPr/>
              </p14:nvContentPartPr>
              <p14:xfrm>
                <a:off x="8180890" y="4468054"/>
                <a:ext cx="244440" cy="174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AC20EC3-0A62-1290-844A-7FBA83A0F70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76570" y="4463734"/>
                  <a:ext cx="253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B37327FE-7350-4239-CE32-2CB80E196D45}"/>
                    </a:ext>
                  </a:extLst>
                </p14:cNvPr>
                <p14:cNvContentPartPr/>
                <p14:nvPr/>
              </p14:nvContentPartPr>
              <p14:xfrm>
                <a:off x="8100970" y="4420174"/>
                <a:ext cx="227880" cy="33408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B37327FE-7350-4239-CE32-2CB80E196D4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6650" y="4415854"/>
                  <a:ext cx="2365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876D8248-0A71-347A-394E-ECBFA5B30165}"/>
                    </a:ext>
                  </a:extLst>
                </p14:cNvPr>
                <p14:cNvContentPartPr/>
                <p14:nvPr/>
              </p14:nvContentPartPr>
              <p14:xfrm>
                <a:off x="8789650" y="4203094"/>
                <a:ext cx="262440" cy="12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876D8248-0A71-347A-394E-ECBFA5B3016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85330" y="4198774"/>
                  <a:ext cx="271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2424C17-CB99-494D-E29B-9A010496116C}"/>
                    </a:ext>
                  </a:extLst>
                </p14:cNvPr>
                <p14:cNvContentPartPr/>
                <p14:nvPr/>
              </p14:nvContentPartPr>
              <p14:xfrm>
                <a:off x="8837890" y="4339894"/>
                <a:ext cx="185040" cy="122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2424C17-CB99-494D-E29B-9A010496116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33570" y="4335574"/>
                  <a:ext cx="193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26AD259-C6A6-BB56-E94C-6A0968440746}"/>
                    </a:ext>
                  </a:extLst>
                </p14:cNvPr>
                <p14:cNvContentPartPr/>
                <p14:nvPr/>
              </p14:nvContentPartPr>
              <p14:xfrm>
                <a:off x="8018170" y="4066654"/>
                <a:ext cx="19440" cy="511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26AD259-C6A6-BB56-E94C-6A096844074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13850" y="4062334"/>
                  <a:ext cx="28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35D2F35-078E-6D46-C89E-FDA17D3C6B66}"/>
                    </a:ext>
                  </a:extLst>
                </p14:cNvPr>
                <p14:cNvContentPartPr/>
                <p14:nvPr/>
              </p14:nvContentPartPr>
              <p14:xfrm>
                <a:off x="7748170" y="3816454"/>
                <a:ext cx="457200" cy="5850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35D2F35-078E-6D46-C89E-FDA17D3C6B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43850" y="3812134"/>
                  <a:ext cx="46584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AC96F27-48FE-7ECD-F14A-1F8D17A81553}"/>
                    </a:ext>
                  </a:extLst>
                </p14:cNvPr>
                <p14:cNvContentPartPr/>
                <p14:nvPr/>
              </p14:nvContentPartPr>
              <p14:xfrm>
                <a:off x="7676890" y="4405414"/>
                <a:ext cx="425520" cy="46548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AC96F27-48FE-7ECD-F14A-1F8D17A8155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72570" y="4401094"/>
                  <a:ext cx="4341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CB22E56C-2934-388D-AA2B-97F7BD210065}"/>
                    </a:ext>
                  </a:extLst>
                </p14:cNvPr>
                <p14:cNvContentPartPr/>
                <p14:nvPr/>
              </p14:nvContentPartPr>
              <p14:xfrm>
                <a:off x="8499490" y="3805654"/>
                <a:ext cx="4320" cy="3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CB22E56C-2934-388D-AA2B-97F7BD21006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95170" y="3801334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F3B2E315-3F34-00BC-E6B5-6745341AA0A4}"/>
                    </a:ext>
                  </a:extLst>
                </p14:cNvPr>
                <p14:cNvContentPartPr/>
                <p14:nvPr/>
              </p14:nvContentPartPr>
              <p14:xfrm>
                <a:off x="8503450" y="3805654"/>
                <a:ext cx="360" cy="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F3B2E315-3F34-00BC-E6B5-6745341AA0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99130" y="380133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AE6B404C-E12C-E8B0-FBA9-045D743A080F}"/>
                    </a:ext>
                  </a:extLst>
                </p14:cNvPr>
                <p14:cNvContentPartPr/>
                <p14:nvPr/>
              </p14:nvContentPartPr>
              <p14:xfrm>
                <a:off x="8503450" y="3800254"/>
                <a:ext cx="15480" cy="57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AE6B404C-E12C-E8B0-FBA9-045D743A080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99130" y="3795934"/>
                  <a:ext cx="241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CA056D3A-10AD-6C27-C9F5-34981EB5C3B2}"/>
                    </a:ext>
                  </a:extLst>
                </p14:cNvPr>
                <p14:cNvContentPartPr/>
                <p14:nvPr/>
              </p14:nvContentPartPr>
              <p14:xfrm>
                <a:off x="8491210" y="3825454"/>
                <a:ext cx="360" cy="3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CA056D3A-10AD-6C27-C9F5-34981EB5C3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86890" y="382113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E949C78-A40E-1663-EA49-63AFABD2EFD6}"/>
                    </a:ext>
                  </a:extLst>
                </p14:cNvPr>
                <p14:cNvContentPartPr/>
                <p14:nvPr/>
              </p14:nvContentPartPr>
              <p14:xfrm>
                <a:off x="8322370" y="3678214"/>
                <a:ext cx="383400" cy="3175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E949C78-A40E-1663-EA49-63AFABD2EFD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18050" y="3673894"/>
                  <a:ext cx="3920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60F54A96-19FE-6DA3-AD2D-94E97FFCCFE4}"/>
                    </a:ext>
                  </a:extLst>
                </p14:cNvPr>
                <p14:cNvContentPartPr/>
                <p14:nvPr/>
              </p14:nvContentPartPr>
              <p14:xfrm>
                <a:off x="7873810" y="4409374"/>
                <a:ext cx="603000" cy="5317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60F54A96-19FE-6DA3-AD2D-94E97FFCCF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69490" y="4405054"/>
                  <a:ext cx="61164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EFC4283-BC52-D4D4-CF73-98CE66781902}"/>
                    </a:ext>
                  </a:extLst>
                </p14:cNvPr>
                <p14:cNvContentPartPr/>
                <p14:nvPr/>
              </p14:nvContentPartPr>
              <p14:xfrm>
                <a:off x="9192490" y="4036774"/>
                <a:ext cx="338760" cy="2116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EFC4283-BC52-D4D4-CF73-98CE6678190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88170" y="4032454"/>
                  <a:ext cx="347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A2479693-7A1E-C6F5-EA2D-5B81A8DBDFF4}"/>
                    </a:ext>
                  </a:extLst>
                </p14:cNvPr>
                <p14:cNvContentPartPr/>
                <p14:nvPr/>
              </p14:nvContentPartPr>
              <p14:xfrm>
                <a:off x="9109690" y="3969094"/>
                <a:ext cx="285840" cy="42336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A2479693-7A1E-C6F5-EA2D-5B81A8DBDF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05370" y="3964774"/>
                  <a:ext cx="294480" cy="43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843E9B1A-036B-E73B-D5DE-13E880F0156F}"/>
              </a:ext>
            </a:extLst>
          </p:cNvPr>
          <p:cNvGrpSpPr/>
          <p:nvPr/>
        </p:nvGrpSpPr>
        <p:grpSpPr>
          <a:xfrm>
            <a:off x="612970" y="2067214"/>
            <a:ext cx="2017440" cy="999360"/>
            <a:chOff x="612970" y="2067214"/>
            <a:chExt cx="2017440" cy="9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8C16488E-1C47-CAE1-A61A-439255D0DA83}"/>
                    </a:ext>
                  </a:extLst>
                </p14:cNvPr>
                <p14:cNvContentPartPr/>
                <p14:nvPr/>
              </p14:nvContentPartPr>
              <p14:xfrm>
                <a:off x="834370" y="2098174"/>
                <a:ext cx="6480" cy="158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8C16488E-1C47-CAE1-A61A-439255D0DA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0050" y="2093854"/>
                  <a:ext cx="1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51A2F5EF-20DF-1974-8184-AB2C304C574F}"/>
                    </a:ext>
                  </a:extLst>
                </p14:cNvPr>
                <p14:cNvContentPartPr/>
                <p14:nvPr/>
              </p14:nvContentPartPr>
              <p14:xfrm>
                <a:off x="840490" y="2098174"/>
                <a:ext cx="360" cy="3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51A2F5EF-20DF-1974-8184-AB2C304C574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36170" y="20938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E82354E7-4C4E-FE6C-B308-2EC585EDF7B9}"/>
                    </a:ext>
                  </a:extLst>
                </p14:cNvPr>
                <p14:cNvContentPartPr/>
                <p14:nvPr/>
              </p14:nvContentPartPr>
              <p14:xfrm>
                <a:off x="738610" y="2084134"/>
                <a:ext cx="166680" cy="2685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E82354E7-4C4E-FE6C-B308-2EC585EDF7B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34290" y="2079814"/>
                  <a:ext cx="1753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4DAC438-8B4F-9410-537E-EBE2099C3A99}"/>
                    </a:ext>
                  </a:extLst>
                </p14:cNvPr>
                <p14:cNvContentPartPr/>
                <p14:nvPr/>
              </p14:nvContentPartPr>
              <p14:xfrm>
                <a:off x="926890" y="2187814"/>
                <a:ext cx="184680" cy="1663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4DAC438-8B4F-9410-537E-EBE2099C3A9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22570" y="2183494"/>
                  <a:ext cx="193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0639A6F3-7EF0-0BDC-6EFD-9F2050D8379D}"/>
                    </a:ext>
                  </a:extLst>
                </p14:cNvPr>
                <p14:cNvContentPartPr/>
                <p14:nvPr/>
              </p14:nvContentPartPr>
              <p14:xfrm>
                <a:off x="938050" y="2181334"/>
                <a:ext cx="86760" cy="1972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0639A6F3-7EF0-0BDC-6EFD-9F2050D8379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3730" y="2177014"/>
                  <a:ext cx="95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FE38302-4FC7-FDA2-AB95-DC0F3C46D8C3}"/>
                    </a:ext>
                  </a:extLst>
                </p14:cNvPr>
                <p14:cNvContentPartPr/>
                <p14:nvPr/>
              </p14:nvContentPartPr>
              <p14:xfrm>
                <a:off x="1026250" y="2067214"/>
                <a:ext cx="151920" cy="1342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FE38302-4FC7-FDA2-AB95-DC0F3C46D8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1930" y="2062894"/>
                  <a:ext cx="160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7667A44-DD47-EB93-A10C-384CA055E938}"/>
                    </a:ext>
                  </a:extLst>
                </p14:cNvPr>
                <p14:cNvContentPartPr/>
                <p14:nvPr/>
              </p14:nvContentPartPr>
              <p14:xfrm>
                <a:off x="1257370" y="2253334"/>
                <a:ext cx="158760" cy="133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7667A44-DD47-EB93-A10C-384CA055E93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53050" y="2249014"/>
                  <a:ext cx="167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FA4B869-D9D0-8A8D-983B-86E95FC994B9}"/>
                    </a:ext>
                  </a:extLst>
                </p14:cNvPr>
                <p14:cNvContentPartPr/>
                <p14:nvPr/>
              </p14:nvContentPartPr>
              <p14:xfrm>
                <a:off x="1463290" y="2157934"/>
                <a:ext cx="203400" cy="2415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FA4B869-D9D0-8A8D-983B-86E95FC994B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458970" y="2153614"/>
                  <a:ext cx="212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8132CB5E-9F0A-4284-8C9A-9C74BCE2254E}"/>
                    </a:ext>
                  </a:extLst>
                </p14:cNvPr>
                <p14:cNvContentPartPr/>
                <p14:nvPr/>
              </p14:nvContentPartPr>
              <p14:xfrm>
                <a:off x="1664170" y="2175934"/>
                <a:ext cx="188640" cy="1962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8132CB5E-9F0A-4284-8C9A-9C74BCE2254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59850" y="2171614"/>
                  <a:ext cx="1972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F0029A9-AFAA-8BDF-DE1A-63265145FC73}"/>
                    </a:ext>
                  </a:extLst>
                </p14:cNvPr>
                <p14:cNvContentPartPr/>
                <p14:nvPr/>
              </p14:nvContentPartPr>
              <p14:xfrm>
                <a:off x="1906090" y="2192134"/>
                <a:ext cx="168480" cy="1530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F0029A9-AFAA-8BDF-DE1A-63265145FC7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901770" y="2187814"/>
                  <a:ext cx="177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5FAD11F-27EF-87F4-9AB7-F7B6F0A3626E}"/>
                    </a:ext>
                  </a:extLst>
                </p14:cNvPr>
                <p14:cNvContentPartPr/>
                <p14:nvPr/>
              </p14:nvContentPartPr>
              <p14:xfrm>
                <a:off x="1893130" y="2169454"/>
                <a:ext cx="79560" cy="1861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5FAD11F-27EF-87F4-9AB7-F7B6F0A362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888810" y="2165134"/>
                  <a:ext cx="8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7AAC64D-37CC-73F3-0D3F-8D94EC4474EC}"/>
                    </a:ext>
                  </a:extLst>
                </p14:cNvPr>
                <p14:cNvContentPartPr/>
                <p14:nvPr/>
              </p14:nvContentPartPr>
              <p14:xfrm>
                <a:off x="2164210" y="2184934"/>
                <a:ext cx="136080" cy="39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7AAC64D-37CC-73F3-0D3F-8D94EC4474E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159890" y="2180614"/>
                  <a:ext cx="144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CE8604B4-7EA8-6639-926A-E6397730B146}"/>
                    </a:ext>
                  </a:extLst>
                </p14:cNvPr>
                <p14:cNvContentPartPr/>
                <p14:nvPr/>
              </p14:nvContentPartPr>
              <p14:xfrm>
                <a:off x="2298850" y="2230294"/>
                <a:ext cx="65520" cy="14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CE8604B4-7EA8-6639-926A-E6397730B14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294530" y="2225974"/>
                  <a:ext cx="74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156A4C5F-5113-CDB4-28BD-5DA7DAF90636}"/>
                    </a:ext>
                  </a:extLst>
                </p14:cNvPr>
                <p14:cNvContentPartPr/>
                <p14:nvPr/>
              </p14:nvContentPartPr>
              <p14:xfrm>
                <a:off x="2189050" y="2237494"/>
                <a:ext cx="201240" cy="111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156A4C5F-5113-CDB4-28BD-5DA7DAF9063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184730" y="2233174"/>
                  <a:ext cx="209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405D18C-279B-99AB-736F-52CAC02A1776}"/>
                    </a:ext>
                  </a:extLst>
                </p14:cNvPr>
                <p14:cNvContentPartPr/>
                <p14:nvPr/>
              </p14:nvContentPartPr>
              <p14:xfrm>
                <a:off x="2420890" y="2104294"/>
                <a:ext cx="209520" cy="1767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405D18C-279B-99AB-736F-52CAC02A177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416570" y="2099974"/>
                  <a:ext cx="218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7500C7AC-8A74-26BF-43AC-4CC2AB2FB53E}"/>
                    </a:ext>
                  </a:extLst>
                </p14:cNvPr>
                <p14:cNvContentPartPr/>
                <p14:nvPr/>
              </p14:nvContentPartPr>
              <p14:xfrm>
                <a:off x="665530" y="2293294"/>
                <a:ext cx="539280" cy="1832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7500C7AC-8A74-26BF-43AC-4CC2AB2FB53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61210" y="2288974"/>
                  <a:ext cx="547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0087802-6FBE-09BA-102A-547682AE2A5F}"/>
                    </a:ext>
                  </a:extLst>
                </p14:cNvPr>
                <p14:cNvContentPartPr/>
                <p14:nvPr/>
              </p14:nvContentPartPr>
              <p14:xfrm>
                <a:off x="1521250" y="2386534"/>
                <a:ext cx="660240" cy="1443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0087802-6FBE-09BA-102A-547682AE2A5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516930" y="2382214"/>
                  <a:ext cx="668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C2C90ACC-A191-F6CE-6E37-443A484D77C4}"/>
                    </a:ext>
                  </a:extLst>
                </p14:cNvPr>
                <p14:cNvContentPartPr/>
                <p14:nvPr/>
              </p14:nvContentPartPr>
              <p14:xfrm>
                <a:off x="612970" y="2711974"/>
                <a:ext cx="200880" cy="2505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C2C90ACC-A191-F6CE-6E37-443A484D77C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08650" y="2707654"/>
                  <a:ext cx="2095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5618D137-B9E3-C65B-746E-3C1F1E57021D}"/>
                    </a:ext>
                  </a:extLst>
                </p14:cNvPr>
                <p14:cNvContentPartPr/>
                <p14:nvPr/>
              </p14:nvContentPartPr>
              <p14:xfrm>
                <a:off x="853450" y="2772454"/>
                <a:ext cx="251640" cy="1792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5618D137-B9E3-C65B-746E-3C1F1E57021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49130" y="2768134"/>
                  <a:ext cx="260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7C55409E-993B-F0C6-DBDD-FEF82DCA8799}"/>
                    </a:ext>
                  </a:extLst>
                </p14:cNvPr>
                <p14:cNvContentPartPr/>
                <p14:nvPr/>
              </p14:nvContentPartPr>
              <p14:xfrm>
                <a:off x="880810" y="2717374"/>
                <a:ext cx="94680" cy="2804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7C55409E-993B-F0C6-DBDD-FEF82DCA87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6490" y="2713054"/>
                  <a:ext cx="1033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1A9AE92-BC69-737E-A790-EBD3E6183E62}"/>
                    </a:ext>
                  </a:extLst>
                </p14:cNvPr>
                <p14:cNvContentPartPr/>
                <p14:nvPr/>
              </p14:nvContentPartPr>
              <p14:xfrm>
                <a:off x="616570" y="2685694"/>
                <a:ext cx="75600" cy="1141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1A9AE92-BC69-737E-A790-EBD3E6183E6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12250" y="2681374"/>
                  <a:ext cx="84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5BB37FF-330B-2F28-5A30-99520B4FEB49}"/>
                    </a:ext>
                  </a:extLst>
                </p14:cNvPr>
                <p14:cNvContentPartPr/>
                <p14:nvPr/>
              </p14:nvContentPartPr>
              <p14:xfrm>
                <a:off x="1236130" y="2652214"/>
                <a:ext cx="3240" cy="140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5BB37FF-330B-2F28-5A30-99520B4FEB4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231810" y="2647894"/>
                  <a:ext cx="11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437EE55-49C5-8CD3-324B-4390B710C90B}"/>
                    </a:ext>
                  </a:extLst>
                </p14:cNvPr>
                <p14:cNvContentPartPr/>
                <p14:nvPr/>
              </p14:nvContentPartPr>
              <p14:xfrm>
                <a:off x="1218850" y="2589934"/>
                <a:ext cx="132120" cy="422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437EE55-49C5-8CD3-324B-4390B710C90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214530" y="2585614"/>
                  <a:ext cx="1407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DA25B20-C437-32CE-37D4-822E2382F410}"/>
                    </a:ext>
                  </a:extLst>
                </p14:cNvPr>
                <p14:cNvContentPartPr/>
                <p14:nvPr/>
              </p14:nvContentPartPr>
              <p14:xfrm>
                <a:off x="1350610" y="2759494"/>
                <a:ext cx="276840" cy="1821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DA25B20-C437-32CE-37D4-822E2382F41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46290" y="2755174"/>
                  <a:ext cx="285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78A997ED-B12B-A0DF-802C-082A3310C265}"/>
                    </a:ext>
                  </a:extLst>
                </p14:cNvPr>
                <p14:cNvContentPartPr/>
                <p14:nvPr/>
              </p14:nvContentPartPr>
              <p14:xfrm>
                <a:off x="1387690" y="2747974"/>
                <a:ext cx="117000" cy="3186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78A997ED-B12B-A0DF-802C-082A3310C26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83370" y="2743654"/>
                  <a:ext cx="125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7BB12CA2-E3D6-7127-62DB-AA87B3E8C047}"/>
                    </a:ext>
                  </a:extLst>
                </p14:cNvPr>
                <p14:cNvContentPartPr/>
                <p14:nvPr/>
              </p14:nvContentPartPr>
              <p14:xfrm>
                <a:off x="1638970" y="2817814"/>
                <a:ext cx="287640" cy="291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7BB12CA2-E3D6-7127-62DB-AA87B3E8C04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634650" y="2813494"/>
                  <a:ext cx="2962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82807888-6B52-5DBC-4506-F54F60BB9E99}"/>
              </a:ext>
            </a:extLst>
          </p:cNvPr>
          <p:cNvGrpSpPr/>
          <p:nvPr/>
        </p:nvGrpSpPr>
        <p:grpSpPr>
          <a:xfrm>
            <a:off x="10106890" y="3781894"/>
            <a:ext cx="1735560" cy="816840"/>
            <a:chOff x="10106890" y="3781894"/>
            <a:chExt cx="1735560" cy="81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3020BCE7-758C-645C-9F6F-15CEAB65F3EA}"/>
                    </a:ext>
                  </a:extLst>
                </p14:cNvPr>
                <p14:cNvContentPartPr/>
                <p14:nvPr/>
              </p14:nvContentPartPr>
              <p14:xfrm>
                <a:off x="10326130" y="3871894"/>
                <a:ext cx="192600" cy="3121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3020BCE7-758C-645C-9F6F-15CEAB65F3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21810" y="3867574"/>
                  <a:ext cx="2012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6E407E40-9A21-AC06-79CD-1D822A170B1D}"/>
                    </a:ext>
                  </a:extLst>
                </p14:cNvPr>
                <p14:cNvContentPartPr/>
                <p14:nvPr/>
              </p14:nvContentPartPr>
              <p14:xfrm>
                <a:off x="10567690" y="3878734"/>
                <a:ext cx="244440" cy="2707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6E407E40-9A21-AC06-79CD-1D822A170B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63370" y="3874414"/>
                  <a:ext cx="253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1B75F35-B1C5-C338-EBBB-FD4F1A31F3EB}"/>
                    </a:ext>
                  </a:extLst>
                </p14:cNvPr>
                <p14:cNvContentPartPr/>
                <p14:nvPr/>
              </p14:nvContentPartPr>
              <p14:xfrm>
                <a:off x="10862530" y="3887014"/>
                <a:ext cx="147960" cy="2192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1B75F35-B1C5-C338-EBBB-FD4F1A31F3E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58210" y="3882694"/>
                  <a:ext cx="1566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41BCA8F-EA2E-B8BA-D2E6-38A95A0611F2}"/>
                    </a:ext>
                  </a:extLst>
                </p14:cNvPr>
                <p14:cNvContentPartPr/>
                <p14:nvPr/>
              </p14:nvContentPartPr>
              <p14:xfrm>
                <a:off x="10818250" y="3820054"/>
                <a:ext cx="162000" cy="35640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41BCA8F-EA2E-B8BA-D2E6-38A95A0611F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813930" y="3815734"/>
                  <a:ext cx="1706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46055DF1-B1F3-F688-7C13-35082B6102E0}"/>
                    </a:ext>
                  </a:extLst>
                </p14:cNvPr>
                <p14:cNvContentPartPr/>
                <p14:nvPr/>
              </p14:nvContentPartPr>
              <p14:xfrm>
                <a:off x="10106890" y="4209934"/>
                <a:ext cx="1015920" cy="316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46055DF1-B1F3-F688-7C13-35082B6102E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102570" y="4205614"/>
                  <a:ext cx="1024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C030898F-2616-CB57-A653-F79D4CC02F24}"/>
                    </a:ext>
                  </a:extLst>
                </p14:cNvPr>
                <p14:cNvContentPartPr/>
                <p14:nvPr/>
              </p14:nvContentPartPr>
              <p14:xfrm>
                <a:off x="10344850" y="4263934"/>
                <a:ext cx="242640" cy="27252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C030898F-2616-CB57-A653-F79D4CC02F2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340530" y="4259614"/>
                  <a:ext cx="2512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F47BB807-870B-4B77-8F74-0C49F860290D}"/>
                    </a:ext>
                  </a:extLst>
                </p14:cNvPr>
                <p14:cNvContentPartPr/>
                <p14:nvPr/>
              </p14:nvContentPartPr>
              <p14:xfrm>
                <a:off x="10659490" y="4347814"/>
                <a:ext cx="214200" cy="1260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F47BB807-870B-4B77-8F74-0C49F860290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655170" y="4343494"/>
                  <a:ext cx="222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0E4806A-FD94-D53B-4986-FAAC7F6AE94C}"/>
                    </a:ext>
                  </a:extLst>
                </p14:cNvPr>
                <p14:cNvContentPartPr/>
                <p14:nvPr/>
              </p14:nvContentPartPr>
              <p14:xfrm>
                <a:off x="10603330" y="4289854"/>
                <a:ext cx="217440" cy="2840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0E4806A-FD94-D53B-4986-FAAC7F6AE94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599010" y="4285534"/>
                  <a:ext cx="226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83924C38-5D77-F14F-C829-3AC6AAB657ED}"/>
                    </a:ext>
                  </a:extLst>
                </p14:cNvPr>
                <p14:cNvContentPartPr/>
                <p14:nvPr/>
              </p14:nvContentPartPr>
              <p14:xfrm>
                <a:off x="11281210" y="4163494"/>
                <a:ext cx="230400" cy="2556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83924C38-5D77-F14F-C829-3AC6AAB657E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276890" y="4159174"/>
                  <a:ext cx="239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AA27093B-D780-50DE-41C7-F9BFD08EE8A1}"/>
                    </a:ext>
                  </a:extLst>
                </p14:cNvPr>
                <p14:cNvContentPartPr/>
                <p14:nvPr/>
              </p14:nvContentPartPr>
              <p14:xfrm>
                <a:off x="11324410" y="4272934"/>
                <a:ext cx="221400" cy="14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AA27093B-D780-50DE-41C7-F9BFD08EE8A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320090" y="4268614"/>
                  <a:ext cx="23004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43FBAC2B-5ED3-B953-D9B1-8B674B5D95B7}"/>
                    </a:ext>
                  </a:extLst>
                </p14:cNvPr>
                <p14:cNvContentPartPr/>
                <p14:nvPr/>
              </p14:nvContentPartPr>
              <p14:xfrm>
                <a:off x="10778290" y="3781894"/>
                <a:ext cx="488520" cy="3592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43FBAC2B-5ED3-B953-D9B1-8B674B5D95B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773970" y="3777574"/>
                  <a:ext cx="497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664E5E58-4639-73F8-A163-72140D464385}"/>
                    </a:ext>
                  </a:extLst>
                </p14:cNvPr>
                <p14:cNvContentPartPr/>
                <p14:nvPr/>
              </p14:nvContentPartPr>
              <p14:xfrm>
                <a:off x="10418290" y="4252054"/>
                <a:ext cx="592920" cy="34668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664E5E58-4639-73F8-A163-72140D46438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413970" y="4247734"/>
                  <a:ext cx="6015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40F5249-05C8-4EE4-D894-E2FC9C32233C}"/>
                    </a:ext>
                  </a:extLst>
                </p14:cNvPr>
                <p14:cNvContentPartPr/>
                <p14:nvPr/>
              </p14:nvContentPartPr>
              <p14:xfrm>
                <a:off x="11617810" y="3939214"/>
                <a:ext cx="224640" cy="2664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40F5249-05C8-4EE4-D894-E2FC9C32233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613490" y="3934894"/>
                  <a:ext cx="233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9948F967-9D58-635C-42B2-64C6D75CAEFC}"/>
                    </a:ext>
                  </a:extLst>
                </p14:cNvPr>
                <p14:cNvContentPartPr/>
                <p14:nvPr/>
              </p14:nvContentPartPr>
              <p14:xfrm>
                <a:off x="11586490" y="3951814"/>
                <a:ext cx="182880" cy="2138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9948F967-9D58-635C-42B2-64C6D75CAEF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582170" y="3947494"/>
                  <a:ext cx="1915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DFA44826-3B0A-204A-887A-85EB7EBFD374}"/>
              </a:ext>
            </a:extLst>
          </p:cNvPr>
          <p:cNvGrpSpPr/>
          <p:nvPr/>
        </p:nvGrpSpPr>
        <p:grpSpPr>
          <a:xfrm>
            <a:off x="1973410" y="2642854"/>
            <a:ext cx="1014480" cy="341640"/>
            <a:chOff x="1973410" y="2642854"/>
            <a:chExt cx="101448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73CE4A93-F6E9-3EB1-4910-8C68624487F4}"/>
                    </a:ext>
                  </a:extLst>
                </p14:cNvPr>
                <p14:cNvContentPartPr/>
                <p14:nvPr/>
              </p14:nvContentPartPr>
              <p14:xfrm>
                <a:off x="1979530" y="2697574"/>
                <a:ext cx="233640" cy="201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73CE4A93-F6E9-3EB1-4910-8C68624487F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975210" y="2693254"/>
                  <a:ext cx="242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7FCDDCE-958F-6A43-F8B1-24B6822A8FA8}"/>
                    </a:ext>
                  </a:extLst>
                </p14:cNvPr>
                <p14:cNvContentPartPr/>
                <p14:nvPr/>
              </p14:nvContentPartPr>
              <p14:xfrm>
                <a:off x="1973410" y="2717374"/>
                <a:ext cx="213480" cy="2250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7FCDDCE-958F-6A43-F8B1-24B6822A8FA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969090" y="2713054"/>
                  <a:ext cx="2221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EFAE6C86-B125-A155-7567-9FE29728AD8A}"/>
                    </a:ext>
                  </a:extLst>
                </p14:cNvPr>
                <p14:cNvContentPartPr/>
                <p14:nvPr/>
              </p14:nvContentPartPr>
              <p14:xfrm>
                <a:off x="2207410" y="2642854"/>
                <a:ext cx="216000" cy="3416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EFAE6C86-B125-A155-7567-9FE29728AD8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03090" y="2638534"/>
                  <a:ext cx="224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CF5C8A4B-5862-5308-5C8A-89CC31639F0D}"/>
                    </a:ext>
                  </a:extLst>
                </p14:cNvPr>
                <p14:cNvContentPartPr/>
                <p14:nvPr/>
              </p14:nvContentPartPr>
              <p14:xfrm>
                <a:off x="2479570" y="2754454"/>
                <a:ext cx="207360" cy="216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CF5C8A4B-5862-5308-5C8A-89CC31639F0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75250" y="2750134"/>
                  <a:ext cx="2160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471BFAB0-87C9-CFFE-358F-9DC8585B8454}"/>
                    </a:ext>
                  </a:extLst>
                </p14:cNvPr>
                <p14:cNvContentPartPr/>
                <p14:nvPr/>
              </p14:nvContentPartPr>
              <p14:xfrm>
                <a:off x="2513770" y="2808454"/>
                <a:ext cx="238320" cy="201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471BFAB0-87C9-CFFE-358F-9DC8585B845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509450" y="2804134"/>
                  <a:ext cx="246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F64C482-9D5F-9999-F0DB-7B88AC08C26F}"/>
                    </a:ext>
                  </a:extLst>
                </p14:cNvPr>
                <p14:cNvContentPartPr/>
                <p14:nvPr/>
              </p14:nvContentPartPr>
              <p14:xfrm>
                <a:off x="2730490" y="2686774"/>
                <a:ext cx="257400" cy="1800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F64C482-9D5F-9999-F0DB-7B88AC08C26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26170" y="2682454"/>
                  <a:ext cx="26604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7E1EA0C2-B0BC-0C26-D9C4-F6D911DA22FD}"/>
              </a:ext>
            </a:extLst>
          </p:cNvPr>
          <p:cNvGrpSpPr/>
          <p:nvPr/>
        </p:nvGrpSpPr>
        <p:grpSpPr>
          <a:xfrm>
            <a:off x="3536170" y="2536294"/>
            <a:ext cx="334800" cy="294480"/>
            <a:chOff x="3536170" y="2536294"/>
            <a:chExt cx="33480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0D3D67A1-54F4-0376-E578-6E8E873C2157}"/>
                    </a:ext>
                  </a:extLst>
                </p14:cNvPr>
                <p14:cNvContentPartPr/>
                <p14:nvPr/>
              </p14:nvContentPartPr>
              <p14:xfrm>
                <a:off x="3576130" y="2579854"/>
                <a:ext cx="53640" cy="2494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0D3D67A1-54F4-0376-E578-6E8E873C215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71810" y="2575534"/>
                  <a:ext cx="62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708ACDA5-16E8-228A-FF0E-DA84826C4B1F}"/>
                    </a:ext>
                  </a:extLst>
                </p14:cNvPr>
                <p14:cNvContentPartPr/>
                <p14:nvPr/>
              </p14:nvContentPartPr>
              <p14:xfrm>
                <a:off x="3536170" y="2536294"/>
                <a:ext cx="253080" cy="2264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708ACDA5-16E8-228A-FF0E-DA84826C4B1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31850" y="2531974"/>
                  <a:ext cx="261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6647177F-23A8-F195-1435-3E4AAC6C0C43}"/>
                    </a:ext>
                  </a:extLst>
                </p14:cNvPr>
                <p14:cNvContentPartPr/>
                <p14:nvPr/>
              </p14:nvContentPartPr>
              <p14:xfrm>
                <a:off x="3870610" y="2830414"/>
                <a:ext cx="360" cy="36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6647177F-23A8-F195-1435-3E4AAC6C0C4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66290" y="28260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8761A158-63B4-35A9-1734-6721779D772F}"/>
              </a:ext>
            </a:extLst>
          </p:cNvPr>
          <p:cNvGrpSpPr/>
          <p:nvPr/>
        </p:nvGrpSpPr>
        <p:grpSpPr>
          <a:xfrm>
            <a:off x="4183810" y="2606134"/>
            <a:ext cx="2208960" cy="337320"/>
            <a:chOff x="4183810" y="2606134"/>
            <a:chExt cx="220896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7AC7DEC0-8821-0E1C-8BE8-3C964BA64A6B}"/>
                    </a:ext>
                  </a:extLst>
                </p14:cNvPr>
                <p14:cNvContentPartPr/>
                <p14:nvPr/>
              </p14:nvContentPartPr>
              <p14:xfrm>
                <a:off x="4183810" y="2709094"/>
                <a:ext cx="18360" cy="2343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7AC7DEC0-8821-0E1C-8BE8-3C964BA64A6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79490" y="2704774"/>
                  <a:ext cx="27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984033D-8663-7ADC-0184-66A31CEAE4C3}"/>
                    </a:ext>
                  </a:extLst>
                </p14:cNvPr>
                <p14:cNvContentPartPr/>
                <p14:nvPr/>
              </p14:nvContentPartPr>
              <p14:xfrm>
                <a:off x="4184890" y="2649694"/>
                <a:ext cx="190080" cy="1738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984033D-8663-7ADC-0184-66A31CEAE4C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80570" y="2645374"/>
                  <a:ext cx="198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FE450408-BB88-5979-B066-7897EF98EABE}"/>
                    </a:ext>
                  </a:extLst>
                </p14:cNvPr>
                <p14:cNvContentPartPr/>
                <p14:nvPr/>
              </p14:nvContentPartPr>
              <p14:xfrm>
                <a:off x="4512130" y="2770654"/>
                <a:ext cx="64800" cy="11952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FE450408-BB88-5979-B066-7897EF98EAB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07810" y="2766334"/>
                  <a:ext cx="73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41CC706-5D05-8011-63C7-7947AC12D3CF}"/>
                    </a:ext>
                  </a:extLst>
                </p14:cNvPr>
                <p14:cNvContentPartPr/>
                <p14:nvPr/>
              </p14:nvContentPartPr>
              <p14:xfrm>
                <a:off x="4612570" y="2767774"/>
                <a:ext cx="360" cy="3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41CC706-5D05-8011-63C7-7947AC12D3C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608250" y="27634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B5E791A6-4C3C-948D-27CB-085E375F5D84}"/>
                    </a:ext>
                  </a:extLst>
                </p14:cNvPr>
                <p14:cNvContentPartPr/>
                <p14:nvPr/>
              </p14:nvContentPartPr>
              <p14:xfrm>
                <a:off x="4577650" y="2753374"/>
                <a:ext cx="165960" cy="14688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B5E791A6-4C3C-948D-27CB-085E375F5D8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73330" y="2749054"/>
                  <a:ext cx="174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95E93407-B9A8-99ED-BAC1-5B1EB54B3848}"/>
                    </a:ext>
                  </a:extLst>
                </p14:cNvPr>
                <p14:cNvContentPartPr/>
                <p14:nvPr/>
              </p14:nvContentPartPr>
              <p14:xfrm>
                <a:off x="4786450" y="2777854"/>
                <a:ext cx="133560" cy="1026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95E93407-B9A8-99ED-BAC1-5B1EB54B384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82130" y="2773534"/>
                  <a:ext cx="142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DF3D50FC-5C4B-DDED-5B04-FA6DBA5CA78F}"/>
                    </a:ext>
                  </a:extLst>
                </p14:cNvPr>
                <p14:cNvContentPartPr/>
                <p14:nvPr/>
              </p14:nvContentPartPr>
              <p14:xfrm>
                <a:off x="4854850" y="2606134"/>
                <a:ext cx="90720" cy="2768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DF3D50FC-5C4B-DDED-5B04-FA6DBA5CA78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50530" y="2601814"/>
                  <a:ext cx="99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408DBFC1-CE92-F0B6-5355-134E22824214}"/>
                    </a:ext>
                  </a:extLst>
                </p14:cNvPr>
                <p14:cNvContentPartPr/>
                <p14:nvPr/>
              </p14:nvContentPartPr>
              <p14:xfrm>
                <a:off x="4989130" y="2759854"/>
                <a:ext cx="130320" cy="1270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408DBFC1-CE92-F0B6-5355-134E2282421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984810" y="2755534"/>
                  <a:ext cx="138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10F2708A-0703-3F73-47B4-2CFC8417613D}"/>
                    </a:ext>
                  </a:extLst>
                </p14:cNvPr>
                <p14:cNvContentPartPr/>
                <p14:nvPr/>
              </p14:nvContentPartPr>
              <p14:xfrm>
                <a:off x="5160130" y="2745454"/>
                <a:ext cx="159840" cy="1404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10F2708A-0703-3F73-47B4-2CFC8417613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155810" y="2741134"/>
                  <a:ext cx="168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E46B9D22-379F-B6A2-EBE7-24B5F623D086}"/>
                    </a:ext>
                  </a:extLst>
                </p14:cNvPr>
                <p14:cNvContentPartPr/>
                <p14:nvPr/>
              </p14:nvContentPartPr>
              <p14:xfrm>
                <a:off x="5345890" y="2642134"/>
                <a:ext cx="48600" cy="25992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E46B9D22-379F-B6A2-EBE7-24B5F623D08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341570" y="2637814"/>
                  <a:ext cx="57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36BA76EB-5A5D-8CDE-3EB0-3337EB134708}"/>
                    </a:ext>
                  </a:extLst>
                </p14:cNvPr>
                <p14:cNvContentPartPr/>
                <p14:nvPr/>
              </p14:nvContentPartPr>
              <p14:xfrm>
                <a:off x="5359930" y="2752654"/>
                <a:ext cx="288720" cy="1292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36BA76EB-5A5D-8CDE-3EB0-3337EB13470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355610" y="2748334"/>
                  <a:ext cx="297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CDE170BC-B7B9-675C-650C-89EA539F44F5}"/>
                    </a:ext>
                  </a:extLst>
                </p14:cNvPr>
                <p14:cNvContentPartPr/>
                <p14:nvPr/>
              </p14:nvContentPartPr>
              <p14:xfrm>
                <a:off x="5818570" y="2711614"/>
                <a:ext cx="166320" cy="130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CDE170BC-B7B9-675C-650C-89EA539F44F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14250" y="2707294"/>
                  <a:ext cx="1749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AEAF0545-DC3B-5A92-D50F-50FC296E6FD0}"/>
                    </a:ext>
                  </a:extLst>
                </p14:cNvPr>
                <p14:cNvContentPartPr/>
                <p14:nvPr/>
              </p14:nvContentPartPr>
              <p14:xfrm>
                <a:off x="5993890" y="2701174"/>
                <a:ext cx="162720" cy="1623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AEAF0545-DC3B-5A92-D50F-50FC296E6FD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989570" y="2696854"/>
                  <a:ext cx="171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3E897451-C730-D906-71EC-BBE9998DE76D}"/>
                    </a:ext>
                  </a:extLst>
                </p14:cNvPr>
                <p14:cNvContentPartPr/>
                <p14:nvPr/>
              </p14:nvContentPartPr>
              <p14:xfrm>
                <a:off x="6140770" y="2715574"/>
                <a:ext cx="252000" cy="1494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3E897451-C730-D906-71EC-BBE9998DE76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136450" y="2711254"/>
                  <a:ext cx="26064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F75E9151-7670-B599-9B60-E2578CE99ECE}"/>
              </a:ext>
            </a:extLst>
          </p:cNvPr>
          <p:cNvGrpSpPr/>
          <p:nvPr/>
        </p:nvGrpSpPr>
        <p:grpSpPr>
          <a:xfrm>
            <a:off x="567250" y="3394174"/>
            <a:ext cx="875520" cy="276120"/>
            <a:chOff x="567250" y="3394174"/>
            <a:chExt cx="87552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777F142B-BC23-EFB2-3D7F-2265D1962B9B}"/>
                    </a:ext>
                  </a:extLst>
                </p14:cNvPr>
                <p14:cNvContentPartPr/>
                <p14:nvPr/>
              </p14:nvContentPartPr>
              <p14:xfrm>
                <a:off x="567250" y="3394174"/>
                <a:ext cx="207000" cy="2761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777F142B-BC23-EFB2-3D7F-2265D1962B9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62930" y="3389854"/>
                  <a:ext cx="215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C0AE259-E710-2C69-1834-F6D81F2495C2}"/>
                    </a:ext>
                  </a:extLst>
                </p14:cNvPr>
                <p14:cNvContentPartPr/>
                <p14:nvPr/>
              </p14:nvContentPartPr>
              <p14:xfrm>
                <a:off x="788290" y="3477334"/>
                <a:ext cx="195120" cy="1249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C0AE259-E710-2C69-1834-F6D81F2495C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83970" y="3473014"/>
                  <a:ext cx="203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46D3B4A5-1714-B0CC-5F3A-D2734001AC07}"/>
                    </a:ext>
                  </a:extLst>
                </p14:cNvPr>
                <p14:cNvContentPartPr/>
                <p14:nvPr/>
              </p14:nvContentPartPr>
              <p14:xfrm>
                <a:off x="805210" y="3423334"/>
                <a:ext cx="105840" cy="2174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46D3B4A5-1714-B0CC-5F3A-D2734001AC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00890" y="3419014"/>
                  <a:ext cx="114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582D97EA-666A-FF03-295A-D0BA76C4DC75}"/>
                    </a:ext>
                  </a:extLst>
                </p14:cNvPr>
                <p14:cNvContentPartPr/>
                <p14:nvPr/>
              </p14:nvContentPartPr>
              <p14:xfrm>
                <a:off x="999250" y="3486334"/>
                <a:ext cx="186120" cy="129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582D97EA-666A-FF03-295A-D0BA76C4DC7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94930" y="3482014"/>
                  <a:ext cx="194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3DA8922-8C16-45D9-BD0C-7B4B7E166384}"/>
                    </a:ext>
                  </a:extLst>
                </p14:cNvPr>
                <p14:cNvContentPartPr/>
                <p14:nvPr/>
              </p14:nvContentPartPr>
              <p14:xfrm>
                <a:off x="1238650" y="3437734"/>
                <a:ext cx="180360" cy="14508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3DA8922-8C16-45D9-BD0C-7B4B7E16638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34330" y="3433414"/>
                  <a:ext cx="189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DC00D699-F779-D38A-9891-A8806A94ABD7}"/>
                    </a:ext>
                  </a:extLst>
                </p14:cNvPr>
                <p14:cNvContentPartPr/>
                <p14:nvPr/>
              </p14:nvContentPartPr>
              <p14:xfrm>
                <a:off x="1003210" y="3529894"/>
                <a:ext cx="235440" cy="2916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DC00D699-F779-D38A-9891-A8806A94ABD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98890" y="3525574"/>
                  <a:ext cx="244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FEA9F96B-F07C-DAF3-80CE-DDA57512A04D}"/>
                    </a:ext>
                  </a:extLst>
                </p14:cNvPr>
                <p14:cNvContentPartPr/>
                <p14:nvPr/>
              </p14:nvContentPartPr>
              <p14:xfrm>
                <a:off x="1222450" y="3409294"/>
                <a:ext cx="220320" cy="18432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FEA9F96B-F07C-DAF3-80CE-DDA57512A04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218130" y="3404974"/>
                  <a:ext cx="22896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9F41D1E8-5BD3-CD53-72FE-5DDB52C28685}"/>
                  </a:ext>
                </a:extLst>
              </p14:cNvPr>
              <p14:cNvContentPartPr/>
              <p14:nvPr/>
            </p14:nvContentPartPr>
            <p14:xfrm>
              <a:off x="2036410" y="3455374"/>
              <a:ext cx="188640" cy="15336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9F41D1E8-5BD3-CD53-72FE-5DDB52C28685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2032090" y="3451054"/>
                <a:ext cx="1972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B8907AA1-FE85-C355-7654-E2BD33B6301A}"/>
                  </a:ext>
                </a:extLst>
              </p14:cNvPr>
              <p14:cNvContentPartPr/>
              <p14:nvPr/>
            </p14:nvContentPartPr>
            <p14:xfrm>
              <a:off x="2136130" y="3282214"/>
              <a:ext cx="99720" cy="8064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B8907AA1-FE85-C355-7654-E2BD33B6301A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2131810" y="3277894"/>
                <a:ext cx="10836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upo 160">
            <a:extLst>
              <a:ext uri="{FF2B5EF4-FFF2-40B4-BE49-F238E27FC236}">
                <a16:creationId xmlns:a16="http://schemas.microsoft.com/office/drawing/2014/main" id="{73790133-C016-4FDB-7E9A-DAB0233BCBE3}"/>
              </a:ext>
            </a:extLst>
          </p:cNvPr>
          <p:cNvGrpSpPr/>
          <p:nvPr/>
        </p:nvGrpSpPr>
        <p:grpSpPr>
          <a:xfrm>
            <a:off x="2811850" y="3447094"/>
            <a:ext cx="1128600" cy="218880"/>
            <a:chOff x="2811850" y="3447094"/>
            <a:chExt cx="112860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7889949-F441-F4DD-C544-335A003C30A3}"/>
                    </a:ext>
                  </a:extLst>
                </p14:cNvPr>
                <p14:cNvContentPartPr/>
                <p14:nvPr/>
              </p14:nvContentPartPr>
              <p14:xfrm>
                <a:off x="2843170" y="3489934"/>
                <a:ext cx="165960" cy="1476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7889949-F441-F4DD-C544-335A003C30A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838850" y="3485614"/>
                  <a:ext cx="174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84790C6-9BF7-5D16-22BC-606F7E36ABB7}"/>
                    </a:ext>
                  </a:extLst>
                </p14:cNvPr>
                <p14:cNvContentPartPr/>
                <p14:nvPr/>
              </p14:nvContentPartPr>
              <p14:xfrm>
                <a:off x="2811850" y="3452134"/>
                <a:ext cx="140040" cy="2138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84790C6-9BF7-5D16-22BC-606F7E36ABB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807530" y="3447814"/>
                  <a:ext cx="148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35534033-095C-E7CD-FFD0-7BE258FFB238}"/>
                    </a:ext>
                  </a:extLst>
                </p14:cNvPr>
                <p14:cNvContentPartPr/>
                <p14:nvPr/>
              </p14:nvContentPartPr>
              <p14:xfrm>
                <a:off x="3053050" y="3520894"/>
                <a:ext cx="172080" cy="756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35534033-095C-E7CD-FFD0-7BE258FFB23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048730" y="3516574"/>
                  <a:ext cx="180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E926868A-894D-02A0-A28F-92F6283F3891}"/>
                    </a:ext>
                  </a:extLst>
                </p14:cNvPr>
                <p14:cNvContentPartPr/>
                <p14:nvPr/>
              </p14:nvContentPartPr>
              <p14:xfrm>
                <a:off x="3240970" y="3462934"/>
                <a:ext cx="194040" cy="216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E926868A-894D-02A0-A28F-92F6283F389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236650" y="3458614"/>
                  <a:ext cx="20268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96DD3758-32ED-F717-BF3B-B70E3B06AB0E}"/>
                    </a:ext>
                  </a:extLst>
                </p14:cNvPr>
                <p14:cNvContentPartPr/>
                <p14:nvPr/>
              </p14:nvContentPartPr>
              <p14:xfrm>
                <a:off x="3224770" y="3461134"/>
                <a:ext cx="187200" cy="1900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96DD3758-32ED-F717-BF3B-B70E3B06AB0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220450" y="3456814"/>
                  <a:ext cx="195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288A056-DC07-26AD-FC2F-7CD10A31BA0B}"/>
                    </a:ext>
                  </a:extLst>
                </p14:cNvPr>
                <p14:cNvContentPartPr/>
                <p14:nvPr/>
              </p14:nvContentPartPr>
              <p14:xfrm>
                <a:off x="3546250" y="3507214"/>
                <a:ext cx="128880" cy="111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288A056-DC07-26AD-FC2F-7CD10A31BA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541930" y="3502894"/>
                  <a:ext cx="137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89C3E678-6976-6A65-91AD-779AE969C8C8}"/>
                    </a:ext>
                  </a:extLst>
                </p14:cNvPr>
                <p14:cNvContentPartPr/>
                <p14:nvPr/>
              </p14:nvContentPartPr>
              <p14:xfrm>
                <a:off x="3632650" y="3552574"/>
                <a:ext cx="83880" cy="165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89C3E678-6976-6A65-91AD-779AE969C8C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628330" y="3548254"/>
                  <a:ext cx="92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4820CFD9-5FE8-B469-05E8-E87970355755}"/>
                    </a:ext>
                  </a:extLst>
                </p14:cNvPr>
                <p14:cNvContentPartPr/>
                <p14:nvPr/>
              </p14:nvContentPartPr>
              <p14:xfrm>
                <a:off x="3717250" y="3447094"/>
                <a:ext cx="223200" cy="1551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4820CFD9-5FE8-B469-05E8-E8797035575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712930" y="3442774"/>
                  <a:ext cx="231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7A0A31B2-6E39-8AAA-9597-2B3BF8AF5BB5}"/>
                    </a:ext>
                  </a:extLst>
                </p14:cNvPr>
                <p14:cNvContentPartPr/>
                <p14:nvPr/>
              </p14:nvContentPartPr>
              <p14:xfrm>
                <a:off x="3559570" y="3570214"/>
                <a:ext cx="168480" cy="277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7A0A31B2-6E39-8AAA-9597-2B3BF8AF5BB5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555250" y="3565894"/>
                  <a:ext cx="1771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C96DDF77-602E-CEEB-A664-DC2DDDECBF6E}"/>
              </a:ext>
            </a:extLst>
          </p:cNvPr>
          <p:cNvGrpSpPr/>
          <p:nvPr/>
        </p:nvGrpSpPr>
        <p:grpSpPr>
          <a:xfrm>
            <a:off x="679930" y="3960094"/>
            <a:ext cx="853920" cy="502560"/>
            <a:chOff x="679930" y="3960094"/>
            <a:chExt cx="85392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CD308A96-8D07-DCBD-2CB8-792BE66F0E4A}"/>
                    </a:ext>
                  </a:extLst>
                </p14:cNvPr>
                <p14:cNvContentPartPr/>
                <p14:nvPr/>
              </p14:nvContentPartPr>
              <p14:xfrm>
                <a:off x="679930" y="4013374"/>
                <a:ext cx="213120" cy="1879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CD308A96-8D07-DCBD-2CB8-792BE66F0E4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75610" y="4009054"/>
                  <a:ext cx="221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508E33F-CBAB-C6DD-871B-A2D97A67CAD2}"/>
                    </a:ext>
                  </a:extLst>
                </p14:cNvPr>
                <p14:cNvContentPartPr/>
                <p14:nvPr/>
              </p14:nvContentPartPr>
              <p14:xfrm>
                <a:off x="720970" y="3979174"/>
                <a:ext cx="87840" cy="2462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508E33F-CBAB-C6DD-871B-A2D97A67CAD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16650" y="3974854"/>
                  <a:ext cx="964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5A670B44-D7D8-D506-55AB-A130C3849674}"/>
                    </a:ext>
                  </a:extLst>
                </p14:cNvPr>
                <p14:cNvContentPartPr/>
                <p14:nvPr/>
              </p14:nvContentPartPr>
              <p14:xfrm>
                <a:off x="965050" y="4024534"/>
                <a:ext cx="166680" cy="489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5A670B44-D7D8-D506-55AB-A130C384967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60730" y="4020214"/>
                  <a:ext cx="175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85D88ACC-0A96-1314-D61A-E1A596EDCA8E}"/>
                    </a:ext>
                  </a:extLst>
                </p14:cNvPr>
                <p14:cNvContentPartPr/>
                <p14:nvPr/>
              </p14:nvContentPartPr>
              <p14:xfrm>
                <a:off x="988090" y="4113814"/>
                <a:ext cx="156960" cy="266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85D88ACC-0A96-1314-D61A-E1A596EDCA8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83770" y="4109494"/>
                  <a:ext cx="165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DAC3EDA5-3523-6691-D44F-5EB070E1466E}"/>
                    </a:ext>
                  </a:extLst>
                </p14:cNvPr>
                <p14:cNvContentPartPr/>
                <p14:nvPr/>
              </p14:nvContentPartPr>
              <p14:xfrm>
                <a:off x="1284010" y="3960094"/>
                <a:ext cx="169200" cy="1962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DAC3EDA5-3523-6691-D44F-5EB070E1466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79690" y="3955774"/>
                  <a:ext cx="177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49B6173E-B97A-0332-BA84-4B9840919232}"/>
                    </a:ext>
                  </a:extLst>
                </p14:cNvPr>
                <p14:cNvContentPartPr/>
                <p14:nvPr/>
              </p14:nvContentPartPr>
              <p14:xfrm>
                <a:off x="1245130" y="4176094"/>
                <a:ext cx="288720" cy="230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49B6173E-B97A-0332-BA84-4B984091923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40810" y="4171774"/>
                  <a:ext cx="297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3F0AE958-25A7-E510-62CD-4236E04535AF}"/>
                    </a:ext>
                  </a:extLst>
                </p14:cNvPr>
                <p14:cNvContentPartPr/>
                <p14:nvPr/>
              </p14:nvContentPartPr>
              <p14:xfrm>
                <a:off x="1307770" y="4282654"/>
                <a:ext cx="182160" cy="1800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3F0AE958-25A7-E510-62CD-4236E04535A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303450" y="4278334"/>
                  <a:ext cx="1908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A6BE0713-0414-C44A-DD02-26DA458D2C50}"/>
              </a:ext>
            </a:extLst>
          </p:cNvPr>
          <p:cNvGrpSpPr/>
          <p:nvPr/>
        </p:nvGrpSpPr>
        <p:grpSpPr>
          <a:xfrm>
            <a:off x="479050" y="4846054"/>
            <a:ext cx="1208160" cy="491760"/>
            <a:chOff x="479050" y="4846054"/>
            <a:chExt cx="1208160" cy="49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A834A869-E821-A186-866E-3214835C2D43}"/>
                    </a:ext>
                  </a:extLst>
                </p14:cNvPr>
                <p14:cNvContentPartPr/>
                <p14:nvPr/>
              </p14:nvContentPartPr>
              <p14:xfrm>
                <a:off x="718090" y="4887454"/>
                <a:ext cx="202320" cy="1558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A834A869-E821-A186-866E-3214835C2D4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13770" y="4883134"/>
                  <a:ext cx="2109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7E90A312-2F8D-A776-713F-1E3AD89458D2}"/>
                    </a:ext>
                  </a:extLst>
                </p14:cNvPr>
                <p14:cNvContentPartPr/>
                <p14:nvPr/>
              </p14:nvContentPartPr>
              <p14:xfrm>
                <a:off x="707290" y="4846054"/>
                <a:ext cx="128520" cy="2343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7E90A312-2F8D-A776-713F-1E3AD89458D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02970" y="4841734"/>
                  <a:ext cx="1371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72C1B04-A332-A07B-FBFD-9A8BDFFAD669}"/>
                    </a:ext>
                  </a:extLst>
                </p14:cNvPr>
                <p14:cNvContentPartPr/>
                <p14:nvPr/>
              </p14:nvContentPartPr>
              <p14:xfrm>
                <a:off x="988090" y="4890334"/>
                <a:ext cx="153720" cy="129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72C1B04-A332-A07B-FBFD-9A8BDFFAD66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83770" y="4886014"/>
                  <a:ext cx="162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348D089F-8E18-506F-9606-DF76313C98A4}"/>
                    </a:ext>
                  </a:extLst>
                </p14:cNvPr>
                <p14:cNvContentPartPr/>
                <p14:nvPr/>
              </p14:nvContentPartPr>
              <p14:xfrm>
                <a:off x="999250" y="4920934"/>
                <a:ext cx="221400" cy="4284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348D089F-8E18-506F-9606-DF76313C98A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94930" y="4916614"/>
                  <a:ext cx="230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0AF6EE3A-8D26-6A75-0806-E15908305A6E}"/>
                    </a:ext>
                  </a:extLst>
                </p14:cNvPr>
                <p14:cNvContentPartPr/>
                <p14:nvPr/>
              </p14:nvContentPartPr>
              <p14:xfrm>
                <a:off x="1282210" y="4866934"/>
                <a:ext cx="179640" cy="16308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0AF6EE3A-8D26-6A75-0806-E15908305A6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277890" y="4862614"/>
                  <a:ext cx="188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C654D4B-43BF-54F6-A935-1ABB423ADDEC}"/>
                    </a:ext>
                  </a:extLst>
                </p14:cNvPr>
                <p14:cNvContentPartPr/>
                <p14:nvPr/>
              </p14:nvContentPartPr>
              <p14:xfrm>
                <a:off x="479050" y="5027134"/>
                <a:ext cx="1208160" cy="3106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C654D4B-43BF-54F6-A935-1ABB423ADDE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74730" y="5022814"/>
                  <a:ext cx="12168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CDABA357-9722-AE3D-8278-56892ED84C34}"/>
              </a:ext>
            </a:extLst>
          </p:cNvPr>
          <p:cNvGrpSpPr/>
          <p:nvPr/>
        </p:nvGrpSpPr>
        <p:grpSpPr>
          <a:xfrm>
            <a:off x="2780530" y="4011574"/>
            <a:ext cx="1073520" cy="516600"/>
            <a:chOff x="2780530" y="4011574"/>
            <a:chExt cx="1073520" cy="5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E816CA40-600C-D118-DC18-653CF8F0DAA8}"/>
                    </a:ext>
                  </a:extLst>
                </p14:cNvPr>
                <p14:cNvContentPartPr/>
                <p14:nvPr/>
              </p14:nvContentPartPr>
              <p14:xfrm>
                <a:off x="2919490" y="4063774"/>
                <a:ext cx="173880" cy="1508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E816CA40-600C-D118-DC18-653CF8F0DAA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915170" y="4059454"/>
                  <a:ext cx="182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9426291D-D1FB-3819-F66E-6E1373FF1E2E}"/>
                    </a:ext>
                  </a:extLst>
                </p14:cNvPr>
                <p14:cNvContentPartPr/>
                <p14:nvPr/>
              </p14:nvContentPartPr>
              <p14:xfrm>
                <a:off x="2867290" y="4011574"/>
                <a:ext cx="131760" cy="2217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9426291D-D1FB-3819-F66E-6E1373FF1E2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62970" y="4007254"/>
                  <a:ext cx="140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2D3C0902-ACC2-706C-2A83-B58529232A6A}"/>
                    </a:ext>
                  </a:extLst>
                </p14:cNvPr>
                <p14:cNvContentPartPr/>
                <p14:nvPr/>
              </p14:nvContentPartPr>
              <p14:xfrm>
                <a:off x="2887450" y="4043254"/>
                <a:ext cx="49320" cy="799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2D3C0902-ACC2-706C-2A83-B58529232A6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83130" y="4038934"/>
                  <a:ext cx="579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A09D2267-46C2-321E-0089-6A153F0C5C78}"/>
                    </a:ext>
                  </a:extLst>
                </p14:cNvPr>
                <p14:cNvContentPartPr/>
                <p14:nvPr/>
              </p14:nvContentPartPr>
              <p14:xfrm>
                <a:off x="3237730" y="4109134"/>
                <a:ext cx="184320" cy="75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A09D2267-46C2-321E-0089-6A153F0C5C7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233410" y="4104814"/>
                  <a:ext cx="1929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93DE12B2-1494-0EDA-6979-B471547DCC34}"/>
                    </a:ext>
                  </a:extLst>
                </p14:cNvPr>
                <p14:cNvContentPartPr/>
                <p14:nvPr/>
              </p14:nvContentPartPr>
              <p14:xfrm>
                <a:off x="3257890" y="4169974"/>
                <a:ext cx="167040" cy="32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93DE12B2-1494-0EDA-6979-B471547DCC3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253570" y="4165654"/>
                  <a:ext cx="17568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0A7D86F0-3587-CEC8-35BB-5E127B8F29B9}"/>
                    </a:ext>
                  </a:extLst>
                </p14:cNvPr>
                <p14:cNvContentPartPr/>
                <p14:nvPr/>
              </p14:nvContentPartPr>
              <p14:xfrm>
                <a:off x="3470650" y="4023094"/>
                <a:ext cx="275760" cy="2340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0A7D86F0-3587-CEC8-35BB-5E127B8F29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466330" y="4018774"/>
                  <a:ext cx="284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A366E933-561C-218D-649B-A1B77DCEFA6F}"/>
                    </a:ext>
                  </a:extLst>
                </p14:cNvPr>
                <p14:cNvContentPartPr/>
                <p14:nvPr/>
              </p14:nvContentPartPr>
              <p14:xfrm>
                <a:off x="3490810" y="4025974"/>
                <a:ext cx="188640" cy="2239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A366E933-561C-218D-649B-A1B77DCEFA6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486490" y="4021654"/>
                  <a:ext cx="19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E90B1DD9-1D1A-4B4E-5AE9-006C43B83355}"/>
                    </a:ext>
                  </a:extLst>
                </p14:cNvPr>
                <p14:cNvContentPartPr/>
                <p14:nvPr/>
              </p14:nvContentPartPr>
              <p14:xfrm>
                <a:off x="2780530" y="4223254"/>
                <a:ext cx="1073520" cy="3049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E90B1DD9-1D1A-4B4E-5AE9-006C43B8335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776210" y="4218934"/>
                  <a:ext cx="108216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DD2BC07B-C6AA-38B6-6B9F-4F4340E20CCF}"/>
              </a:ext>
            </a:extLst>
          </p:cNvPr>
          <p:cNvGrpSpPr/>
          <p:nvPr/>
        </p:nvGrpSpPr>
        <p:grpSpPr>
          <a:xfrm>
            <a:off x="2118850" y="4089334"/>
            <a:ext cx="195120" cy="246240"/>
            <a:chOff x="2118850" y="4089334"/>
            <a:chExt cx="1951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D0400BBA-B8CC-3518-45FC-260EDB37D114}"/>
                    </a:ext>
                  </a:extLst>
                </p14:cNvPr>
                <p14:cNvContentPartPr/>
                <p14:nvPr/>
              </p14:nvContentPartPr>
              <p14:xfrm>
                <a:off x="2118850" y="4223974"/>
                <a:ext cx="127800" cy="1116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D0400BBA-B8CC-3518-45FC-260EDB37D11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114530" y="4219654"/>
                  <a:ext cx="136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8DEF690A-7736-4A29-AB7C-C46A5D4B09D4}"/>
                    </a:ext>
                  </a:extLst>
                </p14:cNvPr>
                <p14:cNvContentPartPr/>
                <p14:nvPr/>
              </p14:nvContentPartPr>
              <p14:xfrm>
                <a:off x="2123890" y="4089334"/>
                <a:ext cx="190080" cy="8640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8DEF690A-7736-4A29-AB7C-C46A5D4B09D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119570" y="4085014"/>
                  <a:ext cx="19872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upo 210">
            <a:extLst>
              <a:ext uri="{FF2B5EF4-FFF2-40B4-BE49-F238E27FC236}">
                <a16:creationId xmlns:a16="http://schemas.microsoft.com/office/drawing/2014/main" id="{7E893124-680B-7851-6554-EAE5E97467FA}"/>
              </a:ext>
            </a:extLst>
          </p:cNvPr>
          <p:cNvGrpSpPr/>
          <p:nvPr/>
        </p:nvGrpSpPr>
        <p:grpSpPr>
          <a:xfrm>
            <a:off x="3605290" y="1572934"/>
            <a:ext cx="927360" cy="295560"/>
            <a:chOff x="3605290" y="1572934"/>
            <a:chExt cx="92736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B90C7D3F-E848-B109-FF89-9051C86513E7}"/>
                    </a:ext>
                  </a:extLst>
                </p14:cNvPr>
                <p14:cNvContentPartPr/>
                <p14:nvPr/>
              </p14:nvContentPartPr>
              <p14:xfrm>
                <a:off x="3665410" y="1572934"/>
                <a:ext cx="42840" cy="2955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B90C7D3F-E848-B109-FF89-9051C86513E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661090" y="1568614"/>
                  <a:ext cx="51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D9D2C9DA-3423-71F5-D542-D887F0B8D0CB}"/>
                    </a:ext>
                  </a:extLst>
                </p14:cNvPr>
                <p14:cNvContentPartPr/>
                <p14:nvPr/>
              </p14:nvContentPartPr>
              <p14:xfrm>
                <a:off x="3605290" y="1576534"/>
                <a:ext cx="200160" cy="129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D9D2C9DA-3423-71F5-D542-D887F0B8D0C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600970" y="1572214"/>
                  <a:ext cx="208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53822629-0CFC-3CE1-C285-67BB5BA13310}"/>
                    </a:ext>
                  </a:extLst>
                </p14:cNvPr>
                <p14:cNvContentPartPr/>
                <p14:nvPr/>
              </p14:nvContentPartPr>
              <p14:xfrm>
                <a:off x="3775570" y="1689574"/>
                <a:ext cx="132480" cy="12708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53822629-0CFC-3CE1-C285-67BB5BA1331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771250" y="1685254"/>
                  <a:ext cx="141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EFA2B13C-64AA-6055-5936-70342D3DEC98}"/>
                    </a:ext>
                  </a:extLst>
                </p14:cNvPr>
                <p14:cNvContentPartPr/>
                <p14:nvPr/>
              </p14:nvContentPartPr>
              <p14:xfrm>
                <a:off x="3621490" y="1683454"/>
                <a:ext cx="221400" cy="129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EFA2B13C-64AA-6055-5936-70342D3DEC9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617170" y="1679134"/>
                  <a:ext cx="230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BBD7AE4-DC05-0465-EF8A-39FBACF53E92}"/>
                    </a:ext>
                  </a:extLst>
                </p14:cNvPr>
                <p14:cNvContentPartPr/>
                <p14:nvPr/>
              </p14:nvContentPartPr>
              <p14:xfrm>
                <a:off x="3802570" y="1690654"/>
                <a:ext cx="171720" cy="16380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BBD7AE4-DC05-0465-EF8A-39FBACF53E9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798250" y="1686334"/>
                  <a:ext cx="180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D254D11D-CC0A-B0F6-331F-4CC30DE551CB}"/>
                    </a:ext>
                  </a:extLst>
                </p14:cNvPr>
                <p14:cNvContentPartPr/>
                <p14:nvPr/>
              </p14:nvContentPartPr>
              <p14:xfrm>
                <a:off x="3989770" y="1702174"/>
                <a:ext cx="167400" cy="1472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D254D11D-CC0A-B0F6-331F-4CC30DE551C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85450" y="1697854"/>
                  <a:ext cx="176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AB85331C-5561-0000-689E-EE86FF24A9D8}"/>
                    </a:ext>
                  </a:extLst>
                </p14:cNvPr>
                <p14:cNvContentPartPr/>
                <p14:nvPr/>
              </p14:nvContentPartPr>
              <p14:xfrm>
                <a:off x="4118650" y="1592014"/>
                <a:ext cx="54360" cy="25416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AB85331C-5561-0000-689E-EE86FF24A9D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114330" y="1587694"/>
                  <a:ext cx="63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C2E4C23C-B14F-296E-8DC9-8AF56FC36549}"/>
                    </a:ext>
                  </a:extLst>
                </p14:cNvPr>
                <p14:cNvContentPartPr/>
                <p14:nvPr/>
              </p14:nvContentPartPr>
              <p14:xfrm>
                <a:off x="4076530" y="1680574"/>
                <a:ext cx="268200" cy="15048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C2E4C23C-B14F-296E-8DC9-8AF56FC3654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072210" y="1676254"/>
                  <a:ext cx="276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42065DE8-96CE-9DF1-43BC-D48B3D9C145F}"/>
                    </a:ext>
                  </a:extLst>
                </p14:cNvPr>
                <p14:cNvContentPartPr/>
                <p14:nvPr/>
              </p14:nvContentPartPr>
              <p14:xfrm>
                <a:off x="4395850" y="1665094"/>
                <a:ext cx="136800" cy="14868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42065DE8-96CE-9DF1-43BC-D48B3D9C145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391530" y="1660774"/>
                  <a:ext cx="14544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upo 209">
            <a:extLst>
              <a:ext uri="{FF2B5EF4-FFF2-40B4-BE49-F238E27FC236}">
                <a16:creationId xmlns:a16="http://schemas.microsoft.com/office/drawing/2014/main" id="{1056DA34-B2FD-718E-3A6B-F4A9D6AF95C4}"/>
              </a:ext>
            </a:extLst>
          </p:cNvPr>
          <p:cNvGrpSpPr/>
          <p:nvPr/>
        </p:nvGrpSpPr>
        <p:grpSpPr>
          <a:xfrm>
            <a:off x="4869970" y="1601014"/>
            <a:ext cx="960120" cy="256680"/>
            <a:chOff x="4869970" y="1601014"/>
            <a:chExt cx="96012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812DB1D0-518D-9820-BBC8-83A7AAED7AE8}"/>
                    </a:ext>
                  </a:extLst>
                </p14:cNvPr>
                <p14:cNvContentPartPr/>
                <p14:nvPr/>
              </p14:nvContentPartPr>
              <p14:xfrm>
                <a:off x="4869970" y="1679494"/>
                <a:ext cx="289440" cy="1782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812DB1D0-518D-9820-BBC8-83A7AAED7AE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865650" y="1675174"/>
                  <a:ext cx="298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E7E89778-C930-38C8-FACB-CB71EC2A132C}"/>
                    </a:ext>
                  </a:extLst>
                </p14:cNvPr>
                <p14:cNvContentPartPr/>
                <p14:nvPr/>
              </p14:nvContentPartPr>
              <p14:xfrm>
                <a:off x="5212690" y="1703974"/>
                <a:ext cx="209160" cy="12780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E7E89778-C930-38C8-FACB-CB71EC2A132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208370" y="1699654"/>
                  <a:ext cx="217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EF2A5C20-009D-4FF0-6AED-F898083B60EF}"/>
                    </a:ext>
                  </a:extLst>
                </p14:cNvPr>
                <p14:cNvContentPartPr/>
                <p14:nvPr/>
              </p14:nvContentPartPr>
              <p14:xfrm>
                <a:off x="5447050" y="1691374"/>
                <a:ext cx="129600" cy="1432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EF2A5C20-009D-4FF0-6AED-F898083B60EF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442730" y="1687054"/>
                  <a:ext cx="138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F9CD0966-585D-78DE-32BB-C2F86FB639F1}"/>
                    </a:ext>
                  </a:extLst>
                </p14:cNvPr>
                <p14:cNvContentPartPr/>
                <p14:nvPr/>
              </p14:nvContentPartPr>
              <p14:xfrm>
                <a:off x="5464330" y="1601014"/>
                <a:ext cx="53640" cy="266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F9CD0966-585D-78DE-32BB-C2F86FB639F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460010" y="1596694"/>
                  <a:ext cx="62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FA58F04C-C962-3E6D-1327-62A3F4C432B6}"/>
                    </a:ext>
                  </a:extLst>
                </p14:cNvPr>
                <p14:cNvContentPartPr/>
                <p14:nvPr/>
              </p14:nvContentPartPr>
              <p14:xfrm>
                <a:off x="5605810" y="1666894"/>
                <a:ext cx="150480" cy="16812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FA58F04C-C962-3E6D-1327-62A3F4C432B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601490" y="1662574"/>
                  <a:ext cx="159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2D55270B-A414-02DE-0C2F-8AC91FF5BE30}"/>
                    </a:ext>
                  </a:extLst>
                </p14:cNvPr>
                <p14:cNvContentPartPr/>
                <p14:nvPr/>
              </p14:nvContentPartPr>
              <p14:xfrm>
                <a:off x="5816770" y="1849774"/>
                <a:ext cx="13320" cy="504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2D55270B-A414-02DE-0C2F-8AC91FF5BE30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812450" y="1845454"/>
                  <a:ext cx="21960" cy="1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360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9F05AC-884B-4D59-9EFF-5223B9CE7B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2" t="5794" r="2929"/>
          <a:stretch/>
        </p:blipFill>
        <p:spPr>
          <a:xfrm>
            <a:off x="1041009" y="1280160"/>
            <a:ext cx="9425354" cy="19277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CADA2B5-BB84-49D1-B8E8-378E3D63B7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0" t="3951" r="1876" b="4137"/>
          <a:stretch/>
        </p:blipFill>
        <p:spPr>
          <a:xfrm>
            <a:off x="1041009" y="3207880"/>
            <a:ext cx="9432000" cy="26803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B362FDF-5595-A7F5-6475-8BAA2E48D366}"/>
                  </a:ext>
                </a:extLst>
              </p14:cNvPr>
              <p14:cNvContentPartPr/>
              <p14:nvPr/>
            </p14:nvContentPartPr>
            <p14:xfrm>
              <a:off x="4215850" y="2850214"/>
              <a:ext cx="3271680" cy="3168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B362FDF-5595-A7F5-6475-8BAA2E48D3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1530" y="2845894"/>
                <a:ext cx="32803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E1A8ED0C-16A1-9BDA-F382-17ED60673979}"/>
                  </a:ext>
                </a:extLst>
              </p14:cNvPr>
              <p14:cNvContentPartPr/>
              <p14:nvPr/>
            </p14:nvContentPartPr>
            <p14:xfrm>
              <a:off x="5284690" y="2159374"/>
              <a:ext cx="1283760" cy="7020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E1A8ED0C-16A1-9BDA-F382-17ED606739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80370" y="2155054"/>
                <a:ext cx="12924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FBF0942E-0EE4-DA0F-AAEF-632B8A7F0960}"/>
                  </a:ext>
                </a:extLst>
              </p14:cNvPr>
              <p14:cNvContentPartPr/>
              <p14:nvPr/>
            </p14:nvContentPartPr>
            <p14:xfrm>
              <a:off x="5979490" y="2344414"/>
              <a:ext cx="1295280" cy="4165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FBF0942E-0EE4-DA0F-AAEF-632B8A7F09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5170" y="2340094"/>
                <a:ext cx="130392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6BEABCEE-0627-35FB-64DB-648EEE133070}"/>
                  </a:ext>
                </a:extLst>
              </p14:cNvPr>
              <p14:cNvContentPartPr/>
              <p14:nvPr/>
            </p14:nvContentPartPr>
            <p14:xfrm>
              <a:off x="1511530" y="3651574"/>
              <a:ext cx="2140200" cy="1580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6BEABCEE-0627-35FB-64DB-648EEE1330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7210" y="3647254"/>
                <a:ext cx="21488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F745F55A-4534-2BC5-84C0-91C7C9081290}"/>
                  </a:ext>
                </a:extLst>
              </p14:cNvPr>
              <p14:cNvContentPartPr/>
              <p14:nvPr/>
            </p14:nvContentPartPr>
            <p14:xfrm>
              <a:off x="1698010" y="4352494"/>
              <a:ext cx="1239840" cy="14940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F745F55A-4534-2BC5-84C0-91C7C90812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3690" y="4348174"/>
                <a:ext cx="12484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037A6B90-DCE4-67A4-50AB-0D1366C31CAD}"/>
                  </a:ext>
                </a:extLst>
              </p14:cNvPr>
              <p14:cNvContentPartPr/>
              <p14:nvPr/>
            </p14:nvContentPartPr>
            <p14:xfrm>
              <a:off x="1814650" y="4851454"/>
              <a:ext cx="778680" cy="2127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037A6B90-DCE4-67A4-50AB-0D1366C31CA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0330" y="4847134"/>
                <a:ext cx="7873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D5A5D300-EF0A-2B97-15BD-25434CCF6855}"/>
                  </a:ext>
                </a:extLst>
              </p14:cNvPr>
              <p14:cNvContentPartPr/>
              <p14:nvPr/>
            </p14:nvContentPartPr>
            <p14:xfrm>
              <a:off x="7856890" y="4980694"/>
              <a:ext cx="1133280" cy="7272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D5A5D300-EF0A-2B97-15BD-25434CCF685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52570" y="4976374"/>
                <a:ext cx="11419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942A1724-6684-A19E-4227-C08375C68E37}"/>
                  </a:ext>
                </a:extLst>
              </p14:cNvPr>
              <p14:cNvContentPartPr/>
              <p14:nvPr/>
            </p14:nvContentPartPr>
            <p14:xfrm>
              <a:off x="1878010" y="5307214"/>
              <a:ext cx="737640" cy="12492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942A1724-6684-A19E-4227-C08375C68E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73690" y="5302894"/>
                <a:ext cx="746280" cy="1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upo 36">
            <a:extLst>
              <a:ext uri="{FF2B5EF4-FFF2-40B4-BE49-F238E27FC236}">
                <a16:creationId xmlns:a16="http://schemas.microsoft.com/office/drawing/2014/main" id="{B3154F50-8FC1-E1E0-4897-A4BBC3D60499}"/>
              </a:ext>
            </a:extLst>
          </p:cNvPr>
          <p:cNvGrpSpPr/>
          <p:nvPr/>
        </p:nvGrpSpPr>
        <p:grpSpPr>
          <a:xfrm>
            <a:off x="2887450" y="4152694"/>
            <a:ext cx="512640" cy="246240"/>
            <a:chOff x="2887450" y="4152694"/>
            <a:chExt cx="5126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227135B-6350-9ECE-B15E-B78716444D8C}"/>
                    </a:ext>
                  </a:extLst>
                </p14:cNvPr>
                <p14:cNvContentPartPr/>
                <p14:nvPr/>
              </p14:nvContentPartPr>
              <p14:xfrm>
                <a:off x="2898970" y="4282654"/>
                <a:ext cx="174600" cy="6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227135B-6350-9ECE-B15E-B78716444D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4650" y="4278334"/>
                  <a:ext cx="183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EEC74475-3BAC-6FD5-700E-62B5289740F3}"/>
                    </a:ext>
                  </a:extLst>
                </p14:cNvPr>
                <p14:cNvContentPartPr/>
                <p14:nvPr/>
              </p14:nvContentPartPr>
              <p14:xfrm>
                <a:off x="2887450" y="4349614"/>
                <a:ext cx="172080" cy="147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EEC74475-3BAC-6FD5-700E-62B5289740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83130" y="4345294"/>
                  <a:ext cx="18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D8979EE-F68A-8106-CA74-B83B85610BFE}"/>
                    </a:ext>
                  </a:extLst>
                </p14:cNvPr>
                <p14:cNvContentPartPr/>
                <p14:nvPr/>
              </p14:nvContentPartPr>
              <p14:xfrm>
                <a:off x="3145210" y="4152694"/>
                <a:ext cx="254880" cy="2462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D8979EE-F68A-8106-CA74-B83B85610B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0890" y="4148374"/>
                  <a:ext cx="26352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B9258C2-A8E7-8822-F5A7-BE26B7078045}"/>
              </a:ext>
            </a:extLst>
          </p:cNvPr>
          <p:cNvGrpSpPr/>
          <p:nvPr/>
        </p:nvGrpSpPr>
        <p:grpSpPr>
          <a:xfrm>
            <a:off x="7017010" y="5263294"/>
            <a:ext cx="668160" cy="186840"/>
            <a:chOff x="7017010" y="5263294"/>
            <a:chExt cx="66816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C49E2F9-3AB4-DF37-CF8E-9AA010ECB79A}"/>
                    </a:ext>
                  </a:extLst>
                </p14:cNvPr>
                <p14:cNvContentPartPr/>
                <p14:nvPr/>
              </p14:nvContentPartPr>
              <p14:xfrm>
                <a:off x="7017010" y="5263294"/>
                <a:ext cx="596880" cy="1677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C49E2F9-3AB4-DF37-CF8E-9AA010ECB7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12690" y="5258974"/>
                  <a:ext cx="605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E44F8EA-3133-65DA-4B28-D96F47E70C4E}"/>
                    </a:ext>
                  </a:extLst>
                </p14:cNvPr>
                <p14:cNvContentPartPr/>
                <p14:nvPr/>
              </p14:nvContentPartPr>
              <p14:xfrm>
                <a:off x="7037170" y="5367334"/>
                <a:ext cx="648000" cy="360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E44F8EA-3133-65DA-4B28-D96F47E70C4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32850" y="5362654"/>
                  <a:ext cx="656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7FA33B34-9088-D0F3-30B0-8820F1882404}"/>
                    </a:ext>
                  </a:extLst>
                </p14:cNvPr>
                <p14:cNvContentPartPr/>
                <p14:nvPr/>
              </p14:nvContentPartPr>
              <p14:xfrm>
                <a:off x="7080370" y="5400814"/>
                <a:ext cx="512640" cy="493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7FA33B34-9088-D0F3-30B0-8820F18824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76050" y="5396494"/>
                  <a:ext cx="52128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362E2D1C-044F-A4EF-51CE-8C3EB896450A}"/>
                  </a:ext>
                </a:extLst>
              </p14:cNvPr>
              <p14:cNvContentPartPr/>
              <p14:nvPr/>
            </p14:nvContentPartPr>
            <p14:xfrm>
              <a:off x="8316970" y="5402614"/>
              <a:ext cx="633960" cy="4572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362E2D1C-044F-A4EF-51CE-8C3EB89645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12650" y="5398294"/>
                <a:ext cx="64260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o 44">
            <a:extLst>
              <a:ext uri="{FF2B5EF4-FFF2-40B4-BE49-F238E27FC236}">
                <a16:creationId xmlns:a16="http://schemas.microsoft.com/office/drawing/2014/main" id="{9E3326A2-ACDA-D40A-85D4-A15914C0A711}"/>
              </a:ext>
            </a:extLst>
          </p:cNvPr>
          <p:cNvGrpSpPr/>
          <p:nvPr/>
        </p:nvGrpSpPr>
        <p:grpSpPr>
          <a:xfrm>
            <a:off x="5218450" y="5805094"/>
            <a:ext cx="964440" cy="50400"/>
            <a:chOff x="5218450" y="5805094"/>
            <a:chExt cx="964440" cy="5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ED5CDD08-A4F6-BBA2-24DF-2F48DD066DE9}"/>
                    </a:ext>
                  </a:extLst>
                </p14:cNvPr>
                <p14:cNvContentPartPr/>
                <p14:nvPr/>
              </p14:nvContentPartPr>
              <p14:xfrm>
                <a:off x="5218450" y="5805094"/>
                <a:ext cx="964440" cy="208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ED5CDD08-A4F6-BBA2-24DF-2F48DD066D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14130" y="5800774"/>
                  <a:ext cx="973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98B421C-BE28-4B22-D771-D10C600E2E6F}"/>
                    </a:ext>
                  </a:extLst>
                </p14:cNvPr>
                <p14:cNvContentPartPr/>
                <p14:nvPr/>
              </p14:nvContentPartPr>
              <p14:xfrm>
                <a:off x="5272450" y="5827414"/>
                <a:ext cx="857520" cy="2808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98B421C-BE28-4B22-D771-D10C600E2E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68130" y="5823094"/>
                  <a:ext cx="8661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E13EDD8B-EB66-AF84-365C-3336AF72D24F}"/>
              </a:ext>
            </a:extLst>
          </p:cNvPr>
          <p:cNvGrpSpPr/>
          <p:nvPr/>
        </p:nvGrpSpPr>
        <p:grpSpPr>
          <a:xfrm>
            <a:off x="5306290" y="2306974"/>
            <a:ext cx="780120" cy="438120"/>
            <a:chOff x="5306290" y="2306974"/>
            <a:chExt cx="78012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7B029D0F-E53C-15E4-D296-ACB363023DF4}"/>
                    </a:ext>
                  </a:extLst>
                </p14:cNvPr>
                <p14:cNvContentPartPr/>
                <p14:nvPr/>
              </p14:nvContentPartPr>
              <p14:xfrm>
                <a:off x="6086050" y="2377534"/>
                <a:ext cx="360" cy="104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7B029D0F-E53C-15E4-D296-ACB363023DF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81730" y="2373214"/>
                  <a:ext cx="9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F4432893-7A67-A829-3955-A178ABE8413C}"/>
                    </a:ext>
                  </a:extLst>
                </p14:cNvPr>
                <p14:cNvContentPartPr/>
                <p14:nvPr/>
              </p14:nvContentPartPr>
              <p14:xfrm>
                <a:off x="6052930" y="2726374"/>
                <a:ext cx="360" cy="3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F4432893-7A67-A829-3955-A178ABE841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48610" y="27220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43B1723-B54C-328B-FBFC-92328AE0E207}"/>
                    </a:ext>
                  </a:extLst>
                </p14:cNvPr>
                <p14:cNvContentPartPr/>
                <p14:nvPr/>
              </p14:nvContentPartPr>
              <p14:xfrm>
                <a:off x="5906050" y="2376454"/>
                <a:ext cx="360" cy="1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43B1723-B54C-328B-FBFC-92328AE0E2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01730" y="2372134"/>
                  <a:ext cx="900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AE4905B-DF33-538A-62F6-A4A5EA8388AA}"/>
                    </a:ext>
                  </a:extLst>
                </p14:cNvPr>
                <p14:cNvContentPartPr/>
                <p14:nvPr/>
              </p14:nvContentPartPr>
              <p14:xfrm>
                <a:off x="5863210" y="2344774"/>
                <a:ext cx="108000" cy="1123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AE4905B-DF33-538A-62F6-A4A5EA8388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58890" y="2340454"/>
                  <a:ext cx="116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753AFE1C-EE01-DBF5-0D67-A4C7F324DA51}"/>
                    </a:ext>
                  </a:extLst>
                </p14:cNvPr>
                <p14:cNvContentPartPr/>
                <p14:nvPr/>
              </p14:nvContentPartPr>
              <p14:xfrm>
                <a:off x="5306290" y="2306974"/>
                <a:ext cx="477720" cy="4381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753AFE1C-EE01-DBF5-0D67-A4C7F324DA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01970" y="2302654"/>
                  <a:ext cx="486360" cy="44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E0A03B4A-A318-F175-7070-C7566A46E6CC}"/>
                  </a:ext>
                </a:extLst>
              </p14:cNvPr>
              <p14:cNvContentPartPr/>
              <p14:nvPr/>
            </p14:nvContentPartPr>
            <p14:xfrm>
              <a:off x="4876450" y="2379334"/>
              <a:ext cx="361440" cy="33264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E0A03B4A-A318-F175-7070-C7566A46E6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72130" y="2375014"/>
                <a:ext cx="370080" cy="34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865FAF2D-18BF-C924-A64D-46783A41DEAB}"/>
              </a:ext>
            </a:extLst>
          </p:cNvPr>
          <p:cNvGrpSpPr/>
          <p:nvPr/>
        </p:nvGrpSpPr>
        <p:grpSpPr>
          <a:xfrm>
            <a:off x="5577730" y="4561654"/>
            <a:ext cx="752040" cy="498240"/>
            <a:chOff x="5577730" y="4561654"/>
            <a:chExt cx="752040" cy="49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141C3B5B-D83D-71DB-A07B-D274B4261025}"/>
                    </a:ext>
                  </a:extLst>
                </p14:cNvPr>
                <p14:cNvContentPartPr/>
                <p14:nvPr/>
              </p14:nvContentPartPr>
              <p14:xfrm>
                <a:off x="5622010" y="4967014"/>
                <a:ext cx="513000" cy="165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141C3B5B-D83D-71DB-A07B-D274B426102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17690" y="4962694"/>
                  <a:ext cx="5216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BD0DD27-2FA6-8920-350A-4EB1C2158492}"/>
                    </a:ext>
                  </a:extLst>
                </p14:cNvPr>
                <p14:cNvContentPartPr/>
                <p14:nvPr/>
              </p14:nvContentPartPr>
              <p14:xfrm>
                <a:off x="5587810" y="4963414"/>
                <a:ext cx="575640" cy="219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BD0DD27-2FA6-8920-350A-4EB1C21584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83490" y="4959094"/>
                  <a:ext cx="584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AE6D15A3-71AD-27AA-57BC-D273A24A53A1}"/>
                    </a:ext>
                  </a:extLst>
                </p14:cNvPr>
                <p14:cNvContentPartPr/>
                <p14:nvPr/>
              </p14:nvContentPartPr>
              <p14:xfrm>
                <a:off x="5577730" y="4967014"/>
                <a:ext cx="562320" cy="320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AE6D15A3-71AD-27AA-57BC-D273A24A53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73410" y="4962694"/>
                  <a:ext cx="570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E18FE808-3E15-6C58-CB72-A866BD1F4B17}"/>
                    </a:ext>
                  </a:extLst>
                </p14:cNvPr>
                <p14:cNvContentPartPr/>
                <p14:nvPr/>
              </p14:nvContentPartPr>
              <p14:xfrm>
                <a:off x="5623090" y="4985014"/>
                <a:ext cx="487440" cy="183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E18FE808-3E15-6C58-CB72-A866BD1F4B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18770" y="4980694"/>
                  <a:ext cx="496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C9917DC-6F3D-522B-FA9C-FAB5D5471083}"/>
                    </a:ext>
                  </a:extLst>
                </p14:cNvPr>
                <p14:cNvContentPartPr/>
                <p14:nvPr/>
              </p14:nvContentPartPr>
              <p14:xfrm>
                <a:off x="5629210" y="4561654"/>
                <a:ext cx="700560" cy="4982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C9917DC-6F3D-522B-FA9C-FAB5D54710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20210" y="4553014"/>
                  <a:ext cx="718200" cy="51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120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B3737C-64F2-44E2-9EF5-209E9432C3FF}"/>
              </a:ext>
            </a:extLst>
          </p:cNvPr>
          <p:cNvSpPr txBox="1"/>
          <p:nvPr/>
        </p:nvSpPr>
        <p:spPr>
          <a:xfrm>
            <a:off x="643988" y="1181866"/>
            <a:ext cx="10450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 por medio de la fórmula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831273" y="1821510"/>
                <a:ext cx="19899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1821510"/>
                <a:ext cx="1989904" cy="307777"/>
              </a:xfrm>
              <a:prstGeom prst="rect">
                <a:avLst/>
              </a:prstGeom>
              <a:blipFill>
                <a:blip r:embed="rId2"/>
                <a:stretch>
                  <a:fillRect l="-2446" t="-4000" r="-2446" b="-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upo 30">
            <a:extLst>
              <a:ext uri="{FF2B5EF4-FFF2-40B4-BE49-F238E27FC236}">
                <a16:creationId xmlns:a16="http://schemas.microsoft.com/office/drawing/2014/main" id="{8457C263-07BA-C7F3-8DF4-54D1C0C449D1}"/>
              </a:ext>
            </a:extLst>
          </p:cNvPr>
          <p:cNvGrpSpPr/>
          <p:nvPr/>
        </p:nvGrpSpPr>
        <p:grpSpPr>
          <a:xfrm>
            <a:off x="8765530" y="428134"/>
            <a:ext cx="2787120" cy="830880"/>
            <a:chOff x="8765530" y="428134"/>
            <a:chExt cx="2787120" cy="83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5D7F24A6-F1F9-747E-0D5C-E09715DBE1B7}"/>
                    </a:ext>
                  </a:extLst>
                </p14:cNvPr>
                <p14:cNvContentPartPr/>
                <p14:nvPr/>
              </p14:nvContentPartPr>
              <p14:xfrm>
                <a:off x="8765530" y="726574"/>
                <a:ext cx="242280" cy="1926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5D7F24A6-F1F9-747E-0D5C-E09715DBE1B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761210" y="722254"/>
                  <a:ext cx="25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F2EF44C3-8BF2-5AC3-E28B-6FFE14F55C42}"/>
                    </a:ext>
                  </a:extLst>
                </p14:cNvPr>
                <p14:cNvContentPartPr/>
                <p14:nvPr/>
              </p14:nvContentPartPr>
              <p14:xfrm>
                <a:off x="8784610" y="663934"/>
                <a:ext cx="115920" cy="28368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F2EF44C3-8BF2-5AC3-E28B-6FFE14F55C4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80290" y="659614"/>
                  <a:ext cx="124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55773E9A-8B58-44F8-26A0-309E8A5106BF}"/>
                    </a:ext>
                  </a:extLst>
                </p14:cNvPr>
                <p14:cNvContentPartPr/>
                <p14:nvPr/>
              </p14:nvContentPartPr>
              <p14:xfrm>
                <a:off x="9079810" y="763294"/>
                <a:ext cx="158040" cy="21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55773E9A-8B58-44F8-26A0-309E8A5106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75490" y="758974"/>
                  <a:ext cx="166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95C0BB7-BD21-3365-FAFE-710B1D3FCCBE}"/>
                    </a:ext>
                  </a:extLst>
                </p14:cNvPr>
                <p14:cNvContentPartPr/>
                <p14:nvPr/>
              </p14:nvContentPartPr>
              <p14:xfrm>
                <a:off x="9076930" y="847534"/>
                <a:ext cx="222480" cy="90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95C0BB7-BD21-3365-FAFE-710B1D3FCC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72610" y="843214"/>
                  <a:ext cx="231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670A279-352C-AAF8-F6F5-739685A40BD9}"/>
                    </a:ext>
                  </a:extLst>
                </p14:cNvPr>
                <p14:cNvContentPartPr/>
                <p14:nvPr/>
              </p14:nvContentPartPr>
              <p14:xfrm>
                <a:off x="9369970" y="787774"/>
                <a:ext cx="181800" cy="237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670A279-352C-AAF8-F6F5-739685A40B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65650" y="783454"/>
                  <a:ext cx="190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01F32D6-4E72-CBF9-8A27-A0C9BCC84986}"/>
                    </a:ext>
                  </a:extLst>
                </p14:cNvPr>
                <p14:cNvContentPartPr/>
                <p14:nvPr/>
              </p14:nvContentPartPr>
              <p14:xfrm>
                <a:off x="9561850" y="604534"/>
                <a:ext cx="186120" cy="2494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01F32D6-4E72-CBF9-8A27-A0C9BCC849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557530" y="600214"/>
                  <a:ext cx="194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A0456D4-F235-7B21-457A-BD0F2D3D337E}"/>
                    </a:ext>
                  </a:extLst>
                </p14:cNvPr>
                <p14:cNvContentPartPr/>
                <p14:nvPr/>
              </p14:nvContentPartPr>
              <p14:xfrm>
                <a:off x="9923290" y="620734"/>
                <a:ext cx="31320" cy="1512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A0456D4-F235-7B21-457A-BD0F2D3D337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18970" y="616414"/>
                  <a:ext cx="39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DD8C931A-7354-C8F0-A52C-606FD595752D}"/>
                    </a:ext>
                  </a:extLst>
                </p14:cNvPr>
                <p14:cNvContentPartPr/>
                <p14:nvPr/>
              </p14:nvContentPartPr>
              <p14:xfrm>
                <a:off x="9834010" y="693454"/>
                <a:ext cx="159120" cy="5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DD8C931A-7354-C8F0-A52C-606FD595752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29690" y="689134"/>
                  <a:ext cx="1677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1AF56E0A-96B5-C2A0-AE0B-8F44239FE330}"/>
                    </a:ext>
                  </a:extLst>
                </p14:cNvPr>
                <p14:cNvContentPartPr/>
                <p14:nvPr/>
              </p14:nvContentPartPr>
              <p14:xfrm>
                <a:off x="9808810" y="832054"/>
                <a:ext cx="197280" cy="86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1AF56E0A-96B5-C2A0-AE0B-8F44239FE3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804490" y="827734"/>
                  <a:ext cx="2059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8AA94E76-1466-A9A3-E981-567E4650B7DF}"/>
                    </a:ext>
                  </a:extLst>
                </p14:cNvPr>
                <p14:cNvContentPartPr/>
                <p14:nvPr/>
              </p14:nvContentPartPr>
              <p14:xfrm>
                <a:off x="10079170" y="667534"/>
                <a:ext cx="150840" cy="1670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8AA94E76-1466-A9A3-E981-567E4650B7D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74850" y="663214"/>
                  <a:ext cx="159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59F6F16A-112F-5368-D786-7080B2A86202}"/>
                    </a:ext>
                  </a:extLst>
                </p14:cNvPr>
                <p14:cNvContentPartPr/>
                <p14:nvPr/>
              </p14:nvContentPartPr>
              <p14:xfrm>
                <a:off x="10222810" y="519934"/>
                <a:ext cx="70560" cy="3160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59F6F16A-112F-5368-D786-7080B2A8620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18490" y="515614"/>
                  <a:ext cx="79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68B16066-B134-9D0E-5206-E3F97EE6BC2B}"/>
                    </a:ext>
                  </a:extLst>
                </p14:cNvPr>
                <p14:cNvContentPartPr/>
                <p14:nvPr/>
              </p14:nvContentPartPr>
              <p14:xfrm>
                <a:off x="10148290" y="428134"/>
                <a:ext cx="1368360" cy="1051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68B16066-B134-9D0E-5206-E3F97EE6BC2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43970" y="423814"/>
                  <a:ext cx="1377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0F7B930-62EE-98A3-2579-21242CFA127D}"/>
                    </a:ext>
                  </a:extLst>
                </p14:cNvPr>
                <p14:cNvContentPartPr/>
                <p14:nvPr/>
              </p14:nvContentPartPr>
              <p14:xfrm>
                <a:off x="10321810" y="571774"/>
                <a:ext cx="150480" cy="2113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0F7B930-62EE-98A3-2579-21242CFA127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7490" y="567454"/>
                  <a:ext cx="159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0DFDC958-7D00-A11E-D0E4-147B3B7D79BF}"/>
                    </a:ext>
                  </a:extLst>
                </p14:cNvPr>
                <p14:cNvContentPartPr/>
                <p14:nvPr/>
              </p14:nvContentPartPr>
              <p14:xfrm>
                <a:off x="10433770" y="572494"/>
                <a:ext cx="145080" cy="784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0DFDC958-7D00-A11E-D0E4-147B3B7D79B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29450" y="568174"/>
                  <a:ext cx="153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CA29088-E672-10CC-A985-A05A5092E878}"/>
                    </a:ext>
                  </a:extLst>
                </p14:cNvPr>
                <p14:cNvContentPartPr/>
                <p14:nvPr/>
              </p14:nvContentPartPr>
              <p14:xfrm>
                <a:off x="10532050" y="735934"/>
                <a:ext cx="154080" cy="90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CA29088-E672-10CC-A985-A05A5092E8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27730" y="731614"/>
                  <a:ext cx="1627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FC59839-6644-FB30-D7FD-BA6E916DD8F6}"/>
                    </a:ext>
                  </a:extLst>
                </p14:cNvPr>
                <p14:cNvContentPartPr/>
                <p14:nvPr/>
              </p14:nvContentPartPr>
              <p14:xfrm>
                <a:off x="10716730" y="636214"/>
                <a:ext cx="184680" cy="874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FC59839-6644-FB30-D7FD-BA6E916DD8F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12410" y="631894"/>
                  <a:ext cx="193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44948AC-D0A2-39F5-D680-A7E8A97FF5C9}"/>
                    </a:ext>
                  </a:extLst>
                </p14:cNvPr>
                <p14:cNvContentPartPr/>
                <p14:nvPr/>
              </p14:nvContentPartPr>
              <p14:xfrm>
                <a:off x="10818250" y="596614"/>
                <a:ext cx="51480" cy="1922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44948AC-D0A2-39F5-D680-A7E8A97FF5C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13930" y="592294"/>
                  <a:ext cx="60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8C27CC05-54D9-9CD3-FB7E-29B31640C05C}"/>
                    </a:ext>
                  </a:extLst>
                </p14:cNvPr>
                <p14:cNvContentPartPr/>
                <p14:nvPr/>
              </p14:nvContentPartPr>
              <p14:xfrm>
                <a:off x="10901050" y="658894"/>
                <a:ext cx="115560" cy="10548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8C27CC05-54D9-9CD3-FB7E-29B31640C0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896730" y="654574"/>
                  <a:ext cx="124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C60865F-D72D-997D-FE1E-6ABDB4889948}"/>
                    </a:ext>
                  </a:extLst>
                </p14:cNvPr>
                <p14:cNvContentPartPr/>
                <p14:nvPr/>
              </p14:nvContentPartPr>
              <p14:xfrm>
                <a:off x="11004010" y="681214"/>
                <a:ext cx="64800" cy="975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C60865F-D72D-997D-FE1E-6ABDB48899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999690" y="676894"/>
                  <a:ext cx="73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4415A68B-3327-1866-3698-719551BF6759}"/>
                    </a:ext>
                  </a:extLst>
                </p14:cNvPr>
                <p14:cNvContentPartPr/>
                <p14:nvPr/>
              </p14:nvContentPartPr>
              <p14:xfrm>
                <a:off x="11074570" y="642694"/>
                <a:ext cx="127080" cy="1324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4415A68B-3327-1866-3698-719551BF675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070250" y="638374"/>
                  <a:ext cx="135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DF0ECCF5-8EB6-3441-9A0C-B59B858916C9}"/>
                    </a:ext>
                  </a:extLst>
                </p14:cNvPr>
                <p14:cNvContentPartPr/>
                <p14:nvPr/>
              </p14:nvContentPartPr>
              <p14:xfrm>
                <a:off x="9406330" y="906214"/>
                <a:ext cx="2146320" cy="273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DF0ECCF5-8EB6-3441-9A0C-B59B858916C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02010" y="901894"/>
                  <a:ext cx="2154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F7189AA-7F17-20F2-C6A9-94591C769741}"/>
                    </a:ext>
                  </a:extLst>
                </p14:cNvPr>
                <p14:cNvContentPartPr/>
                <p14:nvPr/>
              </p14:nvContentPartPr>
              <p14:xfrm>
                <a:off x="10203010" y="984334"/>
                <a:ext cx="225000" cy="234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F7189AA-7F17-20F2-C6A9-94591C76974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198690" y="980014"/>
                  <a:ext cx="233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781EF19-7100-92E2-F081-BC58B42BE171}"/>
                    </a:ext>
                  </a:extLst>
                </p14:cNvPr>
                <p14:cNvContentPartPr/>
                <p14:nvPr/>
              </p14:nvContentPartPr>
              <p14:xfrm>
                <a:off x="10429810" y="1061734"/>
                <a:ext cx="118800" cy="1612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781EF19-7100-92E2-F081-BC58B42BE1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25490" y="1057414"/>
                  <a:ext cx="127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02829BD1-F155-1F5C-6BD7-F552D4BEFB05}"/>
                    </a:ext>
                  </a:extLst>
                </p14:cNvPr>
                <p14:cNvContentPartPr/>
                <p14:nvPr/>
              </p14:nvContentPartPr>
              <p14:xfrm>
                <a:off x="10556170" y="1076854"/>
                <a:ext cx="5040" cy="1821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02829BD1-F155-1F5C-6BD7-F552D4BEFB0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51850" y="1072534"/>
                  <a:ext cx="136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0A75878-2B04-AE5A-57EE-AB67C201CF9D}"/>
              </a:ext>
            </a:extLst>
          </p:cNvPr>
          <p:cNvGrpSpPr/>
          <p:nvPr/>
        </p:nvGrpSpPr>
        <p:grpSpPr>
          <a:xfrm>
            <a:off x="790810" y="2202934"/>
            <a:ext cx="662760" cy="227520"/>
            <a:chOff x="790810" y="2202934"/>
            <a:chExt cx="662760" cy="2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CFB6384F-CBBE-F5C3-AD34-3715E11F5C4A}"/>
                    </a:ext>
                  </a:extLst>
                </p14:cNvPr>
                <p14:cNvContentPartPr/>
                <p14:nvPr/>
              </p14:nvContentPartPr>
              <p14:xfrm>
                <a:off x="850570" y="2250454"/>
                <a:ext cx="98280" cy="1058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CFB6384F-CBBE-F5C3-AD34-3715E11F5C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46250" y="2246134"/>
                  <a:ext cx="106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CDF26B0-8D24-CB7D-1B05-D62ADF246451}"/>
                    </a:ext>
                  </a:extLst>
                </p14:cNvPr>
                <p14:cNvContentPartPr/>
                <p14:nvPr/>
              </p14:nvContentPartPr>
              <p14:xfrm>
                <a:off x="790810" y="2238214"/>
                <a:ext cx="164520" cy="1407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CDF26B0-8D24-CB7D-1B05-D62ADF24645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6490" y="2233894"/>
                  <a:ext cx="173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16FB8134-1094-67DE-010F-34F6672C620A}"/>
                    </a:ext>
                  </a:extLst>
                </p14:cNvPr>
                <p14:cNvContentPartPr/>
                <p14:nvPr/>
              </p14:nvContentPartPr>
              <p14:xfrm>
                <a:off x="929770" y="2241814"/>
                <a:ext cx="48600" cy="1641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16FB8134-1094-67DE-010F-34F6672C62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5450" y="2237494"/>
                  <a:ext cx="57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70E360D2-8703-32A4-A07F-4CD496BA3C08}"/>
                    </a:ext>
                  </a:extLst>
                </p14:cNvPr>
                <p14:cNvContentPartPr/>
                <p14:nvPr/>
              </p14:nvContentPartPr>
              <p14:xfrm>
                <a:off x="1043530" y="2296174"/>
                <a:ext cx="5400" cy="32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70E360D2-8703-32A4-A07F-4CD496BA3C0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39210" y="2291854"/>
                  <a:ext cx="1404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B6B9A6F-11C4-E1E3-D0AD-42944387E7B3}"/>
                    </a:ext>
                  </a:extLst>
                </p14:cNvPr>
                <p14:cNvContentPartPr/>
                <p14:nvPr/>
              </p14:nvContentPartPr>
              <p14:xfrm>
                <a:off x="1005730" y="2272414"/>
                <a:ext cx="145440" cy="266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B6B9A6F-11C4-E1E3-D0AD-42944387E7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01410" y="2268094"/>
                  <a:ext cx="154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5118D33-A623-8302-6AAA-10F07DAEE6FA}"/>
                    </a:ext>
                  </a:extLst>
                </p14:cNvPr>
                <p14:cNvContentPartPr/>
                <p14:nvPr/>
              </p14:nvContentPartPr>
              <p14:xfrm>
                <a:off x="1003210" y="2342254"/>
                <a:ext cx="169920" cy="158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5118D33-A623-8302-6AAA-10F07DAEE6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98890" y="2337934"/>
                  <a:ext cx="178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CA5D26AD-6FA0-9D50-9013-BBBD87AF843A}"/>
                    </a:ext>
                  </a:extLst>
                </p14:cNvPr>
                <p14:cNvContentPartPr/>
                <p14:nvPr/>
              </p14:nvContentPartPr>
              <p14:xfrm>
                <a:off x="1238290" y="2202934"/>
                <a:ext cx="112680" cy="302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CA5D26AD-6FA0-9D50-9013-BBBD87AF84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233970" y="2198614"/>
                  <a:ext cx="121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CD4EA33A-55F4-67D7-33A2-22C094D5F50E}"/>
                    </a:ext>
                  </a:extLst>
                </p14:cNvPr>
                <p14:cNvContentPartPr/>
                <p14:nvPr/>
              </p14:nvContentPartPr>
              <p14:xfrm>
                <a:off x="1250170" y="2379334"/>
                <a:ext cx="166680" cy="428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CD4EA33A-55F4-67D7-33A2-22C094D5F5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45850" y="2375014"/>
                  <a:ext cx="175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E92C4E0-0A06-5F37-A334-5EB26C1C8745}"/>
                    </a:ext>
                  </a:extLst>
                </p14:cNvPr>
                <p14:cNvContentPartPr/>
                <p14:nvPr/>
              </p14:nvContentPartPr>
              <p14:xfrm>
                <a:off x="1255210" y="2237494"/>
                <a:ext cx="198360" cy="1929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E92C4E0-0A06-5F37-A334-5EB26C1C874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50890" y="2233174"/>
                  <a:ext cx="2070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07D43669-07DA-6F8C-37A0-1E7A129F4899}"/>
              </a:ext>
            </a:extLst>
          </p:cNvPr>
          <p:cNvGrpSpPr/>
          <p:nvPr/>
        </p:nvGrpSpPr>
        <p:grpSpPr>
          <a:xfrm>
            <a:off x="1939210" y="2211214"/>
            <a:ext cx="729360" cy="217080"/>
            <a:chOff x="1939210" y="2211214"/>
            <a:chExt cx="72936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7B67C294-4D5D-A860-6238-1E68D7C945F1}"/>
                    </a:ext>
                  </a:extLst>
                </p14:cNvPr>
                <p14:cNvContentPartPr/>
                <p14:nvPr/>
              </p14:nvContentPartPr>
              <p14:xfrm>
                <a:off x="1939210" y="2216974"/>
                <a:ext cx="178200" cy="20052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7B67C294-4D5D-A860-6238-1E68D7C945F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34890" y="2212654"/>
                  <a:ext cx="186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E638E02-00C7-759C-861C-EA44A114CA62}"/>
                    </a:ext>
                  </a:extLst>
                </p14:cNvPr>
                <p14:cNvContentPartPr/>
                <p14:nvPr/>
              </p14:nvContentPartPr>
              <p14:xfrm>
                <a:off x="2171050" y="2263774"/>
                <a:ext cx="146880" cy="2016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E638E02-00C7-759C-861C-EA44A114CA6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66730" y="2259454"/>
                  <a:ext cx="155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20B5C76D-26EB-FC0B-38F0-B47270A39BA3}"/>
                    </a:ext>
                  </a:extLst>
                </p14:cNvPr>
                <p14:cNvContentPartPr/>
                <p14:nvPr/>
              </p14:nvContentPartPr>
              <p14:xfrm>
                <a:off x="2181130" y="2326054"/>
                <a:ext cx="165960" cy="291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20B5C76D-26EB-FC0B-38F0-B47270A39BA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76810" y="2321734"/>
                  <a:ext cx="174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965C79DC-C8B5-38A3-A3F7-77031EECA8A8}"/>
                    </a:ext>
                  </a:extLst>
                </p14:cNvPr>
                <p14:cNvContentPartPr/>
                <p14:nvPr/>
              </p14:nvContentPartPr>
              <p14:xfrm>
                <a:off x="2470570" y="2213734"/>
                <a:ext cx="198000" cy="86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965C79DC-C8B5-38A3-A3F7-77031EECA8A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66250" y="2209414"/>
                  <a:ext cx="2066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CE074D0C-9DE1-6773-ACAF-51CA7BA30B75}"/>
                    </a:ext>
                  </a:extLst>
                </p14:cNvPr>
                <p14:cNvContentPartPr/>
                <p14:nvPr/>
              </p14:nvContentPartPr>
              <p14:xfrm>
                <a:off x="2463370" y="2211214"/>
                <a:ext cx="172440" cy="2170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CE074D0C-9DE1-6773-ACAF-51CA7BA30B7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59050" y="2206894"/>
                  <a:ext cx="18108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DF4052F-99A4-2162-2693-5C3DE570ED7C}"/>
              </a:ext>
            </a:extLst>
          </p:cNvPr>
          <p:cNvGrpSpPr/>
          <p:nvPr/>
        </p:nvGrpSpPr>
        <p:grpSpPr>
          <a:xfrm>
            <a:off x="3107770" y="2175934"/>
            <a:ext cx="774000" cy="242280"/>
            <a:chOff x="3107770" y="2175934"/>
            <a:chExt cx="77400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2D2207E-240A-1A44-594B-AF11F47D1246}"/>
                    </a:ext>
                  </a:extLst>
                </p14:cNvPr>
                <p14:cNvContentPartPr/>
                <p14:nvPr/>
              </p14:nvContentPartPr>
              <p14:xfrm>
                <a:off x="3107770" y="2267734"/>
                <a:ext cx="163440" cy="1504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2D2207E-240A-1A44-594B-AF11F47D12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03450" y="2263414"/>
                  <a:ext cx="172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DAB622D-A7B9-E149-2379-269E765C0FD6}"/>
                    </a:ext>
                  </a:extLst>
                </p14:cNvPr>
                <p14:cNvContentPartPr/>
                <p14:nvPr/>
              </p14:nvContentPartPr>
              <p14:xfrm>
                <a:off x="3283090" y="2276374"/>
                <a:ext cx="122760" cy="147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DAB622D-A7B9-E149-2379-269E765C0FD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78770" y="2272054"/>
                  <a:ext cx="1314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341995BE-6AAC-6392-BEC2-EB6B33042E93}"/>
                    </a:ext>
                  </a:extLst>
                </p14:cNvPr>
                <p14:cNvContentPartPr/>
                <p14:nvPr/>
              </p14:nvContentPartPr>
              <p14:xfrm>
                <a:off x="3273010" y="2353054"/>
                <a:ext cx="115920" cy="158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341995BE-6AAC-6392-BEC2-EB6B33042E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68690" y="2348734"/>
                  <a:ext cx="124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B399F5DC-81D3-3DC6-BBD8-105E34D03CDE}"/>
                    </a:ext>
                  </a:extLst>
                </p14:cNvPr>
                <p14:cNvContentPartPr/>
                <p14:nvPr/>
              </p14:nvContentPartPr>
              <p14:xfrm>
                <a:off x="3510610" y="2306974"/>
                <a:ext cx="153000" cy="111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B399F5DC-81D3-3DC6-BBD8-105E34D03CD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506290" y="2302654"/>
                  <a:ext cx="161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96D2BDD-2680-E329-33B7-1F14EB46A892}"/>
                    </a:ext>
                  </a:extLst>
                </p14:cNvPr>
                <p14:cNvContentPartPr/>
                <p14:nvPr/>
              </p14:nvContentPartPr>
              <p14:xfrm>
                <a:off x="3715810" y="2175934"/>
                <a:ext cx="165960" cy="2037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96D2BDD-2680-E329-33B7-1F14EB46A89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711490" y="2171614"/>
                  <a:ext cx="1746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225C72C1-516D-E0A3-CE90-50A5CBBE3EFF}"/>
              </a:ext>
            </a:extLst>
          </p:cNvPr>
          <p:cNvGrpSpPr/>
          <p:nvPr/>
        </p:nvGrpSpPr>
        <p:grpSpPr>
          <a:xfrm>
            <a:off x="742210" y="2645014"/>
            <a:ext cx="1805040" cy="372240"/>
            <a:chOff x="742210" y="2645014"/>
            <a:chExt cx="180504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C4DC25E0-8BC3-2E9E-4226-C391A73AAD89}"/>
                    </a:ext>
                  </a:extLst>
                </p14:cNvPr>
                <p14:cNvContentPartPr/>
                <p14:nvPr/>
              </p14:nvContentPartPr>
              <p14:xfrm>
                <a:off x="754090" y="2788654"/>
                <a:ext cx="43560" cy="2214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C4DC25E0-8BC3-2E9E-4226-C391A73AAD8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9770" y="2784334"/>
                  <a:ext cx="522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D699FBC9-C6C6-E5AA-57B0-1E3F12665467}"/>
                    </a:ext>
                  </a:extLst>
                </p14:cNvPr>
                <p14:cNvContentPartPr/>
                <p14:nvPr/>
              </p14:nvContentPartPr>
              <p14:xfrm>
                <a:off x="742210" y="2779294"/>
                <a:ext cx="221400" cy="2379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D699FBC9-C6C6-E5AA-57B0-1E3F1266546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7890" y="2774974"/>
                  <a:ext cx="2300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40C7E3B-1DDC-93C5-9C5C-8C7F1F5076D4}"/>
                    </a:ext>
                  </a:extLst>
                </p14:cNvPr>
                <p14:cNvContentPartPr/>
                <p14:nvPr/>
              </p14:nvContentPartPr>
              <p14:xfrm>
                <a:off x="1034170" y="2852014"/>
                <a:ext cx="181080" cy="104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40C7E3B-1DDC-93C5-9C5C-8C7F1F5076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29850" y="2847694"/>
                  <a:ext cx="189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66A9E376-2027-4623-8DE2-93FEF57C9025}"/>
                    </a:ext>
                  </a:extLst>
                </p14:cNvPr>
                <p14:cNvContentPartPr/>
                <p14:nvPr/>
              </p14:nvContentPartPr>
              <p14:xfrm>
                <a:off x="1039210" y="2904214"/>
                <a:ext cx="186120" cy="421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66A9E376-2027-4623-8DE2-93FEF57C902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34890" y="2899894"/>
                  <a:ext cx="1947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338B012-E54C-1C91-8A0B-7BDF4C150F59}"/>
                    </a:ext>
                  </a:extLst>
                </p14:cNvPr>
                <p14:cNvContentPartPr/>
                <p14:nvPr/>
              </p14:nvContentPartPr>
              <p14:xfrm>
                <a:off x="1361770" y="2656894"/>
                <a:ext cx="167040" cy="2811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338B012-E54C-1C91-8A0B-7BDF4C150F5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57450" y="2652574"/>
                  <a:ext cx="175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E3EBBEA4-3578-2ABB-8D05-7B3F84AC7848}"/>
                    </a:ext>
                  </a:extLst>
                </p14:cNvPr>
                <p14:cNvContentPartPr/>
                <p14:nvPr/>
              </p14:nvContentPartPr>
              <p14:xfrm>
                <a:off x="1502170" y="2645014"/>
                <a:ext cx="206280" cy="1299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E3EBBEA4-3578-2ABB-8D05-7B3F84AC784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97850" y="2640694"/>
                  <a:ext cx="214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38C0F1F1-CECF-C953-B589-409AF952C090}"/>
                    </a:ext>
                  </a:extLst>
                </p14:cNvPr>
                <p14:cNvContentPartPr/>
                <p14:nvPr/>
              </p14:nvContentPartPr>
              <p14:xfrm>
                <a:off x="1638970" y="2865334"/>
                <a:ext cx="176040" cy="86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38C0F1F1-CECF-C953-B589-409AF952C09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634650" y="2861014"/>
                  <a:ext cx="184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1A2B4CD1-379C-BC91-486E-D32CC3B926D9}"/>
                    </a:ext>
                  </a:extLst>
                </p14:cNvPr>
                <p14:cNvContentPartPr/>
                <p14:nvPr/>
              </p14:nvContentPartPr>
              <p14:xfrm>
                <a:off x="1887010" y="2752654"/>
                <a:ext cx="228240" cy="1357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1A2B4CD1-379C-BC91-486E-D32CC3B926D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82690" y="2748334"/>
                  <a:ext cx="236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1F36831-C55B-2798-1843-10ED712EBBB4}"/>
                    </a:ext>
                  </a:extLst>
                </p14:cNvPr>
                <p14:cNvContentPartPr/>
                <p14:nvPr/>
              </p14:nvContentPartPr>
              <p14:xfrm>
                <a:off x="2001490" y="2717374"/>
                <a:ext cx="41400" cy="2588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1F36831-C55B-2798-1843-10ED712EBBB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997170" y="2713054"/>
                  <a:ext cx="50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799A1FE7-4EB5-26E6-DD09-5B3F88653CAE}"/>
                    </a:ext>
                  </a:extLst>
                </p14:cNvPr>
                <p14:cNvContentPartPr/>
                <p14:nvPr/>
              </p14:nvContentPartPr>
              <p14:xfrm>
                <a:off x="2124610" y="2772454"/>
                <a:ext cx="156600" cy="138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799A1FE7-4EB5-26E6-DD09-5B3F88653CA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120290" y="2768134"/>
                  <a:ext cx="165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00B81B5-AD5B-E30A-3EC5-54001AE3FA0F}"/>
                    </a:ext>
                  </a:extLst>
                </p14:cNvPr>
                <p14:cNvContentPartPr/>
                <p14:nvPr/>
              </p14:nvContentPartPr>
              <p14:xfrm>
                <a:off x="2284810" y="2770654"/>
                <a:ext cx="54720" cy="1677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00B81B5-AD5B-E30A-3EC5-54001AE3FA0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80490" y="2766334"/>
                  <a:ext cx="63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994C4F1-C18E-5EFA-67F2-944B1C22D471}"/>
                    </a:ext>
                  </a:extLst>
                </p14:cNvPr>
                <p14:cNvContentPartPr/>
                <p14:nvPr/>
              </p14:nvContentPartPr>
              <p14:xfrm>
                <a:off x="2363650" y="2761294"/>
                <a:ext cx="183600" cy="16632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994C4F1-C18E-5EFA-67F2-944B1C22D47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59330" y="2756974"/>
                  <a:ext cx="19224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F2BDD161-9DCF-3BC1-486B-AB4F5E4E3BB7}"/>
                  </a:ext>
                </a:extLst>
              </p14:cNvPr>
              <p14:cNvContentPartPr/>
              <p14:nvPr/>
            </p14:nvContentPartPr>
            <p14:xfrm>
              <a:off x="2419090" y="2457094"/>
              <a:ext cx="268560" cy="2556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F2BDD161-9DCF-3BC1-486B-AB4F5E4E3BB7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414770" y="2452774"/>
                <a:ext cx="27720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upo 102">
            <a:extLst>
              <a:ext uri="{FF2B5EF4-FFF2-40B4-BE49-F238E27FC236}">
                <a16:creationId xmlns:a16="http://schemas.microsoft.com/office/drawing/2014/main" id="{6BAF1C7A-CA42-7E02-7AAB-C103900749AC}"/>
              </a:ext>
            </a:extLst>
          </p:cNvPr>
          <p:cNvGrpSpPr/>
          <p:nvPr/>
        </p:nvGrpSpPr>
        <p:grpSpPr>
          <a:xfrm>
            <a:off x="775330" y="3124174"/>
            <a:ext cx="2827440" cy="483480"/>
            <a:chOff x="775330" y="3124174"/>
            <a:chExt cx="282744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EBDC5508-6588-3715-C700-C1D6DAC22672}"/>
                    </a:ext>
                  </a:extLst>
                </p14:cNvPr>
                <p14:cNvContentPartPr/>
                <p14:nvPr/>
              </p14:nvContentPartPr>
              <p14:xfrm>
                <a:off x="801250" y="3271414"/>
                <a:ext cx="27360" cy="2563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EBDC5508-6588-3715-C700-C1D6DAC226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96930" y="3267094"/>
                  <a:ext cx="36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77117E22-0213-694E-1A68-CD54A99E3AAD}"/>
                    </a:ext>
                  </a:extLst>
                </p14:cNvPr>
                <p14:cNvContentPartPr/>
                <p14:nvPr/>
              </p14:nvContentPartPr>
              <p14:xfrm>
                <a:off x="775330" y="3252334"/>
                <a:ext cx="244080" cy="2386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77117E22-0213-694E-1A68-CD54A99E3AA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1010" y="3248014"/>
                  <a:ext cx="252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76250950-B7BD-BE61-E52A-4472489BA9CB}"/>
                    </a:ext>
                  </a:extLst>
                </p14:cNvPr>
                <p14:cNvContentPartPr/>
                <p14:nvPr/>
              </p14:nvContentPartPr>
              <p14:xfrm>
                <a:off x="1109770" y="3370774"/>
                <a:ext cx="172440" cy="97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76250950-B7BD-BE61-E52A-4472489BA9C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5450" y="3366454"/>
                  <a:ext cx="181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3A94B14F-C909-C944-8195-26E13F3A9F5E}"/>
                    </a:ext>
                  </a:extLst>
                </p14:cNvPr>
                <p14:cNvContentPartPr/>
                <p14:nvPr/>
              </p14:nvContentPartPr>
              <p14:xfrm>
                <a:off x="1133530" y="3452134"/>
                <a:ext cx="201600" cy="68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3A94B14F-C909-C944-8195-26E13F3A9F5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29210" y="3447814"/>
                  <a:ext cx="2102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A193E6C-8598-0159-2763-FC6B6721615A}"/>
                    </a:ext>
                  </a:extLst>
                </p14:cNvPr>
                <p14:cNvContentPartPr/>
                <p14:nvPr/>
              </p14:nvContentPartPr>
              <p14:xfrm>
                <a:off x="1382650" y="3255214"/>
                <a:ext cx="256320" cy="219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A193E6C-8598-0159-2763-FC6B6721615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78330" y="3250894"/>
                  <a:ext cx="264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5F5A723-F505-FE49-CA52-6A3E488110CD}"/>
                    </a:ext>
                  </a:extLst>
                </p14:cNvPr>
                <p14:cNvContentPartPr/>
                <p14:nvPr/>
              </p14:nvContentPartPr>
              <p14:xfrm>
                <a:off x="1419010" y="3275734"/>
                <a:ext cx="195480" cy="24084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5F5A723-F505-FE49-CA52-6A3E488110C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14690" y="3271414"/>
                  <a:ext cx="204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F9953678-97CD-1A53-9697-5143895BA8B0}"/>
                    </a:ext>
                  </a:extLst>
                </p14:cNvPr>
                <p14:cNvContentPartPr/>
                <p14:nvPr/>
              </p14:nvContentPartPr>
              <p14:xfrm>
                <a:off x="1642930" y="3142894"/>
                <a:ext cx="210240" cy="1580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F9953678-97CD-1A53-9697-5143895BA8B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638610" y="3138574"/>
                  <a:ext cx="218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D0D345A7-4B01-51EB-ACB9-C10AB837C40B}"/>
                    </a:ext>
                  </a:extLst>
                </p14:cNvPr>
                <p14:cNvContentPartPr/>
                <p14:nvPr/>
              </p14:nvContentPartPr>
              <p14:xfrm>
                <a:off x="1874770" y="3437734"/>
                <a:ext cx="227520" cy="6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D0D345A7-4B01-51EB-ACB9-C10AB837C40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70450" y="3433414"/>
                  <a:ext cx="2361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CE85F11D-DB7A-87AA-96F5-D22A68687F8A}"/>
                    </a:ext>
                  </a:extLst>
                </p14:cNvPr>
                <p14:cNvContentPartPr/>
                <p14:nvPr/>
              </p14:nvContentPartPr>
              <p14:xfrm>
                <a:off x="2203090" y="3253414"/>
                <a:ext cx="302040" cy="1742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CE85F11D-DB7A-87AA-96F5-D22A68687F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198770" y="3249094"/>
                  <a:ext cx="310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A9DCED61-C515-2557-9BB0-1F3BC0194B21}"/>
                    </a:ext>
                  </a:extLst>
                </p14:cNvPr>
                <p14:cNvContentPartPr/>
                <p14:nvPr/>
              </p14:nvContentPartPr>
              <p14:xfrm>
                <a:off x="2330890" y="3237934"/>
                <a:ext cx="27360" cy="2725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A9DCED61-C515-2557-9BB0-1F3BC0194B2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326570" y="3233614"/>
                  <a:ext cx="36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FB5B7A5-26D3-E7EB-D018-3676B59D1226}"/>
                    </a:ext>
                  </a:extLst>
                </p14:cNvPr>
                <p14:cNvContentPartPr/>
                <p14:nvPr/>
              </p14:nvContentPartPr>
              <p14:xfrm>
                <a:off x="2510530" y="3173854"/>
                <a:ext cx="98640" cy="3261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FB5B7A5-26D3-E7EB-D018-3676B59D122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506210" y="3169534"/>
                  <a:ext cx="1072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25D30D3F-4A70-6E59-E904-7B36787B892D}"/>
                    </a:ext>
                  </a:extLst>
                </p14:cNvPr>
                <p14:cNvContentPartPr/>
                <p14:nvPr/>
              </p14:nvContentPartPr>
              <p14:xfrm>
                <a:off x="2627170" y="3274294"/>
                <a:ext cx="191160" cy="2037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25D30D3F-4A70-6E59-E904-7B36787B892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622850" y="3269974"/>
                  <a:ext cx="199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3739EC58-609A-3859-D587-DDBBB87C5844}"/>
                    </a:ext>
                  </a:extLst>
                </p14:cNvPr>
                <p14:cNvContentPartPr/>
                <p14:nvPr/>
              </p14:nvContentPartPr>
              <p14:xfrm>
                <a:off x="2784850" y="3172414"/>
                <a:ext cx="147240" cy="33984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3739EC58-609A-3859-D587-DDBBB87C584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780530" y="3168094"/>
                  <a:ext cx="1558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AD55F6BF-96C7-23CE-DE3A-FC9E746A886F}"/>
                    </a:ext>
                  </a:extLst>
                </p14:cNvPr>
                <p14:cNvContentPartPr/>
                <p14:nvPr/>
              </p14:nvContentPartPr>
              <p14:xfrm>
                <a:off x="2998330" y="3129574"/>
                <a:ext cx="91080" cy="3938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AD55F6BF-96C7-23CE-DE3A-FC9E746A886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994010" y="3125254"/>
                  <a:ext cx="997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023F1A3-E81A-854D-79D4-AFCC19EB7784}"/>
                    </a:ext>
                  </a:extLst>
                </p14:cNvPr>
                <p14:cNvContentPartPr/>
                <p14:nvPr/>
              </p14:nvContentPartPr>
              <p14:xfrm>
                <a:off x="3083290" y="3358894"/>
                <a:ext cx="182160" cy="158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023F1A3-E81A-854D-79D4-AFCC19EB778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78970" y="3354574"/>
                  <a:ext cx="1908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CCF3E779-FABE-BF2D-4C39-C3280DCE4948}"/>
                    </a:ext>
                  </a:extLst>
                </p14:cNvPr>
                <p14:cNvContentPartPr/>
                <p14:nvPr/>
              </p14:nvContentPartPr>
              <p14:xfrm>
                <a:off x="3296050" y="3221734"/>
                <a:ext cx="163080" cy="27684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CCF3E779-FABE-BF2D-4C39-C3280DCE494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91730" y="3217414"/>
                  <a:ext cx="1717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FFD2C7B0-3050-A7B8-217D-2FC1AD554DCF}"/>
                    </a:ext>
                  </a:extLst>
                </p14:cNvPr>
                <p14:cNvContentPartPr/>
                <p14:nvPr/>
              </p14:nvContentPartPr>
              <p14:xfrm>
                <a:off x="3445810" y="3124174"/>
                <a:ext cx="156960" cy="3884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FFD2C7B0-3050-A7B8-217D-2FC1AD554DC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441490" y="3119854"/>
                  <a:ext cx="16560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9FF752A5-E277-11CB-2587-86BD1AEF428B}"/>
                    </a:ext>
                  </a:extLst>
                </p14:cNvPr>
                <p14:cNvContentPartPr/>
                <p14:nvPr/>
              </p14:nvContentPartPr>
              <p14:xfrm>
                <a:off x="1358890" y="3505414"/>
                <a:ext cx="325440" cy="1022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9FF752A5-E277-11CB-2587-86BD1AEF428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54570" y="3501094"/>
                  <a:ext cx="33408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upo 180">
            <a:extLst>
              <a:ext uri="{FF2B5EF4-FFF2-40B4-BE49-F238E27FC236}">
                <a16:creationId xmlns:a16="http://schemas.microsoft.com/office/drawing/2014/main" id="{F3505545-C33A-20BA-F8F6-4D5724B0F3CE}"/>
              </a:ext>
            </a:extLst>
          </p:cNvPr>
          <p:cNvGrpSpPr/>
          <p:nvPr/>
        </p:nvGrpSpPr>
        <p:grpSpPr>
          <a:xfrm>
            <a:off x="654730" y="3736174"/>
            <a:ext cx="2194200" cy="467640"/>
            <a:chOff x="654730" y="3736174"/>
            <a:chExt cx="2194200" cy="46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72DFFC50-D669-B7D6-776B-AAD563BFE2C4}"/>
                    </a:ext>
                  </a:extLst>
                </p14:cNvPr>
                <p14:cNvContentPartPr/>
                <p14:nvPr/>
              </p14:nvContentPartPr>
              <p14:xfrm>
                <a:off x="692890" y="3858214"/>
                <a:ext cx="17640" cy="2210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72DFFC50-D669-B7D6-776B-AAD563BFE2C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4250" y="3849574"/>
                  <a:ext cx="35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0A932A4B-72D8-EF5E-3A59-755DA27DB7A8}"/>
                    </a:ext>
                  </a:extLst>
                </p14:cNvPr>
                <p14:cNvContentPartPr/>
                <p14:nvPr/>
              </p14:nvContentPartPr>
              <p14:xfrm>
                <a:off x="654730" y="3828694"/>
                <a:ext cx="171360" cy="2404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0A932A4B-72D8-EF5E-3A59-755DA27DB7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45730" y="3819694"/>
                  <a:ext cx="189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AC0BA86F-E983-B9DC-CA91-A375C850E90F}"/>
                    </a:ext>
                  </a:extLst>
                </p14:cNvPr>
                <p14:cNvContentPartPr/>
                <p14:nvPr/>
              </p14:nvContentPartPr>
              <p14:xfrm>
                <a:off x="957850" y="3854254"/>
                <a:ext cx="154080" cy="230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AC0BA86F-E983-B9DC-CA91-A375C850E90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9210" y="3845614"/>
                  <a:ext cx="171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E07F966B-5BFC-E88A-F117-CF0C948D8A26}"/>
                    </a:ext>
                  </a:extLst>
                </p14:cNvPr>
                <p14:cNvContentPartPr/>
                <p14:nvPr/>
              </p14:nvContentPartPr>
              <p14:xfrm>
                <a:off x="945250" y="3908974"/>
                <a:ext cx="190080" cy="349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E07F966B-5BFC-E88A-F117-CF0C948D8A2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36610" y="3900334"/>
                  <a:ext cx="20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6CB1B28A-B77B-33B3-0D0B-A5FEE9EFA866}"/>
                    </a:ext>
                  </a:extLst>
                </p14:cNvPr>
                <p14:cNvContentPartPr/>
                <p14:nvPr/>
              </p14:nvContentPartPr>
              <p14:xfrm>
                <a:off x="1246930" y="3830854"/>
                <a:ext cx="261720" cy="28080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6CB1B28A-B77B-33B3-0D0B-A5FEE9EFA86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238290" y="3821854"/>
                  <a:ext cx="2793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ADF2F2F9-3284-0CA6-C1F2-595F8FD812F4}"/>
                    </a:ext>
                  </a:extLst>
                </p14:cNvPr>
                <p14:cNvContentPartPr/>
                <p14:nvPr/>
              </p14:nvContentPartPr>
              <p14:xfrm>
                <a:off x="1444930" y="3799174"/>
                <a:ext cx="225360" cy="1836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ADF2F2F9-3284-0CA6-C1F2-595F8FD812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36290" y="3790534"/>
                  <a:ext cx="243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CDCF2730-B7D4-7765-E0D2-22C255870EBE}"/>
                    </a:ext>
                  </a:extLst>
                </p14:cNvPr>
                <p14:cNvContentPartPr/>
                <p14:nvPr/>
              </p14:nvContentPartPr>
              <p14:xfrm>
                <a:off x="1433410" y="3829054"/>
                <a:ext cx="201960" cy="25776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CDCF2730-B7D4-7765-E0D2-22C255870EB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424770" y="3820054"/>
                  <a:ext cx="219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576C8813-5A3C-DF40-9785-3B65B406DAFA}"/>
                    </a:ext>
                  </a:extLst>
                </p14:cNvPr>
                <p14:cNvContentPartPr/>
                <p14:nvPr/>
              </p14:nvContentPartPr>
              <p14:xfrm>
                <a:off x="1733290" y="3946414"/>
                <a:ext cx="218160" cy="302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576C8813-5A3C-DF40-9785-3B65B406DAF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24650" y="3937774"/>
                  <a:ext cx="235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40F68A63-7BE2-70F8-17E0-C073624A5AD1}"/>
                    </a:ext>
                  </a:extLst>
                </p14:cNvPr>
                <p14:cNvContentPartPr/>
                <p14:nvPr/>
              </p14:nvContentPartPr>
              <p14:xfrm>
                <a:off x="2040730" y="3803134"/>
                <a:ext cx="141120" cy="10656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40F68A63-7BE2-70F8-17E0-C073624A5AD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31730" y="3794134"/>
                  <a:ext cx="1587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415159B4-1DA1-B019-C8B6-F2E2F5FB9A04}"/>
                    </a:ext>
                  </a:extLst>
                </p14:cNvPr>
                <p14:cNvContentPartPr/>
                <p14:nvPr/>
              </p14:nvContentPartPr>
              <p14:xfrm>
                <a:off x="2053690" y="3922294"/>
                <a:ext cx="187560" cy="1551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415159B4-1DA1-B019-C8B6-F2E2F5FB9A0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45050" y="3913294"/>
                  <a:ext cx="205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5DF72073-3038-2E9D-9A93-917224525029}"/>
                    </a:ext>
                  </a:extLst>
                </p14:cNvPr>
                <p14:cNvContentPartPr/>
                <p14:nvPr/>
              </p14:nvContentPartPr>
              <p14:xfrm>
                <a:off x="2293450" y="3773974"/>
                <a:ext cx="84960" cy="29664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5DF72073-3038-2E9D-9A93-91722452502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284810" y="3765334"/>
                  <a:ext cx="1026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191FE3BD-AC78-CCB2-1805-81D673ECF5FC}"/>
                    </a:ext>
                  </a:extLst>
                </p14:cNvPr>
                <p14:cNvContentPartPr/>
                <p14:nvPr/>
              </p14:nvContentPartPr>
              <p14:xfrm>
                <a:off x="2365810" y="3891334"/>
                <a:ext cx="153000" cy="201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191FE3BD-AC78-CCB2-1805-81D673ECF5F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57170" y="3882694"/>
                  <a:ext cx="170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ED64916F-D65A-E853-860A-C1B1C913329A}"/>
                    </a:ext>
                  </a:extLst>
                </p14:cNvPr>
                <p14:cNvContentPartPr/>
                <p14:nvPr/>
              </p14:nvContentPartPr>
              <p14:xfrm>
                <a:off x="2569930" y="3811774"/>
                <a:ext cx="168120" cy="2329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ED64916F-D65A-E853-860A-C1B1C913329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560930" y="3802774"/>
                  <a:ext cx="185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742B6005-10A0-1390-6D50-7B5CDD0B46DD}"/>
                    </a:ext>
                  </a:extLst>
                </p14:cNvPr>
                <p14:cNvContentPartPr/>
                <p14:nvPr/>
              </p14:nvContentPartPr>
              <p14:xfrm>
                <a:off x="2727250" y="3736174"/>
                <a:ext cx="121680" cy="30132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742B6005-10A0-1390-6D50-7B5CDD0B46D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718610" y="3727174"/>
                  <a:ext cx="139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9D3A5F8B-4E48-D93D-CFC2-21DE1FCC510B}"/>
                    </a:ext>
                  </a:extLst>
                </p14:cNvPr>
                <p14:cNvContentPartPr/>
                <p14:nvPr/>
              </p14:nvContentPartPr>
              <p14:xfrm>
                <a:off x="2239450" y="4097974"/>
                <a:ext cx="456480" cy="1058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9D3A5F8B-4E48-D93D-CFC2-21DE1FCC510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230810" y="4088974"/>
                  <a:ext cx="4741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upo 183">
            <a:extLst>
              <a:ext uri="{FF2B5EF4-FFF2-40B4-BE49-F238E27FC236}">
                <a16:creationId xmlns:a16="http://schemas.microsoft.com/office/drawing/2014/main" id="{4C3303C7-42C3-CF39-ED71-C48425DDB23D}"/>
              </a:ext>
            </a:extLst>
          </p:cNvPr>
          <p:cNvGrpSpPr/>
          <p:nvPr/>
        </p:nvGrpSpPr>
        <p:grpSpPr>
          <a:xfrm>
            <a:off x="646810" y="4377694"/>
            <a:ext cx="1793880" cy="269640"/>
            <a:chOff x="646810" y="4377694"/>
            <a:chExt cx="17938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406726CE-B292-5A21-CCA6-D4E535D8514A}"/>
                    </a:ext>
                  </a:extLst>
                </p14:cNvPr>
                <p14:cNvContentPartPr/>
                <p14:nvPr/>
              </p14:nvContentPartPr>
              <p14:xfrm>
                <a:off x="653650" y="4460494"/>
                <a:ext cx="43560" cy="1868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406726CE-B292-5A21-CCA6-D4E535D8514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45010" y="4451494"/>
                  <a:ext cx="61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82D02702-0DF8-73D7-46E2-EB2844B25B2C}"/>
                    </a:ext>
                  </a:extLst>
                </p14:cNvPr>
                <p14:cNvContentPartPr/>
                <p14:nvPr/>
              </p14:nvContentPartPr>
              <p14:xfrm>
                <a:off x="646810" y="4425574"/>
                <a:ext cx="179640" cy="2134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82D02702-0DF8-73D7-46E2-EB2844B25B2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37810" y="4416574"/>
                  <a:ext cx="1972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49032EE9-9D0E-5A53-F65F-AD3030397551}"/>
                    </a:ext>
                  </a:extLst>
                </p14:cNvPr>
                <p14:cNvContentPartPr/>
                <p14:nvPr/>
              </p14:nvContentPartPr>
              <p14:xfrm>
                <a:off x="909970" y="4500454"/>
                <a:ext cx="156960" cy="86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49032EE9-9D0E-5A53-F65F-AD303039755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00970" y="4491814"/>
                  <a:ext cx="174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98A9A636-A219-CF2C-CF94-9305FF6F30FF}"/>
                    </a:ext>
                  </a:extLst>
                </p14:cNvPr>
                <p14:cNvContentPartPr/>
                <p14:nvPr/>
              </p14:nvContentPartPr>
              <p14:xfrm>
                <a:off x="914650" y="4547614"/>
                <a:ext cx="167040" cy="201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98A9A636-A219-CF2C-CF94-9305FF6F30F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6010" y="4538614"/>
                  <a:ext cx="184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E1844BE6-2D74-8A07-0773-774D572D04B6}"/>
                    </a:ext>
                  </a:extLst>
                </p14:cNvPr>
                <p14:cNvContentPartPr/>
                <p14:nvPr/>
              </p14:nvContentPartPr>
              <p14:xfrm>
                <a:off x="1228210" y="4407574"/>
                <a:ext cx="218160" cy="1803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E1844BE6-2D74-8A07-0773-774D572D04B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19210" y="4398934"/>
                  <a:ext cx="235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793A1310-017A-C073-295F-27F2391D3D1A}"/>
                    </a:ext>
                  </a:extLst>
                </p14:cNvPr>
                <p14:cNvContentPartPr/>
                <p14:nvPr/>
              </p14:nvContentPartPr>
              <p14:xfrm>
                <a:off x="1387690" y="4411174"/>
                <a:ext cx="187200" cy="122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793A1310-017A-C073-295F-27F2391D3D1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79050" y="4402174"/>
                  <a:ext cx="204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F30E258-8DB0-1845-F14F-1D216504C2C9}"/>
                    </a:ext>
                  </a:extLst>
                </p14:cNvPr>
                <p14:cNvContentPartPr/>
                <p14:nvPr/>
              </p14:nvContentPartPr>
              <p14:xfrm>
                <a:off x="1399930" y="4420174"/>
                <a:ext cx="178560" cy="1612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F30E258-8DB0-1845-F14F-1D216504C2C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391290" y="4411174"/>
                  <a:ext cx="196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BBE9BC2D-3379-B82D-483B-412134558A3F}"/>
                    </a:ext>
                  </a:extLst>
                </p14:cNvPr>
                <p14:cNvContentPartPr/>
                <p14:nvPr/>
              </p14:nvContentPartPr>
              <p14:xfrm>
                <a:off x="1994290" y="4434214"/>
                <a:ext cx="234720" cy="1760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BBE9BC2D-3379-B82D-483B-412134558A3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85290" y="4425574"/>
                  <a:ext cx="252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AC2798F-F6A1-6C00-B54B-3C7D735AC99E}"/>
                    </a:ext>
                  </a:extLst>
                </p14:cNvPr>
                <p14:cNvContentPartPr/>
                <p14:nvPr/>
              </p14:nvContentPartPr>
              <p14:xfrm>
                <a:off x="2241970" y="4397494"/>
                <a:ext cx="198720" cy="1342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AC2798F-F6A1-6C00-B54B-3C7D735AC99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232970" y="4388854"/>
                  <a:ext cx="216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2A9CFA16-3625-FFD1-5774-68CDE6366405}"/>
                    </a:ext>
                  </a:extLst>
                </p14:cNvPr>
                <p14:cNvContentPartPr/>
                <p14:nvPr/>
              </p14:nvContentPartPr>
              <p14:xfrm>
                <a:off x="2293450" y="4411174"/>
                <a:ext cx="58680" cy="19944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2A9CFA16-3625-FFD1-5774-68CDE636640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284810" y="4402534"/>
                  <a:ext cx="76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3AF01A45-4C72-6D68-E26F-97A65AC2A546}"/>
                    </a:ext>
                  </a:extLst>
                </p14:cNvPr>
                <p14:cNvContentPartPr/>
                <p14:nvPr/>
              </p14:nvContentPartPr>
              <p14:xfrm>
                <a:off x="1781530" y="4377694"/>
                <a:ext cx="25200" cy="19008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3AF01A45-4C72-6D68-E26F-97A65AC2A54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772890" y="4368694"/>
                  <a:ext cx="42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59C6C270-C00C-EB04-F3A2-F24C7ED47668}"/>
                    </a:ext>
                  </a:extLst>
                </p14:cNvPr>
                <p14:cNvContentPartPr/>
                <p14:nvPr/>
              </p14:nvContentPartPr>
              <p14:xfrm>
                <a:off x="1701250" y="4445374"/>
                <a:ext cx="191880" cy="158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59C6C270-C00C-EB04-F3A2-F24C7ED4766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692250" y="4436734"/>
                  <a:ext cx="2095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B101FC85-09D9-5E48-6F7C-DF5BE72BF2A2}"/>
              </a:ext>
            </a:extLst>
          </p:cNvPr>
          <p:cNvGrpSpPr/>
          <p:nvPr/>
        </p:nvGrpSpPr>
        <p:grpSpPr>
          <a:xfrm>
            <a:off x="576250" y="4920574"/>
            <a:ext cx="1154880" cy="261360"/>
            <a:chOff x="576250" y="4920574"/>
            <a:chExt cx="11548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93AA1A30-0149-F2CB-252E-D8A5D41256D1}"/>
                    </a:ext>
                  </a:extLst>
                </p14:cNvPr>
                <p14:cNvContentPartPr/>
                <p14:nvPr/>
              </p14:nvContentPartPr>
              <p14:xfrm>
                <a:off x="656530" y="4983214"/>
                <a:ext cx="27000" cy="1965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93AA1A30-0149-F2CB-252E-D8A5D41256D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47890" y="4974574"/>
                  <a:ext cx="44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8A24CDF0-FEAA-AE9E-F582-C71D4B418FAF}"/>
                    </a:ext>
                  </a:extLst>
                </p14:cNvPr>
                <p14:cNvContentPartPr/>
                <p14:nvPr/>
              </p14:nvContentPartPr>
              <p14:xfrm>
                <a:off x="576250" y="4966654"/>
                <a:ext cx="223200" cy="2152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8A24CDF0-FEAA-AE9E-F582-C71D4B418FA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67610" y="4957654"/>
                  <a:ext cx="240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C15423F1-D919-3516-7553-23850B4B2D79}"/>
                    </a:ext>
                  </a:extLst>
                </p14:cNvPr>
                <p14:cNvContentPartPr/>
                <p14:nvPr/>
              </p14:nvContentPartPr>
              <p14:xfrm>
                <a:off x="866770" y="5042974"/>
                <a:ext cx="217440" cy="122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C15423F1-D919-3516-7553-23850B4B2D7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57770" y="5033974"/>
                  <a:ext cx="235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CC057B99-D183-6DE2-0F6E-358564CBC57F}"/>
                    </a:ext>
                  </a:extLst>
                </p14:cNvPr>
                <p14:cNvContentPartPr/>
                <p14:nvPr/>
              </p14:nvContentPartPr>
              <p14:xfrm>
                <a:off x="1022290" y="5117854"/>
                <a:ext cx="70560" cy="111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CC057B99-D183-6DE2-0F6E-358564CBC5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13290" y="5109214"/>
                  <a:ext cx="88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4FC82947-177F-DA4B-DC2C-DE454A60BA48}"/>
                    </a:ext>
                  </a:extLst>
                </p14:cNvPr>
                <p14:cNvContentPartPr/>
                <p14:nvPr/>
              </p14:nvContentPartPr>
              <p14:xfrm>
                <a:off x="871450" y="5128654"/>
                <a:ext cx="241920" cy="118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4FC82947-177F-DA4B-DC2C-DE454A60BA4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62810" y="5120014"/>
                  <a:ext cx="259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EE74F37B-CCC4-074B-462F-503B1B30B07B}"/>
                    </a:ext>
                  </a:extLst>
                </p14:cNvPr>
                <p14:cNvContentPartPr/>
                <p14:nvPr/>
              </p14:nvContentPartPr>
              <p14:xfrm>
                <a:off x="1207330" y="4928134"/>
                <a:ext cx="266040" cy="21816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EE74F37B-CCC4-074B-462F-503B1B30B07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98690" y="4919134"/>
                  <a:ext cx="2836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3FA59C09-7F7D-90E4-053D-0BA0D84BB1FA}"/>
                    </a:ext>
                  </a:extLst>
                </p14:cNvPr>
                <p14:cNvContentPartPr/>
                <p14:nvPr/>
              </p14:nvContentPartPr>
              <p14:xfrm>
                <a:off x="1345570" y="4931014"/>
                <a:ext cx="65520" cy="2484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3FA59C09-7F7D-90E4-053D-0BA0D84BB1F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336930" y="4922014"/>
                  <a:ext cx="83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3824A8BE-E50C-ED31-4432-576F9705A68B}"/>
                    </a:ext>
                  </a:extLst>
                </p14:cNvPr>
                <p14:cNvContentPartPr/>
                <p14:nvPr/>
              </p14:nvContentPartPr>
              <p14:xfrm>
                <a:off x="1505770" y="4920574"/>
                <a:ext cx="225360" cy="2401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3824A8BE-E50C-ED31-4432-576F9705A68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497130" y="4911934"/>
                  <a:ext cx="243000" cy="257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C8158439-51AB-28E4-8F83-0D3496BB2FA9}"/>
                  </a:ext>
                </a:extLst>
              </p14:cNvPr>
              <p14:cNvContentPartPr/>
              <p14:nvPr/>
            </p14:nvContentPartPr>
            <p14:xfrm>
              <a:off x="5885170" y="3465814"/>
              <a:ext cx="3240" cy="144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C8158439-51AB-28E4-8F83-0D3496BB2FA9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5876170" y="3456814"/>
                <a:ext cx="208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upo 279">
            <a:extLst>
              <a:ext uri="{FF2B5EF4-FFF2-40B4-BE49-F238E27FC236}">
                <a16:creationId xmlns:a16="http://schemas.microsoft.com/office/drawing/2014/main" id="{08CDA07D-5291-02D6-CEAE-2C5645A59FD4}"/>
              </a:ext>
            </a:extLst>
          </p:cNvPr>
          <p:cNvGrpSpPr/>
          <p:nvPr/>
        </p:nvGrpSpPr>
        <p:grpSpPr>
          <a:xfrm>
            <a:off x="7949050" y="4138654"/>
            <a:ext cx="1418400" cy="224640"/>
            <a:chOff x="7949050" y="4138654"/>
            <a:chExt cx="1418400" cy="22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2B4B544D-1AD9-2AF3-C172-14A3B9C134C0}"/>
                    </a:ext>
                  </a:extLst>
                </p14:cNvPr>
                <p14:cNvContentPartPr/>
                <p14:nvPr/>
              </p14:nvContentPartPr>
              <p14:xfrm>
                <a:off x="7949050" y="4213174"/>
                <a:ext cx="133920" cy="1317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2B4B544D-1AD9-2AF3-C172-14A3B9C134C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40050" y="4204534"/>
                  <a:ext cx="151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91249CE2-0660-9CFE-10B1-7391E60DF2DA}"/>
                    </a:ext>
                  </a:extLst>
                </p14:cNvPr>
                <p14:cNvContentPartPr/>
                <p14:nvPr/>
              </p14:nvContentPartPr>
              <p14:xfrm>
                <a:off x="7976410" y="4177894"/>
                <a:ext cx="84600" cy="1670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91249CE2-0660-9CFE-10B1-7391E60DF2D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967410" y="4169254"/>
                  <a:ext cx="102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2F1A7797-AEEE-C6D9-C577-5CE84EF07D75}"/>
                    </a:ext>
                  </a:extLst>
                </p14:cNvPr>
                <p14:cNvContentPartPr/>
                <p14:nvPr/>
              </p14:nvContentPartPr>
              <p14:xfrm>
                <a:off x="8154970" y="4267534"/>
                <a:ext cx="76680" cy="9360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2F1A7797-AEEE-C6D9-C577-5CE84EF07D7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45970" y="4258534"/>
                  <a:ext cx="9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7925B5D6-5689-2E46-1600-525C4CE7466D}"/>
                    </a:ext>
                  </a:extLst>
                </p14:cNvPr>
                <p14:cNvContentPartPr/>
                <p14:nvPr/>
              </p14:nvContentPartPr>
              <p14:xfrm>
                <a:off x="8345770" y="4236574"/>
                <a:ext cx="117720" cy="1116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7925B5D6-5689-2E46-1600-525C4CE7466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36770" y="4227934"/>
                  <a:ext cx="135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2235B1C7-F023-11D2-743B-066A4DC3A769}"/>
                    </a:ext>
                  </a:extLst>
                </p14:cNvPr>
                <p14:cNvContentPartPr/>
                <p14:nvPr/>
              </p14:nvContentPartPr>
              <p14:xfrm>
                <a:off x="8329570" y="4293454"/>
                <a:ext cx="154080" cy="324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2235B1C7-F023-11D2-743B-066A4DC3A76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320930" y="4284814"/>
                  <a:ext cx="171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9C1FB981-FC5D-B8C2-D99B-03866A3F3BB9}"/>
                    </a:ext>
                  </a:extLst>
                </p14:cNvPr>
                <p14:cNvContentPartPr/>
                <p14:nvPr/>
              </p14:nvContentPartPr>
              <p14:xfrm>
                <a:off x="8539450" y="4244854"/>
                <a:ext cx="155880" cy="36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9C1FB981-FC5D-B8C2-D99B-03866A3F3BB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30810" y="4235854"/>
                  <a:ext cx="173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CDA6D75-92FF-3B10-347D-F77713768914}"/>
                    </a:ext>
                  </a:extLst>
                </p14:cNvPr>
                <p14:cNvContentPartPr/>
                <p14:nvPr/>
              </p14:nvContentPartPr>
              <p14:xfrm>
                <a:off x="8778490" y="4161694"/>
                <a:ext cx="172080" cy="68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CDA6D75-92FF-3B10-347D-F7771376891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769850" y="4152694"/>
                  <a:ext cx="189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6B43B825-AB1D-A50E-FF6C-D101C92BEF25}"/>
                    </a:ext>
                  </a:extLst>
                </p14:cNvPr>
                <p14:cNvContentPartPr/>
                <p14:nvPr/>
              </p14:nvContentPartPr>
              <p14:xfrm>
                <a:off x="8781370" y="4158814"/>
                <a:ext cx="140760" cy="16488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6B43B825-AB1D-A50E-FF6C-D101C92BEF2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772370" y="4150174"/>
                  <a:ext cx="158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CBF913D4-8EC2-E334-0C4C-8FE78732DC76}"/>
                    </a:ext>
                  </a:extLst>
                </p14:cNvPr>
                <p14:cNvContentPartPr/>
                <p14:nvPr/>
              </p14:nvContentPartPr>
              <p14:xfrm>
                <a:off x="8995570" y="4230454"/>
                <a:ext cx="146880" cy="756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CBF913D4-8EC2-E334-0C4C-8FE78732DC76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986570" y="4221454"/>
                  <a:ext cx="164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8F521644-4340-898E-FB4A-4702D72E4F56}"/>
                    </a:ext>
                  </a:extLst>
                </p14:cNvPr>
                <p14:cNvContentPartPr/>
                <p14:nvPr/>
              </p14:nvContentPartPr>
              <p14:xfrm>
                <a:off x="9204370" y="4138654"/>
                <a:ext cx="122400" cy="14616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8F521644-4340-898E-FB4A-4702D72E4F5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95730" y="4130014"/>
                  <a:ext cx="140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ECDB41B5-A5E8-8F75-05EF-1A540C9E793F}"/>
                    </a:ext>
                  </a:extLst>
                </p14:cNvPr>
                <p14:cNvContentPartPr/>
                <p14:nvPr/>
              </p14:nvContentPartPr>
              <p14:xfrm>
                <a:off x="9207250" y="4214254"/>
                <a:ext cx="160200" cy="165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ECDB41B5-A5E8-8F75-05EF-1A540C9E793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98610" y="4205254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1FBE8AD4-736C-F881-30BA-3433CF7C8676}"/>
                    </a:ext>
                  </a:extLst>
                </p14:cNvPr>
                <p14:cNvContentPartPr/>
                <p14:nvPr/>
              </p14:nvContentPartPr>
              <p14:xfrm>
                <a:off x="8523610" y="4328734"/>
                <a:ext cx="837000" cy="3456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1FBE8AD4-736C-F881-30BA-3433CF7C867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514610" y="4320094"/>
                  <a:ext cx="8546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upo 278">
            <a:extLst>
              <a:ext uri="{FF2B5EF4-FFF2-40B4-BE49-F238E27FC236}">
                <a16:creationId xmlns:a16="http://schemas.microsoft.com/office/drawing/2014/main" id="{9CD13F2D-209A-F3E2-09A2-605A4B602004}"/>
              </a:ext>
            </a:extLst>
          </p:cNvPr>
          <p:cNvGrpSpPr/>
          <p:nvPr/>
        </p:nvGrpSpPr>
        <p:grpSpPr>
          <a:xfrm>
            <a:off x="8806210" y="4451854"/>
            <a:ext cx="224640" cy="186480"/>
            <a:chOff x="8806210" y="4451854"/>
            <a:chExt cx="22464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73157B33-AC71-3866-E893-3C798C323A5D}"/>
                    </a:ext>
                  </a:extLst>
                </p14:cNvPr>
                <p14:cNvContentPartPr/>
                <p14:nvPr/>
              </p14:nvContentPartPr>
              <p14:xfrm>
                <a:off x="8806210" y="4451854"/>
                <a:ext cx="224640" cy="8640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73157B33-AC71-3866-E893-3C798C323A5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797570" y="4442854"/>
                  <a:ext cx="242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D03D57BD-7012-48B5-5205-678A84E4058D}"/>
                    </a:ext>
                  </a:extLst>
                </p14:cNvPr>
                <p14:cNvContentPartPr/>
                <p14:nvPr/>
              </p14:nvContentPartPr>
              <p14:xfrm>
                <a:off x="8940130" y="4453654"/>
                <a:ext cx="31680" cy="18468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D03D57BD-7012-48B5-5205-678A84E4058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931130" y="4445014"/>
                  <a:ext cx="493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98463C9B-A7D1-F756-163E-759F8E03F671}"/>
              </a:ext>
            </a:extLst>
          </p:cNvPr>
          <p:cNvGrpSpPr/>
          <p:nvPr/>
        </p:nvGrpSpPr>
        <p:grpSpPr>
          <a:xfrm>
            <a:off x="3981850" y="1730254"/>
            <a:ext cx="2711880" cy="4554720"/>
            <a:chOff x="3981850" y="1730254"/>
            <a:chExt cx="2711880" cy="45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2CE1CD28-7DE4-3EDD-0D1D-0D647E5AF2E8}"/>
                    </a:ext>
                  </a:extLst>
                </p14:cNvPr>
                <p14:cNvContentPartPr/>
                <p14:nvPr/>
              </p14:nvContentPartPr>
              <p14:xfrm>
                <a:off x="3981850" y="1730254"/>
                <a:ext cx="347040" cy="455472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2CE1CD28-7DE4-3EDD-0D1D-0D647E5AF2E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973210" y="1721254"/>
                  <a:ext cx="364680" cy="45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8CF80DE4-98C0-5753-0ACB-0EB76BA360D6}"/>
                    </a:ext>
                  </a:extLst>
                </p14:cNvPr>
                <p14:cNvContentPartPr/>
                <p14:nvPr/>
              </p14:nvContentPartPr>
              <p14:xfrm>
                <a:off x="4467850" y="1946974"/>
                <a:ext cx="212760" cy="1832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8CF80DE4-98C0-5753-0ACB-0EB76BA360D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458850" y="1938334"/>
                  <a:ext cx="230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F495B948-C4F6-A91F-98DE-E3EDBD2A2AAF}"/>
                    </a:ext>
                  </a:extLst>
                </p14:cNvPr>
                <p14:cNvContentPartPr/>
                <p14:nvPr/>
              </p14:nvContentPartPr>
              <p14:xfrm>
                <a:off x="4477210" y="1907374"/>
                <a:ext cx="127800" cy="2588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F495B948-C4F6-A91F-98DE-E3EDBD2A2AA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68210" y="1898734"/>
                  <a:ext cx="145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995CCE98-C1D7-EF46-FE0E-C57FB77C480B}"/>
                    </a:ext>
                  </a:extLst>
                </p14:cNvPr>
                <p14:cNvContentPartPr/>
                <p14:nvPr/>
              </p14:nvContentPartPr>
              <p14:xfrm>
                <a:off x="4737130" y="1985134"/>
                <a:ext cx="188280" cy="147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995CCE98-C1D7-EF46-FE0E-C57FB77C480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728130" y="1976494"/>
                  <a:ext cx="20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E72D48B3-8A17-2460-BD37-AE6726A026F5}"/>
                    </a:ext>
                  </a:extLst>
                </p14:cNvPr>
                <p14:cNvContentPartPr/>
                <p14:nvPr/>
              </p14:nvContentPartPr>
              <p14:xfrm>
                <a:off x="4734250" y="2038414"/>
                <a:ext cx="162000" cy="176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E72D48B3-8A17-2460-BD37-AE6726A026F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725250" y="2029774"/>
                  <a:ext cx="179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F764C01B-A429-0BF5-9170-3879789760EB}"/>
                    </a:ext>
                  </a:extLst>
                </p14:cNvPr>
                <p14:cNvContentPartPr/>
                <p14:nvPr/>
              </p14:nvContentPartPr>
              <p14:xfrm>
                <a:off x="5072650" y="1988014"/>
                <a:ext cx="197280" cy="828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F764C01B-A429-0BF5-9170-3879789760E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064010" y="1979374"/>
                  <a:ext cx="214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C0D42B59-FB56-BE47-71FB-A1DC0EA04065}"/>
                    </a:ext>
                  </a:extLst>
                </p14:cNvPr>
                <p14:cNvContentPartPr/>
                <p14:nvPr/>
              </p14:nvContentPartPr>
              <p14:xfrm>
                <a:off x="5336890" y="1844374"/>
                <a:ext cx="172080" cy="684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C0D42B59-FB56-BE47-71FB-A1DC0EA0406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27890" y="1835374"/>
                  <a:ext cx="189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38A5E24F-2E45-E3DB-327A-DD54DD15B5BD}"/>
                    </a:ext>
                  </a:extLst>
                </p14:cNvPr>
                <p14:cNvContentPartPr/>
                <p14:nvPr/>
              </p14:nvContentPartPr>
              <p14:xfrm>
                <a:off x="5292610" y="1847974"/>
                <a:ext cx="198360" cy="25452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38A5E24F-2E45-E3DB-327A-DD54DD15B5B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283610" y="1838974"/>
                  <a:ext cx="216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99380609-D915-0D58-6A86-1DA3A1A42A9F}"/>
                    </a:ext>
                  </a:extLst>
                </p14:cNvPr>
                <p14:cNvContentPartPr/>
                <p14:nvPr/>
              </p14:nvContentPartPr>
              <p14:xfrm>
                <a:off x="5714530" y="1799374"/>
                <a:ext cx="15480" cy="2077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99380609-D915-0D58-6A86-1DA3A1A42A9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05530" y="1790734"/>
                  <a:ext cx="33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F690FEE5-8825-FED9-D86F-DA0930329021}"/>
                    </a:ext>
                  </a:extLst>
                </p14:cNvPr>
                <p14:cNvContentPartPr/>
                <p14:nvPr/>
              </p14:nvContentPartPr>
              <p14:xfrm>
                <a:off x="5620930" y="1889734"/>
                <a:ext cx="171000" cy="82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F690FEE5-8825-FED9-D86F-DA093032902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612290" y="1881094"/>
                  <a:ext cx="188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03E57275-F095-B827-50A2-91AC917CAF3E}"/>
                    </a:ext>
                  </a:extLst>
                </p14:cNvPr>
                <p14:cNvContentPartPr/>
                <p14:nvPr/>
              </p14:nvContentPartPr>
              <p14:xfrm>
                <a:off x="5589970" y="2076214"/>
                <a:ext cx="217440" cy="1080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03E57275-F095-B827-50A2-91AC917CAF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80970" y="2067214"/>
                  <a:ext cx="23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2BB00982-BF8D-612B-A895-CD53CAE9EF4B}"/>
                    </a:ext>
                  </a:extLst>
                </p14:cNvPr>
                <p14:cNvContentPartPr/>
                <p14:nvPr/>
              </p14:nvContentPartPr>
              <p14:xfrm>
                <a:off x="5910370" y="1861654"/>
                <a:ext cx="191880" cy="2016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2BB00982-BF8D-612B-A895-CD53CAE9EF4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901370" y="1852654"/>
                  <a:ext cx="20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FD200E13-7D89-79A0-9F91-B296790E076B}"/>
                    </a:ext>
                  </a:extLst>
                </p14:cNvPr>
                <p14:cNvContentPartPr/>
                <p14:nvPr/>
              </p14:nvContentPartPr>
              <p14:xfrm>
                <a:off x="6092890" y="1758694"/>
                <a:ext cx="12240" cy="2804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FD200E13-7D89-79A0-9F91-B296790E076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84250" y="1749694"/>
                  <a:ext cx="29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6C9769E4-F7F8-56E9-7122-A1108B276F28}"/>
                    </a:ext>
                  </a:extLst>
                </p14:cNvPr>
                <p14:cNvContentPartPr/>
                <p14:nvPr/>
              </p14:nvContentPartPr>
              <p14:xfrm>
                <a:off x="6125290" y="1759054"/>
                <a:ext cx="471240" cy="8100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6C9769E4-F7F8-56E9-7122-A1108B276F2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16290" y="1750414"/>
                  <a:ext cx="488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69FA0D55-DB2B-2A1F-34C9-4B58594E9FBD}"/>
                    </a:ext>
                  </a:extLst>
                </p14:cNvPr>
                <p14:cNvContentPartPr/>
                <p14:nvPr/>
              </p14:nvContentPartPr>
              <p14:xfrm>
                <a:off x="6204850" y="1867774"/>
                <a:ext cx="174960" cy="1342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69FA0D55-DB2B-2A1F-34C9-4B58594E9FB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95850" y="1858774"/>
                  <a:ext cx="192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BF5C9120-0CAF-560A-0A4D-DE7657D7BFD1}"/>
                    </a:ext>
                  </a:extLst>
                </p14:cNvPr>
                <p14:cNvContentPartPr/>
                <p14:nvPr/>
              </p14:nvContentPartPr>
              <p14:xfrm>
                <a:off x="6284770" y="1866694"/>
                <a:ext cx="26640" cy="20700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BF5C9120-0CAF-560A-0A4D-DE7657D7BFD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275770" y="1858054"/>
                  <a:ext cx="44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A453E60E-F73A-0DDD-BE4D-6D9691C8F209}"/>
                    </a:ext>
                  </a:extLst>
                </p14:cNvPr>
                <p14:cNvContentPartPr/>
                <p14:nvPr/>
              </p14:nvContentPartPr>
              <p14:xfrm>
                <a:off x="6390970" y="1865974"/>
                <a:ext cx="93240" cy="1785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A453E60E-F73A-0DDD-BE4D-6D9691C8F20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81970" y="1856974"/>
                  <a:ext cx="110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EAEABDA9-E5F1-7FA4-0449-DDF6D0DBFA12}"/>
                    </a:ext>
                  </a:extLst>
                </p14:cNvPr>
                <p14:cNvContentPartPr/>
                <p14:nvPr/>
              </p14:nvContentPartPr>
              <p14:xfrm>
                <a:off x="5151130" y="2199334"/>
                <a:ext cx="20520" cy="504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EAEABDA9-E5F1-7FA4-0449-DDF6D0DBFA1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142130" y="2190694"/>
                  <a:ext cx="38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ADDCBB07-5CAC-C8CE-373F-5D3F9AE7C801}"/>
                    </a:ext>
                  </a:extLst>
                </p14:cNvPr>
                <p14:cNvContentPartPr/>
                <p14:nvPr/>
              </p14:nvContentPartPr>
              <p14:xfrm>
                <a:off x="5040970" y="2131654"/>
                <a:ext cx="1652760" cy="644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ADDCBB07-5CAC-C8CE-373F-5D3F9AE7C80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32330" y="2122654"/>
                  <a:ext cx="1670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9A60F743-414B-C91D-A898-01101D34F9F8}"/>
                    </a:ext>
                  </a:extLst>
                </p14:cNvPr>
                <p14:cNvContentPartPr/>
                <p14:nvPr/>
              </p14:nvContentPartPr>
              <p14:xfrm>
                <a:off x="5481970" y="2292574"/>
                <a:ext cx="226800" cy="16524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9A60F743-414B-C91D-A898-01101D34F9F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473330" y="2283934"/>
                  <a:ext cx="244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C699551C-93B5-5BF9-8284-C7D42BE3D7A3}"/>
                    </a:ext>
                  </a:extLst>
                </p14:cNvPr>
                <p14:cNvContentPartPr/>
                <p14:nvPr/>
              </p14:nvContentPartPr>
              <p14:xfrm>
                <a:off x="5734690" y="2246494"/>
                <a:ext cx="59760" cy="25488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C699551C-93B5-5BF9-8284-C7D42BE3D7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726050" y="2237494"/>
                  <a:ext cx="77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157ACA14-6A71-02F3-A6F8-2AE9E0F70A7E}"/>
                    </a:ext>
                  </a:extLst>
                </p14:cNvPr>
                <p14:cNvContentPartPr/>
                <p14:nvPr/>
              </p14:nvContentPartPr>
              <p14:xfrm>
                <a:off x="5872210" y="2306614"/>
                <a:ext cx="196200" cy="1364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157ACA14-6A71-02F3-A6F8-2AE9E0F70A7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863210" y="2297614"/>
                  <a:ext cx="213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FD0428D6-5CA4-358D-CFFC-A622C1395E3A}"/>
                    </a:ext>
                  </a:extLst>
                </p14:cNvPr>
                <p14:cNvContentPartPr/>
                <p14:nvPr/>
              </p14:nvContentPartPr>
              <p14:xfrm>
                <a:off x="6042490" y="2222014"/>
                <a:ext cx="77040" cy="29484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FD0428D6-5CA4-358D-CFFC-A622C1395E3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033490" y="2213374"/>
                  <a:ext cx="94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DCFD3A0E-B959-D25C-514A-CF193F52B161}"/>
                    </a:ext>
                  </a:extLst>
                </p14:cNvPr>
                <p14:cNvContentPartPr/>
                <p14:nvPr/>
              </p14:nvContentPartPr>
              <p14:xfrm>
                <a:off x="4535170" y="3064414"/>
                <a:ext cx="174960" cy="17964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DCFD3A0E-B959-D25C-514A-CF193F52B16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26530" y="3055414"/>
                  <a:ext cx="192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867C936D-A563-4AC3-9FA4-85C87E3DAE9F}"/>
                    </a:ext>
                  </a:extLst>
                </p14:cNvPr>
                <p14:cNvContentPartPr/>
                <p14:nvPr/>
              </p14:nvContentPartPr>
              <p14:xfrm>
                <a:off x="4538770" y="3034534"/>
                <a:ext cx="102240" cy="22644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867C936D-A563-4AC3-9FA4-85C87E3DAE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30130" y="3025894"/>
                  <a:ext cx="11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78875DC7-576E-17D1-C782-A6E4E7D3EA38}"/>
                    </a:ext>
                  </a:extLst>
                </p14:cNvPr>
                <p14:cNvContentPartPr/>
                <p14:nvPr/>
              </p14:nvContentPartPr>
              <p14:xfrm>
                <a:off x="4785370" y="3104014"/>
                <a:ext cx="189000" cy="111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78875DC7-576E-17D1-C782-A6E4E7D3EA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76730" y="3095374"/>
                  <a:ext cx="206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AF2BCD48-9914-5300-653E-27D885BB35E2}"/>
                    </a:ext>
                  </a:extLst>
                </p14:cNvPr>
                <p14:cNvContentPartPr/>
                <p14:nvPr/>
              </p14:nvContentPartPr>
              <p14:xfrm>
                <a:off x="4810570" y="3182854"/>
                <a:ext cx="176040" cy="57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AF2BCD48-9914-5300-653E-27D885BB35E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01570" y="3173854"/>
                  <a:ext cx="193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D549BFBE-06D7-E032-18FD-8300D29DD17A}"/>
                    </a:ext>
                  </a:extLst>
                </p14:cNvPr>
                <p14:cNvContentPartPr/>
                <p14:nvPr/>
              </p14:nvContentPartPr>
              <p14:xfrm>
                <a:off x="5064370" y="3132454"/>
                <a:ext cx="155160" cy="108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D549BFBE-06D7-E032-18FD-8300D29DD17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55730" y="3123454"/>
                  <a:ext cx="172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EE3AEEBD-BDAB-3D50-1C48-F12973443A62}"/>
                    </a:ext>
                  </a:extLst>
                </p14:cNvPr>
                <p14:cNvContentPartPr/>
                <p14:nvPr/>
              </p14:nvContentPartPr>
              <p14:xfrm>
                <a:off x="5270650" y="3057934"/>
                <a:ext cx="199800" cy="111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EE3AEEBD-BDAB-3D50-1C48-F12973443A6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261650" y="3049294"/>
                  <a:ext cx="21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D00635D1-F547-0602-B801-0DE99CCE38E8}"/>
                    </a:ext>
                  </a:extLst>
                </p14:cNvPr>
                <p14:cNvContentPartPr/>
                <p14:nvPr/>
              </p14:nvContentPartPr>
              <p14:xfrm>
                <a:off x="5280010" y="3059014"/>
                <a:ext cx="147600" cy="16416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D00635D1-F547-0602-B801-0DE99CCE38E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271370" y="3050014"/>
                  <a:ext cx="165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C0DEF7C5-2430-B819-2B75-E0823EE45323}"/>
                    </a:ext>
                  </a:extLst>
                </p14:cNvPr>
                <p14:cNvContentPartPr/>
                <p14:nvPr/>
              </p14:nvContentPartPr>
              <p14:xfrm>
                <a:off x="5632450" y="3033814"/>
                <a:ext cx="10080" cy="1281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C0DEF7C5-2430-B819-2B75-E0823EE4532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23810" y="3025174"/>
                  <a:ext cx="27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FA991C38-1F75-0F61-C9D0-F13AA0D1F24A}"/>
                    </a:ext>
                  </a:extLst>
                </p14:cNvPr>
                <p14:cNvContentPartPr/>
                <p14:nvPr/>
              </p14:nvContentPartPr>
              <p14:xfrm>
                <a:off x="5532730" y="3100414"/>
                <a:ext cx="171000" cy="396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FA991C38-1F75-0F61-C9D0-F13AA0D1F24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523730" y="3091774"/>
                  <a:ext cx="188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19BCBDE7-D5B3-2667-12B3-CEC8F74FFDAE}"/>
                    </a:ext>
                  </a:extLst>
                </p14:cNvPr>
                <p14:cNvContentPartPr/>
                <p14:nvPr/>
              </p14:nvContentPartPr>
              <p14:xfrm>
                <a:off x="5542450" y="3238654"/>
                <a:ext cx="217800" cy="1152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19BCBDE7-D5B3-2667-12B3-CEC8F74FFDA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533450" y="3229654"/>
                  <a:ext cx="235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6FD061B9-F184-DD6D-53F0-4204A1439833}"/>
                    </a:ext>
                  </a:extLst>
                </p14:cNvPr>
                <p14:cNvContentPartPr/>
                <p14:nvPr/>
              </p14:nvContentPartPr>
              <p14:xfrm>
                <a:off x="5932330" y="3028414"/>
                <a:ext cx="8280" cy="144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6FD061B9-F184-DD6D-53F0-4204A143983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923690" y="3019414"/>
                  <a:ext cx="25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CFF107BD-53B4-696E-7DE2-2BFC85D15C83}"/>
                    </a:ext>
                  </a:extLst>
                </p14:cNvPr>
                <p14:cNvContentPartPr/>
                <p14:nvPr/>
              </p14:nvContentPartPr>
              <p14:xfrm>
                <a:off x="5939530" y="3029134"/>
                <a:ext cx="360" cy="3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CFF107BD-53B4-696E-7DE2-2BFC85D15C8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930530" y="30204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C1D91314-E427-B95A-A28D-7E581F359008}"/>
                    </a:ext>
                  </a:extLst>
                </p14:cNvPr>
                <p14:cNvContentPartPr/>
                <p14:nvPr/>
              </p14:nvContentPartPr>
              <p14:xfrm>
                <a:off x="5885170" y="3021934"/>
                <a:ext cx="179280" cy="18288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C1D91314-E427-B95A-A28D-7E581F35900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876170" y="3012934"/>
                  <a:ext cx="196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EC080F65-F1C7-5981-0152-E7F5881D9B7C}"/>
                    </a:ext>
                  </a:extLst>
                </p14:cNvPr>
                <p14:cNvContentPartPr/>
                <p14:nvPr/>
              </p14:nvContentPartPr>
              <p14:xfrm>
                <a:off x="5917210" y="3095734"/>
                <a:ext cx="237240" cy="1080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EC080F65-F1C7-5981-0152-E7F5881D9B7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908570" y="3086734"/>
                  <a:ext cx="25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0EBC53D0-3A99-9335-A722-174D9A5BE2FD}"/>
                    </a:ext>
                  </a:extLst>
                </p14:cNvPr>
                <p14:cNvContentPartPr/>
                <p14:nvPr/>
              </p14:nvContentPartPr>
              <p14:xfrm>
                <a:off x="5052490" y="3304174"/>
                <a:ext cx="1155960" cy="6552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0EBC53D0-3A99-9335-A722-174D9A5BE2F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043490" y="3295174"/>
                  <a:ext cx="11736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FE0CCB98-DA3C-EDFA-6773-7F1D9B1082EB}"/>
                    </a:ext>
                  </a:extLst>
                </p14:cNvPr>
                <p14:cNvContentPartPr/>
                <p14:nvPr/>
              </p14:nvContentPartPr>
              <p14:xfrm>
                <a:off x="5530930" y="3472654"/>
                <a:ext cx="248040" cy="12996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FE0CCB98-DA3C-EDFA-6773-7F1D9B1082E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522290" y="3463654"/>
                  <a:ext cx="265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D629711D-2E81-FCBD-3E65-28556E2866A4}"/>
                    </a:ext>
                  </a:extLst>
                </p14:cNvPr>
                <p14:cNvContentPartPr/>
                <p14:nvPr/>
              </p14:nvContentPartPr>
              <p14:xfrm>
                <a:off x="5671330" y="3460414"/>
                <a:ext cx="17280" cy="24696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D629711D-2E81-FCBD-3E65-28556E2866A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662330" y="3451774"/>
                  <a:ext cx="34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A287EAA1-CC5C-4422-EFE7-715D75A1779C}"/>
                    </a:ext>
                  </a:extLst>
                </p14:cNvPr>
                <p14:cNvContentPartPr/>
                <p14:nvPr/>
              </p14:nvContentPartPr>
              <p14:xfrm>
                <a:off x="4615810" y="4280134"/>
                <a:ext cx="230400" cy="13896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A287EAA1-CC5C-4422-EFE7-715D75A1779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606810" y="4271494"/>
                  <a:ext cx="248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E277F58A-DAF6-1DCE-80BF-0901C876A604}"/>
                    </a:ext>
                  </a:extLst>
                </p14:cNvPr>
                <p14:cNvContentPartPr/>
                <p14:nvPr/>
              </p14:nvContentPartPr>
              <p14:xfrm>
                <a:off x="4720930" y="4232254"/>
                <a:ext cx="59040" cy="18180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E277F58A-DAF6-1DCE-80BF-0901C876A60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711930" y="4223254"/>
                  <a:ext cx="766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E3EA4180-9C08-4189-324D-251E45289D0A}"/>
                    </a:ext>
                  </a:extLst>
                </p14:cNvPr>
                <p14:cNvContentPartPr/>
                <p14:nvPr/>
              </p14:nvContentPartPr>
              <p14:xfrm>
                <a:off x="4904890" y="4351774"/>
                <a:ext cx="16560" cy="6156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E3EA4180-9C08-4189-324D-251E45289D0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896250" y="4342774"/>
                  <a:ext cx="3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92C94E66-0630-124F-0B0B-F585F671A3CB}"/>
                    </a:ext>
                  </a:extLst>
                </p14:cNvPr>
                <p14:cNvContentPartPr/>
                <p14:nvPr/>
              </p14:nvContentPartPr>
              <p14:xfrm>
                <a:off x="4984450" y="4289134"/>
                <a:ext cx="156600" cy="1260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92C94E66-0630-124F-0B0B-F585F671A3C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975450" y="4280134"/>
                  <a:ext cx="174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55E3A5BB-4613-4C0C-EEF8-0EB04F68197B}"/>
                    </a:ext>
                  </a:extLst>
                </p14:cNvPr>
                <p14:cNvContentPartPr/>
                <p14:nvPr/>
              </p14:nvContentPartPr>
              <p14:xfrm>
                <a:off x="5015410" y="4367614"/>
                <a:ext cx="163080" cy="36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55E3A5BB-4613-4C0C-EEF8-0EB04F68197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006410" y="4358974"/>
                  <a:ext cx="180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9A0760B1-775D-ED26-C2AD-57E461159DF4}"/>
                    </a:ext>
                  </a:extLst>
                </p14:cNvPr>
                <p14:cNvContentPartPr/>
                <p14:nvPr/>
              </p14:nvContentPartPr>
              <p14:xfrm>
                <a:off x="5318890" y="4315774"/>
                <a:ext cx="178200" cy="2808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9A0760B1-775D-ED26-C2AD-57E461159DF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309890" y="4306774"/>
                  <a:ext cx="195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708EB823-62CE-89DD-4F84-CBD009F161C1}"/>
                    </a:ext>
                  </a:extLst>
                </p14:cNvPr>
                <p14:cNvContentPartPr/>
                <p14:nvPr/>
              </p14:nvContentPartPr>
              <p14:xfrm>
                <a:off x="5528770" y="4227574"/>
                <a:ext cx="183240" cy="756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708EB823-62CE-89DD-4F84-CBD009F161C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519770" y="4218934"/>
                  <a:ext cx="200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9DA1E158-0EA3-DD15-2793-111EF5F3B2A2}"/>
                    </a:ext>
                  </a:extLst>
                </p14:cNvPr>
                <p14:cNvContentPartPr/>
                <p14:nvPr/>
              </p14:nvContentPartPr>
              <p14:xfrm>
                <a:off x="5524090" y="4239454"/>
                <a:ext cx="150480" cy="1566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9DA1E158-0EA3-DD15-2793-111EF5F3B2A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515090" y="4230454"/>
                  <a:ext cx="168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67E71248-56A4-F637-5F8B-031D1937138C}"/>
                    </a:ext>
                  </a:extLst>
                </p14:cNvPr>
                <p14:cNvContentPartPr/>
                <p14:nvPr/>
              </p14:nvContentPartPr>
              <p14:xfrm>
                <a:off x="5823610" y="4190494"/>
                <a:ext cx="21960" cy="19836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67E71248-56A4-F637-5F8B-031D1937138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814610" y="4181494"/>
                  <a:ext cx="39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074A89C8-1489-4B15-6B37-EF72C26F27A8}"/>
                    </a:ext>
                  </a:extLst>
                </p14:cNvPr>
                <p14:cNvContentPartPr/>
                <p14:nvPr/>
              </p14:nvContentPartPr>
              <p14:xfrm>
                <a:off x="5733610" y="4280854"/>
                <a:ext cx="171000" cy="936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074A89C8-1489-4B15-6B37-EF72C26F27A8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724610" y="4272214"/>
                  <a:ext cx="188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E8135AE3-658D-CC4A-3B55-CD6372D2A486}"/>
                    </a:ext>
                  </a:extLst>
                </p14:cNvPr>
                <p14:cNvContentPartPr/>
                <p14:nvPr/>
              </p14:nvContentPartPr>
              <p14:xfrm>
                <a:off x="5961490" y="4190134"/>
                <a:ext cx="117000" cy="16812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E8135AE3-658D-CC4A-3B55-CD6372D2A48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952490" y="4181134"/>
                  <a:ext cx="134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5FC79415-5A39-BF4C-3217-1C8885F5295F}"/>
                    </a:ext>
                  </a:extLst>
                </p14:cNvPr>
                <p14:cNvContentPartPr/>
                <p14:nvPr/>
              </p14:nvContentPartPr>
              <p14:xfrm>
                <a:off x="5949250" y="4271134"/>
                <a:ext cx="214200" cy="1764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5FC79415-5A39-BF4C-3217-1C8885F5295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940610" y="4262134"/>
                  <a:ext cx="231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FC037F4E-CADE-CF45-BEE4-C44B2FC73FB2}"/>
                    </a:ext>
                  </a:extLst>
                </p14:cNvPr>
                <p14:cNvContentPartPr/>
                <p14:nvPr/>
              </p14:nvContentPartPr>
              <p14:xfrm>
                <a:off x="5367850" y="4453654"/>
                <a:ext cx="745560" cy="1224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FC037F4E-CADE-CF45-BEE4-C44B2FC73FB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359210" y="4444654"/>
                  <a:ext cx="763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7E6A3FB2-2897-1551-91CE-9ADC4B0C32CF}"/>
                    </a:ext>
                  </a:extLst>
                </p14:cNvPr>
                <p14:cNvContentPartPr/>
                <p14:nvPr/>
              </p14:nvContentPartPr>
              <p14:xfrm>
                <a:off x="5536690" y="4557694"/>
                <a:ext cx="220320" cy="12708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7E6A3FB2-2897-1551-91CE-9ADC4B0C32C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527690" y="4548694"/>
                  <a:ext cx="237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557F0AF3-7648-3FD7-AB28-9DC90E9A6545}"/>
                    </a:ext>
                  </a:extLst>
                </p14:cNvPr>
                <p14:cNvContentPartPr/>
                <p14:nvPr/>
              </p14:nvContentPartPr>
              <p14:xfrm>
                <a:off x="5652610" y="4556614"/>
                <a:ext cx="18720" cy="22104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557F0AF3-7648-3FD7-AB28-9DC90E9A654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643970" y="4547974"/>
                  <a:ext cx="36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67ACF5D6-B71A-E69A-7EF1-4BE34E686A02}"/>
                    </a:ext>
                  </a:extLst>
                </p14:cNvPr>
                <p14:cNvContentPartPr/>
                <p14:nvPr/>
              </p14:nvContentPartPr>
              <p14:xfrm>
                <a:off x="5424010" y="1834294"/>
                <a:ext cx="23400" cy="12888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67ACF5D6-B71A-E69A-7EF1-4BE34E686A0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415370" y="1825294"/>
                  <a:ext cx="410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upo 321">
            <a:extLst>
              <a:ext uri="{FF2B5EF4-FFF2-40B4-BE49-F238E27FC236}">
                <a16:creationId xmlns:a16="http://schemas.microsoft.com/office/drawing/2014/main" id="{7E589BA7-36E7-96E5-1086-81C68056AEE3}"/>
              </a:ext>
            </a:extLst>
          </p:cNvPr>
          <p:cNvGrpSpPr/>
          <p:nvPr/>
        </p:nvGrpSpPr>
        <p:grpSpPr>
          <a:xfrm>
            <a:off x="4511770" y="5085094"/>
            <a:ext cx="1920240" cy="758160"/>
            <a:chOff x="4511770" y="5085094"/>
            <a:chExt cx="1920240" cy="75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077E26F2-8245-40F4-A371-A4E42D2F673B}"/>
                    </a:ext>
                  </a:extLst>
                </p14:cNvPr>
                <p14:cNvContentPartPr/>
                <p14:nvPr/>
              </p14:nvContentPartPr>
              <p14:xfrm>
                <a:off x="4664770" y="5166814"/>
                <a:ext cx="176040" cy="1821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077E26F2-8245-40F4-A371-A4E42D2F673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656130" y="5157814"/>
                  <a:ext cx="193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BEF0436E-6407-4D54-0670-1FE3CCF272A6}"/>
                    </a:ext>
                  </a:extLst>
                </p14:cNvPr>
                <p14:cNvContentPartPr/>
                <p14:nvPr/>
              </p14:nvContentPartPr>
              <p14:xfrm>
                <a:off x="4721290" y="5165734"/>
                <a:ext cx="59400" cy="15696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BEF0436E-6407-4D54-0670-1FE3CCF272A6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712650" y="5157094"/>
                  <a:ext cx="77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0E18834C-9609-34BC-4DB4-00D7D6AC5791}"/>
                    </a:ext>
                  </a:extLst>
                </p14:cNvPr>
                <p14:cNvContentPartPr/>
                <p14:nvPr/>
              </p14:nvContentPartPr>
              <p14:xfrm>
                <a:off x="4894810" y="5289574"/>
                <a:ext cx="7560" cy="500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0E18834C-9609-34BC-4DB4-00D7D6AC579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886170" y="5280934"/>
                  <a:ext cx="25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356C2026-C4A9-B8CA-608D-0DD70AD1BB51}"/>
                    </a:ext>
                  </a:extLst>
                </p14:cNvPr>
                <p14:cNvContentPartPr/>
                <p14:nvPr/>
              </p14:nvContentPartPr>
              <p14:xfrm>
                <a:off x="4991290" y="5226214"/>
                <a:ext cx="151920" cy="1116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356C2026-C4A9-B8CA-608D-0DD70AD1BB5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982650" y="5217574"/>
                  <a:ext cx="169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E3A29B68-7298-5EC1-5386-1F2F555A2744}"/>
                    </a:ext>
                  </a:extLst>
                </p14:cNvPr>
                <p14:cNvContentPartPr/>
                <p14:nvPr/>
              </p14:nvContentPartPr>
              <p14:xfrm>
                <a:off x="5012530" y="5288854"/>
                <a:ext cx="133920" cy="684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E3A29B68-7298-5EC1-5386-1F2F555A274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003530" y="5279854"/>
                  <a:ext cx="151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45B219E2-1246-FBBB-86CC-901B33EF3C88}"/>
                    </a:ext>
                  </a:extLst>
                </p14:cNvPr>
                <p14:cNvContentPartPr/>
                <p14:nvPr/>
              </p14:nvContentPartPr>
              <p14:xfrm>
                <a:off x="5364610" y="5143414"/>
                <a:ext cx="188640" cy="16200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45B219E2-1246-FBBB-86CC-901B33EF3C8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355610" y="5134414"/>
                  <a:ext cx="206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072C3DB3-A547-020E-D0CB-16597C6AC136}"/>
                    </a:ext>
                  </a:extLst>
                </p14:cNvPr>
                <p14:cNvContentPartPr/>
                <p14:nvPr/>
              </p14:nvContentPartPr>
              <p14:xfrm>
                <a:off x="5285410" y="5357614"/>
                <a:ext cx="391680" cy="302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072C3DB3-A547-020E-D0CB-16597C6AC13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276770" y="5348614"/>
                  <a:ext cx="409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CDE802A0-A371-E753-0F08-CA8C3ECB64DE}"/>
                    </a:ext>
                  </a:extLst>
                </p14:cNvPr>
                <p14:cNvContentPartPr/>
                <p14:nvPr/>
              </p14:nvContentPartPr>
              <p14:xfrm>
                <a:off x="5350930" y="5443294"/>
                <a:ext cx="199080" cy="12312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CDE802A0-A371-E753-0F08-CA8C3ECB64D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342290" y="5434654"/>
                  <a:ext cx="216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B30670EE-A907-6363-6772-5836D53D4FC9}"/>
                    </a:ext>
                  </a:extLst>
                </p14:cNvPr>
                <p14:cNvContentPartPr/>
                <p14:nvPr/>
              </p14:nvContentPartPr>
              <p14:xfrm>
                <a:off x="5465770" y="5455534"/>
                <a:ext cx="14760" cy="21564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B30670EE-A907-6363-6772-5836D53D4FC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457130" y="5446534"/>
                  <a:ext cx="32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C9B88BDD-70A1-D088-D357-443867D144F0}"/>
                    </a:ext>
                  </a:extLst>
                </p14:cNvPr>
                <p14:cNvContentPartPr/>
                <p14:nvPr/>
              </p14:nvContentPartPr>
              <p14:xfrm>
                <a:off x="5765650" y="5269054"/>
                <a:ext cx="129960" cy="176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C9B88BDD-70A1-D088-D357-443867D144F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756650" y="5260054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6E388A63-4360-4401-6AEF-DFD3EA477A2C}"/>
                    </a:ext>
                  </a:extLst>
                </p14:cNvPr>
                <p14:cNvContentPartPr/>
                <p14:nvPr/>
              </p14:nvContentPartPr>
              <p14:xfrm>
                <a:off x="5774650" y="5338534"/>
                <a:ext cx="119880" cy="122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6E388A63-4360-4401-6AEF-DFD3EA477A2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766010" y="5329534"/>
                  <a:ext cx="137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A4DB2329-3408-D0D3-54BD-9668C62CC4BE}"/>
                    </a:ext>
                  </a:extLst>
                </p14:cNvPr>
                <p14:cNvContentPartPr/>
                <p14:nvPr/>
              </p14:nvContentPartPr>
              <p14:xfrm>
                <a:off x="6059050" y="5085094"/>
                <a:ext cx="44640" cy="25308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A4DB2329-3408-D0D3-54BD-9668C62CC4BE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050050" y="5076094"/>
                  <a:ext cx="62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632B837C-0D67-14D6-6E7A-D10CD61711FD}"/>
                    </a:ext>
                  </a:extLst>
                </p14:cNvPr>
                <p14:cNvContentPartPr/>
                <p14:nvPr/>
              </p14:nvContentPartPr>
              <p14:xfrm>
                <a:off x="5994610" y="5368054"/>
                <a:ext cx="274320" cy="187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632B837C-0D67-14D6-6E7A-D10CD61711F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985610" y="5359414"/>
                  <a:ext cx="291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1841DE3C-7257-A807-5DD1-5D74D2920E32}"/>
                    </a:ext>
                  </a:extLst>
                </p14:cNvPr>
                <p14:cNvContentPartPr/>
                <p14:nvPr/>
              </p14:nvContentPartPr>
              <p14:xfrm>
                <a:off x="6081730" y="5421694"/>
                <a:ext cx="208800" cy="17676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1841DE3C-7257-A807-5DD1-5D74D2920E3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072730" y="5413054"/>
                  <a:ext cx="226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0DD827A2-DCE4-46F8-E4B8-29B033034315}"/>
                    </a:ext>
                  </a:extLst>
                </p14:cNvPr>
                <p14:cNvContentPartPr/>
                <p14:nvPr/>
              </p14:nvContentPartPr>
              <p14:xfrm>
                <a:off x="4511770" y="5470294"/>
                <a:ext cx="1920240" cy="37296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0DD827A2-DCE4-46F8-E4B8-29B03303431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503130" y="5461654"/>
                  <a:ext cx="193788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upo 323">
            <a:extLst>
              <a:ext uri="{FF2B5EF4-FFF2-40B4-BE49-F238E27FC236}">
                <a16:creationId xmlns:a16="http://schemas.microsoft.com/office/drawing/2014/main" id="{897EF5FF-510D-D9CD-225C-9A26AF4D7DB2}"/>
              </a:ext>
            </a:extLst>
          </p:cNvPr>
          <p:cNvGrpSpPr/>
          <p:nvPr/>
        </p:nvGrpSpPr>
        <p:grpSpPr>
          <a:xfrm>
            <a:off x="7869850" y="4970614"/>
            <a:ext cx="1977480" cy="734040"/>
            <a:chOff x="7869850" y="4970614"/>
            <a:chExt cx="1977480" cy="7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1C10B70D-52A1-74C1-07D0-4AD06EE2BA14}"/>
                    </a:ext>
                  </a:extLst>
                </p14:cNvPr>
                <p14:cNvContentPartPr/>
                <p14:nvPr/>
              </p14:nvContentPartPr>
              <p14:xfrm>
                <a:off x="7927450" y="5027494"/>
                <a:ext cx="145080" cy="9828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1C10B70D-52A1-74C1-07D0-4AD06EE2BA1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918810" y="5018854"/>
                  <a:ext cx="162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2CBA6597-950A-382D-F30A-595A7835C9F3}"/>
                    </a:ext>
                  </a:extLst>
                </p14:cNvPr>
                <p14:cNvContentPartPr/>
                <p14:nvPr/>
              </p14:nvContentPartPr>
              <p14:xfrm>
                <a:off x="7964170" y="4999414"/>
                <a:ext cx="42480" cy="16308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2CBA6597-950A-382D-F30A-595A7835C9F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955170" y="4990774"/>
                  <a:ext cx="60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A3E26BE1-3F39-790B-4D44-3BFBC7D162E0}"/>
                    </a:ext>
                  </a:extLst>
                </p14:cNvPr>
                <p14:cNvContentPartPr/>
                <p14:nvPr/>
              </p14:nvContentPartPr>
              <p14:xfrm>
                <a:off x="8087650" y="5103094"/>
                <a:ext cx="108720" cy="8676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A3E26BE1-3F39-790B-4D44-3BFBC7D162E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078650" y="5094094"/>
                  <a:ext cx="126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DB63431A-3B14-112C-0DAD-E49102B90BF8}"/>
                    </a:ext>
                  </a:extLst>
                </p14:cNvPr>
                <p14:cNvContentPartPr/>
                <p14:nvPr/>
              </p14:nvContentPartPr>
              <p14:xfrm>
                <a:off x="8233090" y="5075374"/>
                <a:ext cx="86760" cy="1584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DB63431A-3B14-112C-0DAD-E49102B90BF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224450" y="5066734"/>
                  <a:ext cx="104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E70220BB-0978-4B55-60C0-16B4DFD99E84}"/>
                    </a:ext>
                  </a:extLst>
                </p14:cNvPr>
                <p14:cNvContentPartPr/>
                <p14:nvPr/>
              </p14:nvContentPartPr>
              <p14:xfrm>
                <a:off x="8208250" y="5149534"/>
                <a:ext cx="113760" cy="756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E70220BB-0978-4B55-60C0-16B4DFD99E8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199250" y="5140894"/>
                  <a:ext cx="131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304F8CBF-D643-3685-E934-77840A30ED4B}"/>
                    </a:ext>
                  </a:extLst>
                </p14:cNvPr>
                <p14:cNvContentPartPr/>
                <p14:nvPr/>
              </p14:nvContentPartPr>
              <p14:xfrm>
                <a:off x="8381770" y="5098054"/>
                <a:ext cx="149040" cy="320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304F8CBF-D643-3685-E934-77840A30ED4B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373130" y="5089054"/>
                  <a:ext cx="166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6CC64C54-8CBB-C250-08A2-5EE322288304}"/>
                    </a:ext>
                  </a:extLst>
                </p14:cNvPr>
                <p14:cNvContentPartPr/>
                <p14:nvPr/>
              </p14:nvContentPartPr>
              <p14:xfrm>
                <a:off x="8580850" y="4977814"/>
                <a:ext cx="58680" cy="17388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6CC64C54-8CBB-C250-08A2-5EE32228830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571850" y="4968814"/>
                  <a:ext cx="76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0A796F09-60AC-AB6C-1AEE-2D44427B7175}"/>
                    </a:ext>
                  </a:extLst>
                </p14:cNvPr>
                <p14:cNvContentPartPr/>
                <p14:nvPr/>
              </p14:nvContentPartPr>
              <p14:xfrm>
                <a:off x="8690290" y="4970614"/>
                <a:ext cx="181080" cy="16812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0A796F09-60AC-AB6C-1AEE-2D44427B717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681290" y="4961614"/>
                  <a:ext cx="198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19463481-F6FF-7DFC-D8F9-E9D2D46B3932}"/>
                    </a:ext>
                  </a:extLst>
                </p14:cNvPr>
                <p14:cNvContentPartPr/>
                <p14:nvPr/>
              </p14:nvContentPartPr>
              <p14:xfrm>
                <a:off x="8414890" y="5212894"/>
                <a:ext cx="442800" cy="3816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19463481-F6FF-7DFC-D8F9-E9D2D46B3932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406250" y="5203894"/>
                  <a:ext cx="460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6485C727-6CC3-2056-F38D-DC85D1061CA7}"/>
                    </a:ext>
                  </a:extLst>
                </p14:cNvPr>
                <p14:cNvContentPartPr/>
                <p14:nvPr/>
              </p14:nvContentPartPr>
              <p14:xfrm>
                <a:off x="8557450" y="5261494"/>
                <a:ext cx="213120" cy="10620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6485C727-6CC3-2056-F38D-DC85D1061CA7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548810" y="5252854"/>
                  <a:ext cx="230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5A5215DD-D784-5ED9-43C9-E9F9893F82BE}"/>
                    </a:ext>
                  </a:extLst>
                </p14:cNvPr>
                <p14:cNvContentPartPr/>
                <p14:nvPr/>
              </p14:nvContentPartPr>
              <p14:xfrm>
                <a:off x="8688850" y="5268694"/>
                <a:ext cx="3600" cy="21132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5A5215DD-D784-5ED9-43C9-E9F9893F82B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679850" y="5259694"/>
                  <a:ext cx="21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18E453D7-679A-00A0-055F-E3DA9D5F1DA4}"/>
                    </a:ext>
                  </a:extLst>
                </p14:cNvPr>
                <p14:cNvContentPartPr/>
                <p14:nvPr/>
              </p14:nvContentPartPr>
              <p14:xfrm>
                <a:off x="9014650" y="5201014"/>
                <a:ext cx="187200" cy="1764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18E453D7-679A-00A0-055F-E3DA9D5F1DA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005650" y="5192374"/>
                  <a:ext cx="20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B1395674-23B0-C070-2463-51770C4D2BD3}"/>
                    </a:ext>
                  </a:extLst>
                </p14:cNvPr>
                <p14:cNvContentPartPr/>
                <p14:nvPr/>
              </p14:nvContentPartPr>
              <p14:xfrm>
                <a:off x="9007090" y="5291374"/>
                <a:ext cx="163440" cy="1440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B1395674-23B0-C070-2463-51770C4D2BD3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998090" y="5282734"/>
                  <a:ext cx="181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BE078930-7C80-22A6-A734-765AEF489401}"/>
                    </a:ext>
                  </a:extLst>
                </p14:cNvPr>
                <p14:cNvContentPartPr/>
                <p14:nvPr/>
              </p14:nvContentPartPr>
              <p14:xfrm>
                <a:off x="9472570" y="5069254"/>
                <a:ext cx="167400" cy="21060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BE078930-7C80-22A6-A734-765AEF489401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463570" y="5060254"/>
                  <a:ext cx="1850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AF95A299-F359-9755-4CAD-0DA060F09865}"/>
                    </a:ext>
                  </a:extLst>
                </p14:cNvPr>
                <p14:cNvContentPartPr/>
                <p14:nvPr/>
              </p14:nvContentPartPr>
              <p14:xfrm>
                <a:off x="9290770" y="5195254"/>
                <a:ext cx="182160" cy="1368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AF95A299-F359-9755-4CAD-0DA060F0986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282130" y="5186614"/>
                  <a:ext cx="199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512AB83E-B0B8-0698-0A46-FA1B4BB52F1A}"/>
                    </a:ext>
                  </a:extLst>
                </p14:cNvPr>
                <p14:cNvContentPartPr/>
                <p14:nvPr/>
              </p14:nvContentPartPr>
              <p14:xfrm>
                <a:off x="7869850" y="5324854"/>
                <a:ext cx="1977480" cy="37980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512AB83E-B0B8-0698-0A46-FA1B4BB52F1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861210" y="5316214"/>
                  <a:ext cx="1995120" cy="39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25" name="Entrada de lápiz 324">
                <a:extLst>
                  <a:ext uri="{FF2B5EF4-FFF2-40B4-BE49-F238E27FC236}">
                    <a16:creationId xmlns:a16="http://schemas.microsoft.com/office/drawing/2014/main" id="{2D2F5A80-1CB1-6074-2F39-5CA82E7BEDF7}"/>
                  </a:ext>
                </a:extLst>
              </p14:cNvPr>
              <p14:cNvContentPartPr/>
              <p14:nvPr/>
            </p14:nvContentPartPr>
            <p14:xfrm>
              <a:off x="9148210" y="2972974"/>
              <a:ext cx="12240" cy="18360"/>
            </p14:xfrm>
          </p:contentPart>
        </mc:Choice>
        <mc:Fallback>
          <p:pic>
            <p:nvPicPr>
              <p:cNvPr id="325" name="Entrada de lápiz 324">
                <a:extLst>
                  <a:ext uri="{FF2B5EF4-FFF2-40B4-BE49-F238E27FC236}">
                    <a16:creationId xmlns:a16="http://schemas.microsoft.com/office/drawing/2014/main" id="{2D2F5A80-1CB1-6074-2F39-5CA82E7BEDF7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9139210" y="2964334"/>
                <a:ext cx="298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716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B3737C-64F2-44E2-9EF5-209E9432C3FF}"/>
              </a:ext>
            </a:extLst>
          </p:cNvPr>
          <p:cNvSpPr txBox="1"/>
          <p:nvPr/>
        </p:nvSpPr>
        <p:spPr>
          <a:xfrm>
            <a:off x="643988" y="1181866"/>
            <a:ext cx="10450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 por medio de la fórmula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/>
              <p:cNvSpPr txBox="1"/>
              <p:nvPr/>
            </p:nvSpPr>
            <p:spPr>
              <a:xfrm>
                <a:off x="817418" y="1821510"/>
                <a:ext cx="13991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s-CO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2000" dirty="0"/>
                  <a:t>4</a:t>
                </a:r>
              </a:p>
            </p:txBody>
          </p:sp>
        </mc:Choice>
        <mc:Fallback xmlns="">
          <p:sp>
            <p:nvSpPr>
              <p:cNvPr id="2" name="Cuadro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8" y="1821510"/>
                <a:ext cx="1399101" cy="307777"/>
              </a:xfrm>
              <a:prstGeom prst="rect">
                <a:avLst/>
              </a:prstGeom>
              <a:blipFill>
                <a:blip r:embed="rId2"/>
                <a:stretch>
                  <a:fillRect l="-6087" t="-26000" r="-10000" b="-5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12EDFC79-DF37-30A3-8271-F4A2F530A5D7}"/>
                  </a:ext>
                </a:extLst>
              </p14:cNvPr>
              <p14:cNvContentPartPr/>
              <p14:nvPr/>
            </p14:nvContentPartPr>
            <p14:xfrm>
              <a:off x="6685450" y="1487974"/>
              <a:ext cx="515520" cy="583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12EDFC79-DF37-30A3-8271-F4A2F530A5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6810" y="1479334"/>
                <a:ext cx="533160" cy="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7095763F-4EB6-C2D2-1952-66A2EE14AE67}"/>
              </a:ext>
            </a:extLst>
          </p:cNvPr>
          <p:cNvGrpSpPr/>
          <p:nvPr/>
        </p:nvGrpSpPr>
        <p:grpSpPr>
          <a:xfrm>
            <a:off x="3301090" y="1670854"/>
            <a:ext cx="2257200" cy="305640"/>
            <a:chOff x="3301090" y="1670854"/>
            <a:chExt cx="225720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749DA1E0-FB08-F446-A3C9-ACB00A5C9AD7}"/>
                    </a:ext>
                  </a:extLst>
                </p14:cNvPr>
                <p14:cNvContentPartPr/>
                <p14:nvPr/>
              </p14:nvContentPartPr>
              <p14:xfrm>
                <a:off x="3301090" y="1725934"/>
                <a:ext cx="149760" cy="2505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749DA1E0-FB08-F446-A3C9-ACB00A5C9AD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92090" y="1717294"/>
                  <a:ext cx="167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E07C529-F218-F396-E066-2E40D8F902DB}"/>
                    </a:ext>
                  </a:extLst>
                </p14:cNvPr>
                <p14:cNvContentPartPr/>
                <p14:nvPr/>
              </p14:nvContentPartPr>
              <p14:xfrm>
                <a:off x="3503050" y="1803694"/>
                <a:ext cx="190440" cy="1605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E07C529-F218-F396-E066-2E40D8F902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94050" y="1794694"/>
                  <a:ext cx="2080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B390CD85-8685-5135-2283-FB8FD9D37C31}"/>
                    </a:ext>
                  </a:extLst>
                </p14:cNvPr>
                <p14:cNvContentPartPr/>
                <p14:nvPr/>
              </p14:nvContentPartPr>
              <p14:xfrm>
                <a:off x="3528250" y="1756534"/>
                <a:ext cx="61200" cy="21888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B390CD85-8685-5135-2283-FB8FD9D37C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19610" y="1747894"/>
                  <a:ext cx="78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CBF230E4-644A-0EA8-B8D4-BE6DBDCFA4EC}"/>
                    </a:ext>
                  </a:extLst>
                </p14:cNvPr>
                <p14:cNvContentPartPr/>
                <p14:nvPr/>
              </p14:nvContentPartPr>
              <p14:xfrm>
                <a:off x="3663610" y="1676974"/>
                <a:ext cx="183240" cy="770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CBF230E4-644A-0EA8-B8D4-BE6DBDCFA4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54610" y="1668334"/>
                  <a:ext cx="200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934A025-565E-60A4-882D-846CE0C3EABB}"/>
                    </a:ext>
                  </a:extLst>
                </p14:cNvPr>
                <p14:cNvContentPartPr/>
                <p14:nvPr/>
              </p14:nvContentPartPr>
              <p14:xfrm>
                <a:off x="3840010" y="1866694"/>
                <a:ext cx="148320" cy="194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934A025-565E-60A4-882D-846CE0C3EA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31370" y="1858054"/>
                  <a:ext cx="165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C3BF9882-E0FB-B704-120D-F5355F3E83C2}"/>
                    </a:ext>
                  </a:extLst>
                </p14:cNvPr>
                <p14:cNvContentPartPr/>
                <p14:nvPr/>
              </p14:nvContentPartPr>
              <p14:xfrm>
                <a:off x="4152850" y="1743934"/>
                <a:ext cx="214200" cy="1594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C3BF9882-E0FB-B704-120D-F5355F3E83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43850" y="1734934"/>
                  <a:ext cx="231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D264390-9860-AD3C-5CA4-E7A90126369F}"/>
                    </a:ext>
                  </a:extLst>
                </p14:cNvPr>
                <p14:cNvContentPartPr/>
                <p14:nvPr/>
              </p14:nvContentPartPr>
              <p14:xfrm>
                <a:off x="4347610" y="1751134"/>
                <a:ext cx="190800" cy="1540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D264390-9860-AD3C-5CA4-E7A90126369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38610" y="1742134"/>
                  <a:ext cx="208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A008583-60EB-C96F-3CB5-73FBFA430624}"/>
                    </a:ext>
                  </a:extLst>
                </p14:cNvPr>
                <p14:cNvContentPartPr/>
                <p14:nvPr/>
              </p14:nvContentPartPr>
              <p14:xfrm>
                <a:off x="4358050" y="1723054"/>
                <a:ext cx="106200" cy="241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A008583-60EB-C96F-3CB5-73FBFA43062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49410" y="1714414"/>
                  <a:ext cx="123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168D00B3-EE05-DC75-6A40-887BC4AF7D23}"/>
                    </a:ext>
                  </a:extLst>
                </p14:cNvPr>
                <p14:cNvContentPartPr/>
                <p14:nvPr/>
              </p14:nvContentPartPr>
              <p14:xfrm>
                <a:off x="4631650" y="1777414"/>
                <a:ext cx="153360" cy="298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168D00B3-EE05-DC75-6A40-887BC4AF7D2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2650" y="1768414"/>
                  <a:ext cx="171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BBF0A15-278B-B597-0732-35D034EE0A60}"/>
                    </a:ext>
                  </a:extLst>
                </p14:cNvPr>
                <p14:cNvContentPartPr/>
                <p14:nvPr/>
              </p14:nvContentPartPr>
              <p14:xfrm>
                <a:off x="4841530" y="1685974"/>
                <a:ext cx="154080" cy="1288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BBF0A15-278B-B597-0732-35D034EE0A6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32890" y="1677334"/>
                  <a:ext cx="171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E8A45017-D86C-5C90-0140-D9A1FD507860}"/>
                    </a:ext>
                  </a:extLst>
                </p14:cNvPr>
                <p14:cNvContentPartPr/>
                <p14:nvPr/>
              </p14:nvContentPartPr>
              <p14:xfrm>
                <a:off x="4931890" y="1679854"/>
                <a:ext cx="39600" cy="2548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E8A45017-D86C-5C90-0140-D9A1FD5078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23250" y="1670854"/>
                  <a:ext cx="57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F755A156-D13E-C291-4242-1E2A213826B9}"/>
                    </a:ext>
                  </a:extLst>
                </p14:cNvPr>
                <p14:cNvContentPartPr/>
                <p14:nvPr/>
              </p14:nvContentPartPr>
              <p14:xfrm>
                <a:off x="5104690" y="1766614"/>
                <a:ext cx="119880" cy="165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F755A156-D13E-C291-4242-1E2A213826B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96050" y="1757614"/>
                  <a:ext cx="137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86C2B9F-1EE9-C357-4F0D-47CDE0ED4AA4}"/>
                    </a:ext>
                  </a:extLst>
                </p14:cNvPr>
                <p14:cNvContentPartPr/>
                <p14:nvPr/>
              </p14:nvContentPartPr>
              <p14:xfrm>
                <a:off x="5082730" y="1829614"/>
                <a:ext cx="168120" cy="302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86C2B9F-1EE9-C357-4F0D-47CDE0ED4AA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73730" y="1820974"/>
                  <a:ext cx="185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5FBE8A85-49CF-7FF5-1F7E-889AF13F5229}"/>
                    </a:ext>
                  </a:extLst>
                </p14:cNvPr>
                <p14:cNvContentPartPr/>
                <p14:nvPr/>
              </p14:nvContentPartPr>
              <p14:xfrm>
                <a:off x="5342650" y="1670854"/>
                <a:ext cx="215640" cy="2314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5FBE8A85-49CF-7FF5-1F7E-889AF13F522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34010" y="1662214"/>
                  <a:ext cx="23328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F1B95AA-1346-5EA5-9D79-E12253297011}"/>
              </a:ext>
            </a:extLst>
          </p:cNvPr>
          <p:cNvGrpSpPr/>
          <p:nvPr/>
        </p:nvGrpSpPr>
        <p:grpSpPr>
          <a:xfrm>
            <a:off x="3333490" y="2441254"/>
            <a:ext cx="555840" cy="193320"/>
            <a:chOff x="3333490" y="2441254"/>
            <a:chExt cx="55584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5902C84C-FB0C-D12B-CB31-3923CC221CDD}"/>
                    </a:ext>
                  </a:extLst>
                </p14:cNvPr>
                <p14:cNvContentPartPr/>
                <p14:nvPr/>
              </p14:nvContentPartPr>
              <p14:xfrm>
                <a:off x="3333490" y="2456374"/>
                <a:ext cx="157680" cy="1281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5902C84C-FB0C-D12B-CB31-3923CC221C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24850" y="2447734"/>
                  <a:ext cx="175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674E8C18-72FE-95C1-884D-6E29AF098062}"/>
                    </a:ext>
                  </a:extLst>
                </p14:cNvPr>
                <p14:cNvContentPartPr/>
                <p14:nvPr/>
              </p14:nvContentPartPr>
              <p14:xfrm>
                <a:off x="3542290" y="2507494"/>
                <a:ext cx="135720" cy="219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674E8C18-72FE-95C1-884D-6E29AF09806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33290" y="2498854"/>
                  <a:ext cx="153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85CE93E9-8F0B-963F-166A-8869FBB82855}"/>
                    </a:ext>
                  </a:extLst>
                </p14:cNvPr>
                <p14:cNvContentPartPr/>
                <p14:nvPr/>
              </p14:nvContentPartPr>
              <p14:xfrm>
                <a:off x="3544090" y="2574454"/>
                <a:ext cx="138960" cy="147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85CE93E9-8F0B-963F-166A-8869FBB828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35450" y="2565814"/>
                  <a:ext cx="156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CFB4FED-76CB-4D44-4015-B554E164ECDD}"/>
                    </a:ext>
                  </a:extLst>
                </p14:cNvPr>
                <p14:cNvContentPartPr/>
                <p14:nvPr/>
              </p14:nvContentPartPr>
              <p14:xfrm>
                <a:off x="3739930" y="2441254"/>
                <a:ext cx="149400" cy="1933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CFB4FED-76CB-4D44-4015-B554E164ECD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31290" y="2432254"/>
                  <a:ext cx="1670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61D633D-CA0E-EAB7-9DCD-090789635036}"/>
              </a:ext>
            </a:extLst>
          </p:cNvPr>
          <p:cNvGrpSpPr/>
          <p:nvPr/>
        </p:nvGrpSpPr>
        <p:grpSpPr>
          <a:xfrm>
            <a:off x="4493050" y="2364934"/>
            <a:ext cx="804960" cy="248760"/>
            <a:chOff x="4493050" y="2364934"/>
            <a:chExt cx="80496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EF7D6D4F-2DEE-3CE6-666B-58004FD73FEC}"/>
                    </a:ext>
                  </a:extLst>
                </p14:cNvPr>
                <p14:cNvContentPartPr/>
                <p14:nvPr/>
              </p14:nvContentPartPr>
              <p14:xfrm>
                <a:off x="4493050" y="2364934"/>
                <a:ext cx="175320" cy="2487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EF7D6D4F-2DEE-3CE6-666B-58004FD73F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84410" y="2355934"/>
                  <a:ext cx="192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F5EADDC-4C4E-0E5B-735B-FBB288D77FA3}"/>
                    </a:ext>
                  </a:extLst>
                </p14:cNvPr>
                <p14:cNvContentPartPr/>
                <p14:nvPr/>
              </p14:nvContentPartPr>
              <p14:xfrm>
                <a:off x="4719130" y="2473294"/>
                <a:ext cx="117000" cy="93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F5EADDC-4C4E-0E5B-735B-FBB288D77FA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10490" y="2464294"/>
                  <a:ext cx="134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5AEACDE-867A-881F-3370-85C9FFC7172E}"/>
                    </a:ext>
                  </a:extLst>
                </p14:cNvPr>
                <p14:cNvContentPartPr/>
                <p14:nvPr/>
              </p14:nvContentPartPr>
              <p14:xfrm>
                <a:off x="4705090" y="2558254"/>
                <a:ext cx="183240" cy="39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5AEACDE-867A-881F-3370-85C9FFC7172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96090" y="2549254"/>
                  <a:ext cx="200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714E711-E288-C3A5-C35F-638B4CD2180F}"/>
                    </a:ext>
                  </a:extLst>
                </p14:cNvPr>
                <p14:cNvContentPartPr/>
                <p14:nvPr/>
              </p14:nvContentPartPr>
              <p14:xfrm>
                <a:off x="4945930" y="2512894"/>
                <a:ext cx="121320" cy="50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714E711-E288-C3A5-C35F-638B4CD2180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36930" y="2504254"/>
                  <a:ext cx="138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54B6282-A5F7-5A92-8AE2-058CEF6609CD}"/>
                    </a:ext>
                  </a:extLst>
                </p14:cNvPr>
                <p14:cNvContentPartPr/>
                <p14:nvPr/>
              </p14:nvContentPartPr>
              <p14:xfrm>
                <a:off x="5102890" y="2431174"/>
                <a:ext cx="195120" cy="1580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54B6282-A5F7-5A92-8AE2-058CEF6609C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93890" y="2422174"/>
                  <a:ext cx="2127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C460BFAC-51A8-DF14-614F-1B3A014740B4}"/>
              </a:ext>
            </a:extLst>
          </p:cNvPr>
          <p:cNvGrpSpPr/>
          <p:nvPr/>
        </p:nvGrpSpPr>
        <p:grpSpPr>
          <a:xfrm>
            <a:off x="5807410" y="2408134"/>
            <a:ext cx="844200" cy="197280"/>
            <a:chOff x="5807410" y="2408134"/>
            <a:chExt cx="84420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DED47F6-9DF5-7A36-FE9B-4F8E2C804A53}"/>
                    </a:ext>
                  </a:extLst>
                </p14:cNvPr>
                <p14:cNvContentPartPr/>
                <p14:nvPr/>
              </p14:nvContentPartPr>
              <p14:xfrm>
                <a:off x="5807410" y="2427574"/>
                <a:ext cx="140400" cy="1717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DED47F6-9DF5-7A36-FE9B-4F8E2C804A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98410" y="2418934"/>
                  <a:ext cx="158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E1DFB54E-7E7B-E048-840F-D3D275373B47}"/>
                    </a:ext>
                  </a:extLst>
                </p14:cNvPr>
                <p14:cNvContentPartPr/>
                <p14:nvPr/>
              </p14:nvContentPartPr>
              <p14:xfrm>
                <a:off x="6012970" y="2494174"/>
                <a:ext cx="129600" cy="399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E1DFB54E-7E7B-E048-840F-D3D275373B4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04330" y="2485174"/>
                  <a:ext cx="147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AA791A9B-95DB-9AED-44E3-018599E8BD94}"/>
                    </a:ext>
                  </a:extLst>
                </p14:cNvPr>
                <p14:cNvContentPartPr/>
                <p14:nvPr/>
              </p14:nvContentPartPr>
              <p14:xfrm>
                <a:off x="5985610" y="2570854"/>
                <a:ext cx="208080" cy="93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AA791A9B-95DB-9AED-44E3-018599E8BD9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76610" y="2562214"/>
                  <a:ext cx="22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3855A2E7-D6A7-DF50-A78F-3690686CCEBF}"/>
                    </a:ext>
                  </a:extLst>
                </p14:cNvPr>
                <p14:cNvContentPartPr/>
                <p14:nvPr/>
              </p14:nvContentPartPr>
              <p14:xfrm>
                <a:off x="6222490" y="2525854"/>
                <a:ext cx="172080" cy="86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3855A2E7-D6A7-DF50-A78F-3690686CCEB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13850" y="2516854"/>
                  <a:ext cx="189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7651876-014B-8DCC-E7EE-B749BB6A545E}"/>
                    </a:ext>
                  </a:extLst>
                </p14:cNvPr>
                <p14:cNvContentPartPr/>
                <p14:nvPr/>
              </p14:nvContentPartPr>
              <p14:xfrm>
                <a:off x="6409330" y="2425414"/>
                <a:ext cx="188640" cy="990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7651876-014B-8DCC-E7EE-B749BB6A545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00690" y="2416414"/>
                  <a:ext cx="206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3AF5208-0396-CBBA-13FB-C131AC632781}"/>
                    </a:ext>
                  </a:extLst>
                </p14:cNvPr>
                <p14:cNvContentPartPr/>
                <p14:nvPr/>
              </p14:nvContentPartPr>
              <p14:xfrm>
                <a:off x="6516610" y="2408134"/>
                <a:ext cx="44640" cy="1972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3AF5208-0396-CBBA-13FB-C131AC63278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07970" y="2399494"/>
                  <a:ext cx="62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83864292-F276-22A9-EB1A-126E610DC908}"/>
                    </a:ext>
                  </a:extLst>
                </p14:cNvPr>
                <p14:cNvContentPartPr/>
                <p14:nvPr/>
              </p14:nvContentPartPr>
              <p14:xfrm>
                <a:off x="6651250" y="2604334"/>
                <a:ext cx="360" cy="3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83864292-F276-22A9-EB1A-126E610DC90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42610" y="25956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BB77B1EB-12C8-3C29-F954-5C995A6549E7}"/>
              </a:ext>
            </a:extLst>
          </p:cNvPr>
          <p:cNvGrpSpPr/>
          <p:nvPr/>
        </p:nvGrpSpPr>
        <p:grpSpPr>
          <a:xfrm>
            <a:off x="8022130" y="2776054"/>
            <a:ext cx="1216440" cy="324720"/>
            <a:chOff x="8022130" y="2776054"/>
            <a:chExt cx="121644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58773651-B508-98CA-05C9-ECCBFA7B1F07}"/>
                    </a:ext>
                  </a:extLst>
                </p14:cNvPr>
                <p14:cNvContentPartPr/>
                <p14:nvPr/>
              </p14:nvContentPartPr>
              <p14:xfrm>
                <a:off x="8061370" y="2886214"/>
                <a:ext cx="129600" cy="1810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58773651-B508-98CA-05C9-ECCBFA7B1F0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52730" y="2877574"/>
                  <a:ext cx="147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C562A152-A0CD-6414-4872-19C2DC3EF91C}"/>
                    </a:ext>
                  </a:extLst>
                </p14:cNvPr>
                <p14:cNvContentPartPr/>
                <p14:nvPr/>
              </p14:nvContentPartPr>
              <p14:xfrm>
                <a:off x="8022130" y="2871814"/>
                <a:ext cx="127080" cy="2138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C562A152-A0CD-6414-4872-19C2DC3EF91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13130" y="2863174"/>
                  <a:ext cx="144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AFCCA7EE-C808-F294-1095-BF94AE27B4C6}"/>
                    </a:ext>
                  </a:extLst>
                </p14:cNvPr>
                <p14:cNvContentPartPr/>
                <p14:nvPr/>
              </p14:nvContentPartPr>
              <p14:xfrm>
                <a:off x="8295370" y="2932294"/>
                <a:ext cx="146880" cy="3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AFCCA7EE-C808-F294-1095-BF94AE27B4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86730" y="2923654"/>
                  <a:ext cx="16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A80604DA-F64D-0AD7-CC8E-F9AE767F6817}"/>
                    </a:ext>
                  </a:extLst>
                </p14:cNvPr>
                <p14:cNvContentPartPr/>
                <p14:nvPr/>
              </p14:nvContentPartPr>
              <p14:xfrm>
                <a:off x="8284570" y="2992054"/>
                <a:ext cx="145080" cy="140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A80604DA-F64D-0AD7-CC8E-F9AE767F681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75570" y="2983414"/>
                  <a:ext cx="162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6AE8856A-6A55-3A66-EF09-8FC9BA27ED8C}"/>
                    </a:ext>
                  </a:extLst>
                </p14:cNvPr>
                <p14:cNvContentPartPr/>
                <p14:nvPr/>
              </p14:nvContentPartPr>
              <p14:xfrm>
                <a:off x="8524330" y="2979454"/>
                <a:ext cx="169920" cy="122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6AE8856A-6A55-3A66-EF09-8FC9BA27ED8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15690" y="2970454"/>
                  <a:ext cx="187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93725F6-927A-9C49-5A79-245E085608FA}"/>
                    </a:ext>
                  </a:extLst>
                </p14:cNvPr>
                <p14:cNvContentPartPr/>
                <p14:nvPr/>
              </p14:nvContentPartPr>
              <p14:xfrm>
                <a:off x="8792890" y="2813134"/>
                <a:ext cx="81360" cy="2876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93725F6-927A-9C49-5A79-245E085608F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3890" y="2804494"/>
                  <a:ext cx="990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B062F3CC-CC99-C516-1001-24F6FA2E5174}"/>
                    </a:ext>
                  </a:extLst>
                </p14:cNvPr>
                <p14:cNvContentPartPr/>
                <p14:nvPr/>
              </p14:nvContentPartPr>
              <p14:xfrm>
                <a:off x="8808730" y="2978374"/>
                <a:ext cx="179280" cy="21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B062F3CC-CC99-C516-1001-24F6FA2E51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99730" y="2969734"/>
                  <a:ext cx="1969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C649ABBB-E074-45BA-DFC7-96A5E73E9EA9}"/>
                    </a:ext>
                  </a:extLst>
                </p14:cNvPr>
                <p14:cNvContentPartPr/>
                <p14:nvPr/>
              </p14:nvContentPartPr>
              <p14:xfrm>
                <a:off x="9011410" y="2898094"/>
                <a:ext cx="204120" cy="1602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C649ABBB-E074-45BA-DFC7-96A5E73E9EA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002770" y="2889454"/>
                  <a:ext cx="221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A8001FF-8CCB-2A24-766F-C8D69207B7C9}"/>
                    </a:ext>
                  </a:extLst>
                </p14:cNvPr>
                <p14:cNvContentPartPr/>
                <p14:nvPr/>
              </p14:nvContentPartPr>
              <p14:xfrm>
                <a:off x="9125170" y="2776054"/>
                <a:ext cx="113400" cy="3157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A8001FF-8CCB-2A24-766F-C8D69207B7C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116170" y="2767414"/>
                  <a:ext cx="13104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0F145D42-9306-C868-61B8-EF13696A21B0}"/>
              </a:ext>
            </a:extLst>
          </p:cNvPr>
          <p:cNvGrpSpPr/>
          <p:nvPr/>
        </p:nvGrpSpPr>
        <p:grpSpPr>
          <a:xfrm>
            <a:off x="7917730" y="1837894"/>
            <a:ext cx="2512800" cy="603720"/>
            <a:chOff x="7917730" y="1837894"/>
            <a:chExt cx="2512800" cy="60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7CF17EC3-68D5-38B8-B18A-F3B636AB2BFF}"/>
                    </a:ext>
                  </a:extLst>
                </p14:cNvPr>
                <p14:cNvContentPartPr/>
                <p14:nvPr/>
              </p14:nvContentPartPr>
              <p14:xfrm>
                <a:off x="7917730" y="1995934"/>
                <a:ext cx="201240" cy="1468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7CF17EC3-68D5-38B8-B18A-F3B636AB2BF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09090" y="1987294"/>
                  <a:ext cx="218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68F136E4-DF8C-CD46-33C1-357272CED874}"/>
                    </a:ext>
                  </a:extLst>
                </p14:cNvPr>
                <p14:cNvContentPartPr/>
                <p14:nvPr/>
              </p14:nvContentPartPr>
              <p14:xfrm>
                <a:off x="7984330" y="1971454"/>
                <a:ext cx="75960" cy="171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68F136E4-DF8C-CD46-33C1-357272CED87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75690" y="1962454"/>
                  <a:ext cx="93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08A2E635-8230-A443-38A0-DB144DFD9513}"/>
                    </a:ext>
                  </a:extLst>
                </p14:cNvPr>
                <p14:cNvContentPartPr/>
                <p14:nvPr/>
              </p14:nvContentPartPr>
              <p14:xfrm>
                <a:off x="8165050" y="2029414"/>
                <a:ext cx="159120" cy="158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08A2E635-8230-A443-38A0-DB144DFD951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56050" y="2020774"/>
                  <a:ext cx="176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5F3E9F8C-8290-F64B-764F-D1192F6228A9}"/>
                    </a:ext>
                  </a:extLst>
                </p14:cNvPr>
                <p14:cNvContentPartPr/>
                <p14:nvPr/>
              </p14:nvContentPartPr>
              <p14:xfrm>
                <a:off x="8174050" y="2083774"/>
                <a:ext cx="181080" cy="32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5F3E9F8C-8290-F64B-764F-D1192F6228A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165050" y="2074774"/>
                  <a:ext cx="19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B6947D6-3AB1-1B8C-07F1-87D64C31A5D3}"/>
                    </a:ext>
                  </a:extLst>
                </p14:cNvPr>
                <p14:cNvContentPartPr/>
                <p14:nvPr/>
              </p14:nvContentPartPr>
              <p14:xfrm>
                <a:off x="8454130" y="2084494"/>
                <a:ext cx="184320" cy="32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B6947D6-3AB1-1B8C-07F1-87D64C31A5D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445490" y="2075854"/>
                  <a:ext cx="201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582A27A-19D9-AAEE-6619-71FD85E5C007}"/>
                    </a:ext>
                  </a:extLst>
                </p14:cNvPr>
                <p14:cNvContentPartPr/>
                <p14:nvPr/>
              </p14:nvContentPartPr>
              <p14:xfrm>
                <a:off x="8664010" y="1937254"/>
                <a:ext cx="166320" cy="1836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582A27A-19D9-AAEE-6619-71FD85E5C00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55370" y="1928614"/>
                  <a:ext cx="183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83DC803-A820-5380-434F-7CE0CFB01F9A}"/>
                    </a:ext>
                  </a:extLst>
                </p14:cNvPr>
                <p14:cNvContentPartPr/>
                <p14:nvPr/>
              </p14:nvContentPartPr>
              <p14:xfrm>
                <a:off x="9049570" y="1932934"/>
                <a:ext cx="33480" cy="1562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83DC803-A820-5380-434F-7CE0CFB01F9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0930" y="1923934"/>
                  <a:ext cx="51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64C3B0AF-4369-C873-A316-B4478AFF96DE}"/>
                    </a:ext>
                  </a:extLst>
                </p14:cNvPr>
                <p14:cNvContentPartPr/>
                <p14:nvPr/>
              </p14:nvContentPartPr>
              <p14:xfrm>
                <a:off x="8984410" y="2028694"/>
                <a:ext cx="165960" cy="14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64C3B0AF-4369-C873-A316-B4478AFF96D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975770" y="2019694"/>
                  <a:ext cx="183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1D461107-BAB1-BB4E-70BC-7881BD15D4E5}"/>
                    </a:ext>
                  </a:extLst>
                </p14:cNvPr>
                <p14:cNvContentPartPr/>
                <p14:nvPr/>
              </p14:nvContentPartPr>
              <p14:xfrm>
                <a:off x="8947330" y="2137414"/>
                <a:ext cx="242280" cy="90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1D461107-BAB1-BB4E-70BC-7881BD15D4E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938330" y="2128774"/>
                  <a:ext cx="259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1F26BEC0-B6F9-61B3-2EFA-1616E605D08E}"/>
                    </a:ext>
                  </a:extLst>
                </p14:cNvPr>
                <p14:cNvContentPartPr/>
                <p14:nvPr/>
              </p14:nvContentPartPr>
              <p14:xfrm>
                <a:off x="9259450" y="1855174"/>
                <a:ext cx="763560" cy="2700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1F26BEC0-B6F9-61B3-2EFA-1616E605D08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250810" y="1846174"/>
                  <a:ext cx="7812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3128712-E561-5D1B-2435-F3CF4B6F1FFC}"/>
                    </a:ext>
                  </a:extLst>
                </p14:cNvPr>
                <p14:cNvContentPartPr/>
                <p14:nvPr/>
              </p14:nvContentPartPr>
              <p14:xfrm>
                <a:off x="9432250" y="1965694"/>
                <a:ext cx="111240" cy="1641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3128712-E561-5D1B-2435-F3CF4B6F1FF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423610" y="1956694"/>
                  <a:ext cx="128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83A8413-3D87-E3E8-3105-336BB97AA8FD}"/>
                    </a:ext>
                  </a:extLst>
                </p14:cNvPr>
                <p14:cNvContentPartPr/>
                <p14:nvPr/>
              </p14:nvContentPartPr>
              <p14:xfrm>
                <a:off x="9538810" y="1938694"/>
                <a:ext cx="122040" cy="730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83A8413-3D87-E3E8-3105-336BB97AA8F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529810" y="1929694"/>
                  <a:ext cx="139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385E4739-7EDF-6B28-7245-8684ACEDF8D1}"/>
                    </a:ext>
                  </a:extLst>
                </p14:cNvPr>
                <p14:cNvContentPartPr/>
                <p14:nvPr/>
              </p14:nvContentPartPr>
              <p14:xfrm>
                <a:off x="9642130" y="2089894"/>
                <a:ext cx="137160" cy="14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385E4739-7EDF-6B28-7245-8684ACEDF8D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633130" y="2081254"/>
                  <a:ext cx="154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5A09384-5018-356E-EFFE-846FF3572E92}"/>
                    </a:ext>
                  </a:extLst>
                </p14:cNvPr>
                <p14:cNvContentPartPr/>
                <p14:nvPr/>
              </p14:nvContentPartPr>
              <p14:xfrm>
                <a:off x="9804850" y="2007814"/>
                <a:ext cx="153000" cy="709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5A09384-5018-356E-EFFE-846FF3572E9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96210" y="1998814"/>
                  <a:ext cx="170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B3490FA-D08D-34D5-EBF5-78B041949764}"/>
                    </a:ext>
                  </a:extLst>
                </p14:cNvPr>
                <p14:cNvContentPartPr/>
                <p14:nvPr/>
              </p14:nvContentPartPr>
              <p14:xfrm>
                <a:off x="9916450" y="2007814"/>
                <a:ext cx="360" cy="3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B3490FA-D08D-34D5-EBF5-78B04194976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07450" y="199881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D2DED7B8-28CC-CCDF-3F38-53BF2337DF24}"/>
                    </a:ext>
                  </a:extLst>
                </p14:cNvPr>
                <p14:cNvContentPartPr/>
                <p14:nvPr/>
              </p14:nvContentPartPr>
              <p14:xfrm>
                <a:off x="9906370" y="1973974"/>
                <a:ext cx="46440" cy="1825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D2DED7B8-28CC-CCDF-3F38-53BF2337DF2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97370" y="1964974"/>
                  <a:ext cx="6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644C847D-B1F5-E720-3600-2A668B8CF51F}"/>
                    </a:ext>
                  </a:extLst>
                </p14:cNvPr>
                <p14:cNvContentPartPr/>
                <p14:nvPr/>
              </p14:nvContentPartPr>
              <p14:xfrm>
                <a:off x="9968650" y="2029414"/>
                <a:ext cx="118800" cy="9252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644C847D-B1F5-E720-3600-2A668B8CF5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59650" y="2020774"/>
                  <a:ext cx="136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DEE768C8-F7F7-46A2-950B-C5D45BAFBA18}"/>
                    </a:ext>
                  </a:extLst>
                </p14:cNvPr>
                <p14:cNvContentPartPr/>
                <p14:nvPr/>
              </p14:nvContentPartPr>
              <p14:xfrm>
                <a:off x="10129210" y="1996654"/>
                <a:ext cx="156600" cy="1191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DEE768C8-F7F7-46A2-950B-C5D45BAFBA1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20210" y="1987654"/>
                  <a:ext cx="174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0BC116DA-67E1-081C-467B-584C9067CC74}"/>
                    </a:ext>
                  </a:extLst>
                </p14:cNvPr>
                <p14:cNvContentPartPr/>
                <p14:nvPr/>
              </p14:nvContentPartPr>
              <p14:xfrm>
                <a:off x="9957130" y="1860574"/>
                <a:ext cx="473400" cy="925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0BC116DA-67E1-081C-467B-584C9067CC7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948490" y="1851574"/>
                  <a:ext cx="491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B8FB45DF-7B6F-2806-C247-5BF7AB395848}"/>
                    </a:ext>
                  </a:extLst>
                </p14:cNvPr>
                <p14:cNvContentPartPr/>
                <p14:nvPr/>
              </p14:nvContentPartPr>
              <p14:xfrm>
                <a:off x="8474650" y="2199334"/>
                <a:ext cx="1812240" cy="104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B8FB45DF-7B6F-2806-C247-5BF7AB39584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65650" y="2190694"/>
                  <a:ext cx="1829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CAC75C8-A376-3E1A-0D7B-066DEDEEBC53}"/>
                    </a:ext>
                  </a:extLst>
                </p14:cNvPr>
                <p14:cNvContentPartPr/>
                <p14:nvPr/>
              </p14:nvContentPartPr>
              <p14:xfrm>
                <a:off x="9151810" y="2305534"/>
                <a:ext cx="214920" cy="1360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CAC75C8-A376-3E1A-0D7B-066DEDEEBC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42810" y="2296894"/>
                  <a:ext cx="232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FCB9484C-15B7-17E6-AC19-684AD6D5763A}"/>
                    </a:ext>
                  </a:extLst>
                </p14:cNvPr>
                <p14:cNvContentPartPr/>
                <p14:nvPr/>
              </p14:nvContentPartPr>
              <p14:xfrm>
                <a:off x="9371410" y="2335774"/>
                <a:ext cx="190800" cy="10368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FCB9484C-15B7-17E6-AC19-684AD6D5763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62410" y="2327134"/>
                  <a:ext cx="208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38176169-9DF1-D11E-E735-A24B5C0E8F92}"/>
                    </a:ext>
                  </a:extLst>
                </p14:cNvPr>
                <p14:cNvContentPartPr/>
                <p14:nvPr/>
              </p14:nvContentPartPr>
              <p14:xfrm>
                <a:off x="9294730" y="1837894"/>
                <a:ext cx="457200" cy="39456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38176169-9DF1-D11E-E735-A24B5C0E8F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85730" y="1829254"/>
                  <a:ext cx="474840" cy="41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663EB401-C76E-28B9-20B7-7041ADE6E852}"/>
                  </a:ext>
                </a:extLst>
              </p14:cNvPr>
              <p14:cNvContentPartPr/>
              <p14:nvPr/>
            </p14:nvContentPartPr>
            <p14:xfrm>
              <a:off x="9155050" y="3890614"/>
              <a:ext cx="122400" cy="29520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663EB401-C76E-28B9-20B7-7041ADE6E85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146050" y="3881614"/>
                <a:ext cx="14004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D59C9D8E-71F0-05C2-5388-187E2299E215}"/>
                  </a:ext>
                </a:extLst>
              </p14:cNvPr>
              <p14:cNvContentPartPr/>
              <p14:nvPr/>
            </p14:nvContentPartPr>
            <p14:xfrm>
              <a:off x="9241450" y="4058734"/>
              <a:ext cx="150120" cy="1116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D59C9D8E-71F0-05C2-5388-187E2299E21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232810" y="4049734"/>
                <a:ext cx="1677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D3D11D1A-0289-C8DB-827E-874D5672C541}"/>
                  </a:ext>
                </a:extLst>
              </p14:cNvPr>
              <p14:cNvContentPartPr/>
              <p14:nvPr/>
            </p14:nvContentPartPr>
            <p14:xfrm>
              <a:off x="9405250" y="3980974"/>
              <a:ext cx="176040" cy="14436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D3D11D1A-0289-C8DB-827E-874D5672C54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96250" y="3971974"/>
                <a:ext cx="1936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3DC8CF7F-B28E-81DD-CBBE-54951D007C5A}"/>
                  </a:ext>
                </a:extLst>
              </p14:cNvPr>
              <p14:cNvContentPartPr/>
              <p14:nvPr/>
            </p14:nvContentPartPr>
            <p14:xfrm>
              <a:off x="9518650" y="3882334"/>
              <a:ext cx="108720" cy="2768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3DC8CF7F-B28E-81DD-CBBE-54951D007C5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10010" y="3873694"/>
                <a:ext cx="1263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E3D27E6A-7D3A-6C44-614E-9DB0E1EFB629}"/>
                  </a:ext>
                </a:extLst>
              </p14:cNvPr>
              <p14:cNvContentPartPr/>
              <p14:nvPr/>
            </p14:nvContentPartPr>
            <p14:xfrm>
              <a:off x="9667330" y="3872614"/>
              <a:ext cx="96840" cy="29016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E3D27E6A-7D3A-6C44-614E-9DB0E1EFB62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658330" y="3863614"/>
                <a:ext cx="1144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0320AAC2-850C-12C6-5FC0-2651FA0C5FF9}"/>
                  </a:ext>
                </a:extLst>
              </p14:cNvPr>
              <p14:cNvContentPartPr/>
              <p14:nvPr/>
            </p14:nvContentPartPr>
            <p14:xfrm>
              <a:off x="9714490" y="4010854"/>
              <a:ext cx="172080" cy="2304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0320AAC2-850C-12C6-5FC0-2651FA0C5FF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705850" y="4001854"/>
                <a:ext cx="1897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68480EE8-CE54-726E-824C-647E4F72042A}"/>
                  </a:ext>
                </a:extLst>
              </p14:cNvPr>
              <p14:cNvContentPartPr/>
              <p14:nvPr/>
            </p14:nvContentPartPr>
            <p14:xfrm>
              <a:off x="9917530" y="3947494"/>
              <a:ext cx="173160" cy="15768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68480EE8-CE54-726E-824C-647E4F72042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908530" y="3938494"/>
                <a:ext cx="1908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41C98D2-8AC8-58A1-CEF6-C72C634D5C5B}"/>
                  </a:ext>
                </a:extLst>
              </p14:cNvPr>
              <p14:cNvContentPartPr/>
              <p14:nvPr/>
            </p14:nvContentPartPr>
            <p14:xfrm>
              <a:off x="10038850" y="3805654"/>
              <a:ext cx="108720" cy="33192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41C98D2-8AC8-58A1-CEF6-C72C634D5C5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030210" y="3796654"/>
                <a:ext cx="12636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78379D3C-6516-9437-D4E7-95D5B4D53959}"/>
                  </a:ext>
                </a:extLst>
              </p14:cNvPr>
              <p14:cNvContentPartPr/>
              <p14:nvPr/>
            </p14:nvContentPartPr>
            <p14:xfrm>
              <a:off x="10330090" y="3934894"/>
              <a:ext cx="193320" cy="2016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78379D3C-6516-9437-D4E7-95D5B4D5395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321450" y="3925894"/>
                <a:ext cx="210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7CCF4912-CFB7-0E29-49A9-9E3BA22B7180}"/>
                  </a:ext>
                </a:extLst>
              </p14:cNvPr>
              <p14:cNvContentPartPr/>
              <p14:nvPr/>
            </p14:nvContentPartPr>
            <p14:xfrm>
              <a:off x="10353490" y="4009054"/>
              <a:ext cx="216000" cy="2196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7CCF4912-CFB7-0E29-49A9-9E3BA22B718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344490" y="4000054"/>
                <a:ext cx="233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AA8531F3-BE3F-0127-ED8E-D8D5025989A5}"/>
                  </a:ext>
                </a:extLst>
              </p14:cNvPr>
              <p14:cNvContentPartPr/>
              <p14:nvPr/>
            </p14:nvContentPartPr>
            <p14:xfrm>
              <a:off x="10802410" y="3862534"/>
              <a:ext cx="246240" cy="17496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AA8531F3-BE3F-0127-ED8E-D8D5025989A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793410" y="3853534"/>
                <a:ext cx="2638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10DD9009-FE66-6E3F-24FC-A96B6B63F4BA}"/>
                  </a:ext>
                </a:extLst>
              </p14:cNvPr>
              <p14:cNvContentPartPr/>
              <p14:nvPr/>
            </p14:nvContentPartPr>
            <p14:xfrm>
              <a:off x="10929850" y="3854254"/>
              <a:ext cx="26640" cy="26604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10DD9009-FE66-6E3F-24FC-A96B6B63F4B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920850" y="3845614"/>
                <a:ext cx="442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4DA72CFB-0647-D4A1-8EEE-7B3EE391B068}"/>
                  </a:ext>
                </a:extLst>
              </p14:cNvPr>
              <p14:cNvContentPartPr/>
              <p14:nvPr/>
            </p14:nvContentPartPr>
            <p14:xfrm>
              <a:off x="10699810" y="3887014"/>
              <a:ext cx="14040" cy="19656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4DA72CFB-0647-D4A1-8EEE-7B3EE391B06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690810" y="3878014"/>
                <a:ext cx="316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47B892D5-EC5F-029D-1D08-2DCE003D12E2}"/>
                  </a:ext>
                </a:extLst>
              </p14:cNvPr>
              <p14:cNvContentPartPr/>
              <p14:nvPr/>
            </p14:nvContentPartPr>
            <p14:xfrm>
              <a:off x="10605490" y="3985294"/>
              <a:ext cx="167040" cy="936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47B892D5-EC5F-029D-1D08-2DCE003D12E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596490" y="3976654"/>
                <a:ext cx="18468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upo 111">
            <a:extLst>
              <a:ext uri="{FF2B5EF4-FFF2-40B4-BE49-F238E27FC236}">
                <a16:creationId xmlns:a16="http://schemas.microsoft.com/office/drawing/2014/main" id="{7FD9CEF8-698C-1256-FD28-E1457D4483FF}"/>
              </a:ext>
            </a:extLst>
          </p:cNvPr>
          <p:cNvGrpSpPr/>
          <p:nvPr/>
        </p:nvGrpSpPr>
        <p:grpSpPr>
          <a:xfrm>
            <a:off x="8116450" y="3668854"/>
            <a:ext cx="883080" cy="575280"/>
            <a:chOff x="8116450" y="3668854"/>
            <a:chExt cx="883080" cy="57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9B16CA1D-E856-5449-FA74-97F2DA0F3551}"/>
                    </a:ext>
                  </a:extLst>
                </p14:cNvPr>
                <p14:cNvContentPartPr/>
                <p14:nvPr/>
              </p14:nvContentPartPr>
              <p14:xfrm>
                <a:off x="8116450" y="3845614"/>
                <a:ext cx="97200" cy="3985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9B16CA1D-E856-5449-FA74-97F2DA0F35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07810" y="3836974"/>
                  <a:ext cx="114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A73AC37-3157-5E6D-02BD-4D75D409EACA}"/>
                    </a:ext>
                  </a:extLst>
                </p14:cNvPr>
                <p14:cNvContentPartPr/>
                <p14:nvPr/>
              </p14:nvContentPartPr>
              <p14:xfrm>
                <a:off x="8172610" y="4075654"/>
                <a:ext cx="163440" cy="61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A73AC37-3157-5E6D-02BD-4D75D409EAC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163970" y="4066654"/>
                  <a:ext cx="181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6A1FEFE9-6062-54DC-8008-5B4193E3E49A}"/>
                    </a:ext>
                  </a:extLst>
                </p14:cNvPr>
                <p14:cNvContentPartPr/>
                <p14:nvPr/>
              </p14:nvContentPartPr>
              <p14:xfrm>
                <a:off x="8375650" y="3963694"/>
                <a:ext cx="210240" cy="2120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6A1FEFE9-6062-54DC-8008-5B4193E3E49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67010" y="3954694"/>
                  <a:ext cx="2278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BE233C4-E850-FEFE-E10B-4FCADB79C845}"/>
                    </a:ext>
                  </a:extLst>
                </p14:cNvPr>
                <p14:cNvContentPartPr/>
                <p14:nvPr/>
              </p14:nvContentPartPr>
              <p14:xfrm>
                <a:off x="8558530" y="3874414"/>
                <a:ext cx="115200" cy="3337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BE233C4-E850-FEFE-E10B-4FCADB79C84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549890" y="3865414"/>
                  <a:ext cx="1328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7D9F464E-C7E4-C550-3E70-F4AF4CBBEB97}"/>
                    </a:ext>
                  </a:extLst>
                </p14:cNvPr>
                <p14:cNvContentPartPr/>
                <p14:nvPr/>
              </p14:nvContentPartPr>
              <p14:xfrm>
                <a:off x="8615770" y="3779374"/>
                <a:ext cx="163080" cy="1198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7D9F464E-C7E4-C550-3E70-F4AF4CBBEB9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607130" y="3770374"/>
                  <a:ext cx="180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71F38F5-0CBA-3E5D-8ED9-4AA9F681F823}"/>
                    </a:ext>
                  </a:extLst>
                </p14:cNvPr>
                <p14:cNvContentPartPr/>
                <p14:nvPr/>
              </p14:nvContentPartPr>
              <p14:xfrm>
                <a:off x="8826730" y="4020574"/>
                <a:ext cx="172800" cy="201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71F38F5-0CBA-3E5D-8ED9-4AA9F681F82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18090" y="4011934"/>
                  <a:ext cx="190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8C397BB-9FDA-9F50-A5BD-412833A62874}"/>
                    </a:ext>
                  </a:extLst>
                </p14:cNvPr>
                <p14:cNvContentPartPr/>
                <p14:nvPr/>
              </p14:nvContentPartPr>
              <p14:xfrm>
                <a:off x="8873890" y="4114534"/>
                <a:ext cx="96840" cy="57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8C397BB-9FDA-9F50-A5BD-412833A6287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65250" y="4105894"/>
                  <a:ext cx="11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18662B8-D115-8537-4573-B97D96EF28B3}"/>
                    </a:ext>
                  </a:extLst>
                </p14:cNvPr>
                <p14:cNvContentPartPr/>
                <p14:nvPr/>
              </p14:nvContentPartPr>
              <p14:xfrm>
                <a:off x="8560690" y="3668854"/>
                <a:ext cx="290880" cy="2743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18662B8-D115-8537-4573-B97D96EF28B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51690" y="3660214"/>
                  <a:ext cx="30852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8AC1BCF5-525F-D504-3E63-D23AEA5EC22F}"/>
              </a:ext>
            </a:extLst>
          </p:cNvPr>
          <p:cNvGrpSpPr/>
          <p:nvPr/>
        </p:nvGrpSpPr>
        <p:grpSpPr>
          <a:xfrm>
            <a:off x="8193130" y="4704934"/>
            <a:ext cx="554760" cy="346680"/>
            <a:chOff x="8193130" y="4704934"/>
            <a:chExt cx="554760" cy="34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EA9E9AC4-029D-D187-E8E2-B6E59D4D5159}"/>
                    </a:ext>
                  </a:extLst>
                </p14:cNvPr>
                <p14:cNvContentPartPr/>
                <p14:nvPr/>
              </p14:nvContentPartPr>
              <p14:xfrm>
                <a:off x="8193130" y="4947934"/>
                <a:ext cx="238320" cy="450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EA9E9AC4-029D-D187-E8E2-B6E59D4D515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184490" y="4939294"/>
                  <a:ext cx="255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5FBDB764-BEE5-C363-FF0B-EE3AD197A08C}"/>
                    </a:ext>
                  </a:extLst>
                </p14:cNvPr>
                <p14:cNvContentPartPr/>
                <p14:nvPr/>
              </p14:nvContentPartPr>
              <p14:xfrm>
                <a:off x="8464210" y="4844614"/>
                <a:ext cx="202680" cy="2070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5FBDB764-BEE5-C363-FF0B-EE3AD197A08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455210" y="4835614"/>
                  <a:ext cx="220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A48005E6-8672-1C98-B808-6CB4268D2420}"/>
                    </a:ext>
                  </a:extLst>
                </p14:cNvPr>
                <p14:cNvContentPartPr/>
                <p14:nvPr/>
              </p14:nvContentPartPr>
              <p14:xfrm>
                <a:off x="8610010" y="4704934"/>
                <a:ext cx="137880" cy="1371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A48005E6-8672-1C98-B808-6CB4268D242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01010" y="4695934"/>
                  <a:ext cx="155520" cy="15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965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8C0F94-6C8F-4F8B-87E3-D78EDF35EF0F}"/>
              </a:ext>
            </a:extLst>
          </p:cNvPr>
          <p:cNvSpPr txBox="1"/>
          <p:nvPr/>
        </p:nvSpPr>
        <p:spPr>
          <a:xfrm>
            <a:off x="643988" y="1181866"/>
            <a:ext cx="10450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 por medio de la fórmula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775854" y="1821510"/>
                <a:ext cx="1603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s-CO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CO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54" y="1821510"/>
                <a:ext cx="1603452" cy="307777"/>
              </a:xfrm>
              <a:prstGeom prst="rect">
                <a:avLst/>
              </a:prstGeom>
              <a:blipFill>
                <a:blip r:embed="rId2"/>
                <a:stretch>
                  <a:fillRect l="-3042" t="-4000" r="-3422" b="-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upo 30">
            <a:extLst>
              <a:ext uri="{FF2B5EF4-FFF2-40B4-BE49-F238E27FC236}">
                <a16:creationId xmlns:a16="http://schemas.microsoft.com/office/drawing/2014/main" id="{CBEB18BA-ED69-AA21-0B4C-85E7CAB542BE}"/>
              </a:ext>
            </a:extLst>
          </p:cNvPr>
          <p:cNvGrpSpPr/>
          <p:nvPr/>
        </p:nvGrpSpPr>
        <p:grpSpPr>
          <a:xfrm>
            <a:off x="3589090" y="1641694"/>
            <a:ext cx="2362680" cy="360720"/>
            <a:chOff x="3589090" y="1641694"/>
            <a:chExt cx="236268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AEC28DEA-41D2-BF1C-6CAD-9E86220DACAA}"/>
                    </a:ext>
                  </a:extLst>
                </p14:cNvPr>
                <p14:cNvContentPartPr/>
                <p14:nvPr/>
              </p14:nvContentPartPr>
              <p14:xfrm>
                <a:off x="3589090" y="1711174"/>
                <a:ext cx="208800" cy="1850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AEC28DEA-41D2-BF1C-6CAD-9E86220DACA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580450" y="1702534"/>
                  <a:ext cx="226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7A05336-2175-A6B9-4E09-D3BF5D292421}"/>
                    </a:ext>
                  </a:extLst>
                </p14:cNvPr>
                <p14:cNvContentPartPr/>
                <p14:nvPr/>
              </p14:nvContentPartPr>
              <p14:xfrm>
                <a:off x="3688810" y="1680574"/>
                <a:ext cx="69480" cy="2941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7A05336-2175-A6B9-4E09-D3BF5D2924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79810" y="1671934"/>
                  <a:ext cx="871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9F26D163-012C-9575-3543-A0B693E18A26}"/>
                    </a:ext>
                  </a:extLst>
                </p14:cNvPr>
                <p14:cNvContentPartPr/>
                <p14:nvPr/>
              </p14:nvContentPartPr>
              <p14:xfrm>
                <a:off x="3814810" y="1652494"/>
                <a:ext cx="92160" cy="3499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9F26D163-012C-9575-3543-A0B693E18A2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06170" y="1643854"/>
                  <a:ext cx="109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B834C2D-C8A7-F0CF-EB3B-EF67A10173B3}"/>
                    </a:ext>
                  </a:extLst>
                </p14:cNvPr>
                <p14:cNvContentPartPr/>
                <p14:nvPr/>
              </p14:nvContentPartPr>
              <p14:xfrm>
                <a:off x="3936850" y="1798294"/>
                <a:ext cx="165600" cy="1335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B834C2D-C8A7-F0CF-EB3B-EF67A10173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27850" y="1789294"/>
                  <a:ext cx="183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F32A3108-1C8F-4F99-820A-54B8028D8BE3}"/>
                    </a:ext>
                  </a:extLst>
                </p14:cNvPr>
                <p14:cNvContentPartPr/>
                <p14:nvPr/>
              </p14:nvContentPartPr>
              <p14:xfrm>
                <a:off x="3965290" y="1766614"/>
                <a:ext cx="60480" cy="2044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F32A3108-1C8F-4F99-820A-54B8028D8BE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56290" y="1757614"/>
                  <a:ext cx="78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0E07BA5-B563-0EC1-B2BA-EAFF2BDD77A7}"/>
                    </a:ext>
                  </a:extLst>
                </p14:cNvPr>
                <p14:cNvContentPartPr/>
                <p14:nvPr/>
              </p14:nvContentPartPr>
              <p14:xfrm>
                <a:off x="4180930" y="1751134"/>
                <a:ext cx="20160" cy="210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0E07BA5-B563-0EC1-B2BA-EAFF2BDD77A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71930" y="1742134"/>
                  <a:ext cx="37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495CA675-921F-B3EE-5B4E-DDB70ACD80F2}"/>
                    </a:ext>
                  </a:extLst>
                </p14:cNvPr>
                <p14:cNvContentPartPr/>
                <p14:nvPr/>
              </p14:nvContentPartPr>
              <p14:xfrm>
                <a:off x="4104610" y="1853374"/>
                <a:ext cx="224280" cy="1296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495CA675-921F-B3EE-5B4E-DDB70ACD80F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95610" y="1844374"/>
                  <a:ext cx="241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DEFD5692-50DA-6332-A370-FF8F54D29D19}"/>
                    </a:ext>
                  </a:extLst>
                </p14:cNvPr>
                <p14:cNvContentPartPr/>
                <p14:nvPr/>
              </p14:nvContentPartPr>
              <p14:xfrm>
                <a:off x="4358410" y="1756534"/>
                <a:ext cx="39600" cy="2055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DEFD5692-50DA-6332-A370-FF8F54D29D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49770" y="1747534"/>
                  <a:ext cx="572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6B90878-75D2-4ED4-D841-ACBB7F21A2AA}"/>
                    </a:ext>
                  </a:extLst>
                </p14:cNvPr>
                <p14:cNvContentPartPr/>
                <p14:nvPr/>
              </p14:nvContentPartPr>
              <p14:xfrm>
                <a:off x="4435810" y="1667974"/>
                <a:ext cx="83880" cy="2980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6B90878-75D2-4ED4-D841-ACBB7F21A2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27170" y="1658974"/>
                  <a:ext cx="101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FC20E76-74EE-AE1A-3815-F8E0CB6B03B5}"/>
                    </a:ext>
                  </a:extLst>
                </p14:cNvPr>
                <p14:cNvContentPartPr/>
                <p14:nvPr/>
              </p14:nvContentPartPr>
              <p14:xfrm>
                <a:off x="4635250" y="1662574"/>
                <a:ext cx="85320" cy="3171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FC20E76-74EE-AE1A-3815-F8E0CB6B03B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6610" y="1653574"/>
                  <a:ext cx="102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175968B-D2E5-E779-B970-C2A6F7B86675}"/>
                    </a:ext>
                  </a:extLst>
                </p14:cNvPr>
                <p14:cNvContentPartPr/>
                <p14:nvPr/>
              </p14:nvContentPartPr>
              <p14:xfrm>
                <a:off x="4755130" y="1745734"/>
                <a:ext cx="150120" cy="1900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175968B-D2E5-E779-B970-C2A6F7B8667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46490" y="1736734"/>
                  <a:ext cx="167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3E0A877-E12E-4572-6F40-0F12FD5F7B08}"/>
                    </a:ext>
                  </a:extLst>
                </p14:cNvPr>
                <p14:cNvContentPartPr/>
                <p14:nvPr/>
              </p14:nvContentPartPr>
              <p14:xfrm>
                <a:off x="4769530" y="1726654"/>
                <a:ext cx="70560" cy="21960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3E0A877-E12E-4572-6F40-0F12FD5F7B0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60890" y="1718014"/>
                  <a:ext cx="88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82A28BA1-3DE6-2FDA-2A1A-386F8ED997C7}"/>
                    </a:ext>
                  </a:extLst>
                </p14:cNvPr>
                <p14:cNvContentPartPr/>
                <p14:nvPr/>
              </p14:nvContentPartPr>
              <p14:xfrm>
                <a:off x="5004250" y="1713334"/>
                <a:ext cx="14760" cy="2476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82A28BA1-3DE6-2FDA-2A1A-386F8ED997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95610" y="1704334"/>
                  <a:ext cx="324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BF2F248E-1C8A-D71A-585B-AB729CE5FDA6}"/>
                    </a:ext>
                  </a:extLst>
                </p14:cNvPr>
                <p14:cNvContentPartPr/>
                <p14:nvPr/>
              </p14:nvContentPartPr>
              <p14:xfrm>
                <a:off x="4941250" y="1843294"/>
                <a:ext cx="160200" cy="219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BF2F248E-1C8A-D71A-585B-AB729CE5FDA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32250" y="1834654"/>
                  <a:ext cx="177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43D35E3-0B8A-761B-916A-1291DF9A5B13}"/>
                    </a:ext>
                  </a:extLst>
                </p14:cNvPr>
                <p14:cNvContentPartPr/>
                <p14:nvPr/>
              </p14:nvContentPartPr>
              <p14:xfrm>
                <a:off x="5139970" y="1748974"/>
                <a:ext cx="51480" cy="2203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43D35E3-0B8A-761B-916A-1291DF9A5B1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30970" y="1739974"/>
                  <a:ext cx="691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A7039972-3EE2-9563-1F4A-E85BACDE2326}"/>
                    </a:ext>
                  </a:extLst>
                </p14:cNvPr>
                <p14:cNvContentPartPr/>
                <p14:nvPr/>
              </p14:nvContentPartPr>
              <p14:xfrm>
                <a:off x="5263450" y="1641694"/>
                <a:ext cx="84600" cy="3146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A7039972-3EE2-9563-1F4A-E85BACDE23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54810" y="1633054"/>
                  <a:ext cx="1022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89725E63-C50C-7B75-7DF9-29AA12E7B12E}"/>
                    </a:ext>
                  </a:extLst>
                </p14:cNvPr>
                <p14:cNvContentPartPr/>
                <p14:nvPr/>
              </p14:nvContentPartPr>
              <p14:xfrm>
                <a:off x="5504650" y="1760134"/>
                <a:ext cx="165960" cy="93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89725E63-C50C-7B75-7DF9-29AA12E7B1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95650" y="1751494"/>
                  <a:ext cx="183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4CE1F17-152E-CFE9-0CD9-10FAFFDD2343}"/>
                    </a:ext>
                  </a:extLst>
                </p14:cNvPr>
                <p14:cNvContentPartPr/>
                <p14:nvPr/>
              </p14:nvContentPartPr>
              <p14:xfrm>
                <a:off x="5472250" y="1845094"/>
                <a:ext cx="173160" cy="140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4CE1F17-152E-CFE9-0CD9-10FAFFDD234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463610" y="1836454"/>
                  <a:ext cx="190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572917F7-34BA-BF07-3361-C9F272D3226C}"/>
                    </a:ext>
                  </a:extLst>
                </p14:cNvPr>
                <p14:cNvContentPartPr/>
                <p14:nvPr/>
              </p14:nvContentPartPr>
              <p14:xfrm>
                <a:off x="5753770" y="1670494"/>
                <a:ext cx="198000" cy="225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572917F7-34BA-BF07-3361-C9F272D3226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45130" y="1661854"/>
                  <a:ext cx="215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D42E2FD3-CA80-8AC1-7C7B-3F217E690BCD}"/>
                    </a:ext>
                  </a:extLst>
                </p14:cNvPr>
                <p14:cNvContentPartPr/>
                <p14:nvPr/>
              </p14:nvContentPartPr>
              <p14:xfrm>
                <a:off x="4543450" y="1966054"/>
                <a:ext cx="34560" cy="216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D42E2FD3-CA80-8AC1-7C7B-3F217E690B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34450" y="1957414"/>
                  <a:ext cx="522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E70EAA9-4262-D1CA-DEE3-3491EB5D8906}"/>
              </a:ext>
            </a:extLst>
          </p:cNvPr>
          <p:cNvGrpSpPr/>
          <p:nvPr/>
        </p:nvGrpSpPr>
        <p:grpSpPr>
          <a:xfrm>
            <a:off x="3962770" y="1488334"/>
            <a:ext cx="1190880" cy="280080"/>
            <a:chOff x="3962770" y="1488334"/>
            <a:chExt cx="11908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AFA3C015-D346-CD6D-C9B2-0EBA4D88D04E}"/>
                    </a:ext>
                  </a:extLst>
                </p14:cNvPr>
                <p14:cNvContentPartPr/>
                <p14:nvPr/>
              </p14:nvContentPartPr>
              <p14:xfrm>
                <a:off x="3987970" y="1747534"/>
                <a:ext cx="360" cy="93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AFA3C015-D346-CD6D-C9B2-0EBA4D88D0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981850" y="1741414"/>
                  <a:ext cx="12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F5A7DF39-9AF2-44A0-9D09-E5DEEE766334}"/>
                    </a:ext>
                  </a:extLst>
                </p14:cNvPr>
                <p14:cNvContentPartPr/>
                <p14:nvPr/>
              </p14:nvContentPartPr>
              <p14:xfrm>
                <a:off x="3962770" y="1507774"/>
                <a:ext cx="834840" cy="2606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F5A7DF39-9AF2-44A0-9D09-E5DEEE76633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56650" y="1501654"/>
                  <a:ext cx="847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B3C59A9-848C-B20F-0BFA-CC7DA3CF2EFB}"/>
                    </a:ext>
                  </a:extLst>
                </p14:cNvPr>
                <p14:cNvContentPartPr/>
                <p14:nvPr/>
              </p14:nvContentPartPr>
              <p14:xfrm>
                <a:off x="3980050" y="1488334"/>
                <a:ext cx="1173600" cy="2786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B3C59A9-848C-B20F-0BFA-CC7DA3CF2E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73930" y="1482214"/>
                  <a:ext cx="118584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2523BBEE-A432-DBB2-4727-6FC930D7D0AE}"/>
              </a:ext>
            </a:extLst>
          </p:cNvPr>
          <p:cNvGrpSpPr/>
          <p:nvPr/>
        </p:nvGrpSpPr>
        <p:grpSpPr>
          <a:xfrm>
            <a:off x="4374610" y="1926454"/>
            <a:ext cx="893160" cy="232200"/>
            <a:chOff x="4374610" y="1926454"/>
            <a:chExt cx="89316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6BF44A8-EB40-7493-7FD0-70FA431B7553}"/>
                    </a:ext>
                  </a:extLst>
                </p14:cNvPr>
                <p14:cNvContentPartPr/>
                <p14:nvPr/>
              </p14:nvContentPartPr>
              <p14:xfrm>
                <a:off x="4374610" y="1926454"/>
                <a:ext cx="471240" cy="1443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6BF44A8-EB40-7493-7FD0-70FA431B755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65970" y="1917814"/>
                  <a:ext cx="488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964ECDA-1FD3-FC32-22C3-F2E1ED726ACA}"/>
                    </a:ext>
                  </a:extLst>
                </p14:cNvPr>
                <p14:cNvContentPartPr/>
                <p14:nvPr/>
              </p14:nvContentPartPr>
              <p14:xfrm>
                <a:off x="4381810" y="1946974"/>
                <a:ext cx="885960" cy="2116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964ECDA-1FD3-FC32-22C3-F2E1ED726A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72810" y="1938334"/>
                  <a:ext cx="903600" cy="22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BE40DC5D-5647-6C03-7C09-2E71E7349E2F}"/>
                  </a:ext>
                </a:extLst>
              </p14:cNvPr>
              <p14:cNvContentPartPr/>
              <p14:nvPr/>
            </p14:nvContentPartPr>
            <p14:xfrm>
              <a:off x="3383170" y="1593814"/>
              <a:ext cx="475560" cy="4593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BE40DC5D-5647-6C03-7C09-2E71E7349E2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374170" y="1585174"/>
                <a:ext cx="49320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E739B22F-3200-9A07-D776-950B33FF4846}"/>
                  </a:ext>
                </a:extLst>
              </p14:cNvPr>
              <p14:cNvContentPartPr/>
              <p14:nvPr/>
            </p14:nvContentPartPr>
            <p14:xfrm>
              <a:off x="7083250" y="2378254"/>
              <a:ext cx="6480" cy="144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E739B22F-3200-9A07-D776-950B33FF484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074610" y="2369614"/>
                <a:ext cx="2412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6E7C2DCF-54BC-CCF9-2CBD-080D882EF7DD}"/>
              </a:ext>
            </a:extLst>
          </p:cNvPr>
          <p:cNvGrpSpPr/>
          <p:nvPr/>
        </p:nvGrpSpPr>
        <p:grpSpPr>
          <a:xfrm>
            <a:off x="8691010" y="847534"/>
            <a:ext cx="2265840" cy="416160"/>
            <a:chOff x="8691010" y="847534"/>
            <a:chExt cx="226584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0F167F89-C399-90A8-4B09-06E3AE4D742F}"/>
                    </a:ext>
                  </a:extLst>
                </p14:cNvPr>
                <p14:cNvContentPartPr/>
                <p14:nvPr/>
              </p14:nvContentPartPr>
              <p14:xfrm>
                <a:off x="8691010" y="973174"/>
                <a:ext cx="205920" cy="2307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0F167F89-C399-90A8-4B09-06E3AE4D742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82370" y="964174"/>
                  <a:ext cx="223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6EB5AFE8-791D-082C-D528-281C5B13BF19}"/>
                    </a:ext>
                  </a:extLst>
                </p14:cNvPr>
                <p14:cNvContentPartPr/>
                <p14:nvPr/>
              </p14:nvContentPartPr>
              <p14:xfrm>
                <a:off x="8877490" y="974614"/>
                <a:ext cx="36720" cy="2667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6EB5AFE8-791D-082C-D528-281C5B13BF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868850" y="965974"/>
                  <a:ext cx="54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618CBDAD-3984-8674-1573-1A4E30BCD0EB}"/>
                    </a:ext>
                  </a:extLst>
                </p14:cNvPr>
                <p14:cNvContentPartPr/>
                <p14:nvPr/>
              </p14:nvContentPartPr>
              <p14:xfrm>
                <a:off x="8970370" y="1005574"/>
                <a:ext cx="198360" cy="1684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618CBDAD-3984-8674-1573-1A4E30BCD0E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61370" y="996574"/>
                  <a:ext cx="216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042B88E3-A40E-A66F-DD4A-F380042BAACE}"/>
                    </a:ext>
                  </a:extLst>
                </p14:cNvPr>
                <p14:cNvContentPartPr/>
                <p14:nvPr/>
              </p14:nvContentPartPr>
              <p14:xfrm>
                <a:off x="8998090" y="949414"/>
                <a:ext cx="93240" cy="2786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042B88E3-A40E-A66F-DD4A-F380042BAA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89090" y="940414"/>
                  <a:ext cx="1108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C0179401-C3BE-5C39-A315-01EC659C586A}"/>
                    </a:ext>
                  </a:extLst>
                </p14:cNvPr>
                <p14:cNvContentPartPr/>
                <p14:nvPr/>
              </p14:nvContentPartPr>
              <p14:xfrm>
                <a:off x="9135250" y="847534"/>
                <a:ext cx="183240" cy="1191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C0179401-C3BE-5C39-A315-01EC659C586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26250" y="838534"/>
                  <a:ext cx="200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2FCD43A-80E3-47EE-1016-2F48BA9C5BD7}"/>
                    </a:ext>
                  </a:extLst>
                </p14:cNvPr>
                <p14:cNvContentPartPr/>
                <p14:nvPr/>
              </p14:nvContentPartPr>
              <p14:xfrm>
                <a:off x="9407410" y="974254"/>
                <a:ext cx="50400" cy="2818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2FCD43A-80E3-47EE-1016-2F48BA9C5BD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98410" y="965254"/>
                  <a:ext cx="68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F70EF36E-D5ED-6486-852F-180A6CC54E61}"/>
                    </a:ext>
                  </a:extLst>
                </p14:cNvPr>
                <p14:cNvContentPartPr/>
                <p14:nvPr/>
              </p14:nvContentPartPr>
              <p14:xfrm>
                <a:off x="9333970" y="1101334"/>
                <a:ext cx="208080" cy="194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F70EF36E-D5ED-6486-852F-180A6CC54E6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24970" y="1092334"/>
                  <a:ext cx="225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5E155F20-78DA-CEFC-5BE1-BB73CB58EEE7}"/>
                    </a:ext>
                  </a:extLst>
                </p14:cNvPr>
                <p14:cNvContentPartPr/>
                <p14:nvPr/>
              </p14:nvContentPartPr>
              <p14:xfrm>
                <a:off x="9620530" y="944014"/>
                <a:ext cx="105120" cy="2660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5E155F20-78DA-CEFC-5BE1-BB73CB58EEE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11890" y="935014"/>
                  <a:ext cx="1227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45F6E484-2C34-9067-107F-3620A5365AB9}"/>
                    </a:ext>
                  </a:extLst>
                </p14:cNvPr>
                <p14:cNvContentPartPr/>
                <p14:nvPr/>
              </p14:nvContentPartPr>
              <p14:xfrm>
                <a:off x="9821050" y="1030774"/>
                <a:ext cx="123840" cy="1864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45F6E484-2C34-9067-107F-3620A5365AB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12050" y="1021774"/>
                  <a:ext cx="141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0C05F179-3602-9E52-E6DB-D2AFEB3C7937}"/>
                    </a:ext>
                  </a:extLst>
                </p14:cNvPr>
                <p14:cNvContentPartPr/>
                <p14:nvPr/>
              </p14:nvContentPartPr>
              <p14:xfrm>
                <a:off x="9813130" y="1018894"/>
                <a:ext cx="91800" cy="2448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0C05F179-3602-9E52-E6DB-D2AFEB3C793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04130" y="1010254"/>
                  <a:ext cx="109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076CBC18-AE22-8AB0-6321-91DD45EBF098}"/>
                    </a:ext>
                  </a:extLst>
                </p14:cNvPr>
                <p14:cNvContentPartPr/>
                <p14:nvPr/>
              </p14:nvContentPartPr>
              <p14:xfrm>
                <a:off x="10137490" y="999094"/>
                <a:ext cx="22320" cy="2502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076CBC18-AE22-8AB0-6321-91DD45EBF09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28490" y="990454"/>
                  <a:ext cx="39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D7AEFE9-A0C5-27A7-959D-2CAC95A119B6}"/>
                    </a:ext>
                  </a:extLst>
                </p14:cNvPr>
                <p14:cNvContentPartPr/>
                <p14:nvPr/>
              </p14:nvContentPartPr>
              <p14:xfrm>
                <a:off x="10068010" y="1124014"/>
                <a:ext cx="218160" cy="176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D7AEFE9-A0C5-27A7-959D-2CAC95A119B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59370" y="1115014"/>
                  <a:ext cx="235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96801BD-E20E-9D6C-52CB-F84AACCB8B2B}"/>
                    </a:ext>
                  </a:extLst>
                </p14:cNvPr>
                <p14:cNvContentPartPr/>
                <p14:nvPr/>
              </p14:nvContentPartPr>
              <p14:xfrm>
                <a:off x="10343050" y="1063534"/>
                <a:ext cx="151200" cy="1789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96801BD-E20E-9D6C-52CB-F84AACCB8B2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34410" y="1054534"/>
                  <a:ext cx="168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B878B7A5-0948-50A7-42ED-D90AB0737DE7}"/>
                    </a:ext>
                  </a:extLst>
                </p14:cNvPr>
                <p14:cNvContentPartPr/>
                <p14:nvPr/>
              </p14:nvContentPartPr>
              <p14:xfrm>
                <a:off x="10572370" y="1094854"/>
                <a:ext cx="117720" cy="165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B878B7A5-0948-50A7-42ED-D90AB0737D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63370" y="1086214"/>
                  <a:ext cx="135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FAF5EB9-C65A-77D4-1FF3-380C1D1DB071}"/>
                    </a:ext>
                  </a:extLst>
                </p14:cNvPr>
                <p14:cNvContentPartPr/>
                <p14:nvPr/>
              </p14:nvContentPartPr>
              <p14:xfrm>
                <a:off x="10556170" y="1166494"/>
                <a:ext cx="164160" cy="327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FAF5EB9-C65A-77D4-1FF3-380C1D1DB0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47530" y="1157494"/>
                  <a:ext cx="181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3787F29-A5A2-EF1D-AA39-5C52BC131E74}"/>
                    </a:ext>
                  </a:extLst>
                </p14:cNvPr>
                <p14:cNvContentPartPr/>
                <p14:nvPr/>
              </p14:nvContentPartPr>
              <p14:xfrm>
                <a:off x="10750570" y="1046974"/>
                <a:ext cx="206280" cy="2145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3787F29-A5A2-EF1D-AA39-5C52BC131E7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41570" y="1038334"/>
                  <a:ext cx="223920" cy="23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C105D53C-7447-8100-9D67-1584009A28D5}"/>
                  </a:ext>
                </a:extLst>
              </p14:cNvPr>
              <p14:cNvContentPartPr/>
              <p14:nvPr/>
            </p14:nvContentPartPr>
            <p14:xfrm>
              <a:off x="6756010" y="1632334"/>
              <a:ext cx="1741680" cy="16884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C105D53C-7447-8100-9D67-1584009A28D5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747010" y="1623694"/>
                <a:ext cx="1759320" cy="18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30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8C0F94-6C8F-4F8B-87E3-D78EDF35EF0F}"/>
              </a:ext>
            </a:extLst>
          </p:cNvPr>
          <p:cNvSpPr txBox="1"/>
          <p:nvPr/>
        </p:nvSpPr>
        <p:spPr>
          <a:xfrm>
            <a:off x="643988" y="1181866"/>
            <a:ext cx="10450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Resolver la siguiente ecuación cuadrática por medio de la fórmula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643988" y="1836064"/>
                <a:ext cx="41587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sz="2000" i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O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s-CO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8" y="1836064"/>
                <a:ext cx="415870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o 7">
            <a:extLst>
              <a:ext uri="{FF2B5EF4-FFF2-40B4-BE49-F238E27FC236}">
                <a16:creationId xmlns:a16="http://schemas.microsoft.com/office/drawing/2014/main" id="{CAD5FD37-54D4-CAD7-A8A3-F2976997DC63}"/>
              </a:ext>
            </a:extLst>
          </p:cNvPr>
          <p:cNvGrpSpPr/>
          <p:nvPr/>
        </p:nvGrpSpPr>
        <p:grpSpPr>
          <a:xfrm>
            <a:off x="827170" y="1688494"/>
            <a:ext cx="699480" cy="240120"/>
            <a:chOff x="827170" y="1688494"/>
            <a:chExt cx="69948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E4B7A5A7-88E5-B8D3-3C9F-771314E53AC3}"/>
                    </a:ext>
                  </a:extLst>
                </p14:cNvPr>
                <p14:cNvContentPartPr/>
                <p14:nvPr/>
              </p14:nvContentPartPr>
              <p14:xfrm>
                <a:off x="827170" y="1818454"/>
                <a:ext cx="237600" cy="1101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E4B7A5A7-88E5-B8D3-3C9F-771314E53A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530" y="1809814"/>
                  <a:ext cx="255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1221943-534B-2C0B-5594-3DBF38FF970C}"/>
                    </a:ext>
                  </a:extLst>
                </p14:cNvPr>
                <p14:cNvContentPartPr/>
                <p14:nvPr/>
              </p14:nvContentPartPr>
              <p14:xfrm>
                <a:off x="862810" y="1688494"/>
                <a:ext cx="663840" cy="2361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1221943-534B-2C0B-5594-3DBF38FF97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3810" y="1679494"/>
                  <a:ext cx="68148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9617DFA-B6FD-5836-03CF-5BAB5CA1F50F}"/>
              </a:ext>
            </a:extLst>
          </p:cNvPr>
          <p:cNvGrpSpPr/>
          <p:nvPr/>
        </p:nvGrpSpPr>
        <p:grpSpPr>
          <a:xfrm>
            <a:off x="2215330" y="1734214"/>
            <a:ext cx="772920" cy="249120"/>
            <a:chOff x="2215330" y="1734214"/>
            <a:chExt cx="77292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C32F5F7-7DF7-FF05-9314-463DFAEEE727}"/>
                    </a:ext>
                  </a:extLst>
                </p14:cNvPr>
                <p14:cNvContentPartPr/>
                <p14:nvPr/>
              </p14:nvContentPartPr>
              <p14:xfrm>
                <a:off x="2234050" y="1833214"/>
                <a:ext cx="339120" cy="1501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C32F5F7-7DF7-FF05-9314-463DFAEEE72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25410" y="1824574"/>
                  <a:ext cx="356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EE32C94-331F-F440-CB9C-AD88DDC01CB5}"/>
                    </a:ext>
                  </a:extLst>
                </p14:cNvPr>
                <p14:cNvContentPartPr/>
                <p14:nvPr/>
              </p14:nvContentPartPr>
              <p14:xfrm>
                <a:off x="2215330" y="1734214"/>
                <a:ext cx="772920" cy="2282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EE32C94-331F-F440-CB9C-AD88DDC01CB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06690" y="1725214"/>
                  <a:ext cx="79056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022D2A4-B1C7-7ECE-9AC5-AC7522D61D41}"/>
              </a:ext>
            </a:extLst>
          </p:cNvPr>
          <p:cNvGrpSpPr/>
          <p:nvPr/>
        </p:nvGrpSpPr>
        <p:grpSpPr>
          <a:xfrm>
            <a:off x="3614650" y="1714054"/>
            <a:ext cx="765360" cy="224280"/>
            <a:chOff x="3614650" y="1714054"/>
            <a:chExt cx="76536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E08D61D6-7C8D-40DE-6D5C-9BFEFFB11D2B}"/>
                    </a:ext>
                  </a:extLst>
                </p14:cNvPr>
                <p14:cNvContentPartPr/>
                <p14:nvPr/>
              </p14:nvContentPartPr>
              <p14:xfrm>
                <a:off x="3614650" y="1827454"/>
                <a:ext cx="280440" cy="107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E08D61D6-7C8D-40DE-6D5C-9BFEFFB11D2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05650" y="1818454"/>
                  <a:ext cx="298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F4EC15CC-8269-E60B-D41A-EF1FD4AA1239}"/>
                    </a:ext>
                  </a:extLst>
                </p14:cNvPr>
                <p14:cNvContentPartPr/>
                <p14:nvPr/>
              </p14:nvContentPartPr>
              <p14:xfrm>
                <a:off x="3625450" y="1714054"/>
                <a:ext cx="754560" cy="2242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F4EC15CC-8269-E60B-D41A-EF1FD4AA123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16450" y="1705054"/>
                  <a:ext cx="77220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4DD91A7-D7BF-C6C8-A6E8-BDD73DCCB72E}"/>
              </a:ext>
            </a:extLst>
          </p:cNvPr>
          <p:cNvGrpSpPr/>
          <p:nvPr/>
        </p:nvGrpSpPr>
        <p:grpSpPr>
          <a:xfrm>
            <a:off x="693970" y="2417854"/>
            <a:ext cx="273960" cy="186480"/>
            <a:chOff x="693970" y="2417854"/>
            <a:chExt cx="273960" cy="18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A6C073E-F635-5182-DA1A-5540AB840E82}"/>
                    </a:ext>
                  </a:extLst>
                </p14:cNvPr>
                <p14:cNvContentPartPr/>
                <p14:nvPr/>
              </p14:nvContentPartPr>
              <p14:xfrm>
                <a:off x="693970" y="2420014"/>
                <a:ext cx="80640" cy="1544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A6C073E-F635-5182-DA1A-5540AB840E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4970" y="2411014"/>
                  <a:ext cx="98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CA337A35-3D2E-31C3-3418-DF2F9221086A}"/>
                    </a:ext>
                  </a:extLst>
                </p14:cNvPr>
                <p14:cNvContentPartPr/>
                <p14:nvPr/>
              </p14:nvContentPartPr>
              <p14:xfrm>
                <a:off x="786130" y="2417854"/>
                <a:ext cx="181800" cy="1864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CA337A35-3D2E-31C3-3418-DF2F9221086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7490" y="2408854"/>
                  <a:ext cx="19944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F5F2A896-8D4A-CEF4-39BE-D93733C0C681}"/>
              </a:ext>
            </a:extLst>
          </p:cNvPr>
          <p:cNvGrpSpPr/>
          <p:nvPr/>
        </p:nvGrpSpPr>
        <p:grpSpPr>
          <a:xfrm>
            <a:off x="4119010" y="2510374"/>
            <a:ext cx="502920" cy="203760"/>
            <a:chOff x="4119010" y="2510374"/>
            <a:chExt cx="50292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3753578D-4D65-B5F4-C68D-1A4CD1CF44B0}"/>
                    </a:ext>
                  </a:extLst>
                </p14:cNvPr>
                <p14:cNvContentPartPr/>
                <p14:nvPr/>
              </p14:nvContentPartPr>
              <p14:xfrm>
                <a:off x="4119010" y="2532694"/>
                <a:ext cx="194760" cy="1558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3753578D-4D65-B5F4-C68D-1A4CD1CF44B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10370" y="2524054"/>
                  <a:ext cx="212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7750E5F7-DB55-FB89-12CD-894CB5EAF6D6}"/>
                    </a:ext>
                  </a:extLst>
                </p14:cNvPr>
                <p14:cNvContentPartPr/>
                <p14:nvPr/>
              </p14:nvContentPartPr>
              <p14:xfrm>
                <a:off x="4282090" y="2519374"/>
                <a:ext cx="159840" cy="57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7750E5F7-DB55-FB89-12CD-894CB5EAF6D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73450" y="2510734"/>
                  <a:ext cx="177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6E666BF-D52A-E51D-82D5-CC64E6025EAB}"/>
                    </a:ext>
                  </a:extLst>
                </p14:cNvPr>
                <p14:cNvContentPartPr/>
                <p14:nvPr/>
              </p14:nvContentPartPr>
              <p14:xfrm>
                <a:off x="4273090" y="2538454"/>
                <a:ext cx="124560" cy="15228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6E666BF-D52A-E51D-82D5-CC64E6025E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64450" y="2529454"/>
                  <a:ext cx="142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6CFF9105-F1E3-E864-16EA-5D32473874A0}"/>
                    </a:ext>
                  </a:extLst>
                </p14:cNvPr>
                <p14:cNvContentPartPr/>
                <p14:nvPr/>
              </p14:nvContentPartPr>
              <p14:xfrm>
                <a:off x="4484050" y="2534854"/>
                <a:ext cx="137880" cy="1328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6CFF9105-F1E3-E864-16EA-5D32473874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75410" y="2525854"/>
                  <a:ext cx="1555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0DF82C2-BE45-EEE8-9CF0-F5C2DAB3817C}"/>
                    </a:ext>
                  </a:extLst>
                </p14:cNvPr>
                <p14:cNvContentPartPr/>
                <p14:nvPr/>
              </p14:nvContentPartPr>
              <p14:xfrm>
                <a:off x="4431850" y="2510374"/>
                <a:ext cx="90720" cy="2037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0DF82C2-BE45-EEE8-9CF0-F5C2DAB3817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3210" y="2501374"/>
                  <a:ext cx="10836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C32905D8-C54F-CFAA-06D8-CBC3354667A8}"/>
                  </a:ext>
                </a:extLst>
              </p14:cNvPr>
              <p14:cNvContentPartPr/>
              <p14:nvPr/>
            </p14:nvContentPartPr>
            <p14:xfrm>
              <a:off x="1402810" y="2434054"/>
              <a:ext cx="81720" cy="1731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C32905D8-C54F-CFAA-06D8-CBC3354667A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94170" y="2425414"/>
                <a:ext cx="993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CA7D33B7-7622-3676-6175-F01232EB4876}"/>
                  </a:ext>
                </a:extLst>
              </p14:cNvPr>
              <p14:cNvContentPartPr/>
              <p14:nvPr/>
            </p14:nvContentPartPr>
            <p14:xfrm>
              <a:off x="1508650" y="2418934"/>
              <a:ext cx="125640" cy="1296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CA7D33B7-7622-3676-6175-F01232EB487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99650" y="2410294"/>
                <a:ext cx="1432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64DB7030-644B-84AE-420C-B23C7322D089}"/>
                  </a:ext>
                </a:extLst>
              </p14:cNvPr>
              <p14:cNvContentPartPr/>
              <p14:nvPr/>
            </p14:nvContentPartPr>
            <p14:xfrm>
              <a:off x="1495330" y="2424334"/>
              <a:ext cx="114840" cy="1868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64DB7030-644B-84AE-420C-B23C7322D08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86330" y="2415694"/>
                <a:ext cx="1324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3CC2716A-8395-C4E9-81D9-F3B183D06986}"/>
                  </a:ext>
                </a:extLst>
              </p14:cNvPr>
              <p14:cNvContentPartPr/>
              <p14:nvPr/>
            </p14:nvContentPartPr>
            <p14:xfrm>
              <a:off x="1670650" y="2464294"/>
              <a:ext cx="144000" cy="11808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3CC2716A-8395-C4E9-81D9-F3B183D0698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61650" y="2455294"/>
                <a:ext cx="1616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1EC3CDAB-63B0-B8DA-FB49-50D7138011B6}"/>
                  </a:ext>
                </a:extLst>
              </p14:cNvPr>
              <p14:cNvContentPartPr/>
              <p14:nvPr/>
            </p14:nvContentPartPr>
            <p14:xfrm>
              <a:off x="1691170" y="2437294"/>
              <a:ext cx="26640" cy="1875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1EC3CDAB-63B0-B8DA-FB49-50D7138011B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682170" y="2428294"/>
                <a:ext cx="44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5F1D759A-EAB6-574B-FCDD-264A2AC4DA12}"/>
                  </a:ext>
                </a:extLst>
              </p14:cNvPr>
              <p14:cNvContentPartPr/>
              <p14:nvPr/>
            </p14:nvContentPartPr>
            <p14:xfrm>
              <a:off x="1120930" y="2507494"/>
              <a:ext cx="183240" cy="115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5F1D759A-EAB6-574B-FCDD-264A2AC4DA1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12290" y="2498854"/>
                <a:ext cx="200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BC7EAFFD-B36D-DFB1-95E7-CC2A311C358F}"/>
                  </a:ext>
                </a:extLst>
              </p14:cNvPr>
              <p14:cNvContentPartPr/>
              <p14:nvPr/>
            </p14:nvContentPartPr>
            <p14:xfrm>
              <a:off x="1932010" y="2450614"/>
              <a:ext cx="29520" cy="18288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BC7EAFFD-B36D-DFB1-95E7-CC2A311C358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923370" y="2441974"/>
                <a:ext cx="47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C4A8DEB7-FFFB-E274-FF0A-757582B0AEEB}"/>
                  </a:ext>
                </a:extLst>
              </p14:cNvPr>
              <p14:cNvContentPartPr/>
              <p14:nvPr/>
            </p14:nvContentPartPr>
            <p14:xfrm>
              <a:off x="1848850" y="2519374"/>
              <a:ext cx="183600" cy="2484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C4A8DEB7-FFFB-E274-FF0A-757582B0AEE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839850" y="2510734"/>
                <a:ext cx="201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E8DADCB8-A52F-2AEA-F394-CB1D8D89A232}"/>
                  </a:ext>
                </a:extLst>
              </p14:cNvPr>
              <p14:cNvContentPartPr/>
              <p14:nvPr/>
            </p14:nvContentPartPr>
            <p14:xfrm>
              <a:off x="3893650" y="2615494"/>
              <a:ext cx="165960" cy="1872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E8DADCB8-A52F-2AEA-F394-CB1D8D89A23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884650" y="2606494"/>
                <a:ext cx="18360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upo 118">
            <a:extLst>
              <a:ext uri="{FF2B5EF4-FFF2-40B4-BE49-F238E27FC236}">
                <a16:creationId xmlns:a16="http://schemas.microsoft.com/office/drawing/2014/main" id="{1C2522B4-7D4A-3844-2F79-68277E542BF1}"/>
              </a:ext>
            </a:extLst>
          </p:cNvPr>
          <p:cNvGrpSpPr/>
          <p:nvPr/>
        </p:nvGrpSpPr>
        <p:grpSpPr>
          <a:xfrm>
            <a:off x="2144050" y="2281054"/>
            <a:ext cx="1655280" cy="439560"/>
            <a:chOff x="2144050" y="2281054"/>
            <a:chExt cx="165528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9DF2AF32-0331-1781-4AE3-B6D9A408F8D6}"/>
                    </a:ext>
                  </a:extLst>
                </p14:cNvPr>
                <p14:cNvContentPartPr/>
                <p14:nvPr/>
              </p14:nvContentPartPr>
              <p14:xfrm>
                <a:off x="2144050" y="2421814"/>
                <a:ext cx="167040" cy="2275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9DF2AF32-0331-1781-4AE3-B6D9A408F8D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35410" y="2412814"/>
                  <a:ext cx="184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42E817CA-60B9-0F72-EFAE-D244C07B7075}"/>
                    </a:ext>
                  </a:extLst>
                </p14:cNvPr>
                <p14:cNvContentPartPr/>
                <p14:nvPr/>
              </p14:nvContentPartPr>
              <p14:xfrm>
                <a:off x="2306770" y="2443414"/>
                <a:ext cx="163440" cy="1432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42E817CA-60B9-0F72-EFAE-D244C07B707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98130" y="2434774"/>
                  <a:ext cx="181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40C2FCB-D9F8-F6A7-D56A-C137C1FF77A6}"/>
                    </a:ext>
                  </a:extLst>
                </p14:cNvPr>
                <p14:cNvContentPartPr/>
                <p14:nvPr/>
              </p14:nvContentPartPr>
              <p14:xfrm>
                <a:off x="2364010" y="2435494"/>
                <a:ext cx="30600" cy="18648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40C2FCB-D9F8-F6A7-D56A-C137C1FF77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55370" y="2426494"/>
                  <a:ext cx="48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2CBD37B-3F35-FAFD-7402-C534666A7EE7}"/>
                    </a:ext>
                  </a:extLst>
                </p14:cNvPr>
                <p14:cNvContentPartPr/>
                <p14:nvPr/>
              </p14:nvContentPartPr>
              <p14:xfrm>
                <a:off x="2383090" y="2327854"/>
                <a:ext cx="149400" cy="979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2CBD37B-3F35-FAFD-7402-C534666A7E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74450" y="2319214"/>
                  <a:ext cx="167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B8EF61A-1B5D-0683-D8EC-454AE4753E9A}"/>
                    </a:ext>
                  </a:extLst>
                </p14:cNvPr>
                <p14:cNvContentPartPr/>
                <p14:nvPr/>
              </p14:nvContentPartPr>
              <p14:xfrm>
                <a:off x="2689450" y="2457454"/>
                <a:ext cx="45720" cy="1814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B8EF61A-1B5D-0683-D8EC-454AE4753E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680450" y="2448814"/>
                  <a:ext cx="63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B21C0D7A-C6FD-02DB-540D-C795ECEE7A7A}"/>
                    </a:ext>
                  </a:extLst>
                </p14:cNvPr>
                <p14:cNvContentPartPr/>
                <p14:nvPr/>
              </p14:nvContentPartPr>
              <p14:xfrm>
                <a:off x="2644090" y="2549254"/>
                <a:ext cx="147960" cy="320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B21C0D7A-C6FD-02DB-540D-C795ECEE7A7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35450" y="2540254"/>
                  <a:ext cx="1656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E4B0BE7-57EF-3CE9-0F7C-AA78E3F9F113}"/>
                    </a:ext>
                  </a:extLst>
                </p14:cNvPr>
                <p14:cNvContentPartPr/>
                <p14:nvPr/>
              </p14:nvContentPartPr>
              <p14:xfrm>
                <a:off x="2847130" y="2466814"/>
                <a:ext cx="150840" cy="1360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E4B0BE7-57EF-3CE9-0F7C-AA78E3F9F1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838130" y="2458174"/>
                  <a:ext cx="168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253E1F53-00F6-D99E-5A4C-005BF2374C92}"/>
                    </a:ext>
                  </a:extLst>
                </p14:cNvPr>
                <p14:cNvContentPartPr/>
                <p14:nvPr/>
              </p14:nvContentPartPr>
              <p14:xfrm>
                <a:off x="2940010" y="2475454"/>
                <a:ext cx="32040" cy="1785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253E1F53-00F6-D99E-5A4C-005BF2374C9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31370" y="2466454"/>
                  <a:ext cx="49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9108F36-8774-D01D-EEB4-284CE648F775}"/>
                    </a:ext>
                  </a:extLst>
                </p14:cNvPr>
                <p14:cNvContentPartPr/>
                <p14:nvPr/>
              </p14:nvContentPartPr>
              <p14:xfrm>
                <a:off x="3022810" y="2524774"/>
                <a:ext cx="119880" cy="1242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9108F36-8774-D01D-EEB4-284CE648F77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014170" y="2516134"/>
                  <a:ext cx="137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7A40176-6B81-6E00-B788-588AC75EB21B}"/>
                    </a:ext>
                  </a:extLst>
                </p14:cNvPr>
                <p14:cNvContentPartPr/>
                <p14:nvPr/>
              </p14:nvContentPartPr>
              <p14:xfrm>
                <a:off x="3042970" y="2487694"/>
                <a:ext cx="67680" cy="1803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7A40176-6B81-6E00-B788-588AC75EB21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033970" y="2479054"/>
                  <a:ext cx="85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2F06B52-929E-DC7E-E005-98D05EF28303}"/>
                    </a:ext>
                  </a:extLst>
                </p14:cNvPr>
                <p14:cNvContentPartPr/>
                <p14:nvPr/>
              </p14:nvContentPartPr>
              <p14:xfrm>
                <a:off x="3250330" y="2520454"/>
                <a:ext cx="152640" cy="111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2F06B52-929E-DC7E-E005-98D05EF2830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241330" y="2511454"/>
                  <a:ext cx="170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87E3B2F9-0EA8-21CD-64C4-16AA74AE8C3D}"/>
                    </a:ext>
                  </a:extLst>
                </p14:cNvPr>
                <p14:cNvContentPartPr/>
                <p14:nvPr/>
              </p14:nvContentPartPr>
              <p14:xfrm>
                <a:off x="3260770" y="2619094"/>
                <a:ext cx="126720" cy="126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87E3B2F9-0EA8-21CD-64C4-16AA74AE8C3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52130" y="2610094"/>
                  <a:ext cx="144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4E87062C-F207-DCC3-4C6C-32E4437A39C6}"/>
                    </a:ext>
                  </a:extLst>
                </p14:cNvPr>
                <p14:cNvContentPartPr/>
                <p14:nvPr/>
              </p14:nvContentPartPr>
              <p14:xfrm>
                <a:off x="3545170" y="2529454"/>
                <a:ext cx="71640" cy="1598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4E87062C-F207-DCC3-4C6C-32E4437A39C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36170" y="2520814"/>
                  <a:ext cx="89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C5D9C0FC-232B-7F42-C8DD-A129DCBCDDE9}"/>
                    </a:ext>
                  </a:extLst>
                </p14:cNvPr>
                <p14:cNvContentPartPr/>
                <p14:nvPr/>
              </p14:nvContentPartPr>
              <p14:xfrm>
                <a:off x="3648490" y="2544574"/>
                <a:ext cx="150840" cy="39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C5D9C0FC-232B-7F42-C8DD-A129DCBCDDE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39850" y="2535934"/>
                  <a:ext cx="168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FDE48334-DBD1-8D04-20CD-5F78876A3464}"/>
                    </a:ext>
                  </a:extLst>
                </p14:cNvPr>
                <p14:cNvContentPartPr/>
                <p14:nvPr/>
              </p14:nvContentPartPr>
              <p14:xfrm>
                <a:off x="3644530" y="2551054"/>
                <a:ext cx="133920" cy="1695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FDE48334-DBD1-8D04-20CD-5F78876A34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635530" y="2542054"/>
                  <a:ext cx="151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24C1FF7F-B1BF-713A-0B7F-B6769054979C}"/>
                    </a:ext>
                  </a:extLst>
                </p14:cNvPr>
                <p14:cNvContentPartPr/>
                <p14:nvPr/>
              </p14:nvContentPartPr>
              <p14:xfrm>
                <a:off x="3382450" y="2303014"/>
                <a:ext cx="306000" cy="1850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24C1FF7F-B1BF-713A-0B7F-B6769054979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373450" y="2294374"/>
                  <a:ext cx="323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B2C58583-DDEF-1E18-B88D-F639E515320D}"/>
                    </a:ext>
                  </a:extLst>
                </p14:cNvPr>
                <p14:cNvContentPartPr/>
                <p14:nvPr/>
              </p14:nvContentPartPr>
              <p14:xfrm>
                <a:off x="3327370" y="2281054"/>
                <a:ext cx="77400" cy="8388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B2C58583-DDEF-1E18-B88D-F639E515320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18730" y="2272054"/>
                  <a:ext cx="950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B63B8C1C-AD8E-049B-6A07-CB0B883FB70E}"/>
              </a:ext>
            </a:extLst>
          </p:cNvPr>
          <p:cNvGrpSpPr/>
          <p:nvPr/>
        </p:nvGrpSpPr>
        <p:grpSpPr>
          <a:xfrm>
            <a:off x="744010" y="3066574"/>
            <a:ext cx="4329000" cy="320040"/>
            <a:chOff x="744010" y="3066574"/>
            <a:chExt cx="432900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E70D0FE1-EA53-437B-73AB-177D3AFB8FEC}"/>
                    </a:ext>
                  </a:extLst>
                </p14:cNvPr>
                <p14:cNvContentPartPr/>
                <p14:nvPr/>
              </p14:nvContentPartPr>
              <p14:xfrm>
                <a:off x="744010" y="3191134"/>
                <a:ext cx="115920" cy="19260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E70D0FE1-EA53-437B-73AB-177D3AFB8FE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5370" y="3182134"/>
                  <a:ext cx="133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9A953A76-24CC-98CE-B729-B799DD203D07}"/>
                    </a:ext>
                  </a:extLst>
                </p14:cNvPr>
                <p14:cNvContentPartPr/>
                <p14:nvPr/>
              </p14:nvContentPartPr>
              <p14:xfrm>
                <a:off x="909970" y="3176014"/>
                <a:ext cx="146520" cy="1807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9A953A76-24CC-98CE-B729-B799DD203D0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00970" y="3167374"/>
                  <a:ext cx="164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1C7AC015-3FA9-EF5F-EAD4-F2E2AC70A3CD}"/>
                    </a:ext>
                  </a:extLst>
                </p14:cNvPr>
                <p14:cNvContentPartPr/>
                <p14:nvPr/>
              </p14:nvContentPartPr>
              <p14:xfrm>
                <a:off x="1137850" y="3275734"/>
                <a:ext cx="164160" cy="50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1C7AC015-3FA9-EF5F-EAD4-F2E2AC70A3C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8850" y="3267094"/>
                  <a:ext cx="181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F8EFD6D4-C35F-69D5-7228-F9A427D70348}"/>
                    </a:ext>
                  </a:extLst>
                </p14:cNvPr>
                <p14:cNvContentPartPr/>
                <p14:nvPr/>
              </p14:nvContentPartPr>
              <p14:xfrm>
                <a:off x="1382650" y="3163054"/>
                <a:ext cx="61560" cy="2005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F8EFD6D4-C35F-69D5-7228-F9A427D7034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374010" y="3154054"/>
                  <a:ext cx="79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BFB62E8E-3E3C-0A32-2330-BB95DDABEA19}"/>
                    </a:ext>
                  </a:extLst>
                </p14:cNvPr>
                <p14:cNvContentPartPr/>
                <p14:nvPr/>
              </p14:nvContentPartPr>
              <p14:xfrm>
                <a:off x="1492450" y="3173854"/>
                <a:ext cx="157320" cy="136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BFB62E8E-3E3C-0A32-2330-BB95DDABEA1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483450" y="3165214"/>
                  <a:ext cx="174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2266B8EB-E79E-6892-94D9-FCBC87E7344A}"/>
                    </a:ext>
                  </a:extLst>
                </p14:cNvPr>
                <p14:cNvContentPartPr/>
                <p14:nvPr/>
              </p14:nvContentPartPr>
              <p14:xfrm>
                <a:off x="1442050" y="3219934"/>
                <a:ext cx="160920" cy="1522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2266B8EB-E79E-6892-94D9-FCBC87E7344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33410" y="3210934"/>
                  <a:ext cx="178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C3900E5F-E1F0-1176-3EB1-56E002DFB058}"/>
                    </a:ext>
                  </a:extLst>
                </p14:cNvPr>
                <p14:cNvContentPartPr/>
                <p14:nvPr/>
              </p14:nvContentPartPr>
              <p14:xfrm>
                <a:off x="1654810" y="3218134"/>
                <a:ext cx="158400" cy="997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C3900E5F-E1F0-1176-3EB1-56E002DFB05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646170" y="3209134"/>
                  <a:ext cx="176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948F7BE-D96E-FB5B-01DE-C3AE88021E92}"/>
                    </a:ext>
                  </a:extLst>
                </p14:cNvPr>
                <p14:cNvContentPartPr/>
                <p14:nvPr/>
              </p14:nvContentPartPr>
              <p14:xfrm>
                <a:off x="1701250" y="3186454"/>
                <a:ext cx="45720" cy="2001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948F7BE-D96E-FB5B-01DE-C3AE88021E9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92250" y="3177454"/>
                  <a:ext cx="63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39E08F7-BBDF-542D-4956-A43018735B61}"/>
                    </a:ext>
                  </a:extLst>
                </p14:cNvPr>
                <p14:cNvContentPartPr/>
                <p14:nvPr/>
              </p14:nvContentPartPr>
              <p14:xfrm>
                <a:off x="1938130" y="3149734"/>
                <a:ext cx="39600" cy="1620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39E08F7-BBDF-542D-4956-A43018735B6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29490" y="3140734"/>
                  <a:ext cx="57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47C5E3E-12D4-180C-A640-4DBD2671593C}"/>
                    </a:ext>
                  </a:extLst>
                </p14:cNvPr>
                <p14:cNvContentPartPr/>
                <p14:nvPr/>
              </p14:nvContentPartPr>
              <p14:xfrm>
                <a:off x="1879090" y="3226054"/>
                <a:ext cx="140040" cy="237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47C5E3E-12D4-180C-A640-4DBD267159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70090" y="3217414"/>
                  <a:ext cx="1576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B674ECB5-4425-F4EC-2F1A-EC7AFE2506B2}"/>
                    </a:ext>
                  </a:extLst>
                </p14:cNvPr>
                <p14:cNvContentPartPr/>
                <p14:nvPr/>
              </p14:nvContentPartPr>
              <p14:xfrm>
                <a:off x="2123890" y="3156574"/>
                <a:ext cx="140040" cy="1810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B674ECB5-4425-F4EC-2F1A-EC7AFE2506B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15250" y="3147574"/>
                  <a:ext cx="157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BFABBE7E-42F9-B3F7-9613-06D49B591595}"/>
                    </a:ext>
                  </a:extLst>
                </p14:cNvPr>
                <p14:cNvContentPartPr/>
                <p14:nvPr/>
              </p14:nvContentPartPr>
              <p14:xfrm>
                <a:off x="2287690" y="3172054"/>
                <a:ext cx="159840" cy="1242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BFABBE7E-42F9-B3F7-9613-06D49B59159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279050" y="3163054"/>
                  <a:ext cx="177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A5DC46F-4CE1-1D69-EFAF-E8D7E545ED85}"/>
                    </a:ext>
                  </a:extLst>
                </p14:cNvPr>
                <p14:cNvContentPartPr/>
                <p14:nvPr/>
              </p14:nvContentPartPr>
              <p14:xfrm>
                <a:off x="2330890" y="3166654"/>
                <a:ext cx="42480" cy="1620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A5DC46F-4CE1-1D69-EFAF-E8D7E545ED8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321890" y="3157654"/>
                  <a:ext cx="6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DA475B55-2F0C-F0FB-6776-441DBFCB88EE}"/>
                    </a:ext>
                  </a:extLst>
                </p14:cNvPr>
                <p14:cNvContentPartPr/>
                <p14:nvPr/>
              </p14:nvContentPartPr>
              <p14:xfrm>
                <a:off x="2383090" y="3066574"/>
                <a:ext cx="154080" cy="8604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DA475B55-2F0C-F0FB-6776-441DBFCB88E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374450" y="3057934"/>
                  <a:ext cx="171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5D8B3A7F-B355-B8C3-C84F-E63CE5F75B5C}"/>
                    </a:ext>
                  </a:extLst>
                </p14:cNvPr>
                <p14:cNvContentPartPr/>
                <p14:nvPr/>
              </p14:nvContentPartPr>
              <p14:xfrm>
                <a:off x="2653450" y="3101494"/>
                <a:ext cx="29520" cy="1983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5D8B3A7F-B355-B8C3-C84F-E63CE5F75B5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644450" y="3092494"/>
                  <a:ext cx="47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51A2AF7-DC5D-4D4A-A1AB-C59CE3D9ABA7}"/>
                    </a:ext>
                  </a:extLst>
                </p14:cNvPr>
                <p14:cNvContentPartPr/>
                <p14:nvPr/>
              </p14:nvContentPartPr>
              <p14:xfrm>
                <a:off x="2595130" y="3212734"/>
                <a:ext cx="165960" cy="3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51A2AF7-DC5D-4D4A-A1AB-C59CE3D9ABA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586130" y="3203734"/>
                  <a:ext cx="183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6AC0ECBC-CB81-BF0F-10B8-CC7A955D1FEB}"/>
                    </a:ext>
                  </a:extLst>
                </p14:cNvPr>
                <p14:cNvContentPartPr/>
                <p14:nvPr/>
              </p14:nvContentPartPr>
              <p14:xfrm>
                <a:off x="2827330" y="3137494"/>
                <a:ext cx="163800" cy="1191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6AC0ECBC-CB81-BF0F-10B8-CC7A955D1FE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818330" y="3128854"/>
                  <a:ext cx="1814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DF6D135B-AB27-18EA-140F-B4C9E5CB8972}"/>
                    </a:ext>
                  </a:extLst>
                </p14:cNvPr>
                <p14:cNvContentPartPr/>
                <p14:nvPr/>
              </p14:nvContentPartPr>
              <p14:xfrm>
                <a:off x="2901490" y="3119494"/>
                <a:ext cx="35640" cy="1872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DF6D135B-AB27-18EA-140F-B4C9E5CB897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892490" y="3110854"/>
                  <a:ext cx="532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03840B92-A932-689E-6555-C6149E65EA71}"/>
                    </a:ext>
                  </a:extLst>
                </p14:cNvPr>
                <p14:cNvContentPartPr/>
                <p14:nvPr/>
              </p14:nvContentPartPr>
              <p14:xfrm>
                <a:off x="2994730" y="3148294"/>
                <a:ext cx="151920" cy="1044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03840B92-A932-689E-6555-C6149E65EA7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986090" y="3139654"/>
                  <a:ext cx="169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CC84F591-F1E5-59B4-CB02-BC0EE02359D9}"/>
                    </a:ext>
                  </a:extLst>
                </p14:cNvPr>
                <p14:cNvContentPartPr/>
                <p14:nvPr/>
              </p14:nvContentPartPr>
              <p14:xfrm>
                <a:off x="3021010" y="3093214"/>
                <a:ext cx="51480" cy="2181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CC84F591-F1E5-59B4-CB02-BC0EE02359D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012010" y="3084574"/>
                  <a:ext cx="69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FB3A2AE-CA8B-586B-0362-D7A05DD27043}"/>
                    </a:ext>
                  </a:extLst>
                </p14:cNvPr>
                <p14:cNvContentPartPr/>
                <p14:nvPr/>
              </p14:nvContentPartPr>
              <p14:xfrm>
                <a:off x="3195250" y="3200134"/>
                <a:ext cx="132120" cy="64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FB3A2AE-CA8B-586B-0362-D7A05DD2704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186610" y="3191134"/>
                  <a:ext cx="149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71276104-6108-CAF6-4733-4317C869BC42}"/>
                    </a:ext>
                  </a:extLst>
                </p14:cNvPr>
                <p14:cNvContentPartPr/>
                <p14:nvPr/>
              </p14:nvContentPartPr>
              <p14:xfrm>
                <a:off x="3438610" y="3136414"/>
                <a:ext cx="68760" cy="1724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71276104-6108-CAF6-4733-4317C869BC4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429970" y="3127774"/>
                  <a:ext cx="86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06E8675F-55DF-52E8-2D7F-FC01C1CE9A12}"/>
                    </a:ext>
                  </a:extLst>
                </p14:cNvPr>
                <p14:cNvContentPartPr/>
                <p14:nvPr/>
              </p14:nvContentPartPr>
              <p14:xfrm>
                <a:off x="3549130" y="3128854"/>
                <a:ext cx="155520" cy="190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06E8675F-55DF-52E8-2D7F-FC01C1CE9A1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540130" y="3119854"/>
                  <a:ext cx="173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90690BB-7702-6834-DB71-22E2BE13ABD5}"/>
                    </a:ext>
                  </a:extLst>
                </p14:cNvPr>
                <p14:cNvContentPartPr/>
                <p14:nvPr/>
              </p14:nvContentPartPr>
              <p14:xfrm>
                <a:off x="3550210" y="3152254"/>
                <a:ext cx="154080" cy="16380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90690BB-7702-6834-DB71-22E2BE13ABD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541210" y="3143254"/>
                  <a:ext cx="171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6B1815F4-B36C-6C19-61DF-9D9D29578F41}"/>
                    </a:ext>
                  </a:extLst>
                </p14:cNvPr>
                <p14:cNvContentPartPr/>
                <p14:nvPr/>
              </p14:nvContentPartPr>
              <p14:xfrm>
                <a:off x="3890050" y="3104014"/>
                <a:ext cx="35280" cy="1810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6B1815F4-B36C-6C19-61DF-9D9D29578F4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881050" y="3095374"/>
                  <a:ext cx="52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CF4E42E1-C335-1D82-36B7-94F4893AFFE1}"/>
                    </a:ext>
                  </a:extLst>
                </p14:cNvPr>
                <p14:cNvContentPartPr/>
                <p14:nvPr/>
              </p14:nvContentPartPr>
              <p14:xfrm>
                <a:off x="3827410" y="3184654"/>
                <a:ext cx="162000" cy="111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CF4E42E1-C335-1D82-36B7-94F4893AFFE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18410" y="3175654"/>
                  <a:ext cx="179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6C95FECF-9702-9777-0DC8-37A1000DBB6C}"/>
                    </a:ext>
                  </a:extLst>
                </p14:cNvPr>
                <p14:cNvContentPartPr/>
                <p14:nvPr/>
              </p14:nvContentPartPr>
              <p14:xfrm>
                <a:off x="4083370" y="3119494"/>
                <a:ext cx="127800" cy="1702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6C95FECF-9702-9777-0DC8-37A1000DBB6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74730" y="3110854"/>
                  <a:ext cx="145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665BA460-0550-5877-C397-69454CFB350B}"/>
                    </a:ext>
                  </a:extLst>
                </p14:cNvPr>
                <p14:cNvContentPartPr/>
                <p14:nvPr/>
              </p14:nvContentPartPr>
              <p14:xfrm>
                <a:off x="4259050" y="3128494"/>
                <a:ext cx="138600" cy="50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665BA460-0550-5877-C397-69454CFB350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50410" y="3119854"/>
                  <a:ext cx="156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64E074BD-3170-1DFF-EEC2-9D709D3853E3}"/>
                    </a:ext>
                  </a:extLst>
                </p14:cNvPr>
                <p14:cNvContentPartPr/>
                <p14:nvPr/>
              </p14:nvContentPartPr>
              <p14:xfrm>
                <a:off x="4230970" y="3143974"/>
                <a:ext cx="138960" cy="1407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64E074BD-3170-1DFF-EEC2-9D709D3853E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222330" y="3134974"/>
                  <a:ext cx="15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AB288E13-9E8C-6E96-F324-9E5CFC30031D}"/>
                    </a:ext>
                  </a:extLst>
                </p14:cNvPr>
                <p14:cNvContentPartPr/>
                <p14:nvPr/>
              </p14:nvContentPartPr>
              <p14:xfrm>
                <a:off x="4458850" y="3137494"/>
                <a:ext cx="134280" cy="1245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AB288E13-9E8C-6E96-F324-9E5CFC30031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450210" y="3128854"/>
                  <a:ext cx="151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5DC5D734-FF6B-9C77-87E4-62A7BD95B98A}"/>
                    </a:ext>
                  </a:extLst>
                </p14:cNvPr>
                <p14:cNvContentPartPr/>
                <p14:nvPr/>
              </p14:nvContentPartPr>
              <p14:xfrm>
                <a:off x="4464970" y="3117694"/>
                <a:ext cx="53640" cy="1656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5DC5D734-FF6B-9C77-87E4-62A7BD95B98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455970" y="3109054"/>
                  <a:ext cx="71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E202A10F-4EC1-53BA-9BF3-7BDF19A4F79B}"/>
                    </a:ext>
                  </a:extLst>
                </p14:cNvPr>
                <p14:cNvContentPartPr/>
                <p14:nvPr/>
              </p14:nvContentPartPr>
              <p14:xfrm>
                <a:off x="4661890" y="3134974"/>
                <a:ext cx="172800" cy="68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E202A10F-4EC1-53BA-9BF3-7BDF19A4F79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53250" y="3125974"/>
                  <a:ext cx="190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A2B27101-028C-C3B5-A2E3-341E7E105AC3}"/>
                    </a:ext>
                  </a:extLst>
                </p14:cNvPr>
                <p14:cNvContentPartPr/>
                <p14:nvPr/>
              </p14:nvContentPartPr>
              <p14:xfrm>
                <a:off x="4817410" y="3203734"/>
                <a:ext cx="360" cy="3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A2B27101-028C-C3B5-A2E3-341E7E105AC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808770" y="31947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24DA953C-A134-A48D-8825-681E874ED921}"/>
                    </a:ext>
                  </a:extLst>
                </p14:cNvPr>
                <p14:cNvContentPartPr/>
                <p14:nvPr/>
              </p14:nvContentPartPr>
              <p14:xfrm>
                <a:off x="4670890" y="3212734"/>
                <a:ext cx="128880" cy="57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24DA953C-A134-A48D-8825-681E874ED92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62250" y="3203734"/>
                  <a:ext cx="146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2EB0EE11-5D38-A4EA-047C-715F3AAC42E6}"/>
                    </a:ext>
                  </a:extLst>
                </p14:cNvPr>
                <p14:cNvContentPartPr/>
                <p14:nvPr/>
              </p14:nvContentPartPr>
              <p14:xfrm>
                <a:off x="4926130" y="3079174"/>
                <a:ext cx="146880" cy="1389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2EB0EE11-5D38-A4EA-047C-715F3AAC42E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917130" y="3070534"/>
                  <a:ext cx="16452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6675D0A2-7D3C-262A-70B0-DC0FBA3890AE}"/>
                  </a:ext>
                </a:extLst>
              </p14:cNvPr>
              <p14:cNvContentPartPr/>
              <p14:nvPr/>
            </p14:nvContentPartPr>
            <p14:xfrm>
              <a:off x="720610" y="3386974"/>
              <a:ext cx="389520" cy="12240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6675D0A2-7D3C-262A-70B0-DC0FBA3890A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14490" y="3380854"/>
                <a:ext cx="4017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DB7B448E-B413-C50B-1782-DAD780EB72FD}"/>
                  </a:ext>
                </a:extLst>
              </p14:cNvPr>
              <p14:cNvContentPartPr/>
              <p14:nvPr/>
            </p14:nvContentPartPr>
            <p14:xfrm>
              <a:off x="3248890" y="3340894"/>
              <a:ext cx="552600" cy="11988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DB7B448E-B413-C50B-1782-DAD780EB72FD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242770" y="3334774"/>
                <a:ext cx="5648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65DF123C-9637-67B6-8205-82878C712FCF}"/>
                  </a:ext>
                </a:extLst>
              </p14:cNvPr>
              <p14:cNvContentPartPr/>
              <p14:nvPr/>
            </p14:nvContentPartPr>
            <p14:xfrm>
              <a:off x="1345570" y="3410734"/>
              <a:ext cx="498600" cy="7524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65DF123C-9637-67B6-8205-82878C712FCF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336930" y="3401734"/>
                <a:ext cx="5162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2903A86B-C920-E81C-D709-EB03A8D78E13}"/>
                  </a:ext>
                </a:extLst>
              </p14:cNvPr>
              <p14:cNvContentPartPr/>
              <p14:nvPr/>
            </p14:nvContentPartPr>
            <p14:xfrm>
              <a:off x="2773690" y="3350974"/>
              <a:ext cx="346680" cy="3672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2903A86B-C920-E81C-D709-EB03A8D78E1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765050" y="3341974"/>
                <a:ext cx="364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80F94F90-89FA-F152-10C3-A1C93BF0168E}"/>
                  </a:ext>
                </a:extLst>
              </p14:cNvPr>
              <p14:cNvContentPartPr/>
              <p14:nvPr/>
            </p14:nvContentPartPr>
            <p14:xfrm>
              <a:off x="4115770" y="3347374"/>
              <a:ext cx="604800" cy="3096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80F94F90-89FA-F152-10C3-A1C93BF0168E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4106770" y="3338374"/>
                <a:ext cx="622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069CFDCF-1B4F-B90B-0D33-7D8471911508}"/>
                  </a:ext>
                </a:extLst>
              </p14:cNvPr>
              <p14:cNvContentPartPr/>
              <p14:nvPr/>
            </p14:nvContentPartPr>
            <p14:xfrm>
              <a:off x="2289850" y="3474814"/>
              <a:ext cx="10440" cy="864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069CFDCF-1B4F-B90B-0D33-7D8471911508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283730" y="3468694"/>
                <a:ext cx="226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67A25BA6-EFEF-E4EA-090C-E1D072FAC78E}"/>
                  </a:ext>
                </a:extLst>
              </p14:cNvPr>
              <p14:cNvContentPartPr/>
              <p14:nvPr/>
            </p14:nvContentPartPr>
            <p14:xfrm>
              <a:off x="2142250" y="3416134"/>
              <a:ext cx="419040" cy="7452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67A25BA6-EFEF-E4EA-090C-E1D072FAC78E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136130" y="3410014"/>
                <a:ext cx="431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12844AE6-2810-5836-40F2-22B4AD59E479}"/>
                  </a:ext>
                </a:extLst>
              </p14:cNvPr>
              <p14:cNvContentPartPr/>
              <p14:nvPr/>
            </p14:nvContentPartPr>
            <p14:xfrm>
              <a:off x="6728650" y="2008534"/>
              <a:ext cx="11520" cy="144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12844AE6-2810-5836-40F2-22B4AD59E47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720010" y="1999894"/>
                <a:ext cx="2916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upo 192">
            <a:extLst>
              <a:ext uri="{FF2B5EF4-FFF2-40B4-BE49-F238E27FC236}">
                <a16:creationId xmlns:a16="http://schemas.microsoft.com/office/drawing/2014/main" id="{8DB53220-7C76-D58E-9EEB-0D4CF4EB5BDA}"/>
              </a:ext>
            </a:extLst>
          </p:cNvPr>
          <p:cNvGrpSpPr/>
          <p:nvPr/>
        </p:nvGrpSpPr>
        <p:grpSpPr>
          <a:xfrm>
            <a:off x="3601330" y="3862534"/>
            <a:ext cx="1577520" cy="221040"/>
            <a:chOff x="3601330" y="3862534"/>
            <a:chExt cx="157752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D441FAC6-45B5-55F8-7847-B1D6354C4D3B}"/>
                    </a:ext>
                  </a:extLst>
                </p14:cNvPr>
                <p14:cNvContentPartPr/>
                <p14:nvPr/>
              </p14:nvContentPartPr>
              <p14:xfrm>
                <a:off x="3609250" y="3878734"/>
                <a:ext cx="49680" cy="20268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D441FAC6-45B5-55F8-7847-B1D6354C4D3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600610" y="3870094"/>
                  <a:ext cx="67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26615950-2163-28F4-2440-9E5E2FD8D2E6}"/>
                    </a:ext>
                  </a:extLst>
                </p14:cNvPr>
                <p14:cNvContentPartPr/>
                <p14:nvPr/>
              </p14:nvContentPartPr>
              <p14:xfrm>
                <a:off x="3799330" y="3909334"/>
                <a:ext cx="30960" cy="781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26615950-2163-28F4-2440-9E5E2FD8D2E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90330" y="3900694"/>
                  <a:ext cx="48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1966E497-1049-004C-2428-293464B0B84C}"/>
                    </a:ext>
                  </a:extLst>
                </p14:cNvPr>
                <p14:cNvContentPartPr/>
                <p14:nvPr/>
              </p14:nvContentPartPr>
              <p14:xfrm>
                <a:off x="3601330" y="3980614"/>
                <a:ext cx="127080" cy="50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1966E497-1049-004C-2428-293464B0B84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592690" y="3971614"/>
                  <a:ext cx="144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43307919-20B9-117F-A64D-B9B86AFACBC1}"/>
                    </a:ext>
                  </a:extLst>
                </p14:cNvPr>
                <p14:cNvContentPartPr/>
                <p14:nvPr/>
              </p14:nvContentPartPr>
              <p14:xfrm>
                <a:off x="3823450" y="3891694"/>
                <a:ext cx="49320" cy="1918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43307919-20B9-117F-A64D-B9B86AFACBC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814450" y="3883054"/>
                  <a:ext cx="66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31E4749F-6BF0-9843-850C-2B55E5D1AF9A}"/>
                    </a:ext>
                  </a:extLst>
                </p14:cNvPr>
                <p14:cNvContentPartPr/>
                <p14:nvPr/>
              </p14:nvContentPartPr>
              <p14:xfrm>
                <a:off x="3929290" y="3887014"/>
                <a:ext cx="154440" cy="1915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31E4749F-6BF0-9843-850C-2B55E5D1AF9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20290" y="3878374"/>
                  <a:ext cx="172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2238ACBB-FF51-EE8C-7DC1-FA8A97B5445A}"/>
                    </a:ext>
                  </a:extLst>
                </p14:cNvPr>
                <p14:cNvContentPartPr/>
                <p14:nvPr/>
              </p14:nvContentPartPr>
              <p14:xfrm>
                <a:off x="4350490" y="3943894"/>
                <a:ext cx="8280" cy="864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2238ACBB-FF51-EE8C-7DC1-FA8A97B5445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341850" y="3934894"/>
                  <a:ext cx="25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1849AA5F-F93F-1E16-C624-991D64AD20AC}"/>
                    </a:ext>
                  </a:extLst>
                </p14:cNvPr>
                <p14:cNvContentPartPr/>
                <p14:nvPr/>
              </p14:nvContentPartPr>
              <p14:xfrm>
                <a:off x="4194970" y="3955414"/>
                <a:ext cx="171000" cy="50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1849AA5F-F93F-1E16-C624-991D64AD20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85970" y="3946774"/>
                  <a:ext cx="1886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49C81CC3-D5A5-8BE0-6F0E-76FDC8E7D190}"/>
                    </a:ext>
                  </a:extLst>
                </p14:cNvPr>
                <p14:cNvContentPartPr/>
                <p14:nvPr/>
              </p14:nvContentPartPr>
              <p14:xfrm>
                <a:off x="4400890" y="3869734"/>
                <a:ext cx="85680" cy="2037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49C81CC3-D5A5-8BE0-6F0E-76FDC8E7D19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91890" y="3860734"/>
                  <a:ext cx="103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3516DC26-E2AF-91CD-78EC-9A814B463238}"/>
                    </a:ext>
                  </a:extLst>
                </p14:cNvPr>
                <p14:cNvContentPartPr/>
                <p14:nvPr/>
              </p14:nvContentPartPr>
              <p14:xfrm>
                <a:off x="4506370" y="3867934"/>
                <a:ext cx="182160" cy="201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3516DC26-E2AF-91CD-78EC-9A814B46323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97370" y="3858934"/>
                  <a:ext cx="199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AC55EDA1-6AD5-2167-5556-35B1FC887B29}"/>
                    </a:ext>
                  </a:extLst>
                </p14:cNvPr>
                <p14:cNvContentPartPr/>
                <p14:nvPr/>
              </p14:nvContentPartPr>
              <p14:xfrm>
                <a:off x="4547410" y="4048654"/>
                <a:ext cx="360" cy="3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AC55EDA1-6AD5-2167-5556-35B1FC887B2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38410" y="404001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BE2DF99-66D5-0D50-7831-ED7D69F73E2C}"/>
                    </a:ext>
                  </a:extLst>
                </p14:cNvPr>
                <p14:cNvContentPartPr/>
                <p14:nvPr/>
              </p14:nvContentPartPr>
              <p14:xfrm>
                <a:off x="4511410" y="3862534"/>
                <a:ext cx="138960" cy="2109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BE2DF99-66D5-0D50-7831-ED7D69F73E2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502410" y="3853534"/>
                  <a:ext cx="156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A0EF575C-8B51-B784-9D43-D4821726E64C}"/>
                    </a:ext>
                  </a:extLst>
                </p14:cNvPr>
                <p14:cNvContentPartPr/>
                <p14:nvPr/>
              </p14:nvContentPartPr>
              <p14:xfrm>
                <a:off x="4760170" y="3929494"/>
                <a:ext cx="130680" cy="14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A0EF575C-8B51-B784-9D43-D4821726E64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751530" y="3920494"/>
                  <a:ext cx="148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06DE9A50-3EAB-AAAE-F46B-CABDB6C06D54}"/>
                    </a:ext>
                  </a:extLst>
                </p14:cNvPr>
                <p14:cNvContentPartPr/>
                <p14:nvPr/>
              </p14:nvContentPartPr>
              <p14:xfrm>
                <a:off x="4767730" y="3981694"/>
                <a:ext cx="164160" cy="162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06DE9A50-3EAB-AAAE-F46B-CABDB6C06D5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58730" y="3973054"/>
                  <a:ext cx="181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5B045FDB-CD55-DE48-BE16-EA65C3CDFE4F}"/>
                    </a:ext>
                  </a:extLst>
                </p14:cNvPr>
                <p14:cNvContentPartPr/>
                <p14:nvPr/>
              </p14:nvContentPartPr>
              <p14:xfrm>
                <a:off x="5010370" y="3866134"/>
                <a:ext cx="168480" cy="1807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5B045FDB-CD55-DE48-BE16-EA65C3CDFE4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01730" y="3857134"/>
                  <a:ext cx="18612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upo 212">
            <a:extLst>
              <a:ext uri="{FF2B5EF4-FFF2-40B4-BE49-F238E27FC236}">
                <a16:creationId xmlns:a16="http://schemas.microsoft.com/office/drawing/2014/main" id="{53D05970-2529-7202-E120-DD976028B373}"/>
              </a:ext>
            </a:extLst>
          </p:cNvPr>
          <p:cNvGrpSpPr/>
          <p:nvPr/>
        </p:nvGrpSpPr>
        <p:grpSpPr>
          <a:xfrm>
            <a:off x="736090" y="3600454"/>
            <a:ext cx="2636640" cy="532440"/>
            <a:chOff x="736090" y="3600454"/>
            <a:chExt cx="263664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54A3F3A0-F63A-D9E4-6E90-432085E28461}"/>
                    </a:ext>
                  </a:extLst>
                </p14:cNvPr>
                <p14:cNvContentPartPr/>
                <p14:nvPr/>
              </p14:nvContentPartPr>
              <p14:xfrm>
                <a:off x="2067730" y="3876934"/>
                <a:ext cx="45720" cy="2498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54A3F3A0-F63A-D9E4-6E90-432085E2846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059090" y="3868294"/>
                  <a:ext cx="633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818F2877-D0F1-0CA6-6A90-8AEC493F9445}"/>
                    </a:ext>
                  </a:extLst>
                </p14:cNvPr>
                <p14:cNvContentPartPr/>
                <p14:nvPr/>
              </p14:nvContentPartPr>
              <p14:xfrm>
                <a:off x="1999330" y="4000054"/>
                <a:ext cx="160200" cy="50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818F2877-D0F1-0CA6-6A90-8AEC493F944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90690" y="3991054"/>
                  <a:ext cx="177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88011E8D-E1AD-AE3E-44B8-24A80F6A74A6}"/>
                    </a:ext>
                  </a:extLst>
                </p14:cNvPr>
                <p14:cNvContentPartPr/>
                <p14:nvPr/>
              </p14:nvContentPartPr>
              <p14:xfrm>
                <a:off x="2246290" y="3907534"/>
                <a:ext cx="157320" cy="1393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88011E8D-E1AD-AE3E-44B8-24A80F6A74A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237650" y="3898894"/>
                  <a:ext cx="174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CABA1843-DA51-16E9-2BCC-094F217F37E4}"/>
                    </a:ext>
                  </a:extLst>
                </p14:cNvPr>
                <p14:cNvContentPartPr/>
                <p14:nvPr/>
              </p14:nvContentPartPr>
              <p14:xfrm>
                <a:off x="2338810" y="3930214"/>
                <a:ext cx="24480" cy="19620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CABA1843-DA51-16E9-2BCC-094F217F37E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330170" y="3921574"/>
                  <a:ext cx="42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2E1715C4-092C-88EE-3916-F0A6E0FECA5F}"/>
                    </a:ext>
                  </a:extLst>
                </p14:cNvPr>
                <p14:cNvContentPartPr/>
                <p14:nvPr/>
              </p14:nvContentPartPr>
              <p14:xfrm>
                <a:off x="2447530" y="3973774"/>
                <a:ext cx="126720" cy="1148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2E1715C4-092C-88EE-3916-F0A6E0FECA5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38530" y="3964774"/>
                  <a:ext cx="144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61D2C719-E522-9543-AC8D-A1059EF690E4}"/>
                    </a:ext>
                  </a:extLst>
                </p14:cNvPr>
                <p14:cNvContentPartPr/>
                <p14:nvPr/>
              </p14:nvContentPartPr>
              <p14:xfrm>
                <a:off x="2459050" y="3935614"/>
                <a:ext cx="64800" cy="19512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61D2C719-E522-9543-AC8D-A1059EF690E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50410" y="3926974"/>
                  <a:ext cx="82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410B7967-2174-4466-483A-BC80A946A6BF}"/>
                    </a:ext>
                  </a:extLst>
                </p14:cNvPr>
                <p14:cNvContentPartPr/>
                <p14:nvPr/>
              </p14:nvContentPartPr>
              <p14:xfrm>
                <a:off x="2690530" y="3897814"/>
                <a:ext cx="49680" cy="2174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410B7967-2174-4466-483A-BC80A946A6B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681530" y="3888814"/>
                  <a:ext cx="67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58C9F4DA-2C80-CC65-229A-20000167FA51}"/>
                    </a:ext>
                  </a:extLst>
                </p14:cNvPr>
                <p14:cNvContentPartPr/>
                <p14:nvPr/>
              </p14:nvContentPartPr>
              <p14:xfrm>
                <a:off x="2681530" y="3990694"/>
                <a:ext cx="120960" cy="111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58C9F4DA-2C80-CC65-229A-20000167FA5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672530" y="3982054"/>
                  <a:ext cx="138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E08CA5F-164E-DBEF-A925-3111E1AC4AE3}"/>
                    </a:ext>
                  </a:extLst>
                </p14:cNvPr>
                <p14:cNvContentPartPr/>
                <p14:nvPr/>
              </p14:nvContentPartPr>
              <p14:xfrm>
                <a:off x="2853970" y="3920854"/>
                <a:ext cx="147960" cy="1634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E08CA5F-164E-DBEF-A925-3111E1AC4AE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845330" y="3912214"/>
                  <a:ext cx="165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AB9C5D22-0C16-05EF-7F26-07EE1B202D77}"/>
                    </a:ext>
                  </a:extLst>
                </p14:cNvPr>
                <p14:cNvContentPartPr/>
                <p14:nvPr/>
              </p14:nvContentPartPr>
              <p14:xfrm>
                <a:off x="3022810" y="3930214"/>
                <a:ext cx="167040" cy="86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AB9C5D22-0C16-05EF-7F26-07EE1B202D7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014170" y="3921574"/>
                  <a:ext cx="184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251BFC0-0978-0479-91A7-47C57CCF1B39}"/>
                    </a:ext>
                  </a:extLst>
                </p14:cNvPr>
                <p14:cNvContentPartPr/>
                <p14:nvPr/>
              </p14:nvContentPartPr>
              <p14:xfrm>
                <a:off x="3018850" y="4000054"/>
                <a:ext cx="122040" cy="10440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251BFC0-0978-0479-91A7-47C57CCF1B3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009850" y="3991054"/>
                  <a:ext cx="139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9F191611-EE63-BA69-19E8-CC85FC37FE41}"/>
                    </a:ext>
                  </a:extLst>
                </p14:cNvPr>
                <p14:cNvContentPartPr/>
                <p14:nvPr/>
              </p14:nvContentPartPr>
              <p14:xfrm>
                <a:off x="3003730" y="3934894"/>
                <a:ext cx="38520" cy="1033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9F191611-EE63-BA69-19E8-CC85FC37FE4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995090" y="3925894"/>
                  <a:ext cx="56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9DBA7516-DE81-BF49-F688-00907FFDA516}"/>
                    </a:ext>
                  </a:extLst>
                </p14:cNvPr>
                <p14:cNvContentPartPr/>
                <p14:nvPr/>
              </p14:nvContentPartPr>
              <p14:xfrm>
                <a:off x="3195610" y="3972694"/>
                <a:ext cx="177120" cy="1134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9DBA7516-DE81-BF49-F688-00907FFDA51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186610" y="3964054"/>
                  <a:ext cx="194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702EF32-5814-2A32-2697-CB2ADA745686}"/>
                    </a:ext>
                  </a:extLst>
                </p14:cNvPr>
                <p14:cNvContentPartPr/>
                <p14:nvPr/>
              </p14:nvContentPartPr>
              <p14:xfrm>
                <a:off x="3239890" y="3912934"/>
                <a:ext cx="54360" cy="2199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702EF32-5814-2A32-2697-CB2ADA74568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230890" y="3904294"/>
                  <a:ext cx="72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1711AC65-D44C-68FA-B3E8-BA8E6A63A474}"/>
                    </a:ext>
                  </a:extLst>
                </p14:cNvPr>
                <p14:cNvContentPartPr/>
                <p14:nvPr/>
              </p14:nvContentPartPr>
              <p14:xfrm>
                <a:off x="736090" y="3906454"/>
                <a:ext cx="148320" cy="22320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1711AC65-D44C-68FA-B3E8-BA8E6A63A47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27090" y="3897814"/>
                  <a:ext cx="165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DD7DD320-5189-0383-FC21-80C210A0C2C4}"/>
                    </a:ext>
                  </a:extLst>
                </p14:cNvPr>
                <p14:cNvContentPartPr/>
                <p14:nvPr/>
              </p14:nvContentPartPr>
              <p14:xfrm>
                <a:off x="907810" y="3944614"/>
                <a:ext cx="170640" cy="1612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DD7DD320-5189-0383-FC21-80C210A0C2C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98810" y="3935974"/>
                  <a:ext cx="188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2F59E8A2-1CEC-B81F-FF4D-47CC92CF4683}"/>
                    </a:ext>
                  </a:extLst>
                </p14:cNvPr>
                <p14:cNvContentPartPr/>
                <p14:nvPr/>
              </p14:nvContentPartPr>
              <p14:xfrm>
                <a:off x="963970" y="3936694"/>
                <a:ext cx="63720" cy="1839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2F59E8A2-1CEC-B81F-FF4D-47CC92CF468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5330" y="3927694"/>
                  <a:ext cx="81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CE8DFD3-5459-3D74-2D74-A33A09AFA13C}"/>
                    </a:ext>
                  </a:extLst>
                </p14:cNvPr>
                <p14:cNvContentPartPr/>
                <p14:nvPr/>
              </p14:nvContentPartPr>
              <p14:xfrm>
                <a:off x="1031290" y="3808174"/>
                <a:ext cx="124920" cy="799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CE8DFD3-5459-3D74-2D74-A33A09AFA13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2650" y="3799534"/>
                  <a:ext cx="142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456F1431-6DE5-C09C-0E98-708E0A0982F0}"/>
                    </a:ext>
                  </a:extLst>
                </p14:cNvPr>
                <p14:cNvContentPartPr/>
                <p14:nvPr/>
              </p14:nvContentPartPr>
              <p14:xfrm>
                <a:off x="1186810" y="4016254"/>
                <a:ext cx="155520" cy="147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456F1431-6DE5-C09C-0E98-708E0A0982F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78170" y="4007254"/>
                  <a:ext cx="173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80F50C4-820C-C00F-564A-B4F42BE45D1F}"/>
                    </a:ext>
                  </a:extLst>
                </p14:cNvPr>
                <p14:cNvContentPartPr/>
                <p14:nvPr/>
              </p14:nvContentPartPr>
              <p14:xfrm>
                <a:off x="1491370" y="3914734"/>
                <a:ext cx="68760" cy="1875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80F50C4-820C-C00F-564A-B4F42BE45D1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482370" y="3906094"/>
                  <a:ext cx="86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F49836BE-FEA5-E2FD-8D07-3038EE62A145}"/>
                    </a:ext>
                  </a:extLst>
                </p14:cNvPr>
                <p14:cNvContentPartPr/>
                <p14:nvPr/>
              </p14:nvContentPartPr>
              <p14:xfrm>
                <a:off x="1581730" y="3933094"/>
                <a:ext cx="130680" cy="82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F49836BE-FEA5-E2FD-8D07-3038EE62A14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72730" y="3924454"/>
                  <a:ext cx="148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9C2185DE-ABEB-1240-B2DE-84F5BD9D48B4}"/>
                    </a:ext>
                  </a:extLst>
                </p14:cNvPr>
                <p14:cNvContentPartPr/>
                <p14:nvPr/>
              </p14:nvContentPartPr>
              <p14:xfrm>
                <a:off x="1553650" y="3949294"/>
                <a:ext cx="124200" cy="1789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9C2185DE-ABEB-1240-B2DE-84F5BD9D48B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544650" y="3940294"/>
                  <a:ext cx="1418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53F259C2-82AE-E46A-782B-0C8318E17D3A}"/>
                    </a:ext>
                  </a:extLst>
                </p14:cNvPr>
                <p14:cNvContentPartPr/>
                <p14:nvPr/>
              </p14:nvContentPartPr>
              <p14:xfrm>
                <a:off x="1739410" y="3942094"/>
                <a:ext cx="154800" cy="1234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53F259C2-82AE-E46A-782B-0C8318E17D3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730410" y="3933094"/>
                  <a:ext cx="172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63C7EF34-2701-AA5E-EA0F-ECB8749B1E0D}"/>
                    </a:ext>
                  </a:extLst>
                </p14:cNvPr>
                <p14:cNvContentPartPr/>
                <p14:nvPr/>
              </p14:nvContentPartPr>
              <p14:xfrm>
                <a:off x="1769650" y="3910414"/>
                <a:ext cx="69480" cy="2044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63C7EF34-2701-AA5E-EA0F-ECB8749B1E0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760650" y="3901414"/>
                  <a:ext cx="87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C949F95A-36AD-7174-736B-014C96BBC377}"/>
                    </a:ext>
                  </a:extLst>
                </p14:cNvPr>
                <p14:cNvContentPartPr/>
                <p14:nvPr/>
              </p14:nvContentPartPr>
              <p14:xfrm>
                <a:off x="1707370" y="3809254"/>
                <a:ext cx="67680" cy="608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C949F95A-36AD-7174-736B-014C96BBC37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98370" y="3800254"/>
                  <a:ext cx="85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9053EA83-FA48-6B84-2A15-11DF38C09043}"/>
                    </a:ext>
                  </a:extLst>
                </p14:cNvPr>
                <p14:cNvContentPartPr/>
                <p14:nvPr/>
              </p14:nvContentPartPr>
              <p14:xfrm>
                <a:off x="1789450" y="3705934"/>
                <a:ext cx="604080" cy="1476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9053EA83-FA48-6B84-2A15-11DF38C0904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780810" y="3696934"/>
                  <a:ext cx="621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89611F39-95C8-8006-616C-C051FB10C192}"/>
                    </a:ext>
                  </a:extLst>
                </p14:cNvPr>
                <p14:cNvContentPartPr/>
                <p14:nvPr/>
              </p14:nvContentPartPr>
              <p14:xfrm>
                <a:off x="2424130" y="3841654"/>
                <a:ext cx="31320" cy="363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89611F39-95C8-8006-616C-C051FB10C19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415490" y="3833014"/>
                  <a:ext cx="48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4E09ECFC-9E7F-DD55-BC43-E905DB9B3A3D}"/>
                    </a:ext>
                  </a:extLst>
                </p14:cNvPr>
                <p14:cNvContentPartPr/>
                <p14:nvPr/>
              </p14:nvContentPartPr>
              <p14:xfrm>
                <a:off x="2347090" y="3827254"/>
                <a:ext cx="91800" cy="7632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4E09ECFC-9E7F-DD55-BC43-E905DB9B3A3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338090" y="3818254"/>
                  <a:ext cx="109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6E11084C-56F9-38A4-FA60-3C3A7C2A786F}"/>
                    </a:ext>
                  </a:extLst>
                </p14:cNvPr>
                <p14:cNvContentPartPr/>
                <p14:nvPr/>
              </p14:nvContentPartPr>
              <p14:xfrm>
                <a:off x="2367970" y="3642934"/>
                <a:ext cx="67320" cy="2304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6E11084C-56F9-38A4-FA60-3C3A7C2A786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359330" y="3633934"/>
                  <a:ext cx="84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F55947C5-7356-E534-B6B9-28C6C690BE4D}"/>
                    </a:ext>
                  </a:extLst>
                </p14:cNvPr>
                <p14:cNvContentPartPr/>
                <p14:nvPr/>
              </p14:nvContentPartPr>
              <p14:xfrm>
                <a:off x="2488210" y="3616654"/>
                <a:ext cx="7920" cy="921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F55947C5-7356-E534-B6B9-28C6C690BE4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479210" y="3607654"/>
                  <a:ext cx="25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2403F4B4-4E5B-C698-2F2C-F0E426B84683}"/>
                    </a:ext>
                  </a:extLst>
                </p14:cNvPr>
                <p14:cNvContentPartPr/>
                <p14:nvPr/>
              </p14:nvContentPartPr>
              <p14:xfrm>
                <a:off x="2529610" y="3600454"/>
                <a:ext cx="16560" cy="9360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2403F4B4-4E5B-C698-2F2C-F0E426B8468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20970" y="3591454"/>
                  <a:ext cx="34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2EB4E9E7-CAB7-E7CC-AE62-8E4E24241726}"/>
                    </a:ext>
                  </a:extLst>
                </p14:cNvPr>
                <p14:cNvContentPartPr/>
                <p14:nvPr/>
              </p14:nvContentPartPr>
              <p14:xfrm>
                <a:off x="2563810" y="3616654"/>
                <a:ext cx="113760" cy="8712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2EB4E9E7-CAB7-E7CC-AE62-8E4E2424172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55170" y="3607654"/>
                  <a:ext cx="1314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BC078DE2-CB8E-DE2B-2DB4-3163B49C8F2D}"/>
                    </a:ext>
                  </a:extLst>
                </p14:cNvPr>
                <p14:cNvContentPartPr/>
                <p14:nvPr/>
              </p14:nvContentPartPr>
              <p14:xfrm>
                <a:off x="2585050" y="3602254"/>
                <a:ext cx="46440" cy="12420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BC078DE2-CB8E-DE2B-2DB4-3163B49C8F2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576050" y="3593254"/>
                  <a:ext cx="64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B81938C3-7948-284D-73DF-BF11DDCD0354}"/>
                    </a:ext>
                  </a:extLst>
                </p14:cNvPr>
                <p14:cNvContentPartPr/>
                <p14:nvPr/>
              </p14:nvContentPartPr>
              <p14:xfrm>
                <a:off x="2383090" y="3721414"/>
                <a:ext cx="586800" cy="15048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B81938C3-7948-284D-73DF-BF11DDCD035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374450" y="3712774"/>
                  <a:ext cx="60444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C002E0AA-7581-0139-F9F1-2B623800BC21}"/>
                  </a:ext>
                </a:extLst>
              </p14:cNvPr>
              <p14:cNvContentPartPr/>
              <p14:nvPr/>
            </p14:nvContentPartPr>
            <p14:xfrm>
              <a:off x="2072770" y="4475254"/>
              <a:ext cx="176040" cy="1476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C002E0AA-7581-0139-F9F1-2B623800BC21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063770" y="4466614"/>
                <a:ext cx="1936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23" name="Entrada de lápiz 222">
                <a:extLst>
                  <a:ext uri="{FF2B5EF4-FFF2-40B4-BE49-F238E27FC236}">
                    <a16:creationId xmlns:a16="http://schemas.microsoft.com/office/drawing/2014/main" id="{4D73E7A5-8213-E173-8DDC-C30E4E17F1F2}"/>
                  </a:ext>
                </a:extLst>
              </p14:cNvPr>
              <p14:cNvContentPartPr/>
              <p14:nvPr/>
            </p14:nvContentPartPr>
            <p14:xfrm>
              <a:off x="2380930" y="4430974"/>
              <a:ext cx="185040" cy="9360"/>
            </p14:xfrm>
          </p:contentPart>
        </mc:Choice>
        <mc:Fallback>
          <p:pic>
            <p:nvPicPr>
              <p:cNvPr id="223" name="Entrada de lápiz 222">
                <a:extLst>
                  <a:ext uri="{FF2B5EF4-FFF2-40B4-BE49-F238E27FC236}">
                    <a16:creationId xmlns:a16="http://schemas.microsoft.com/office/drawing/2014/main" id="{4D73E7A5-8213-E173-8DDC-C30E4E17F1F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2372290" y="4422334"/>
                <a:ext cx="2026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E285A6D1-4DDE-1FBA-AD72-2BB019DD6937}"/>
                  </a:ext>
                </a:extLst>
              </p14:cNvPr>
              <p14:cNvContentPartPr/>
              <p14:nvPr/>
            </p14:nvContentPartPr>
            <p14:xfrm>
              <a:off x="2394250" y="4434574"/>
              <a:ext cx="139320" cy="15228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E285A6D1-4DDE-1FBA-AD72-2BB019DD6937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2385610" y="4425934"/>
                <a:ext cx="156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225" name="Entrada de lápiz 224">
                <a:extLst>
                  <a:ext uri="{FF2B5EF4-FFF2-40B4-BE49-F238E27FC236}">
                    <a16:creationId xmlns:a16="http://schemas.microsoft.com/office/drawing/2014/main" id="{141149E1-D3A8-4E03-8BC9-A16CDE9F0F14}"/>
                  </a:ext>
                </a:extLst>
              </p14:cNvPr>
              <p14:cNvContentPartPr/>
              <p14:nvPr/>
            </p14:nvContentPartPr>
            <p14:xfrm>
              <a:off x="2696290" y="4489654"/>
              <a:ext cx="157320" cy="13320"/>
            </p14:xfrm>
          </p:contentPart>
        </mc:Choice>
        <mc:Fallback>
          <p:pic>
            <p:nvPicPr>
              <p:cNvPr id="225" name="Entrada de lápiz 224">
                <a:extLst>
                  <a:ext uri="{FF2B5EF4-FFF2-40B4-BE49-F238E27FC236}">
                    <a16:creationId xmlns:a16="http://schemas.microsoft.com/office/drawing/2014/main" id="{141149E1-D3A8-4E03-8BC9-A16CDE9F0F14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2687650" y="4480654"/>
                <a:ext cx="174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EA4EBF77-C728-5C7B-5B30-E4D4EE6B29E3}"/>
                  </a:ext>
                </a:extLst>
              </p14:cNvPr>
              <p14:cNvContentPartPr/>
              <p14:nvPr/>
            </p14:nvContentPartPr>
            <p14:xfrm>
              <a:off x="2780890" y="4542934"/>
              <a:ext cx="77760" cy="324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EA4EBF77-C728-5C7B-5B30-E4D4EE6B29E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2771890" y="4534294"/>
                <a:ext cx="954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9F2E260C-4545-102D-58D9-14C3F8279588}"/>
                  </a:ext>
                </a:extLst>
              </p14:cNvPr>
              <p14:cNvContentPartPr/>
              <p14:nvPr/>
            </p14:nvContentPartPr>
            <p14:xfrm>
              <a:off x="2718610" y="4536814"/>
              <a:ext cx="138960" cy="1296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9F2E260C-4545-102D-58D9-14C3F8279588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2709610" y="4527814"/>
                <a:ext cx="1566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830D31B9-5A6C-EB48-5982-9C4D3BF2F8B0}"/>
                  </a:ext>
                </a:extLst>
              </p14:cNvPr>
              <p14:cNvContentPartPr/>
              <p14:nvPr/>
            </p14:nvContentPartPr>
            <p14:xfrm>
              <a:off x="2925610" y="4435294"/>
              <a:ext cx="204120" cy="16272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830D31B9-5A6C-EB48-5982-9C4D3BF2F8B0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916610" y="4426294"/>
                <a:ext cx="2217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879B7712-1B49-AA56-94DB-949C113E73FD}"/>
                  </a:ext>
                </a:extLst>
              </p14:cNvPr>
              <p14:cNvContentPartPr/>
              <p14:nvPr/>
            </p14:nvContentPartPr>
            <p14:xfrm>
              <a:off x="1124890" y="4730134"/>
              <a:ext cx="360" cy="36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879B7712-1B49-AA56-94DB-949C113E73F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115890" y="472149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31" name="Entrada de lápiz 230">
                <a:extLst>
                  <a:ext uri="{FF2B5EF4-FFF2-40B4-BE49-F238E27FC236}">
                    <a16:creationId xmlns:a16="http://schemas.microsoft.com/office/drawing/2014/main" id="{22DF119A-3787-92AD-38F9-82634027DCFB}"/>
                  </a:ext>
                </a:extLst>
              </p14:cNvPr>
              <p14:cNvContentPartPr/>
              <p14:nvPr/>
            </p14:nvContentPartPr>
            <p14:xfrm>
              <a:off x="1188970" y="4846774"/>
              <a:ext cx="360" cy="360"/>
            </p14:xfrm>
          </p:contentPart>
        </mc:Choice>
        <mc:Fallback>
          <p:pic>
            <p:nvPicPr>
              <p:cNvPr id="231" name="Entrada de lápiz 230">
                <a:extLst>
                  <a:ext uri="{FF2B5EF4-FFF2-40B4-BE49-F238E27FC236}">
                    <a16:creationId xmlns:a16="http://schemas.microsoft.com/office/drawing/2014/main" id="{22DF119A-3787-92AD-38F9-82634027DCF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180330" y="483813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32" name="Entrada de lápiz 231">
                <a:extLst>
                  <a:ext uri="{FF2B5EF4-FFF2-40B4-BE49-F238E27FC236}">
                    <a16:creationId xmlns:a16="http://schemas.microsoft.com/office/drawing/2014/main" id="{75913A5A-A5AD-7861-08EE-E1347C4D9B24}"/>
                  </a:ext>
                </a:extLst>
              </p14:cNvPr>
              <p14:cNvContentPartPr/>
              <p14:nvPr/>
            </p14:nvContentPartPr>
            <p14:xfrm>
              <a:off x="575530" y="4616734"/>
              <a:ext cx="2761560" cy="268560"/>
            </p14:xfrm>
          </p:contentPart>
        </mc:Choice>
        <mc:Fallback>
          <p:pic>
            <p:nvPicPr>
              <p:cNvPr id="232" name="Entrada de lápiz 231">
                <a:extLst>
                  <a:ext uri="{FF2B5EF4-FFF2-40B4-BE49-F238E27FC236}">
                    <a16:creationId xmlns:a16="http://schemas.microsoft.com/office/drawing/2014/main" id="{75913A5A-A5AD-7861-08EE-E1347C4D9B24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566530" y="4608094"/>
                <a:ext cx="277920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6" name="Grupo 235">
            <a:extLst>
              <a:ext uri="{FF2B5EF4-FFF2-40B4-BE49-F238E27FC236}">
                <a16:creationId xmlns:a16="http://schemas.microsoft.com/office/drawing/2014/main" id="{9FF9F09D-2F1A-B4A8-CF11-59D6B1DB84B3}"/>
              </a:ext>
            </a:extLst>
          </p:cNvPr>
          <p:cNvGrpSpPr/>
          <p:nvPr/>
        </p:nvGrpSpPr>
        <p:grpSpPr>
          <a:xfrm>
            <a:off x="3481810" y="1513534"/>
            <a:ext cx="808920" cy="43560"/>
            <a:chOff x="3481810" y="1513534"/>
            <a:chExt cx="808920" cy="4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8D339293-8F3E-687C-ECD9-FDC1B6B0174F}"/>
                    </a:ext>
                  </a:extLst>
                </p14:cNvPr>
                <p14:cNvContentPartPr/>
                <p14:nvPr/>
              </p14:nvContentPartPr>
              <p14:xfrm>
                <a:off x="3651730" y="1513534"/>
                <a:ext cx="585720" cy="410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8D339293-8F3E-687C-ECD9-FDC1B6B0174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42730" y="1504534"/>
                  <a:ext cx="603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670B0DC6-26F2-A1C7-4415-F6AE5EA3335B}"/>
                    </a:ext>
                  </a:extLst>
                </p14:cNvPr>
                <p14:cNvContentPartPr/>
                <p14:nvPr/>
              </p14:nvContentPartPr>
              <p14:xfrm>
                <a:off x="3481810" y="1539454"/>
                <a:ext cx="808920" cy="1764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670B0DC6-26F2-A1C7-4415-F6AE5EA3335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473170" y="1530814"/>
                  <a:ext cx="8265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389EED8C-564B-6BEB-877F-C56CB63A88FC}"/>
                  </a:ext>
                </a:extLst>
              </p14:cNvPr>
              <p14:cNvContentPartPr/>
              <p14:nvPr/>
            </p14:nvContentPartPr>
            <p14:xfrm>
              <a:off x="8145970" y="2460694"/>
              <a:ext cx="4320" cy="36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389EED8C-564B-6BEB-877F-C56CB63A88FC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8136970" y="2451694"/>
                <a:ext cx="219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upo 264">
            <a:extLst>
              <a:ext uri="{FF2B5EF4-FFF2-40B4-BE49-F238E27FC236}">
                <a16:creationId xmlns:a16="http://schemas.microsoft.com/office/drawing/2014/main" id="{C98A94EC-44AC-BB6F-85AF-1BDF3104AB72}"/>
              </a:ext>
            </a:extLst>
          </p:cNvPr>
          <p:cNvGrpSpPr/>
          <p:nvPr/>
        </p:nvGrpSpPr>
        <p:grpSpPr>
          <a:xfrm>
            <a:off x="8867410" y="236254"/>
            <a:ext cx="2381040" cy="393480"/>
            <a:chOff x="8867410" y="236254"/>
            <a:chExt cx="238104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D8C00F66-DC09-7B31-6022-3F8883FFD2EC}"/>
                    </a:ext>
                  </a:extLst>
                </p14:cNvPr>
                <p14:cNvContentPartPr/>
                <p14:nvPr/>
              </p14:nvContentPartPr>
              <p14:xfrm>
                <a:off x="8896210" y="435334"/>
                <a:ext cx="137160" cy="17280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D8C00F66-DC09-7B31-6022-3F8883FFD2E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87210" y="426694"/>
                  <a:ext cx="154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7B4243F4-A4AA-4F67-299D-B835BB436290}"/>
                    </a:ext>
                  </a:extLst>
                </p14:cNvPr>
                <p14:cNvContentPartPr/>
                <p14:nvPr/>
              </p14:nvContentPartPr>
              <p14:xfrm>
                <a:off x="8867410" y="400774"/>
                <a:ext cx="114480" cy="22896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7B4243F4-A4AA-4F67-299D-B835BB43629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58410" y="392134"/>
                  <a:ext cx="1321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B9930BD3-CA29-E135-6419-4CFA8E7FE3BF}"/>
                    </a:ext>
                  </a:extLst>
                </p14:cNvPr>
                <p14:cNvContentPartPr/>
                <p14:nvPr/>
              </p14:nvContentPartPr>
              <p14:xfrm>
                <a:off x="9107890" y="490414"/>
                <a:ext cx="127440" cy="936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B9930BD3-CA29-E135-6419-4CFA8E7FE3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099250" y="481414"/>
                  <a:ext cx="145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35A73119-A1F0-F8B7-C3BE-24F77F9F675F}"/>
                    </a:ext>
                  </a:extLst>
                </p14:cNvPr>
                <p14:cNvContentPartPr/>
                <p14:nvPr/>
              </p14:nvContentPartPr>
              <p14:xfrm>
                <a:off x="9078730" y="544414"/>
                <a:ext cx="151920" cy="291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35A73119-A1F0-F8B7-C3BE-24F77F9F675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070090" y="535774"/>
                  <a:ext cx="169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E92A0D5F-ACA5-DB77-0328-50859AED1D09}"/>
                    </a:ext>
                  </a:extLst>
                </p14:cNvPr>
                <p14:cNvContentPartPr/>
                <p14:nvPr/>
              </p14:nvContentPartPr>
              <p14:xfrm>
                <a:off x="9378970" y="483934"/>
                <a:ext cx="167040" cy="86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E92A0D5F-ACA5-DB77-0328-50859AED1D0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370330" y="474934"/>
                  <a:ext cx="184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5717C1DB-C1BF-3A43-4D4B-3E9822482A2B}"/>
                    </a:ext>
                  </a:extLst>
                </p14:cNvPr>
                <p14:cNvContentPartPr/>
                <p14:nvPr/>
              </p14:nvContentPartPr>
              <p14:xfrm>
                <a:off x="9578050" y="303214"/>
                <a:ext cx="135360" cy="23364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5717C1DB-C1BF-3A43-4D4B-3E9822482A2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69050" y="294214"/>
                  <a:ext cx="153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30C8C6B7-9A71-F737-8289-178A4A3460ED}"/>
                    </a:ext>
                  </a:extLst>
                </p14:cNvPr>
                <p14:cNvContentPartPr/>
                <p14:nvPr/>
              </p14:nvContentPartPr>
              <p14:xfrm>
                <a:off x="9846970" y="345694"/>
                <a:ext cx="30600" cy="15480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30C8C6B7-9A71-F737-8289-178A4A3460E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838330" y="337054"/>
                  <a:ext cx="48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8CDB1B94-69FE-62E8-09E9-A6EC2EA61060}"/>
                    </a:ext>
                  </a:extLst>
                </p14:cNvPr>
                <p14:cNvContentPartPr/>
                <p14:nvPr/>
              </p14:nvContentPartPr>
              <p14:xfrm>
                <a:off x="9787930" y="391774"/>
                <a:ext cx="174240" cy="1296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8CDB1B94-69FE-62E8-09E9-A6EC2EA6106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778930" y="382774"/>
                  <a:ext cx="191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A921AF65-A550-7EA8-1C7F-EF133313E66A}"/>
                    </a:ext>
                  </a:extLst>
                </p14:cNvPr>
                <p14:cNvContentPartPr/>
                <p14:nvPr/>
              </p14:nvContentPartPr>
              <p14:xfrm>
                <a:off x="9804850" y="514534"/>
                <a:ext cx="131760" cy="1116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A921AF65-A550-7EA8-1C7F-EF133313E6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96210" y="505894"/>
                  <a:ext cx="149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54E21223-8986-F9A6-B4C7-69BE50947A22}"/>
                    </a:ext>
                  </a:extLst>
                </p14:cNvPr>
                <p14:cNvContentPartPr/>
                <p14:nvPr/>
              </p14:nvContentPartPr>
              <p14:xfrm>
                <a:off x="10093210" y="415174"/>
                <a:ext cx="117720" cy="13536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54E21223-8986-F9A6-B4C7-69BE50947A2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084210" y="406534"/>
                  <a:ext cx="135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F5C7EB7E-6DE4-4BB1-AF47-FCE8C21DE1C6}"/>
                    </a:ext>
                  </a:extLst>
                </p14:cNvPr>
                <p14:cNvContentPartPr/>
                <p14:nvPr/>
              </p14:nvContentPartPr>
              <p14:xfrm>
                <a:off x="10192570" y="312214"/>
                <a:ext cx="32400" cy="24876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F5C7EB7E-6DE4-4BB1-AF47-FCE8C21DE1C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183930" y="303574"/>
                  <a:ext cx="50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4BB8550F-5E6D-C4B6-D755-6B32CB071909}"/>
                    </a:ext>
                  </a:extLst>
                </p14:cNvPr>
                <p14:cNvContentPartPr/>
                <p14:nvPr/>
              </p14:nvContentPartPr>
              <p14:xfrm>
                <a:off x="10197250" y="236254"/>
                <a:ext cx="826200" cy="7164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4BB8550F-5E6D-C4B6-D755-6B32CB07190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8250" y="227614"/>
                  <a:ext cx="843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9124021C-1AA4-5F98-35C7-EF86F4EF79BE}"/>
                    </a:ext>
                  </a:extLst>
                </p14:cNvPr>
                <p14:cNvContentPartPr/>
                <p14:nvPr/>
              </p14:nvContentPartPr>
              <p14:xfrm>
                <a:off x="10269250" y="391414"/>
                <a:ext cx="108000" cy="18468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9124021C-1AA4-5F98-35C7-EF86F4EF79B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60250" y="382774"/>
                  <a:ext cx="125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A76F9F3E-8B0C-FF96-B205-77B6484FCE95}"/>
                    </a:ext>
                  </a:extLst>
                </p14:cNvPr>
                <p14:cNvContentPartPr/>
                <p14:nvPr/>
              </p14:nvContentPartPr>
              <p14:xfrm>
                <a:off x="10370410" y="373774"/>
                <a:ext cx="122760" cy="8028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A76F9F3E-8B0C-FF96-B205-77B6484FCE9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1410" y="364774"/>
                  <a:ext cx="140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B45DE933-97AD-BFD9-F468-69FEB091A05D}"/>
                    </a:ext>
                  </a:extLst>
                </p14:cNvPr>
                <p14:cNvContentPartPr/>
                <p14:nvPr/>
              </p14:nvContentPartPr>
              <p14:xfrm>
                <a:off x="10528810" y="503014"/>
                <a:ext cx="117000" cy="1116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B45DE933-97AD-BFD9-F468-69FEB091A05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20170" y="494014"/>
                  <a:ext cx="134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34E454F9-EEB2-2103-C7AF-8C16D0564EE2}"/>
                    </a:ext>
                  </a:extLst>
                </p14:cNvPr>
                <p14:cNvContentPartPr/>
                <p14:nvPr/>
              </p14:nvContentPartPr>
              <p14:xfrm>
                <a:off x="10674970" y="390694"/>
                <a:ext cx="118800" cy="810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34E454F9-EEB2-2103-C7AF-8C16D0564EE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65970" y="382054"/>
                  <a:ext cx="136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03FB6C3F-2E7E-B512-67AB-5356C4884DE3}"/>
                    </a:ext>
                  </a:extLst>
                </p14:cNvPr>
                <p14:cNvContentPartPr/>
                <p14:nvPr/>
              </p14:nvContentPartPr>
              <p14:xfrm>
                <a:off x="10746610" y="374134"/>
                <a:ext cx="74160" cy="1886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03FB6C3F-2E7E-B512-67AB-5356C4884DE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37610" y="365134"/>
                  <a:ext cx="91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F909B5B0-3AC9-4EC3-E0B7-872529AFF920}"/>
                    </a:ext>
                  </a:extLst>
                </p14:cNvPr>
                <p14:cNvContentPartPr/>
                <p14:nvPr/>
              </p14:nvContentPartPr>
              <p14:xfrm>
                <a:off x="10840210" y="442894"/>
                <a:ext cx="135000" cy="11448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F909B5B0-3AC9-4EC3-E0B7-872529AFF92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31570" y="433894"/>
                  <a:ext cx="152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58A2C325-BA14-6EB3-189D-12F884FC31E2}"/>
                    </a:ext>
                  </a:extLst>
                </p14:cNvPr>
                <p14:cNvContentPartPr/>
                <p14:nvPr/>
              </p14:nvContentPartPr>
              <p14:xfrm>
                <a:off x="10998610" y="387094"/>
                <a:ext cx="99360" cy="14400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58A2C325-BA14-6EB3-189D-12F884FC31E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989610" y="378454"/>
                  <a:ext cx="117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41D227F2-85D6-EB67-52B4-CCE54344929E}"/>
                    </a:ext>
                  </a:extLst>
                </p14:cNvPr>
                <p14:cNvContentPartPr/>
                <p14:nvPr/>
              </p14:nvContentPartPr>
              <p14:xfrm>
                <a:off x="9422530" y="604174"/>
                <a:ext cx="1825920" cy="2484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41D227F2-85D6-EB67-52B4-CCE54344929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413530" y="595174"/>
                  <a:ext cx="184356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upo 263">
            <a:extLst>
              <a:ext uri="{FF2B5EF4-FFF2-40B4-BE49-F238E27FC236}">
                <a16:creationId xmlns:a16="http://schemas.microsoft.com/office/drawing/2014/main" id="{E4EA8395-F9C0-A84A-4351-937E136E342A}"/>
              </a:ext>
            </a:extLst>
          </p:cNvPr>
          <p:cNvGrpSpPr/>
          <p:nvPr/>
        </p:nvGrpSpPr>
        <p:grpSpPr>
          <a:xfrm>
            <a:off x="10033810" y="711814"/>
            <a:ext cx="308520" cy="117000"/>
            <a:chOff x="10033810" y="711814"/>
            <a:chExt cx="308520" cy="1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12ACC421-00A1-75FB-8625-056180685A6E}"/>
                    </a:ext>
                  </a:extLst>
                </p14:cNvPr>
                <p14:cNvContentPartPr/>
                <p14:nvPr/>
              </p14:nvContentPartPr>
              <p14:xfrm>
                <a:off x="10033810" y="724054"/>
                <a:ext cx="203400" cy="1047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12ACC421-00A1-75FB-8625-056180685A6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025170" y="715054"/>
                  <a:ext cx="221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139F90A6-4519-9E2E-FC74-0DE254428911}"/>
                    </a:ext>
                  </a:extLst>
                </p14:cNvPr>
                <p14:cNvContentPartPr/>
                <p14:nvPr/>
              </p14:nvContentPartPr>
              <p14:xfrm>
                <a:off x="10219570" y="711814"/>
                <a:ext cx="122760" cy="8928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139F90A6-4519-9E2E-FC74-0DE25442891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10930" y="703174"/>
                  <a:ext cx="1404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upo 281">
            <a:extLst>
              <a:ext uri="{FF2B5EF4-FFF2-40B4-BE49-F238E27FC236}">
                <a16:creationId xmlns:a16="http://schemas.microsoft.com/office/drawing/2014/main" id="{5EDE5891-5B0E-2D0B-1135-3D890F47FB28}"/>
              </a:ext>
            </a:extLst>
          </p:cNvPr>
          <p:cNvGrpSpPr/>
          <p:nvPr/>
        </p:nvGrpSpPr>
        <p:grpSpPr>
          <a:xfrm>
            <a:off x="619450" y="5046574"/>
            <a:ext cx="644040" cy="215640"/>
            <a:chOff x="619450" y="5046574"/>
            <a:chExt cx="64404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C0184D12-7CDB-8440-317A-E3ACF618ACC2}"/>
                    </a:ext>
                  </a:extLst>
                </p14:cNvPr>
                <p14:cNvContentPartPr/>
                <p14:nvPr/>
              </p14:nvContentPartPr>
              <p14:xfrm>
                <a:off x="619450" y="5105974"/>
                <a:ext cx="149040" cy="12708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C0184D12-7CDB-8440-317A-E3ACF618ACC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10810" y="5096974"/>
                  <a:ext cx="166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582C890D-DA5F-5432-5053-11707C95D539}"/>
                    </a:ext>
                  </a:extLst>
                </p14:cNvPr>
                <p14:cNvContentPartPr/>
                <p14:nvPr/>
              </p14:nvContentPartPr>
              <p14:xfrm>
                <a:off x="815290" y="5163934"/>
                <a:ext cx="164880" cy="324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582C890D-DA5F-5432-5053-11707C95D53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06290" y="5155294"/>
                  <a:ext cx="182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D5125D62-9D36-8454-E802-950088F4C796}"/>
                    </a:ext>
                  </a:extLst>
                </p14:cNvPr>
                <p14:cNvContentPartPr/>
                <p14:nvPr/>
              </p14:nvContentPartPr>
              <p14:xfrm>
                <a:off x="795130" y="5221894"/>
                <a:ext cx="198000" cy="1656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D5125D62-9D36-8454-E802-950088F4C79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86130" y="5213254"/>
                  <a:ext cx="215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6C6D34E2-B562-4FE0-D153-CC7E064058F3}"/>
                    </a:ext>
                  </a:extLst>
                </p14:cNvPr>
                <p14:cNvContentPartPr/>
                <p14:nvPr/>
              </p14:nvContentPartPr>
              <p14:xfrm>
                <a:off x="1082410" y="5046574"/>
                <a:ext cx="181080" cy="21564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6C6D34E2-B562-4FE0-D153-CC7E064058F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73770" y="5037574"/>
                  <a:ext cx="1987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upo 288">
            <a:extLst>
              <a:ext uri="{FF2B5EF4-FFF2-40B4-BE49-F238E27FC236}">
                <a16:creationId xmlns:a16="http://schemas.microsoft.com/office/drawing/2014/main" id="{0A923CAB-7404-A241-EEC1-77281F459FB8}"/>
              </a:ext>
            </a:extLst>
          </p:cNvPr>
          <p:cNvGrpSpPr/>
          <p:nvPr/>
        </p:nvGrpSpPr>
        <p:grpSpPr>
          <a:xfrm>
            <a:off x="1997530" y="5002294"/>
            <a:ext cx="824040" cy="211680"/>
            <a:chOff x="1997530" y="5002294"/>
            <a:chExt cx="82404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3DAC8792-93AA-704F-8F96-26CE6D08AF28}"/>
                    </a:ext>
                  </a:extLst>
                </p14:cNvPr>
                <p14:cNvContentPartPr/>
                <p14:nvPr/>
              </p14:nvContentPartPr>
              <p14:xfrm>
                <a:off x="1997530" y="5026054"/>
                <a:ext cx="165600" cy="1879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3DAC8792-93AA-704F-8F96-26CE6D08AF2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988530" y="5017054"/>
                  <a:ext cx="183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6D0D2DCF-6C71-5861-2BF2-CE7403BEA6CD}"/>
                    </a:ext>
                  </a:extLst>
                </p14:cNvPr>
                <p14:cNvContentPartPr/>
                <p14:nvPr/>
              </p14:nvContentPartPr>
              <p14:xfrm>
                <a:off x="2197330" y="5174734"/>
                <a:ext cx="360" cy="36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6D0D2DCF-6C71-5861-2BF2-CE7403BEA6C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88330" y="516609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864FEC6E-FCA0-CD53-D82C-4125FCB67A16}"/>
                    </a:ext>
                  </a:extLst>
                </p14:cNvPr>
                <p14:cNvContentPartPr/>
                <p14:nvPr/>
              </p14:nvContentPartPr>
              <p14:xfrm>
                <a:off x="2213890" y="5090134"/>
                <a:ext cx="182160" cy="1476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864FEC6E-FCA0-CD53-D82C-4125FCB67A1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204890" y="5081134"/>
                  <a:ext cx="199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D79F2513-7EB0-0280-A392-4B2209564E25}"/>
                    </a:ext>
                  </a:extLst>
                </p14:cNvPr>
                <p14:cNvContentPartPr/>
                <p14:nvPr/>
              </p14:nvContentPartPr>
              <p14:xfrm>
                <a:off x="2227570" y="5165734"/>
                <a:ext cx="187560" cy="1584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D79F2513-7EB0-0280-A392-4B2209564E2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218570" y="5157094"/>
                  <a:ext cx="205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EF21A1D3-2CE2-0C00-98B8-5C1A77E33B11}"/>
                    </a:ext>
                  </a:extLst>
                </p14:cNvPr>
                <p14:cNvContentPartPr/>
                <p14:nvPr/>
              </p14:nvContentPartPr>
              <p14:xfrm>
                <a:off x="2576770" y="5023534"/>
                <a:ext cx="25560" cy="16560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EF21A1D3-2CE2-0C00-98B8-5C1A77E33B1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568130" y="5014534"/>
                  <a:ext cx="43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B578DDFF-EF4F-3BB3-695C-0152974BAA3C}"/>
                    </a:ext>
                  </a:extLst>
                </p14:cNvPr>
                <p14:cNvContentPartPr/>
                <p14:nvPr/>
              </p14:nvContentPartPr>
              <p14:xfrm>
                <a:off x="2526730" y="5027494"/>
                <a:ext cx="44640" cy="6012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B578DDFF-EF4F-3BB3-695C-0152974BAA3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17730" y="5018854"/>
                  <a:ext cx="62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58A44766-E8B7-E5C2-55E6-02CBBD5B04FA}"/>
                    </a:ext>
                  </a:extLst>
                </p14:cNvPr>
                <p14:cNvContentPartPr/>
                <p14:nvPr/>
              </p14:nvContentPartPr>
              <p14:xfrm>
                <a:off x="2517370" y="5017774"/>
                <a:ext cx="46080" cy="626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58A44766-E8B7-E5C2-55E6-02CBBD5B04F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08370" y="5008774"/>
                  <a:ext cx="637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212A9FF1-52CE-3FC4-42CE-AEBAE5802FDD}"/>
                    </a:ext>
                  </a:extLst>
                </p14:cNvPr>
                <p14:cNvContentPartPr/>
                <p14:nvPr/>
              </p14:nvContentPartPr>
              <p14:xfrm>
                <a:off x="2627170" y="5010214"/>
                <a:ext cx="194400" cy="10440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212A9FF1-52CE-3FC4-42CE-AEBAE5802FD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618170" y="5001574"/>
                  <a:ext cx="212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52CF4540-A254-586C-0449-9D134BAFAEBA}"/>
                    </a:ext>
                  </a:extLst>
                </p14:cNvPr>
                <p14:cNvContentPartPr/>
                <p14:nvPr/>
              </p14:nvContentPartPr>
              <p14:xfrm>
                <a:off x="2687290" y="5002294"/>
                <a:ext cx="62640" cy="19008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52CF4540-A254-586C-0449-9D134BAFAEB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678650" y="4993294"/>
                  <a:ext cx="802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upo 292">
            <a:extLst>
              <a:ext uri="{FF2B5EF4-FFF2-40B4-BE49-F238E27FC236}">
                <a16:creationId xmlns:a16="http://schemas.microsoft.com/office/drawing/2014/main" id="{8C57AF31-AA9E-247B-8DDC-E916550060B2}"/>
              </a:ext>
            </a:extLst>
          </p:cNvPr>
          <p:cNvGrpSpPr/>
          <p:nvPr/>
        </p:nvGrpSpPr>
        <p:grpSpPr>
          <a:xfrm>
            <a:off x="3411970" y="5015974"/>
            <a:ext cx="749160" cy="178920"/>
            <a:chOff x="3411970" y="5015974"/>
            <a:chExt cx="74916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CB5DE18B-8373-51C6-EF40-3AE8CCE1F50C}"/>
                    </a:ext>
                  </a:extLst>
                </p14:cNvPr>
                <p14:cNvContentPartPr/>
                <p14:nvPr/>
              </p14:nvContentPartPr>
              <p14:xfrm>
                <a:off x="3411970" y="5046214"/>
                <a:ext cx="148680" cy="14688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CB5DE18B-8373-51C6-EF40-3AE8CCE1F50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402970" y="5037214"/>
                  <a:ext cx="166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ED1990A9-A8F6-0C80-BDEB-FB8DAABC2938}"/>
                    </a:ext>
                  </a:extLst>
                </p14:cNvPr>
                <p14:cNvContentPartPr/>
                <p14:nvPr/>
              </p14:nvContentPartPr>
              <p14:xfrm>
                <a:off x="3601330" y="5071054"/>
                <a:ext cx="138960" cy="39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ED1990A9-A8F6-0C80-BDEB-FB8DAABC293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92690" y="5062054"/>
                  <a:ext cx="156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B025ADEE-1BA7-15F8-E51F-39E77738EC98}"/>
                    </a:ext>
                  </a:extLst>
                </p14:cNvPr>
                <p14:cNvContentPartPr/>
                <p14:nvPr/>
              </p14:nvContentPartPr>
              <p14:xfrm>
                <a:off x="3710770" y="5142334"/>
                <a:ext cx="23400" cy="504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B025ADEE-1BA7-15F8-E51F-39E77738EC9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702130" y="5133694"/>
                  <a:ext cx="41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BA6826EA-8165-68E6-650A-64E2ABA2D360}"/>
                    </a:ext>
                  </a:extLst>
                </p14:cNvPr>
                <p14:cNvContentPartPr/>
                <p14:nvPr/>
              </p14:nvContentPartPr>
              <p14:xfrm>
                <a:off x="3594130" y="5148814"/>
                <a:ext cx="184680" cy="648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BA6826EA-8165-68E6-650A-64E2ABA2D36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585490" y="5140174"/>
                  <a:ext cx="20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C3347DB7-CDE8-F48A-C461-AB75F4BA69E4}"/>
                    </a:ext>
                  </a:extLst>
                </p14:cNvPr>
                <p14:cNvContentPartPr/>
                <p14:nvPr/>
              </p14:nvContentPartPr>
              <p14:xfrm>
                <a:off x="3850090" y="5093374"/>
                <a:ext cx="143280" cy="140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C3347DB7-CDE8-F48A-C461-AB75F4BA69E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841450" y="5084734"/>
                  <a:ext cx="1609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1BE9F41D-A9E3-9AB2-4256-AED73B0B5916}"/>
                    </a:ext>
                  </a:extLst>
                </p14:cNvPr>
                <p14:cNvContentPartPr/>
                <p14:nvPr/>
              </p14:nvContentPartPr>
              <p14:xfrm>
                <a:off x="4012090" y="5021374"/>
                <a:ext cx="149040" cy="504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1BE9F41D-A9E3-9AB2-4256-AED73B0B591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003450" y="5012374"/>
                  <a:ext cx="166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94A6B310-6277-709F-5257-99E110FA01BA}"/>
                    </a:ext>
                  </a:extLst>
                </p14:cNvPr>
                <p14:cNvContentPartPr/>
                <p14:nvPr/>
              </p14:nvContentPartPr>
              <p14:xfrm>
                <a:off x="4007050" y="5015974"/>
                <a:ext cx="132120" cy="17892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94A6B310-6277-709F-5257-99E110FA01B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998050" y="5006974"/>
                  <a:ext cx="14976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upo 306">
            <a:extLst>
              <a:ext uri="{FF2B5EF4-FFF2-40B4-BE49-F238E27FC236}">
                <a16:creationId xmlns:a16="http://schemas.microsoft.com/office/drawing/2014/main" id="{484D755C-53D6-E8E1-7A97-8FB1E3499C9E}"/>
              </a:ext>
            </a:extLst>
          </p:cNvPr>
          <p:cNvGrpSpPr/>
          <p:nvPr/>
        </p:nvGrpSpPr>
        <p:grpSpPr>
          <a:xfrm>
            <a:off x="513250" y="5548774"/>
            <a:ext cx="1673280" cy="268560"/>
            <a:chOff x="513250" y="5548774"/>
            <a:chExt cx="167328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BF986DB8-D6DA-FEDF-A3D8-585000F2CBC5}"/>
                    </a:ext>
                  </a:extLst>
                </p14:cNvPr>
                <p14:cNvContentPartPr/>
                <p14:nvPr/>
              </p14:nvContentPartPr>
              <p14:xfrm>
                <a:off x="536290" y="5624014"/>
                <a:ext cx="33480" cy="19332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BF986DB8-D6DA-FEDF-A3D8-585000F2CBC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7650" y="5615374"/>
                  <a:ext cx="51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A7FE9A80-A1BF-DF21-E428-F34564EA648F}"/>
                    </a:ext>
                  </a:extLst>
                </p14:cNvPr>
                <p14:cNvContentPartPr/>
                <p14:nvPr/>
              </p14:nvContentPartPr>
              <p14:xfrm>
                <a:off x="513250" y="5608174"/>
                <a:ext cx="176040" cy="1832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A7FE9A80-A1BF-DF21-E428-F34564EA648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04250" y="5599174"/>
                  <a:ext cx="19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0449DE08-44F6-6C6A-DB85-504E5B91C911}"/>
                    </a:ext>
                  </a:extLst>
                </p14:cNvPr>
                <p14:cNvContentPartPr/>
                <p14:nvPr/>
              </p14:nvContentPartPr>
              <p14:xfrm>
                <a:off x="797290" y="5665774"/>
                <a:ext cx="150120" cy="57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0449DE08-44F6-6C6A-DB85-504E5B91C91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88650" y="5656774"/>
                  <a:ext cx="167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900F8C46-48BB-3F6E-07E5-2E2D74E2B9E9}"/>
                    </a:ext>
                  </a:extLst>
                </p14:cNvPr>
                <p14:cNvContentPartPr/>
                <p14:nvPr/>
              </p14:nvContentPartPr>
              <p14:xfrm>
                <a:off x="771370" y="5736334"/>
                <a:ext cx="142920" cy="32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900F8C46-48BB-3F6E-07E5-2E2D74E2B9E9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62370" y="5727334"/>
                  <a:ext cx="160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31B753B4-6B4A-9DF3-666E-EB1EF2E2A661}"/>
                    </a:ext>
                  </a:extLst>
                </p14:cNvPr>
                <p14:cNvContentPartPr/>
                <p14:nvPr/>
              </p14:nvContentPartPr>
              <p14:xfrm>
                <a:off x="1027330" y="5548774"/>
                <a:ext cx="129240" cy="23760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31B753B4-6B4A-9DF3-666E-EB1EF2E2A66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18330" y="5539774"/>
                  <a:ext cx="146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A9C7D1F0-7201-E17C-19AD-B6BBE211490F}"/>
                    </a:ext>
                  </a:extLst>
                </p14:cNvPr>
                <p14:cNvContentPartPr/>
                <p14:nvPr/>
              </p14:nvContentPartPr>
              <p14:xfrm>
                <a:off x="1140730" y="5555254"/>
                <a:ext cx="200160" cy="11088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A9C7D1F0-7201-E17C-19AD-B6BBE211490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32090" y="5546614"/>
                  <a:ext cx="217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0E2B6C2B-FDA6-11DC-DB26-AC0D321D13F6}"/>
                    </a:ext>
                  </a:extLst>
                </p14:cNvPr>
                <p14:cNvContentPartPr/>
                <p14:nvPr/>
              </p14:nvContentPartPr>
              <p14:xfrm>
                <a:off x="1365730" y="5731654"/>
                <a:ext cx="176040" cy="864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0E2B6C2B-FDA6-11DC-DB26-AC0D321D13F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357090" y="5722654"/>
                  <a:ext cx="193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E1BE97CE-6D38-623B-3247-1012E048740A}"/>
                    </a:ext>
                  </a:extLst>
                </p14:cNvPr>
                <p14:cNvContentPartPr/>
                <p14:nvPr/>
              </p14:nvContentPartPr>
              <p14:xfrm>
                <a:off x="1612690" y="5582614"/>
                <a:ext cx="210960" cy="11448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E1BE97CE-6D38-623B-3247-1012E048740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604050" y="5573614"/>
                  <a:ext cx="228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C1652910-6480-1068-CBC4-812AFB49240B}"/>
                    </a:ext>
                  </a:extLst>
                </p14:cNvPr>
                <p14:cNvContentPartPr/>
                <p14:nvPr/>
              </p14:nvContentPartPr>
              <p14:xfrm>
                <a:off x="1698010" y="5574334"/>
                <a:ext cx="64800" cy="19620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C1652910-6480-1068-CBC4-812AFB49240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689370" y="5565694"/>
                  <a:ext cx="82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CC7606B3-2539-BC8A-9BF3-32972A837865}"/>
                    </a:ext>
                  </a:extLst>
                </p14:cNvPr>
                <p14:cNvContentPartPr/>
                <p14:nvPr/>
              </p14:nvContentPartPr>
              <p14:xfrm>
                <a:off x="1840930" y="5628694"/>
                <a:ext cx="133920" cy="11700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CC7606B3-2539-BC8A-9BF3-32972A83786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831930" y="5619694"/>
                  <a:ext cx="1515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960EFB01-BB79-CBAC-435C-1601197D595F}"/>
                    </a:ext>
                  </a:extLst>
                </p14:cNvPr>
                <p14:cNvContentPartPr/>
                <p14:nvPr/>
              </p14:nvContentPartPr>
              <p14:xfrm>
                <a:off x="2015890" y="5605654"/>
                <a:ext cx="170640" cy="13644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960EFB01-BB79-CBAC-435C-1601197D595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006890" y="5597014"/>
                  <a:ext cx="18828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upo 322">
            <a:extLst>
              <a:ext uri="{FF2B5EF4-FFF2-40B4-BE49-F238E27FC236}">
                <a16:creationId xmlns:a16="http://schemas.microsoft.com/office/drawing/2014/main" id="{6E87862B-A41A-A8DC-B149-648DD3A7FBD7}"/>
              </a:ext>
            </a:extLst>
          </p:cNvPr>
          <p:cNvGrpSpPr/>
          <p:nvPr/>
        </p:nvGrpSpPr>
        <p:grpSpPr>
          <a:xfrm>
            <a:off x="890530" y="5924254"/>
            <a:ext cx="1665000" cy="329400"/>
            <a:chOff x="890530" y="5924254"/>
            <a:chExt cx="166500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59314E3A-427E-76B3-1F5F-5D59F829335E}"/>
                    </a:ext>
                  </a:extLst>
                </p14:cNvPr>
                <p14:cNvContentPartPr/>
                <p14:nvPr/>
              </p14:nvContentPartPr>
              <p14:xfrm>
                <a:off x="890530" y="6071494"/>
                <a:ext cx="111960" cy="17964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59314E3A-427E-76B3-1F5F-5D59F829335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81890" y="6062494"/>
                  <a:ext cx="1296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4AF7E780-6CF0-C721-8B47-6FE5EDF043B0}"/>
                    </a:ext>
                  </a:extLst>
                </p14:cNvPr>
                <p14:cNvContentPartPr/>
                <p14:nvPr/>
              </p14:nvContentPartPr>
              <p14:xfrm>
                <a:off x="1022290" y="6009934"/>
                <a:ext cx="158040" cy="14508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4AF7E780-6CF0-C721-8B47-6FE5EDF043B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13290" y="6001294"/>
                  <a:ext cx="175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CE4A2086-0F41-305B-64D8-5030FA605F67}"/>
                    </a:ext>
                  </a:extLst>
                </p14:cNvPr>
                <p14:cNvContentPartPr/>
                <p14:nvPr/>
              </p14:nvContentPartPr>
              <p14:xfrm>
                <a:off x="1080610" y="6022534"/>
                <a:ext cx="43560" cy="19728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CE4A2086-0F41-305B-64D8-5030FA605F6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71610" y="6013534"/>
                  <a:ext cx="61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F01126E3-FDCE-B52A-A28A-9AE52E723C3F}"/>
                    </a:ext>
                  </a:extLst>
                </p14:cNvPr>
                <p14:cNvContentPartPr/>
                <p14:nvPr/>
              </p14:nvContentPartPr>
              <p14:xfrm>
                <a:off x="1116610" y="5971774"/>
                <a:ext cx="118800" cy="9216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F01126E3-FDCE-B52A-A28A-9AE52E723C3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07970" y="5962774"/>
                  <a:ext cx="136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3ECBD1AB-9587-3BC0-11A1-8B3A80E44797}"/>
                    </a:ext>
                  </a:extLst>
                </p14:cNvPr>
                <p14:cNvContentPartPr/>
                <p14:nvPr/>
              </p14:nvContentPartPr>
              <p14:xfrm>
                <a:off x="1292290" y="6151774"/>
                <a:ext cx="136080" cy="1476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3ECBD1AB-9587-3BC0-11A1-8B3A80E4479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283650" y="6143134"/>
                  <a:ext cx="153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516831CD-F486-8F37-78D2-CBB431004BFB}"/>
                    </a:ext>
                  </a:extLst>
                </p14:cNvPr>
                <p14:cNvContentPartPr/>
                <p14:nvPr/>
              </p14:nvContentPartPr>
              <p14:xfrm>
                <a:off x="1512250" y="6051694"/>
                <a:ext cx="192240" cy="11988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516831CD-F486-8F37-78D2-CBB431004BF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503610" y="6042694"/>
                  <a:ext cx="209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4550347E-B318-4271-5138-2A66D9F815D2}"/>
                    </a:ext>
                  </a:extLst>
                </p14:cNvPr>
                <p14:cNvContentPartPr/>
                <p14:nvPr/>
              </p14:nvContentPartPr>
              <p14:xfrm>
                <a:off x="1628170" y="6037654"/>
                <a:ext cx="49320" cy="21600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4550347E-B318-4271-5138-2A66D9F815D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619170" y="6029014"/>
                  <a:ext cx="66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3D27E47C-898E-1959-65A1-2AA84281DB86}"/>
                    </a:ext>
                  </a:extLst>
                </p14:cNvPr>
                <p14:cNvContentPartPr/>
                <p14:nvPr/>
              </p14:nvContentPartPr>
              <p14:xfrm>
                <a:off x="1726810" y="6011734"/>
                <a:ext cx="63360" cy="22356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3D27E47C-898E-1959-65A1-2AA84281DB8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717810" y="6003094"/>
                  <a:ext cx="81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5C652AB9-7D9D-095F-314E-390990EF826A}"/>
                    </a:ext>
                  </a:extLst>
                </p14:cNvPr>
                <p14:cNvContentPartPr/>
                <p14:nvPr/>
              </p14:nvContentPartPr>
              <p14:xfrm>
                <a:off x="1805650" y="6081574"/>
                <a:ext cx="123120" cy="15408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5C652AB9-7D9D-095F-314E-390990EF826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796650" y="6072934"/>
                  <a:ext cx="140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66B795D6-23FC-2BF1-8724-5AB649C87C94}"/>
                    </a:ext>
                  </a:extLst>
                </p14:cNvPr>
                <p14:cNvContentPartPr/>
                <p14:nvPr/>
              </p14:nvContentPartPr>
              <p14:xfrm>
                <a:off x="1941730" y="6003094"/>
                <a:ext cx="100440" cy="23976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66B795D6-23FC-2BF1-8724-5AB649C87C9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933090" y="5994094"/>
                  <a:ext cx="1180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5D1D091F-4B8E-ECE2-725D-D25DDCDB878D}"/>
                    </a:ext>
                  </a:extLst>
                </p14:cNvPr>
                <p14:cNvContentPartPr/>
                <p14:nvPr/>
              </p14:nvContentPartPr>
              <p14:xfrm>
                <a:off x="2132890" y="5953054"/>
                <a:ext cx="78120" cy="26172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5D1D091F-4B8E-ECE2-725D-D25DDCDB878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2123890" y="5944414"/>
                  <a:ext cx="957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EC7DAE80-3048-AF53-6BA1-A0FF8B002862}"/>
                    </a:ext>
                  </a:extLst>
                </p14:cNvPr>
                <p14:cNvContentPartPr/>
                <p14:nvPr/>
              </p14:nvContentPartPr>
              <p14:xfrm>
                <a:off x="2203450" y="6076174"/>
                <a:ext cx="119880" cy="15480"/>
              </p14:xfrm>
            </p:contentPart>
          </mc:Choice>
          <mc:Fallback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EC7DAE80-3048-AF53-6BA1-A0FF8B00286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194450" y="6067174"/>
                  <a:ext cx="137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62DB62B9-A2E5-8030-6DFA-10FEAEFF20EC}"/>
                    </a:ext>
                  </a:extLst>
                </p14:cNvPr>
                <p14:cNvContentPartPr/>
                <p14:nvPr/>
              </p14:nvContentPartPr>
              <p14:xfrm>
                <a:off x="2361850" y="6003814"/>
                <a:ext cx="114120" cy="1008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62DB62B9-A2E5-8030-6DFA-10FEAEFF20E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353210" y="5994814"/>
                  <a:ext cx="1317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EDA36218-B0D0-E2DE-4DF2-A2DD197C315D}"/>
                    </a:ext>
                  </a:extLst>
                </p14:cNvPr>
                <p14:cNvContentPartPr/>
                <p14:nvPr/>
              </p14:nvContentPartPr>
              <p14:xfrm>
                <a:off x="2333050" y="6017134"/>
                <a:ext cx="119160" cy="17496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EDA36218-B0D0-E2DE-4DF2-A2DD197C315D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324050" y="6008494"/>
                  <a:ext cx="136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EA6A6C4E-6415-834C-42D7-3875E7E23C64}"/>
                    </a:ext>
                  </a:extLst>
                </p14:cNvPr>
                <p14:cNvContentPartPr/>
                <p14:nvPr/>
              </p14:nvContentPartPr>
              <p14:xfrm>
                <a:off x="2468410" y="5924254"/>
                <a:ext cx="87120" cy="31500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EA6A6C4E-6415-834C-42D7-3875E7E23C6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459410" y="5915254"/>
                  <a:ext cx="10476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upo 336">
            <a:extLst>
              <a:ext uri="{FF2B5EF4-FFF2-40B4-BE49-F238E27FC236}">
                <a16:creationId xmlns:a16="http://schemas.microsoft.com/office/drawing/2014/main" id="{1D145AA2-0BF4-68AD-ECC9-799DF709C626}"/>
              </a:ext>
            </a:extLst>
          </p:cNvPr>
          <p:cNvGrpSpPr/>
          <p:nvPr/>
        </p:nvGrpSpPr>
        <p:grpSpPr>
          <a:xfrm>
            <a:off x="868570" y="6409174"/>
            <a:ext cx="501840" cy="212040"/>
            <a:chOff x="868570" y="6409174"/>
            <a:chExt cx="50184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79C6E343-6AD7-6A6B-154B-467074B3D96D}"/>
                    </a:ext>
                  </a:extLst>
                </p14:cNvPr>
                <p14:cNvContentPartPr/>
                <p14:nvPr/>
              </p14:nvContentPartPr>
              <p14:xfrm>
                <a:off x="868570" y="6449854"/>
                <a:ext cx="91800" cy="17136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79C6E343-6AD7-6A6B-154B-467074B3D96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59930" y="6441214"/>
                  <a:ext cx="109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35F232C5-670C-6DD3-236A-4B77631C01A8}"/>
                    </a:ext>
                  </a:extLst>
                </p14:cNvPr>
                <p14:cNvContentPartPr/>
                <p14:nvPr/>
              </p14:nvContentPartPr>
              <p14:xfrm>
                <a:off x="997810" y="6426454"/>
                <a:ext cx="177480" cy="18144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35F232C5-670C-6DD3-236A-4B77631C01A8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89170" y="6417454"/>
                  <a:ext cx="195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E999C8DE-6FCD-C0A9-2746-741AFED00911}"/>
                    </a:ext>
                  </a:extLst>
                </p14:cNvPr>
                <p14:cNvContentPartPr/>
                <p14:nvPr/>
              </p14:nvContentPartPr>
              <p14:xfrm>
                <a:off x="1210930" y="6409174"/>
                <a:ext cx="159480" cy="18180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E999C8DE-6FCD-C0A9-2746-741AFED0091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202290" y="6400534"/>
                  <a:ext cx="1771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upo 350">
            <a:extLst>
              <a:ext uri="{FF2B5EF4-FFF2-40B4-BE49-F238E27FC236}">
                <a16:creationId xmlns:a16="http://schemas.microsoft.com/office/drawing/2014/main" id="{570FFAC2-4EB0-FB5A-AEF2-4C8496579223}"/>
              </a:ext>
            </a:extLst>
          </p:cNvPr>
          <p:cNvGrpSpPr/>
          <p:nvPr/>
        </p:nvGrpSpPr>
        <p:grpSpPr>
          <a:xfrm>
            <a:off x="1444930" y="6404854"/>
            <a:ext cx="1444680" cy="200160"/>
            <a:chOff x="1444930" y="6404854"/>
            <a:chExt cx="144468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38" name="Entrada de lápiz 337">
                  <a:extLst>
                    <a:ext uri="{FF2B5EF4-FFF2-40B4-BE49-F238E27FC236}">
                      <a16:creationId xmlns:a16="http://schemas.microsoft.com/office/drawing/2014/main" id="{D650A8EA-F59C-AFD6-F80C-E0D7D7972199}"/>
                    </a:ext>
                  </a:extLst>
                </p14:cNvPr>
                <p14:cNvContentPartPr/>
                <p14:nvPr/>
              </p14:nvContentPartPr>
              <p14:xfrm>
                <a:off x="1479130" y="6417814"/>
                <a:ext cx="60840" cy="165240"/>
              </p14:xfrm>
            </p:contentPart>
          </mc:Choice>
          <mc:Fallback>
            <p:pic>
              <p:nvPicPr>
                <p:cNvPr id="338" name="Entrada de lápiz 337">
                  <a:extLst>
                    <a:ext uri="{FF2B5EF4-FFF2-40B4-BE49-F238E27FC236}">
                      <a16:creationId xmlns:a16="http://schemas.microsoft.com/office/drawing/2014/main" id="{D650A8EA-F59C-AFD6-F80C-E0D7D797219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470490" y="6408814"/>
                  <a:ext cx="78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09960C45-E506-F53B-5EA6-07F79F99106C}"/>
                    </a:ext>
                  </a:extLst>
                </p14:cNvPr>
                <p14:cNvContentPartPr/>
                <p14:nvPr/>
              </p14:nvContentPartPr>
              <p14:xfrm>
                <a:off x="1444930" y="6472894"/>
                <a:ext cx="182160" cy="3636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09960C45-E506-F53B-5EA6-07F79F99106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436290" y="6463894"/>
                  <a:ext cx="199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6E0BBB09-2063-9A06-E597-BF1BB39ED08F}"/>
                    </a:ext>
                  </a:extLst>
                </p14:cNvPr>
                <p14:cNvContentPartPr/>
                <p14:nvPr/>
              </p14:nvContentPartPr>
              <p14:xfrm>
                <a:off x="1666690" y="6425734"/>
                <a:ext cx="162000" cy="154800"/>
              </p14:xfrm>
            </p:contentPart>
          </mc:Choice>
          <mc:Fallback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6E0BBB09-2063-9A06-E597-BF1BB39ED08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658050" y="6417094"/>
                  <a:ext cx="179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83886C69-15E1-A5A9-6D6B-42653BC55329}"/>
                    </a:ext>
                  </a:extLst>
                </p14:cNvPr>
                <p14:cNvContentPartPr/>
                <p14:nvPr/>
              </p14:nvContentPartPr>
              <p14:xfrm>
                <a:off x="1919050" y="6427534"/>
                <a:ext cx="101880" cy="9900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83886C69-15E1-A5A9-6D6B-42653BC5532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910410" y="6418894"/>
                  <a:ext cx="11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AB8ABE3E-0DEA-F6EE-7875-F2BCDB96D663}"/>
                    </a:ext>
                  </a:extLst>
                </p14:cNvPr>
                <p14:cNvContentPartPr/>
                <p14:nvPr/>
              </p14:nvContentPartPr>
              <p14:xfrm>
                <a:off x="1856770" y="6450214"/>
                <a:ext cx="160920" cy="14256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AB8ABE3E-0DEA-F6EE-7875-F2BCDB96D66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848130" y="6441214"/>
                  <a:ext cx="178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436ED311-D1C9-6450-5800-DA497675DB78}"/>
                    </a:ext>
                  </a:extLst>
                </p14:cNvPr>
                <p14:cNvContentPartPr/>
                <p14:nvPr/>
              </p14:nvContentPartPr>
              <p14:xfrm>
                <a:off x="2110930" y="6500614"/>
                <a:ext cx="164520" cy="1584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436ED311-D1C9-6450-5800-DA497675DB7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102290" y="6491974"/>
                  <a:ext cx="182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1A128D53-17CA-B1A3-D2FB-48C065A8DC50}"/>
                    </a:ext>
                  </a:extLst>
                </p14:cNvPr>
                <p14:cNvContentPartPr/>
                <p14:nvPr/>
              </p14:nvContentPartPr>
              <p14:xfrm>
                <a:off x="2122090" y="6562534"/>
                <a:ext cx="161280" cy="2088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1A128D53-17CA-B1A3-D2FB-48C065A8DC50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113090" y="6553534"/>
                  <a:ext cx="178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D5FC2966-1F2F-7EBE-A7DF-3D26165FCF0A}"/>
                    </a:ext>
                  </a:extLst>
                </p14:cNvPr>
                <p14:cNvContentPartPr/>
                <p14:nvPr/>
              </p14:nvContentPartPr>
              <p14:xfrm>
                <a:off x="2380210" y="6427174"/>
                <a:ext cx="179280" cy="15876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D5FC2966-1F2F-7EBE-A7DF-3D26165FCF0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371210" y="6418534"/>
                  <a:ext cx="196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A8DEB528-A165-E9C3-EEC3-0C23028EA838}"/>
                    </a:ext>
                  </a:extLst>
                </p14:cNvPr>
                <p14:cNvContentPartPr/>
                <p14:nvPr/>
              </p14:nvContentPartPr>
              <p14:xfrm>
                <a:off x="2548690" y="6425734"/>
                <a:ext cx="184320" cy="24840"/>
              </p14:xfrm>
            </p:contentPart>
          </mc:Choice>
          <mc:Fallback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A8DEB528-A165-E9C3-EEC3-0C23028EA83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540050" y="6417094"/>
                  <a:ext cx="201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9BE1AAD4-D1B0-40B2-5F14-15BED45FC8B7}"/>
                    </a:ext>
                  </a:extLst>
                </p14:cNvPr>
                <p14:cNvContentPartPr/>
                <p14:nvPr/>
              </p14:nvContentPartPr>
              <p14:xfrm>
                <a:off x="2541850" y="6452014"/>
                <a:ext cx="159120" cy="15300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9BE1AAD4-D1B0-40B2-5F14-15BED45FC8B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533210" y="6443014"/>
                  <a:ext cx="176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4E6081FC-7983-96A2-8CD1-435558891996}"/>
                    </a:ext>
                  </a:extLst>
                </p14:cNvPr>
                <p14:cNvContentPartPr/>
                <p14:nvPr/>
              </p14:nvContentPartPr>
              <p14:xfrm>
                <a:off x="2765770" y="6404854"/>
                <a:ext cx="123840" cy="18432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4E6081FC-7983-96A2-8CD1-43555889199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756770" y="6395854"/>
                  <a:ext cx="14148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352" name="Entrada de lápiz 351">
                <a:extLst>
                  <a:ext uri="{FF2B5EF4-FFF2-40B4-BE49-F238E27FC236}">
                    <a16:creationId xmlns:a16="http://schemas.microsoft.com/office/drawing/2014/main" id="{D623E948-91E8-1323-3D36-40F61581BC6E}"/>
                  </a:ext>
                </a:extLst>
              </p14:cNvPr>
              <p14:cNvContentPartPr/>
              <p14:nvPr/>
            </p14:nvContentPartPr>
            <p14:xfrm>
              <a:off x="5737570" y="1717654"/>
              <a:ext cx="2520" cy="15840"/>
            </p14:xfrm>
          </p:contentPart>
        </mc:Choice>
        <mc:Fallback>
          <p:pic>
            <p:nvPicPr>
              <p:cNvPr id="352" name="Entrada de lápiz 351">
                <a:extLst>
                  <a:ext uri="{FF2B5EF4-FFF2-40B4-BE49-F238E27FC236}">
                    <a16:creationId xmlns:a16="http://schemas.microsoft.com/office/drawing/2014/main" id="{D623E948-91E8-1323-3D36-40F61581BC6E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5728570" y="1709014"/>
                <a:ext cx="201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353" name="Entrada de lápiz 352">
                <a:extLst>
                  <a:ext uri="{FF2B5EF4-FFF2-40B4-BE49-F238E27FC236}">
                    <a16:creationId xmlns:a16="http://schemas.microsoft.com/office/drawing/2014/main" id="{B446BAFC-21D6-700C-45C3-4A31BACF3FC3}"/>
                  </a:ext>
                </a:extLst>
              </p14:cNvPr>
              <p14:cNvContentPartPr/>
              <p14:nvPr/>
            </p14:nvContentPartPr>
            <p14:xfrm>
              <a:off x="5290090" y="1651054"/>
              <a:ext cx="405720" cy="5099760"/>
            </p14:xfrm>
          </p:contentPart>
        </mc:Choice>
        <mc:Fallback>
          <p:pic>
            <p:nvPicPr>
              <p:cNvPr id="353" name="Entrada de lápiz 352">
                <a:extLst>
                  <a:ext uri="{FF2B5EF4-FFF2-40B4-BE49-F238E27FC236}">
                    <a16:creationId xmlns:a16="http://schemas.microsoft.com/office/drawing/2014/main" id="{B446BAFC-21D6-700C-45C3-4A31BACF3FC3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5281090" y="1642054"/>
                <a:ext cx="423360" cy="511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upo 354">
            <a:extLst>
              <a:ext uri="{FF2B5EF4-FFF2-40B4-BE49-F238E27FC236}">
                <a16:creationId xmlns:a16="http://schemas.microsoft.com/office/drawing/2014/main" id="{82E81D4C-2290-D838-E00D-B300406757FF}"/>
              </a:ext>
            </a:extLst>
          </p:cNvPr>
          <p:cNvGrpSpPr/>
          <p:nvPr/>
        </p:nvGrpSpPr>
        <p:grpSpPr>
          <a:xfrm>
            <a:off x="6569530" y="963094"/>
            <a:ext cx="1575000" cy="298080"/>
            <a:chOff x="6569530" y="963094"/>
            <a:chExt cx="15750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C26D758C-0244-613C-F237-AF417783561E}"/>
                    </a:ext>
                  </a:extLst>
                </p14:cNvPr>
                <p14:cNvContentPartPr/>
                <p14:nvPr/>
              </p14:nvContentPartPr>
              <p14:xfrm>
                <a:off x="6569530" y="1044454"/>
                <a:ext cx="122400" cy="1396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C26D758C-0244-613C-F237-AF417783561E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6560530" y="1035454"/>
                  <a:ext cx="1400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DE322CE9-D602-AAB4-5052-07384BC2621E}"/>
                    </a:ext>
                  </a:extLst>
                </p14:cNvPr>
                <p14:cNvContentPartPr/>
                <p14:nvPr/>
              </p14:nvContentPartPr>
              <p14:xfrm>
                <a:off x="6731890" y="1093414"/>
                <a:ext cx="111240" cy="990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DE322CE9-D602-AAB4-5052-07384BC2621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722890" y="1084774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AF81144-EC64-D9EB-A485-C160708CC149}"/>
                    </a:ext>
                  </a:extLst>
                </p14:cNvPr>
                <p14:cNvContentPartPr/>
                <p14:nvPr/>
              </p14:nvContentPartPr>
              <p14:xfrm>
                <a:off x="6759610" y="1063174"/>
                <a:ext cx="43560" cy="148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AF81144-EC64-D9EB-A485-C160708CC14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750970" y="1054534"/>
                  <a:ext cx="61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E58D0BD-BA5B-0E59-AE6D-42D7D44D256A}"/>
                    </a:ext>
                  </a:extLst>
                </p14:cNvPr>
                <p14:cNvContentPartPr/>
                <p14:nvPr/>
              </p14:nvContentPartPr>
              <p14:xfrm>
                <a:off x="6856450" y="997294"/>
                <a:ext cx="93600" cy="918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E58D0BD-BA5B-0E59-AE6D-42D7D44D256A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847450" y="988294"/>
                  <a:ext cx="11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62351DC-EC8F-A5BD-8E4B-E9C3A86E3007}"/>
                    </a:ext>
                  </a:extLst>
                </p14:cNvPr>
                <p14:cNvContentPartPr/>
                <p14:nvPr/>
              </p14:nvContentPartPr>
              <p14:xfrm>
                <a:off x="7036090" y="1064974"/>
                <a:ext cx="15480" cy="1962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62351DC-EC8F-A5BD-8E4B-E9C3A86E3007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027450" y="1056334"/>
                  <a:ext cx="33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D74FF5A4-452E-8E61-6DAF-F2B206CA35C8}"/>
                    </a:ext>
                  </a:extLst>
                </p14:cNvPr>
                <p14:cNvContentPartPr/>
                <p14:nvPr/>
              </p14:nvContentPartPr>
              <p14:xfrm>
                <a:off x="6973810" y="1151014"/>
                <a:ext cx="135000" cy="10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D74FF5A4-452E-8E61-6DAF-F2B206CA35C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965170" y="1142014"/>
                  <a:ext cx="152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D3F99C1-9E51-C0A3-C5C5-4C21B53B3F96}"/>
                    </a:ext>
                  </a:extLst>
                </p14:cNvPr>
                <p14:cNvContentPartPr/>
                <p14:nvPr/>
              </p14:nvContentPartPr>
              <p14:xfrm>
                <a:off x="7183690" y="1015294"/>
                <a:ext cx="105120" cy="2037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D3F99C1-9E51-C0A3-C5C5-4C21B53B3F9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174690" y="1006654"/>
                  <a:ext cx="122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101DD137-7448-50E4-D863-793D45F1EF74}"/>
                    </a:ext>
                  </a:extLst>
                </p14:cNvPr>
                <p14:cNvContentPartPr/>
                <p14:nvPr/>
              </p14:nvContentPartPr>
              <p14:xfrm>
                <a:off x="7325170" y="1092334"/>
                <a:ext cx="82800" cy="1170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101DD137-7448-50E4-D863-793D45F1EF7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316530" y="1083334"/>
                  <a:ext cx="100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DE12ADD2-D05A-5914-3AD4-BE46FF7279C8}"/>
                    </a:ext>
                  </a:extLst>
                </p14:cNvPr>
                <p14:cNvContentPartPr/>
                <p14:nvPr/>
              </p14:nvContentPartPr>
              <p14:xfrm>
                <a:off x="7300330" y="1083334"/>
                <a:ext cx="64440" cy="1465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DE12ADD2-D05A-5914-3AD4-BE46FF7279C8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291330" y="1074334"/>
                  <a:ext cx="82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65F5631B-E2C4-0692-1DED-BE869E1D249D}"/>
                    </a:ext>
                  </a:extLst>
                </p14:cNvPr>
                <p14:cNvContentPartPr/>
                <p14:nvPr/>
              </p14:nvContentPartPr>
              <p14:xfrm>
                <a:off x="7563490" y="1050574"/>
                <a:ext cx="30600" cy="1792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65F5631B-E2C4-0692-1DED-BE869E1D249D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554490" y="1041934"/>
                  <a:ext cx="48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60FF00BF-9BFA-1DB5-1E68-3C7564FDAFEE}"/>
                    </a:ext>
                  </a:extLst>
                </p14:cNvPr>
                <p14:cNvContentPartPr/>
                <p14:nvPr/>
              </p14:nvContentPartPr>
              <p14:xfrm>
                <a:off x="7526050" y="1127614"/>
                <a:ext cx="141840" cy="140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60FF00BF-9BFA-1DB5-1E68-3C7564FDAFE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517410" y="1118614"/>
                  <a:ext cx="159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297DD4B0-3381-B137-5F17-FB0B8A2C008A}"/>
                    </a:ext>
                  </a:extLst>
                </p14:cNvPr>
                <p14:cNvContentPartPr/>
                <p14:nvPr/>
              </p14:nvContentPartPr>
              <p14:xfrm>
                <a:off x="7678690" y="1100614"/>
                <a:ext cx="131760" cy="1591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297DD4B0-3381-B137-5F17-FB0B8A2C008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670050" y="1091614"/>
                  <a:ext cx="149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AE425C0-B497-970F-4BA6-8B499AF0C02D}"/>
                    </a:ext>
                  </a:extLst>
                </p14:cNvPr>
                <p14:cNvContentPartPr/>
                <p14:nvPr/>
              </p14:nvContentPartPr>
              <p14:xfrm>
                <a:off x="7866610" y="1095934"/>
                <a:ext cx="80640" cy="57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AE425C0-B497-970F-4BA6-8B499AF0C02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7857970" y="1086934"/>
                  <a:ext cx="98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1651C34F-E9A9-7485-E937-18B720FB3286}"/>
                    </a:ext>
                  </a:extLst>
                </p14:cNvPr>
                <p14:cNvContentPartPr/>
                <p14:nvPr/>
              </p14:nvContentPartPr>
              <p14:xfrm>
                <a:off x="7842490" y="1165414"/>
                <a:ext cx="128880" cy="21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1651C34F-E9A9-7485-E937-18B720FB328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833850" y="1156774"/>
                  <a:ext cx="146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AB2E5D6-27CE-596D-7ECF-8DA36C56A24F}"/>
                    </a:ext>
                  </a:extLst>
                </p14:cNvPr>
                <p14:cNvContentPartPr/>
                <p14:nvPr/>
              </p14:nvContentPartPr>
              <p14:xfrm>
                <a:off x="8008810" y="1038694"/>
                <a:ext cx="135720" cy="1900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AB2E5D6-27CE-596D-7ECF-8DA36C56A24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000170" y="1030054"/>
                  <a:ext cx="1533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A72849B0-AD9D-33D9-3FE2-AE461843C51D}"/>
                    </a:ext>
                  </a:extLst>
                </p14:cNvPr>
                <p14:cNvContentPartPr/>
                <p14:nvPr/>
              </p14:nvContentPartPr>
              <p14:xfrm>
                <a:off x="6680410" y="963094"/>
                <a:ext cx="150840" cy="184680"/>
              </p14:xfrm>
            </p:contentPart>
          </mc:Choice>
          <mc:Fallback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A72849B0-AD9D-33D9-3FE2-AE461843C51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671770" y="954094"/>
                  <a:ext cx="1684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upo 356">
            <a:extLst>
              <a:ext uri="{FF2B5EF4-FFF2-40B4-BE49-F238E27FC236}">
                <a16:creationId xmlns:a16="http://schemas.microsoft.com/office/drawing/2014/main" id="{64A94ED6-6846-A3C2-9BCF-2A19477630F3}"/>
              </a:ext>
            </a:extLst>
          </p:cNvPr>
          <p:cNvGrpSpPr/>
          <p:nvPr/>
        </p:nvGrpSpPr>
        <p:grpSpPr>
          <a:xfrm>
            <a:off x="621610" y="4329814"/>
            <a:ext cx="1375920" cy="385560"/>
            <a:chOff x="621610" y="4329814"/>
            <a:chExt cx="137592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B2BFDB5-831B-82D6-AF92-F01D19BF5E2B}"/>
                    </a:ext>
                  </a:extLst>
                </p14:cNvPr>
                <p14:cNvContentPartPr/>
                <p14:nvPr/>
              </p14:nvContentPartPr>
              <p14:xfrm>
                <a:off x="723850" y="4449694"/>
                <a:ext cx="150120" cy="19512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B2BFDB5-831B-82D6-AF92-F01D19BF5E2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15210" y="4441054"/>
                  <a:ext cx="167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8ADBC3F3-86BB-C7B8-E32F-6BD88A374B28}"/>
                    </a:ext>
                  </a:extLst>
                </p14:cNvPr>
                <p14:cNvContentPartPr/>
                <p14:nvPr/>
              </p14:nvContentPartPr>
              <p14:xfrm>
                <a:off x="919690" y="4462654"/>
                <a:ext cx="138960" cy="1512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8ADBC3F3-86BB-C7B8-E32F-6BD88A374B2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11050" y="4453654"/>
                  <a:ext cx="156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A18DAB00-18D2-3744-F610-DFF41DDF8672}"/>
                    </a:ext>
                  </a:extLst>
                </p14:cNvPr>
                <p14:cNvContentPartPr/>
                <p14:nvPr/>
              </p14:nvContentPartPr>
              <p14:xfrm>
                <a:off x="935170" y="4437454"/>
                <a:ext cx="55080" cy="1785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A18DAB00-18D2-3744-F610-DFF41DDF8672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26530" y="4428454"/>
                  <a:ext cx="72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3EAFAE80-B8FD-FFF5-2484-EC8913BA0085}"/>
                    </a:ext>
                  </a:extLst>
                </p14:cNvPr>
                <p14:cNvContentPartPr/>
                <p14:nvPr/>
              </p14:nvContentPartPr>
              <p14:xfrm>
                <a:off x="1020130" y="4329814"/>
                <a:ext cx="113760" cy="842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3EAFAE80-B8FD-FFF5-2484-EC8913BA0085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11490" y="4320814"/>
                  <a:ext cx="131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4D74E57F-9BFD-251D-13BF-4DB44F1C7CB5}"/>
                    </a:ext>
                  </a:extLst>
                </p14:cNvPr>
                <p14:cNvContentPartPr/>
                <p14:nvPr/>
              </p14:nvContentPartPr>
              <p14:xfrm>
                <a:off x="1290490" y="4417294"/>
                <a:ext cx="25560" cy="1731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4D74E57F-9BFD-251D-13BF-4DB44F1C7CB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281490" y="4408294"/>
                  <a:ext cx="43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B907BE68-49C0-D377-7ABB-9934181699A5}"/>
                    </a:ext>
                  </a:extLst>
                </p14:cNvPr>
                <p14:cNvContentPartPr/>
                <p14:nvPr/>
              </p14:nvContentPartPr>
              <p14:xfrm>
                <a:off x="1201930" y="4511614"/>
                <a:ext cx="185040" cy="57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B907BE68-49C0-D377-7ABB-9934181699A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193290" y="4502614"/>
                  <a:ext cx="20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0A9B5DED-0E6E-9953-D4CC-07DD202C1919}"/>
                    </a:ext>
                  </a:extLst>
                </p14:cNvPr>
                <p14:cNvContentPartPr/>
                <p14:nvPr/>
              </p14:nvContentPartPr>
              <p14:xfrm>
                <a:off x="1497490" y="4446814"/>
                <a:ext cx="104760" cy="16812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0A9B5DED-0E6E-9953-D4CC-07DD202C191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488490" y="4437814"/>
                  <a:ext cx="122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434FF6BE-8048-1782-03B3-7A9BB140D1EB}"/>
                    </a:ext>
                  </a:extLst>
                </p14:cNvPr>
                <p14:cNvContentPartPr/>
                <p14:nvPr/>
              </p14:nvContentPartPr>
              <p14:xfrm>
                <a:off x="1666330" y="4432774"/>
                <a:ext cx="161640" cy="1152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434FF6BE-8048-1782-03B3-7A9BB140D1E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657330" y="4424134"/>
                  <a:ext cx="1792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E5919DF1-3941-3B5B-97F0-522B142861AB}"/>
                    </a:ext>
                  </a:extLst>
                </p14:cNvPr>
                <p14:cNvContentPartPr/>
                <p14:nvPr/>
              </p14:nvContentPartPr>
              <p14:xfrm>
                <a:off x="1756330" y="4437814"/>
                <a:ext cx="35640" cy="18756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E5919DF1-3941-3B5B-97F0-522B142861A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747690" y="4428814"/>
                  <a:ext cx="53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D8DAAEFD-3623-85BB-7A85-80F8D6DC22C4}"/>
                    </a:ext>
                  </a:extLst>
                </p14:cNvPr>
                <p14:cNvContentPartPr/>
                <p14:nvPr/>
              </p14:nvContentPartPr>
              <p14:xfrm>
                <a:off x="1841650" y="4459054"/>
                <a:ext cx="155880" cy="12096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D8DAAEFD-3623-85BB-7A85-80F8D6DC22C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833010" y="4450054"/>
                  <a:ext cx="173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93111B29-5BB8-C829-AB0F-78734E1197C2}"/>
                    </a:ext>
                  </a:extLst>
                </p14:cNvPr>
                <p14:cNvContentPartPr/>
                <p14:nvPr/>
              </p14:nvContentPartPr>
              <p14:xfrm>
                <a:off x="1870810" y="4432774"/>
                <a:ext cx="26640" cy="18216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93111B29-5BB8-C829-AB0F-78734E1197C2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862170" y="4424134"/>
                  <a:ext cx="44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CDBF53AB-83E0-4E90-9CAA-CB678563E982}"/>
                    </a:ext>
                  </a:extLst>
                </p14:cNvPr>
                <p14:cNvContentPartPr/>
                <p14:nvPr/>
              </p14:nvContentPartPr>
              <p14:xfrm>
                <a:off x="621610" y="4346734"/>
                <a:ext cx="385920" cy="36864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CDBF53AB-83E0-4E90-9CAA-CB678563E98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12970" y="4338094"/>
                  <a:ext cx="40356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upo 385">
            <a:extLst>
              <a:ext uri="{FF2B5EF4-FFF2-40B4-BE49-F238E27FC236}">
                <a16:creationId xmlns:a16="http://schemas.microsoft.com/office/drawing/2014/main" id="{41D9E5B8-FCBC-DD11-2994-E34D901482F6}"/>
              </a:ext>
            </a:extLst>
          </p:cNvPr>
          <p:cNvGrpSpPr/>
          <p:nvPr/>
        </p:nvGrpSpPr>
        <p:grpSpPr>
          <a:xfrm>
            <a:off x="6063730" y="1703974"/>
            <a:ext cx="2336760" cy="799200"/>
            <a:chOff x="6063730" y="1703974"/>
            <a:chExt cx="2336760" cy="79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2395BFB6-FB4E-9C19-CBB2-51BF74707045}"/>
                    </a:ext>
                  </a:extLst>
                </p14:cNvPr>
                <p14:cNvContentPartPr/>
                <p14:nvPr/>
              </p14:nvContentPartPr>
              <p14:xfrm>
                <a:off x="6066970" y="1838254"/>
                <a:ext cx="158040" cy="17244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2395BFB6-FB4E-9C19-CBB2-51BF7470704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058330" y="1829254"/>
                  <a:ext cx="175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7FFF72F2-E53B-652B-44F4-7E105A5A5BA0}"/>
                    </a:ext>
                  </a:extLst>
                </p14:cNvPr>
                <p14:cNvContentPartPr/>
                <p14:nvPr/>
              </p14:nvContentPartPr>
              <p14:xfrm>
                <a:off x="6063730" y="1820974"/>
                <a:ext cx="90720" cy="19908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7FFF72F2-E53B-652B-44F4-7E105A5A5BA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055090" y="1811974"/>
                  <a:ext cx="108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20C8A48C-FA21-8094-803E-D6222ECF4CDE}"/>
                    </a:ext>
                  </a:extLst>
                </p14:cNvPr>
                <p14:cNvContentPartPr/>
                <p14:nvPr/>
              </p14:nvContentPartPr>
              <p14:xfrm>
                <a:off x="6281530" y="1888654"/>
                <a:ext cx="169920" cy="540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20C8A48C-FA21-8094-803E-D6222ECF4CD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272890" y="1879654"/>
                  <a:ext cx="187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8A0C25AB-566E-4AE6-EBF2-2671F2D36DE2}"/>
                    </a:ext>
                  </a:extLst>
                </p14:cNvPr>
                <p14:cNvContentPartPr/>
                <p14:nvPr/>
              </p14:nvContentPartPr>
              <p14:xfrm>
                <a:off x="6278650" y="1967134"/>
                <a:ext cx="159480" cy="756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8A0C25AB-566E-4AE6-EBF2-2671F2D36DE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270010" y="1958134"/>
                  <a:ext cx="177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7B23FA4F-3DA8-7DD1-A5B5-7DA2B9B2EA4F}"/>
                    </a:ext>
                  </a:extLst>
                </p14:cNvPr>
                <p14:cNvContentPartPr/>
                <p14:nvPr/>
              </p14:nvContentPartPr>
              <p14:xfrm>
                <a:off x="6576010" y="1866694"/>
                <a:ext cx="162000" cy="18360"/>
              </p14:xfrm>
            </p:contentPart>
          </mc:Choice>
          <mc:Fallback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7B23FA4F-3DA8-7DD1-A5B5-7DA2B9B2EA4F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567370" y="1858054"/>
                  <a:ext cx="179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65" name="Entrada de lápiz 364">
                  <a:extLst>
                    <a:ext uri="{FF2B5EF4-FFF2-40B4-BE49-F238E27FC236}">
                      <a16:creationId xmlns:a16="http://schemas.microsoft.com/office/drawing/2014/main" id="{FA7D8B04-D232-3C62-4CF5-E9D043C70AF9}"/>
                    </a:ext>
                  </a:extLst>
                </p14:cNvPr>
                <p14:cNvContentPartPr/>
                <p14:nvPr/>
              </p14:nvContentPartPr>
              <p14:xfrm>
                <a:off x="6824050" y="1770574"/>
                <a:ext cx="78840" cy="237600"/>
              </p14:xfrm>
            </p:contentPart>
          </mc:Choice>
          <mc:Fallback>
            <p:pic>
              <p:nvPicPr>
                <p:cNvPr id="365" name="Entrada de lápiz 364">
                  <a:extLst>
                    <a:ext uri="{FF2B5EF4-FFF2-40B4-BE49-F238E27FC236}">
                      <a16:creationId xmlns:a16="http://schemas.microsoft.com/office/drawing/2014/main" id="{FA7D8B04-D232-3C62-4CF5-E9D043C70AF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815050" y="1761574"/>
                  <a:ext cx="96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ED864D2C-1925-5075-1638-867D4B1393A5}"/>
                    </a:ext>
                  </a:extLst>
                </p14:cNvPr>
                <p14:cNvContentPartPr/>
                <p14:nvPr/>
              </p14:nvContentPartPr>
              <p14:xfrm>
                <a:off x="6923050" y="1772374"/>
                <a:ext cx="168480" cy="126000"/>
              </p14:xfrm>
            </p:contentPart>
          </mc:Choice>
          <mc:Fallback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ED864D2C-1925-5075-1638-867D4B1393A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914410" y="1763734"/>
                  <a:ext cx="186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F894BA83-D590-D062-5C16-966DDE942E6F}"/>
                    </a:ext>
                  </a:extLst>
                </p14:cNvPr>
                <p14:cNvContentPartPr/>
                <p14:nvPr/>
              </p14:nvContentPartPr>
              <p14:xfrm>
                <a:off x="7009090" y="1754014"/>
                <a:ext cx="59760" cy="22896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F894BA83-D590-D062-5C16-966DDE942E6F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7000090" y="1745374"/>
                  <a:ext cx="77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5FE4FC6D-E93F-A0C3-D86C-188EB3A7E1CC}"/>
                    </a:ext>
                  </a:extLst>
                </p14:cNvPr>
                <p14:cNvContentPartPr/>
                <p14:nvPr/>
              </p14:nvContentPartPr>
              <p14:xfrm>
                <a:off x="7337410" y="1746454"/>
                <a:ext cx="7560" cy="17748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5FE4FC6D-E93F-A0C3-D86C-188EB3A7E1CC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7328410" y="1737814"/>
                  <a:ext cx="252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7A55D832-0DDB-06B7-1685-806D21119C12}"/>
                    </a:ext>
                  </a:extLst>
                </p14:cNvPr>
                <p14:cNvContentPartPr/>
                <p14:nvPr/>
              </p14:nvContentPartPr>
              <p14:xfrm>
                <a:off x="7254970" y="1803694"/>
                <a:ext cx="117720" cy="3240"/>
              </p14:xfrm>
            </p:contentPart>
          </mc:Choice>
          <mc:Fallback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7A55D832-0DDB-06B7-1685-806D21119C12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246330" y="1794694"/>
                  <a:ext cx="135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D5F07855-27EC-186C-C1B1-EB8622F3F440}"/>
                    </a:ext>
                  </a:extLst>
                </p14:cNvPr>
                <p14:cNvContentPartPr/>
                <p14:nvPr/>
              </p14:nvContentPartPr>
              <p14:xfrm>
                <a:off x="7225090" y="2034094"/>
                <a:ext cx="177480" cy="144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D5F07855-27EC-186C-C1B1-EB8622F3F44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16450" y="2025094"/>
                  <a:ext cx="195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BDAAD93B-B076-78D2-AB15-60E3D8990F20}"/>
                    </a:ext>
                  </a:extLst>
                </p14:cNvPr>
                <p14:cNvContentPartPr/>
                <p14:nvPr/>
              </p14:nvContentPartPr>
              <p14:xfrm>
                <a:off x="7550530" y="1866694"/>
                <a:ext cx="154800" cy="15156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BDAAD93B-B076-78D2-AB15-60E3D8990F2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541890" y="1857694"/>
                  <a:ext cx="172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54BE4FAE-B6D3-B8A5-C23A-F9DEC6B24517}"/>
                    </a:ext>
                  </a:extLst>
                </p14:cNvPr>
                <p14:cNvContentPartPr/>
                <p14:nvPr/>
              </p14:nvContentPartPr>
              <p14:xfrm>
                <a:off x="7675810" y="1723774"/>
                <a:ext cx="16560" cy="26640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54BE4FAE-B6D3-B8A5-C23A-F9DEC6B2451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667170" y="1714774"/>
                  <a:ext cx="34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D9E97E34-2638-00B9-4133-30EF662DBA11}"/>
                    </a:ext>
                  </a:extLst>
                </p14:cNvPr>
                <p14:cNvContentPartPr/>
                <p14:nvPr/>
              </p14:nvContentPartPr>
              <p14:xfrm>
                <a:off x="7686250" y="1703974"/>
                <a:ext cx="555480" cy="6876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D9E97E34-2638-00B9-4133-30EF662DBA1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677250" y="1695334"/>
                  <a:ext cx="573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3295BF22-BBEB-4979-5CCF-07BE69405818}"/>
                    </a:ext>
                  </a:extLst>
                </p14:cNvPr>
                <p14:cNvContentPartPr/>
                <p14:nvPr/>
              </p14:nvContentPartPr>
              <p14:xfrm>
                <a:off x="7799290" y="1850494"/>
                <a:ext cx="155880" cy="15228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3295BF22-BBEB-4979-5CCF-07BE69405818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7790650" y="1841854"/>
                  <a:ext cx="173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77" name="Entrada de lápiz 376">
                  <a:extLst>
                    <a:ext uri="{FF2B5EF4-FFF2-40B4-BE49-F238E27FC236}">
                      <a16:creationId xmlns:a16="http://schemas.microsoft.com/office/drawing/2014/main" id="{009E3D80-3BF8-7051-92FC-8D475DC31E9E}"/>
                    </a:ext>
                  </a:extLst>
                </p14:cNvPr>
                <p14:cNvContentPartPr/>
                <p14:nvPr/>
              </p14:nvContentPartPr>
              <p14:xfrm>
                <a:off x="7931770" y="1858774"/>
                <a:ext cx="170640" cy="11160"/>
              </p14:xfrm>
            </p:contentPart>
          </mc:Choice>
          <mc:Fallback>
            <p:pic>
              <p:nvPicPr>
                <p:cNvPr id="377" name="Entrada de lápiz 376">
                  <a:extLst>
                    <a:ext uri="{FF2B5EF4-FFF2-40B4-BE49-F238E27FC236}">
                      <a16:creationId xmlns:a16="http://schemas.microsoft.com/office/drawing/2014/main" id="{009E3D80-3BF8-7051-92FC-8D475DC31E9E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923130" y="1849774"/>
                  <a:ext cx="188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22958018-547D-6369-CDE5-F6AE72486A30}"/>
                    </a:ext>
                  </a:extLst>
                </p14:cNvPr>
                <p14:cNvContentPartPr/>
                <p14:nvPr/>
              </p14:nvContentPartPr>
              <p14:xfrm>
                <a:off x="7918810" y="1861294"/>
                <a:ext cx="143640" cy="14400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22958018-547D-6369-CDE5-F6AE72486A30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909810" y="1852654"/>
                  <a:ext cx="161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7AC6E4B4-AE8A-31CA-F7F6-EAC814242A9F}"/>
                    </a:ext>
                  </a:extLst>
                </p14:cNvPr>
                <p14:cNvContentPartPr/>
                <p14:nvPr/>
              </p14:nvContentPartPr>
              <p14:xfrm>
                <a:off x="8081170" y="1829614"/>
                <a:ext cx="111240" cy="18216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7AC6E4B4-AE8A-31CA-F7F6-EAC814242A9F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072170" y="1820974"/>
                  <a:ext cx="128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81" name="Entrada de lápiz 380">
                  <a:extLst>
                    <a:ext uri="{FF2B5EF4-FFF2-40B4-BE49-F238E27FC236}">
                      <a16:creationId xmlns:a16="http://schemas.microsoft.com/office/drawing/2014/main" id="{4AAF3147-A195-5218-C7C5-F86701783F45}"/>
                    </a:ext>
                  </a:extLst>
                </p14:cNvPr>
                <p14:cNvContentPartPr/>
                <p14:nvPr/>
              </p14:nvContentPartPr>
              <p14:xfrm>
                <a:off x="6497890" y="2092774"/>
                <a:ext cx="1902600" cy="114120"/>
              </p14:xfrm>
            </p:contentPart>
          </mc:Choice>
          <mc:Fallback>
            <p:pic>
              <p:nvPicPr>
                <p:cNvPr id="381" name="Entrada de lápiz 380">
                  <a:extLst>
                    <a:ext uri="{FF2B5EF4-FFF2-40B4-BE49-F238E27FC236}">
                      <a16:creationId xmlns:a16="http://schemas.microsoft.com/office/drawing/2014/main" id="{4AAF3147-A195-5218-C7C5-F86701783F4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488890" y="2083774"/>
                  <a:ext cx="1920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82" name="Entrada de lápiz 381">
                  <a:extLst>
                    <a:ext uri="{FF2B5EF4-FFF2-40B4-BE49-F238E27FC236}">
                      <a16:creationId xmlns:a16="http://schemas.microsoft.com/office/drawing/2014/main" id="{9463BCDA-128E-F0BB-A53F-1ADA825E7896}"/>
                    </a:ext>
                  </a:extLst>
                </p14:cNvPr>
                <p14:cNvContentPartPr/>
                <p14:nvPr/>
              </p14:nvContentPartPr>
              <p14:xfrm>
                <a:off x="7187650" y="2342254"/>
                <a:ext cx="182160" cy="150120"/>
              </p14:xfrm>
            </p:contentPart>
          </mc:Choice>
          <mc:Fallback>
            <p:pic>
              <p:nvPicPr>
                <p:cNvPr id="382" name="Entrada de lápiz 381">
                  <a:extLst>
                    <a:ext uri="{FF2B5EF4-FFF2-40B4-BE49-F238E27FC236}">
                      <a16:creationId xmlns:a16="http://schemas.microsoft.com/office/drawing/2014/main" id="{9463BCDA-128E-F0BB-A53F-1ADA825E789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179010" y="2333614"/>
                  <a:ext cx="199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F7B3912C-4DC3-0762-94FB-4A93F0CBA2DF}"/>
                    </a:ext>
                  </a:extLst>
                </p14:cNvPr>
                <p14:cNvContentPartPr/>
                <p14:nvPr/>
              </p14:nvContentPartPr>
              <p14:xfrm>
                <a:off x="7381690" y="2251534"/>
                <a:ext cx="77760" cy="251640"/>
              </p14:xfrm>
            </p:contentPart>
          </mc:Choice>
          <mc:Fallback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F7B3912C-4DC3-0762-94FB-4A93F0CBA2DF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372690" y="2242534"/>
                  <a:ext cx="954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84" name="Entrada de lápiz 383">
                  <a:extLst>
                    <a:ext uri="{FF2B5EF4-FFF2-40B4-BE49-F238E27FC236}">
                      <a16:creationId xmlns:a16="http://schemas.microsoft.com/office/drawing/2014/main" id="{821B6368-1B03-7BF7-07EF-B59F84BD11CD}"/>
                    </a:ext>
                  </a:extLst>
                </p14:cNvPr>
                <p14:cNvContentPartPr/>
                <p14:nvPr/>
              </p14:nvContentPartPr>
              <p14:xfrm>
                <a:off x="7476010" y="2341894"/>
                <a:ext cx="137880" cy="153000"/>
              </p14:xfrm>
            </p:contentPart>
          </mc:Choice>
          <mc:Fallback>
            <p:pic>
              <p:nvPicPr>
                <p:cNvPr id="384" name="Entrada de lápiz 383">
                  <a:extLst>
                    <a:ext uri="{FF2B5EF4-FFF2-40B4-BE49-F238E27FC236}">
                      <a16:creationId xmlns:a16="http://schemas.microsoft.com/office/drawing/2014/main" id="{821B6368-1B03-7BF7-07EF-B59F84BD11C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467010" y="2332894"/>
                  <a:ext cx="155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85" name="Entrada de lápiz 384">
                  <a:extLst>
                    <a:ext uri="{FF2B5EF4-FFF2-40B4-BE49-F238E27FC236}">
                      <a16:creationId xmlns:a16="http://schemas.microsoft.com/office/drawing/2014/main" id="{749C081F-4A72-6F1C-C724-CDEBD9163B2B}"/>
                    </a:ext>
                  </a:extLst>
                </p14:cNvPr>
                <p14:cNvContentPartPr/>
                <p14:nvPr/>
              </p14:nvContentPartPr>
              <p14:xfrm>
                <a:off x="7615690" y="2247214"/>
                <a:ext cx="89280" cy="246240"/>
              </p14:xfrm>
            </p:contentPart>
          </mc:Choice>
          <mc:Fallback>
            <p:pic>
              <p:nvPicPr>
                <p:cNvPr id="385" name="Entrada de lápiz 384">
                  <a:extLst>
                    <a:ext uri="{FF2B5EF4-FFF2-40B4-BE49-F238E27FC236}">
                      <a16:creationId xmlns:a16="http://schemas.microsoft.com/office/drawing/2014/main" id="{749C081F-4A72-6F1C-C724-CDEBD9163B2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606690" y="2238574"/>
                  <a:ext cx="10692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upo 402">
            <a:extLst>
              <a:ext uri="{FF2B5EF4-FFF2-40B4-BE49-F238E27FC236}">
                <a16:creationId xmlns:a16="http://schemas.microsoft.com/office/drawing/2014/main" id="{4BB56D3D-8C0C-B2B4-77AE-1E125D28AF72}"/>
              </a:ext>
            </a:extLst>
          </p:cNvPr>
          <p:cNvGrpSpPr/>
          <p:nvPr/>
        </p:nvGrpSpPr>
        <p:grpSpPr>
          <a:xfrm>
            <a:off x="6082810" y="2900974"/>
            <a:ext cx="1804320" cy="294120"/>
            <a:chOff x="6082810" y="2900974"/>
            <a:chExt cx="180432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87" name="Entrada de lápiz 386">
                  <a:extLst>
                    <a:ext uri="{FF2B5EF4-FFF2-40B4-BE49-F238E27FC236}">
                      <a16:creationId xmlns:a16="http://schemas.microsoft.com/office/drawing/2014/main" id="{63862237-EBDD-296A-D21C-06657BCBD486}"/>
                    </a:ext>
                  </a:extLst>
                </p14:cNvPr>
                <p14:cNvContentPartPr/>
                <p14:nvPr/>
              </p14:nvContentPartPr>
              <p14:xfrm>
                <a:off x="6082810" y="2993854"/>
                <a:ext cx="212400" cy="158760"/>
              </p14:xfrm>
            </p:contentPart>
          </mc:Choice>
          <mc:Fallback>
            <p:pic>
              <p:nvPicPr>
                <p:cNvPr id="387" name="Entrada de lápiz 386">
                  <a:extLst>
                    <a:ext uri="{FF2B5EF4-FFF2-40B4-BE49-F238E27FC236}">
                      <a16:creationId xmlns:a16="http://schemas.microsoft.com/office/drawing/2014/main" id="{63862237-EBDD-296A-D21C-06657BCBD48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6074170" y="2985214"/>
                  <a:ext cx="230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88" name="Entrada de lápiz 387">
                  <a:extLst>
                    <a:ext uri="{FF2B5EF4-FFF2-40B4-BE49-F238E27FC236}">
                      <a16:creationId xmlns:a16="http://schemas.microsoft.com/office/drawing/2014/main" id="{FC4C6042-3D88-AE12-9004-4E1F938DF577}"/>
                    </a:ext>
                  </a:extLst>
                </p14:cNvPr>
                <p14:cNvContentPartPr/>
                <p14:nvPr/>
              </p14:nvContentPartPr>
              <p14:xfrm>
                <a:off x="6142210" y="2961814"/>
                <a:ext cx="89640" cy="192600"/>
              </p14:xfrm>
            </p:contentPart>
          </mc:Choice>
          <mc:Fallback>
            <p:pic>
              <p:nvPicPr>
                <p:cNvPr id="388" name="Entrada de lápiz 387">
                  <a:extLst>
                    <a:ext uri="{FF2B5EF4-FFF2-40B4-BE49-F238E27FC236}">
                      <a16:creationId xmlns:a16="http://schemas.microsoft.com/office/drawing/2014/main" id="{FC4C6042-3D88-AE12-9004-4E1F938DF57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6133570" y="2952814"/>
                  <a:ext cx="107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89" name="Entrada de lápiz 388">
                  <a:extLst>
                    <a:ext uri="{FF2B5EF4-FFF2-40B4-BE49-F238E27FC236}">
                      <a16:creationId xmlns:a16="http://schemas.microsoft.com/office/drawing/2014/main" id="{F5B5DCAE-DA0C-F803-C160-EF2ED377553E}"/>
                    </a:ext>
                  </a:extLst>
                </p14:cNvPr>
                <p14:cNvContentPartPr/>
                <p14:nvPr/>
              </p14:nvContentPartPr>
              <p14:xfrm>
                <a:off x="6397090" y="3034534"/>
                <a:ext cx="118080" cy="21960"/>
              </p14:xfrm>
            </p:contentPart>
          </mc:Choice>
          <mc:Fallback>
            <p:pic>
              <p:nvPicPr>
                <p:cNvPr id="389" name="Entrada de lápiz 388">
                  <a:extLst>
                    <a:ext uri="{FF2B5EF4-FFF2-40B4-BE49-F238E27FC236}">
                      <a16:creationId xmlns:a16="http://schemas.microsoft.com/office/drawing/2014/main" id="{F5B5DCAE-DA0C-F803-C160-EF2ED377553E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6388450" y="3025894"/>
                  <a:ext cx="135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04416169-B3C7-CE50-8DC8-BE4F20C05B35}"/>
                    </a:ext>
                  </a:extLst>
                </p14:cNvPr>
                <p14:cNvContentPartPr/>
                <p14:nvPr/>
              </p14:nvContentPartPr>
              <p14:xfrm>
                <a:off x="6366130" y="3133174"/>
                <a:ext cx="134640" cy="360"/>
              </p14:xfrm>
            </p:contentPart>
          </mc:Choice>
          <mc:Fallback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04416169-B3C7-CE50-8DC8-BE4F20C05B35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6357490" y="3124174"/>
                  <a:ext cx="152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92" name="Entrada de lápiz 391">
                  <a:extLst>
                    <a:ext uri="{FF2B5EF4-FFF2-40B4-BE49-F238E27FC236}">
                      <a16:creationId xmlns:a16="http://schemas.microsoft.com/office/drawing/2014/main" id="{C1EED69A-E702-67F3-788F-F1E746F9EF76}"/>
                    </a:ext>
                  </a:extLst>
                </p14:cNvPr>
                <p14:cNvContentPartPr/>
                <p14:nvPr/>
              </p14:nvContentPartPr>
              <p14:xfrm>
                <a:off x="6674650" y="3069094"/>
                <a:ext cx="149760" cy="14040"/>
              </p14:xfrm>
            </p:contentPart>
          </mc:Choice>
          <mc:Fallback>
            <p:pic>
              <p:nvPicPr>
                <p:cNvPr id="392" name="Entrada de lápiz 391">
                  <a:extLst>
                    <a:ext uri="{FF2B5EF4-FFF2-40B4-BE49-F238E27FC236}">
                      <a16:creationId xmlns:a16="http://schemas.microsoft.com/office/drawing/2014/main" id="{C1EED69A-E702-67F3-788F-F1E746F9EF76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6666010" y="3060094"/>
                  <a:ext cx="167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F193E9C1-E317-3AFD-5418-D55F94B3F450}"/>
                    </a:ext>
                  </a:extLst>
                </p14:cNvPr>
                <p14:cNvContentPartPr/>
                <p14:nvPr/>
              </p14:nvContentPartPr>
              <p14:xfrm>
                <a:off x="6876250" y="2970454"/>
                <a:ext cx="62640" cy="149760"/>
              </p14:xfrm>
            </p:contentPart>
          </mc:Choice>
          <mc:Fallback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F193E9C1-E317-3AFD-5418-D55F94B3F450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867610" y="2961454"/>
                  <a:ext cx="80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4622523A-4A28-FE98-DBA4-29E74A8BF564}"/>
                    </a:ext>
                  </a:extLst>
                </p14:cNvPr>
                <p14:cNvContentPartPr/>
                <p14:nvPr/>
              </p14:nvContentPartPr>
              <p14:xfrm>
                <a:off x="6996130" y="2936974"/>
                <a:ext cx="155880" cy="109440"/>
              </p14:xfrm>
            </p:contentPart>
          </mc:Choice>
          <mc:Fallback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4622523A-4A28-FE98-DBA4-29E74A8BF56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987130" y="2927974"/>
                  <a:ext cx="173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A9D30FCC-3BCC-9F16-66AA-2DFEAADA4A1B}"/>
                    </a:ext>
                  </a:extLst>
                </p14:cNvPr>
                <p14:cNvContentPartPr/>
                <p14:nvPr/>
              </p14:nvContentPartPr>
              <p14:xfrm>
                <a:off x="7072090" y="2939494"/>
                <a:ext cx="71640" cy="158040"/>
              </p14:xfrm>
            </p:contentPart>
          </mc:Choice>
          <mc:Fallback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A9D30FCC-3BCC-9F16-66AA-2DFEAADA4A1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7063450" y="2930854"/>
                  <a:ext cx="89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96" name="Entrada de lápiz 395">
                  <a:extLst>
                    <a:ext uri="{FF2B5EF4-FFF2-40B4-BE49-F238E27FC236}">
                      <a16:creationId xmlns:a16="http://schemas.microsoft.com/office/drawing/2014/main" id="{1A4DB94E-74E1-0BD3-7C36-3B7382C34FFF}"/>
                    </a:ext>
                  </a:extLst>
                </p14:cNvPr>
                <p14:cNvContentPartPr/>
                <p14:nvPr/>
              </p14:nvContentPartPr>
              <p14:xfrm>
                <a:off x="7259650" y="2930494"/>
                <a:ext cx="6840" cy="135000"/>
              </p14:xfrm>
            </p:contentPart>
          </mc:Choice>
          <mc:Fallback>
            <p:pic>
              <p:nvPicPr>
                <p:cNvPr id="396" name="Entrada de lápiz 395">
                  <a:extLst>
                    <a:ext uri="{FF2B5EF4-FFF2-40B4-BE49-F238E27FC236}">
                      <a16:creationId xmlns:a16="http://schemas.microsoft.com/office/drawing/2014/main" id="{1A4DB94E-74E1-0BD3-7C36-3B7382C34FFF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7251010" y="2921854"/>
                  <a:ext cx="24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97" name="Entrada de lápiz 396">
                  <a:extLst>
                    <a:ext uri="{FF2B5EF4-FFF2-40B4-BE49-F238E27FC236}">
                      <a16:creationId xmlns:a16="http://schemas.microsoft.com/office/drawing/2014/main" id="{90C48DD2-AA29-CD42-FBF0-1B8617E16239}"/>
                    </a:ext>
                  </a:extLst>
                </p14:cNvPr>
                <p14:cNvContentPartPr/>
                <p14:nvPr/>
              </p14:nvContentPartPr>
              <p14:xfrm>
                <a:off x="7180810" y="2996734"/>
                <a:ext cx="141840" cy="11160"/>
              </p14:xfrm>
            </p:contentPart>
          </mc:Choice>
          <mc:Fallback>
            <p:pic>
              <p:nvPicPr>
                <p:cNvPr id="397" name="Entrada de lápiz 396">
                  <a:extLst>
                    <a:ext uri="{FF2B5EF4-FFF2-40B4-BE49-F238E27FC236}">
                      <a16:creationId xmlns:a16="http://schemas.microsoft.com/office/drawing/2014/main" id="{90C48DD2-AA29-CD42-FBF0-1B8617E16239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7171810" y="2987734"/>
                  <a:ext cx="159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98" name="Entrada de lápiz 397">
                  <a:extLst>
                    <a:ext uri="{FF2B5EF4-FFF2-40B4-BE49-F238E27FC236}">
                      <a16:creationId xmlns:a16="http://schemas.microsoft.com/office/drawing/2014/main" id="{6F6D4183-F854-39EB-8EEF-927145A68EB4}"/>
                    </a:ext>
                  </a:extLst>
                </p14:cNvPr>
                <p14:cNvContentPartPr/>
                <p14:nvPr/>
              </p14:nvContentPartPr>
              <p14:xfrm>
                <a:off x="7178650" y="3130294"/>
                <a:ext cx="172080" cy="5760"/>
              </p14:xfrm>
            </p:contentPart>
          </mc:Choice>
          <mc:Fallback>
            <p:pic>
              <p:nvPicPr>
                <p:cNvPr id="398" name="Entrada de lápiz 397">
                  <a:extLst>
                    <a:ext uri="{FF2B5EF4-FFF2-40B4-BE49-F238E27FC236}">
                      <a16:creationId xmlns:a16="http://schemas.microsoft.com/office/drawing/2014/main" id="{6F6D4183-F854-39EB-8EEF-927145A68EB4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7170010" y="3121654"/>
                  <a:ext cx="189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00" name="Entrada de lápiz 399">
                  <a:extLst>
                    <a:ext uri="{FF2B5EF4-FFF2-40B4-BE49-F238E27FC236}">
                      <a16:creationId xmlns:a16="http://schemas.microsoft.com/office/drawing/2014/main" id="{F2D78BF1-356A-BCD2-3CE8-770282112A81}"/>
                    </a:ext>
                  </a:extLst>
                </p14:cNvPr>
                <p14:cNvContentPartPr/>
                <p14:nvPr/>
              </p14:nvContentPartPr>
              <p14:xfrm>
                <a:off x="7445770" y="2961094"/>
                <a:ext cx="172080" cy="146880"/>
              </p14:xfrm>
            </p:contentPart>
          </mc:Choice>
          <mc:Fallback>
            <p:pic>
              <p:nvPicPr>
                <p:cNvPr id="400" name="Entrada de lápiz 399">
                  <a:extLst>
                    <a:ext uri="{FF2B5EF4-FFF2-40B4-BE49-F238E27FC236}">
                      <a16:creationId xmlns:a16="http://schemas.microsoft.com/office/drawing/2014/main" id="{F2D78BF1-356A-BCD2-3CE8-770282112A81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7437130" y="2952094"/>
                  <a:ext cx="189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01" name="Entrada de lápiz 400">
                  <a:extLst>
                    <a:ext uri="{FF2B5EF4-FFF2-40B4-BE49-F238E27FC236}">
                      <a16:creationId xmlns:a16="http://schemas.microsoft.com/office/drawing/2014/main" id="{0A1FB9F7-968F-0355-5C4A-388A19162C3C}"/>
                    </a:ext>
                  </a:extLst>
                </p14:cNvPr>
                <p14:cNvContentPartPr/>
                <p14:nvPr/>
              </p14:nvContentPartPr>
              <p14:xfrm>
                <a:off x="7618570" y="2900974"/>
                <a:ext cx="128520" cy="178560"/>
              </p14:xfrm>
            </p:contentPart>
          </mc:Choice>
          <mc:Fallback>
            <p:pic>
              <p:nvPicPr>
                <p:cNvPr id="401" name="Entrada de lápiz 400">
                  <a:extLst>
                    <a:ext uri="{FF2B5EF4-FFF2-40B4-BE49-F238E27FC236}">
                      <a16:creationId xmlns:a16="http://schemas.microsoft.com/office/drawing/2014/main" id="{0A1FB9F7-968F-0355-5C4A-388A19162C3C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7609930" y="2891974"/>
                  <a:ext cx="146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402" name="Entrada de lápiz 401">
                  <a:extLst>
                    <a:ext uri="{FF2B5EF4-FFF2-40B4-BE49-F238E27FC236}">
                      <a16:creationId xmlns:a16="http://schemas.microsoft.com/office/drawing/2014/main" id="{88867B69-8CD2-7BDB-B59B-C41E4C554FCE}"/>
                    </a:ext>
                  </a:extLst>
                </p14:cNvPr>
                <p14:cNvContentPartPr/>
                <p14:nvPr/>
              </p14:nvContentPartPr>
              <p14:xfrm>
                <a:off x="6670330" y="3182854"/>
                <a:ext cx="1216800" cy="12240"/>
              </p14:xfrm>
            </p:contentPart>
          </mc:Choice>
          <mc:Fallback>
            <p:pic>
              <p:nvPicPr>
                <p:cNvPr id="402" name="Entrada de lápiz 401">
                  <a:extLst>
                    <a:ext uri="{FF2B5EF4-FFF2-40B4-BE49-F238E27FC236}">
                      <a16:creationId xmlns:a16="http://schemas.microsoft.com/office/drawing/2014/main" id="{88867B69-8CD2-7BDB-B59B-C41E4C554FCE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661690" y="3173854"/>
                  <a:ext cx="123444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404" name="Entrada de lápiz 403">
                <a:extLst>
                  <a:ext uri="{FF2B5EF4-FFF2-40B4-BE49-F238E27FC236}">
                    <a16:creationId xmlns:a16="http://schemas.microsoft.com/office/drawing/2014/main" id="{34ECD8E6-4820-56F5-B1FB-31392A0BCBF2}"/>
                  </a:ext>
                </a:extLst>
              </p14:cNvPr>
              <p14:cNvContentPartPr/>
              <p14:nvPr/>
            </p14:nvContentPartPr>
            <p14:xfrm>
              <a:off x="7178650" y="3282934"/>
              <a:ext cx="146160" cy="175320"/>
            </p14:xfrm>
          </p:contentPart>
        </mc:Choice>
        <mc:Fallback>
          <p:pic>
            <p:nvPicPr>
              <p:cNvPr id="404" name="Entrada de lápiz 403">
                <a:extLst>
                  <a:ext uri="{FF2B5EF4-FFF2-40B4-BE49-F238E27FC236}">
                    <a16:creationId xmlns:a16="http://schemas.microsoft.com/office/drawing/2014/main" id="{34ECD8E6-4820-56F5-B1FB-31392A0BCBF2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7169650" y="3273934"/>
                <a:ext cx="16380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6" name="Grupo 435">
            <a:extLst>
              <a:ext uri="{FF2B5EF4-FFF2-40B4-BE49-F238E27FC236}">
                <a16:creationId xmlns:a16="http://schemas.microsoft.com/office/drawing/2014/main" id="{3B1E2E7C-3532-6703-3BD2-2B696E02109B}"/>
              </a:ext>
            </a:extLst>
          </p:cNvPr>
          <p:cNvGrpSpPr/>
          <p:nvPr/>
        </p:nvGrpSpPr>
        <p:grpSpPr>
          <a:xfrm>
            <a:off x="6114130" y="3818254"/>
            <a:ext cx="1628280" cy="578880"/>
            <a:chOff x="6114130" y="3818254"/>
            <a:chExt cx="1628280" cy="57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05" name="Entrada de lápiz 404">
                  <a:extLst>
                    <a:ext uri="{FF2B5EF4-FFF2-40B4-BE49-F238E27FC236}">
                      <a16:creationId xmlns:a16="http://schemas.microsoft.com/office/drawing/2014/main" id="{DF40DF5B-BD6D-E793-CCA6-AC29B5B23989}"/>
                    </a:ext>
                  </a:extLst>
                </p14:cNvPr>
                <p14:cNvContentPartPr/>
                <p14:nvPr/>
              </p14:nvContentPartPr>
              <p14:xfrm>
                <a:off x="6114130" y="3880534"/>
                <a:ext cx="175680" cy="145440"/>
              </p14:xfrm>
            </p:contentPart>
          </mc:Choice>
          <mc:Fallback>
            <p:pic>
              <p:nvPicPr>
                <p:cNvPr id="405" name="Entrada de lápiz 404">
                  <a:extLst>
                    <a:ext uri="{FF2B5EF4-FFF2-40B4-BE49-F238E27FC236}">
                      <a16:creationId xmlns:a16="http://schemas.microsoft.com/office/drawing/2014/main" id="{DF40DF5B-BD6D-E793-CCA6-AC29B5B23989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105130" y="3871894"/>
                  <a:ext cx="193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06" name="Entrada de lápiz 405">
                  <a:extLst>
                    <a:ext uri="{FF2B5EF4-FFF2-40B4-BE49-F238E27FC236}">
                      <a16:creationId xmlns:a16="http://schemas.microsoft.com/office/drawing/2014/main" id="{0269E079-73EA-405D-8B5D-F0F976ADC89E}"/>
                    </a:ext>
                  </a:extLst>
                </p14:cNvPr>
                <p14:cNvContentPartPr/>
                <p14:nvPr/>
              </p14:nvContentPartPr>
              <p14:xfrm>
                <a:off x="6168490" y="3870454"/>
                <a:ext cx="64800" cy="179280"/>
              </p14:xfrm>
            </p:contentPart>
          </mc:Choice>
          <mc:Fallback>
            <p:pic>
              <p:nvPicPr>
                <p:cNvPr id="406" name="Entrada de lápiz 405">
                  <a:extLst>
                    <a:ext uri="{FF2B5EF4-FFF2-40B4-BE49-F238E27FC236}">
                      <a16:creationId xmlns:a16="http://schemas.microsoft.com/office/drawing/2014/main" id="{0269E079-73EA-405D-8B5D-F0F976ADC89E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159490" y="3861814"/>
                  <a:ext cx="82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08" name="Entrada de lápiz 407">
                  <a:extLst>
                    <a:ext uri="{FF2B5EF4-FFF2-40B4-BE49-F238E27FC236}">
                      <a16:creationId xmlns:a16="http://schemas.microsoft.com/office/drawing/2014/main" id="{84DBB45A-7574-784B-5CBE-84E17C15BA68}"/>
                    </a:ext>
                  </a:extLst>
                </p14:cNvPr>
                <p14:cNvContentPartPr/>
                <p14:nvPr/>
              </p14:nvContentPartPr>
              <p14:xfrm>
                <a:off x="6356770" y="3969814"/>
                <a:ext cx="19800" cy="66600"/>
              </p14:xfrm>
            </p:contentPart>
          </mc:Choice>
          <mc:Fallback>
            <p:pic>
              <p:nvPicPr>
                <p:cNvPr id="408" name="Entrada de lápiz 407">
                  <a:extLst>
                    <a:ext uri="{FF2B5EF4-FFF2-40B4-BE49-F238E27FC236}">
                      <a16:creationId xmlns:a16="http://schemas.microsoft.com/office/drawing/2014/main" id="{84DBB45A-7574-784B-5CBE-84E17C15BA6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348130" y="3961174"/>
                  <a:ext cx="37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09" name="Entrada de lápiz 408">
                  <a:extLst>
                    <a:ext uri="{FF2B5EF4-FFF2-40B4-BE49-F238E27FC236}">
                      <a16:creationId xmlns:a16="http://schemas.microsoft.com/office/drawing/2014/main" id="{5DAFF711-2052-F147-6834-C6688FB08DD5}"/>
                    </a:ext>
                  </a:extLst>
                </p14:cNvPr>
                <p14:cNvContentPartPr/>
                <p14:nvPr/>
              </p14:nvContentPartPr>
              <p14:xfrm>
                <a:off x="6478810" y="3933814"/>
                <a:ext cx="122760" cy="8640"/>
              </p14:xfrm>
            </p:contentPart>
          </mc:Choice>
          <mc:Fallback>
            <p:pic>
              <p:nvPicPr>
                <p:cNvPr id="409" name="Entrada de lápiz 408">
                  <a:extLst>
                    <a:ext uri="{FF2B5EF4-FFF2-40B4-BE49-F238E27FC236}">
                      <a16:creationId xmlns:a16="http://schemas.microsoft.com/office/drawing/2014/main" id="{5DAFF711-2052-F147-6834-C6688FB08DD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469810" y="3925174"/>
                  <a:ext cx="140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10" name="Entrada de lápiz 409">
                  <a:extLst>
                    <a:ext uri="{FF2B5EF4-FFF2-40B4-BE49-F238E27FC236}">
                      <a16:creationId xmlns:a16="http://schemas.microsoft.com/office/drawing/2014/main" id="{850AFD40-7F68-9B48-2ACD-0BBED571E717}"/>
                    </a:ext>
                  </a:extLst>
                </p14:cNvPr>
                <p14:cNvContentPartPr/>
                <p14:nvPr/>
              </p14:nvContentPartPr>
              <p14:xfrm>
                <a:off x="6456490" y="3997174"/>
                <a:ext cx="156960" cy="5760"/>
              </p14:xfrm>
            </p:contentPart>
          </mc:Choice>
          <mc:Fallback>
            <p:pic>
              <p:nvPicPr>
                <p:cNvPr id="410" name="Entrada de lápiz 409">
                  <a:extLst>
                    <a:ext uri="{FF2B5EF4-FFF2-40B4-BE49-F238E27FC236}">
                      <a16:creationId xmlns:a16="http://schemas.microsoft.com/office/drawing/2014/main" id="{850AFD40-7F68-9B48-2ACD-0BBED571E7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447850" y="3988174"/>
                  <a:ext cx="174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11" name="Entrada de lápiz 410">
                  <a:extLst>
                    <a:ext uri="{FF2B5EF4-FFF2-40B4-BE49-F238E27FC236}">
                      <a16:creationId xmlns:a16="http://schemas.microsoft.com/office/drawing/2014/main" id="{055DF078-474E-5BDC-4E66-7CB40CCA0AAE}"/>
                    </a:ext>
                  </a:extLst>
                </p14:cNvPr>
                <p14:cNvContentPartPr/>
                <p14:nvPr/>
              </p14:nvContentPartPr>
              <p14:xfrm>
                <a:off x="6680410" y="3942814"/>
                <a:ext cx="160200" cy="9720"/>
              </p14:xfrm>
            </p:contentPart>
          </mc:Choice>
          <mc:Fallback>
            <p:pic>
              <p:nvPicPr>
                <p:cNvPr id="411" name="Entrada de lápiz 410">
                  <a:extLst>
                    <a:ext uri="{FF2B5EF4-FFF2-40B4-BE49-F238E27FC236}">
                      <a16:creationId xmlns:a16="http://schemas.microsoft.com/office/drawing/2014/main" id="{055DF078-474E-5BDC-4E66-7CB40CCA0AAE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671770" y="3934174"/>
                  <a:ext cx="177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12" name="Entrada de lápiz 411">
                  <a:extLst>
                    <a:ext uri="{FF2B5EF4-FFF2-40B4-BE49-F238E27FC236}">
                      <a16:creationId xmlns:a16="http://schemas.microsoft.com/office/drawing/2014/main" id="{00D67B6B-A601-CECC-A9F9-8AB85FC9A321}"/>
                    </a:ext>
                  </a:extLst>
                </p14:cNvPr>
                <p14:cNvContentPartPr/>
                <p14:nvPr/>
              </p14:nvContentPartPr>
              <p14:xfrm>
                <a:off x="6883450" y="3851734"/>
                <a:ext cx="83880" cy="184680"/>
              </p14:xfrm>
            </p:contentPart>
          </mc:Choice>
          <mc:Fallback>
            <p:pic>
              <p:nvPicPr>
                <p:cNvPr id="412" name="Entrada de lápiz 411">
                  <a:extLst>
                    <a:ext uri="{FF2B5EF4-FFF2-40B4-BE49-F238E27FC236}">
                      <a16:creationId xmlns:a16="http://schemas.microsoft.com/office/drawing/2014/main" id="{00D67B6B-A601-CECC-A9F9-8AB85FC9A321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874450" y="3842734"/>
                  <a:ext cx="101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13" name="Entrada de lápiz 412">
                  <a:extLst>
                    <a:ext uri="{FF2B5EF4-FFF2-40B4-BE49-F238E27FC236}">
                      <a16:creationId xmlns:a16="http://schemas.microsoft.com/office/drawing/2014/main" id="{ED4B4A27-53F5-539D-DFFE-8132AAD21D93}"/>
                    </a:ext>
                  </a:extLst>
                </p14:cNvPr>
                <p14:cNvContentPartPr/>
                <p14:nvPr/>
              </p14:nvContentPartPr>
              <p14:xfrm>
                <a:off x="6983170" y="3839134"/>
                <a:ext cx="143640" cy="106920"/>
              </p14:xfrm>
            </p:contentPart>
          </mc:Choice>
          <mc:Fallback>
            <p:pic>
              <p:nvPicPr>
                <p:cNvPr id="413" name="Entrada de lápiz 412">
                  <a:extLst>
                    <a:ext uri="{FF2B5EF4-FFF2-40B4-BE49-F238E27FC236}">
                      <a16:creationId xmlns:a16="http://schemas.microsoft.com/office/drawing/2014/main" id="{ED4B4A27-53F5-539D-DFFE-8132AAD21D9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974170" y="3830134"/>
                  <a:ext cx="161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14" name="Entrada de lápiz 413">
                  <a:extLst>
                    <a:ext uri="{FF2B5EF4-FFF2-40B4-BE49-F238E27FC236}">
                      <a16:creationId xmlns:a16="http://schemas.microsoft.com/office/drawing/2014/main" id="{19FD55BF-4EB8-37D7-E0D0-E4DC9062C8EF}"/>
                    </a:ext>
                  </a:extLst>
                </p14:cNvPr>
                <p14:cNvContentPartPr/>
                <p14:nvPr/>
              </p14:nvContentPartPr>
              <p14:xfrm>
                <a:off x="7051210" y="3818254"/>
                <a:ext cx="56520" cy="223560"/>
              </p14:xfrm>
            </p:contentPart>
          </mc:Choice>
          <mc:Fallback>
            <p:pic>
              <p:nvPicPr>
                <p:cNvPr id="414" name="Entrada de lápiz 413">
                  <a:extLst>
                    <a:ext uri="{FF2B5EF4-FFF2-40B4-BE49-F238E27FC236}">
                      <a16:creationId xmlns:a16="http://schemas.microsoft.com/office/drawing/2014/main" id="{19FD55BF-4EB8-37D7-E0D0-E4DC9062C8EF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042210" y="3809614"/>
                  <a:ext cx="741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15" name="Entrada de lápiz 414">
                  <a:extLst>
                    <a:ext uri="{FF2B5EF4-FFF2-40B4-BE49-F238E27FC236}">
                      <a16:creationId xmlns:a16="http://schemas.microsoft.com/office/drawing/2014/main" id="{58CC6C4E-C046-8362-2142-83267D9D903A}"/>
                    </a:ext>
                  </a:extLst>
                </p14:cNvPr>
                <p14:cNvContentPartPr/>
                <p14:nvPr/>
              </p14:nvContentPartPr>
              <p14:xfrm>
                <a:off x="7227970" y="3866134"/>
                <a:ext cx="15480" cy="202320"/>
              </p14:xfrm>
            </p:contentPart>
          </mc:Choice>
          <mc:Fallback>
            <p:pic>
              <p:nvPicPr>
                <p:cNvPr id="415" name="Entrada de lápiz 414">
                  <a:extLst>
                    <a:ext uri="{FF2B5EF4-FFF2-40B4-BE49-F238E27FC236}">
                      <a16:creationId xmlns:a16="http://schemas.microsoft.com/office/drawing/2014/main" id="{58CC6C4E-C046-8362-2142-83267D9D903A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218970" y="3857494"/>
                  <a:ext cx="33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16" name="Entrada de lápiz 415">
                  <a:extLst>
                    <a:ext uri="{FF2B5EF4-FFF2-40B4-BE49-F238E27FC236}">
                      <a16:creationId xmlns:a16="http://schemas.microsoft.com/office/drawing/2014/main" id="{07CE1929-A2B9-D0D1-D0B4-6AFAC4B9F945}"/>
                    </a:ext>
                  </a:extLst>
                </p14:cNvPr>
                <p14:cNvContentPartPr/>
                <p14:nvPr/>
              </p14:nvContentPartPr>
              <p14:xfrm>
                <a:off x="7179730" y="3958294"/>
                <a:ext cx="174960" cy="15840"/>
              </p14:xfrm>
            </p:contentPart>
          </mc:Choice>
          <mc:Fallback>
            <p:pic>
              <p:nvPicPr>
                <p:cNvPr id="416" name="Entrada de lápiz 415">
                  <a:extLst>
                    <a:ext uri="{FF2B5EF4-FFF2-40B4-BE49-F238E27FC236}">
                      <a16:creationId xmlns:a16="http://schemas.microsoft.com/office/drawing/2014/main" id="{07CE1929-A2B9-D0D1-D0B4-6AFAC4B9F945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170730" y="3949654"/>
                  <a:ext cx="192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17" name="Entrada de lápiz 416">
                  <a:extLst>
                    <a:ext uri="{FF2B5EF4-FFF2-40B4-BE49-F238E27FC236}">
                      <a16:creationId xmlns:a16="http://schemas.microsoft.com/office/drawing/2014/main" id="{C68CB10C-F350-E098-EF8D-176172BBC805}"/>
                    </a:ext>
                  </a:extLst>
                </p14:cNvPr>
                <p14:cNvContentPartPr/>
                <p14:nvPr/>
              </p14:nvContentPartPr>
              <p14:xfrm>
                <a:off x="7440730" y="3857134"/>
                <a:ext cx="50400" cy="176400"/>
              </p14:xfrm>
            </p:contentPart>
          </mc:Choice>
          <mc:Fallback>
            <p:pic>
              <p:nvPicPr>
                <p:cNvPr id="417" name="Entrada de lápiz 416">
                  <a:extLst>
                    <a:ext uri="{FF2B5EF4-FFF2-40B4-BE49-F238E27FC236}">
                      <a16:creationId xmlns:a16="http://schemas.microsoft.com/office/drawing/2014/main" id="{C68CB10C-F350-E098-EF8D-176172BBC805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432090" y="3848494"/>
                  <a:ext cx="68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18" name="Entrada de lápiz 417">
                  <a:extLst>
                    <a:ext uri="{FF2B5EF4-FFF2-40B4-BE49-F238E27FC236}">
                      <a16:creationId xmlns:a16="http://schemas.microsoft.com/office/drawing/2014/main" id="{09355F7B-B04A-0C26-52C7-0ED4C7C32DF9}"/>
                    </a:ext>
                  </a:extLst>
                </p14:cNvPr>
                <p14:cNvContentPartPr/>
                <p14:nvPr/>
              </p14:nvContentPartPr>
              <p14:xfrm>
                <a:off x="7531810" y="3831934"/>
                <a:ext cx="126360" cy="205560"/>
              </p14:xfrm>
            </p:contentPart>
          </mc:Choice>
          <mc:Fallback>
            <p:pic>
              <p:nvPicPr>
                <p:cNvPr id="418" name="Entrada de lápiz 417">
                  <a:extLst>
                    <a:ext uri="{FF2B5EF4-FFF2-40B4-BE49-F238E27FC236}">
                      <a16:creationId xmlns:a16="http://schemas.microsoft.com/office/drawing/2014/main" id="{09355F7B-B04A-0C26-52C7-0ED4C7C32DF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522810" y="3822934"/>
                  <a:ext cx="144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19" name="Entrada de lápiz 418">
                  <a:extLst>
                    <a:ext uri="{FF2B5EF4-FFF2-40B4-BE49-F238E27FC236}">
                      <a16:creationId xmlns:a16="http://schemas.microsoft.com/office/drawing/2014/main" id="{91AB77E4-B902-39CD-08B4-87B03AB823A1}"/>
                    </a:ext>
                  </a:extLst>
                </p14:cNvPr>
                <p14:cNvContentPartPr/>
                <p14:nvPr/>
              </p14:nvContentPartPr>
              <p14:xfrm>
                <a:off x="6778690" y="4112734"/>
                <a:ext cx="963720" cy="35640"/>
              </p14:xfrm>
            </p:contentPart>
          </mc:Choice>
          <mc:Fallback>
            <p:pic>
              <p:nvPicPr>
                <p:cNvPr id="419" name="Entrada de lápiz 418">
                  <a:extLst>
                    <a:ext uri="{FF2B5EF4-FFF2-40B4-BE49-F238E27FC236}">
                      <a16:creationId xmlns:a16="http://schemas.microsoft.com/office/drawing/2014/main" id="{91AB77E4-B902-39CD-08B4-87B03AB823A1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6769690" y="4104094"/>
                  <a:ext cx="981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20" name="Entrada de lápiz 419">
                  <a:extLst>
                    <a:ext uri="{FF2B5EF4-FFF2-40B4-BE49-F238E27FC236}">
                      <a16:creationId xmlns:a16="http://schemas.microsoft.com/office/drawing/2014/main" id="{5B69C40D-EFC8-0AD1-53A6-37FC8E55D278}"/>
                    </a:ext>
                  </a:extLst>
                </p14:cNvPr>
                <p14:cNvContentPartPr/>
                <p14:nvPr/>
              </p14:nvContentPartPr>
              <p14:xfrm>
                <a:off x="7119610" y="4228654"/>
                <a:ext cx="159840" cy="168480"/>
              </p14:xfrm>
            </p:contentPart>
          </mc:Choice>
          <mc:Fallback>
            <p:pic>
              <p:nvPicPr>
                <p:cNvPr id="420" name="Entrada de lápiz 419">
                  <a:extLst>
                    <a:ext uri="{FF2B5EF4-FFF2-40B4-BE49-F238E27FC236}">
                      <a16:creationId xmlns:a16="http://schemas.microsoft.com/office/drawing/2014/main" id="{5B69C40D-EFC8-0AD1-53A6-37FC8E55D278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110610" y="4219654"/>
                  <a:ext cx="1774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upo 434">
            <a:extLst>
              <a:ext uri="{FF2B5EF4-FFF2-40B4-BE49-F238E27FC236}">
                <a16:creationId xmlns:a16="http://schemas.microsoft.com/office/drawing/2014/main" id="{2A3DFD10-7827-9778-7C77-AADC1BE08B47}"/>
              </a:ext>
            </a:extLst>
          </p:cNvPr>
          <p:cNvGrpSpPr/>
          <p:nvPr/>
        </p:nvGrpSpPr>
        <p:grpSpPr>
          <a:xfrm>
            <a:off x="8993410" y="3842734"/>
            <a:ext cx="1553400" cy="492120"/>
            <a:chOff x="8993410" y="3842734"/>
            <a:chExt cx="1553400" cy="49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21" name="Entrada de lápiz 420">
                  <a:extLst>
                    <a:ext uri="{FF2B5EF4-FFF2-40B4-BE49-F238E27FC236}">
                      <a16:creationId xmlns:a16="http://schemas.microsoft.com/office/drawing/2014/main" id="{0F4C54BC-716B-CE9B-B3A2-7A6D33B3A825}"/>
                    </a:ext>
                  </a:extLst>
                </p14:cNvPr>
                <p14:cNvContentPartPr/>
                <p14:nvPr/>
              </p14:nvContentPartPr>
              <p14:xfrm>
                <a:off x="9028690" y="3891334"/>
                <a:ext cx="123840" cy="192600"/>
              </p14:xfrm>
            </p:contentPart>
          </mc:Choice>
          <mc:Fallback>
            <p:pic>
              <p:nvPicPr>
                <p:cNvPr id="421" name="Entrada de lápiz 420">
                  <a:extLst>
                    <a:ext uri="{FF2B5EF4-FFF2-40B4-BE49-F238E27FC236}">
                      <a16:creationId xmlns:a16="http://schemas.microsoft.com/office/drawing/2014/main" id="{0F4C54BC-716B-CE9B-B3A2-7A6D33B3A825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019690" y="3882694"/>
                  <a:ext cx="141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22" name="Entrada de lápiz 421">
                  <a:extLst>
                    <a:ext uri="{FF2B5EF4-FFF2-40B4-BE49-F238E27FC236}">
                      <a16:creationId xmlns:a16="http://schemas.microsoft.com/office/drawing/2014/main" id="{443D3C5A-A2C7-40D2-9AC8-DD1435F7B67C}"/>
                    </a:ext>
                  </a:extLst>
                </p14:cNvPr>
                <p14:cNvContentPartPr/>
                <p14:nvPr/>
              </p14:nvContentPartPr>
              <p14:xfrm>
                <a:off x="8993410" y="3881614"/>
                <a:ext cx="105840" cy="212040"/>
              </p14:xfrm>
            </p:contentPart>
          </mc:Choice>
          <mc:Fallback>
            <p:pic>
              <p:nvPicPr>
                <p:cNvPr id="422" name="Entrada de lápiz 421">
                  <a:extLst>
                    <a:ext uri="{FF2B5EF4-FFF2-40B4-BE49-F238E27FC236}">
                      <a16:creationId xmlns:a16="http://schemas.microsoft.com/office/drawing/2014/main" id="{443D3C5A-A2C7-40D2-9AC8-DD1435F7B67C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984770" y="3872614"/>
                  <a:ext cx="123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23" name="Entrada de lápiz 422">
                  <a:extLst>
                    <a:ext uri="{FF2B5EF4-FFF2-40B4-BE49-F238E27FC236}">
                      <a16:creationId xmlns:a16="http://schemas.microsoft.com/office/drawing/2014/main" id="{870B5334-21DD-DE89-6731-20890145679B}"/>
                    </a:ext>
                  </a:extLst>
                </p14:cNvPr>
                <p14:cNvContentPartPr/>
                <p14:nvPr/>
              </p14:nvContentPartPr>
              <p14:xfrm>
                <a:off x="9212290" y="3982054"/>
                <a:ext cx="118800" cy="97560"/>
              </p14:xfrm>
            </p:contentPart>
          </mc:Choice>
          <mc:Fallback>
            <p:pic>
              <p:nvPicPr>
                <p:cNvPr id="423" name="Entrada de lápiz 422">
                  <a:extLst>
                    <a:ext uri="{FF2B5EF4-FFF2-40B4-BE49-F238E27FC236}">
                      <a16:creationId xmlns:a16="http://schemas.microsoft.com/office/drawing/2014/main" id="{870B5334-21DD-DE89-6731-20890145679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203650" y="3973414"/>
                  <a:ext cx="136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24" name="Entrada de lápiz 423">
                  <a:extLst>
                    <a:ext uri="{FF2B5EF4-FFF2-40B4-BE49-F238E27FC236}">
                      <a16:creationId xmlns:a16="http://schemas.microsoft.com/office/drawing/2014/main" id="{DCA8B8B7-0837-DE81-D5BE-9FCFB376DA9B}"/>
                    </a:ext>
                  </a:extLst>
                </p14:cNvPr>
                <p14:cNvContentPartPr/>
                <p14:nvPr/>
              </p14:nvContentPartPr>
              <p14:xfrm>
                <a:off x="9362050" y="3954694"/>
                <a:ext cx="117720" cy="11160"/>
              </p14:xfrm>
            </p:contentPart>
          </mc:Choice>
          <mc:Fallback>
            <p:pic>
              <p:nvPicPr>
                <p:cNvPr id="424" name="Entrada de lápiz 423">
                  <a:extLst>
                    <a:ext uri="{FF2B5EF4-FFF2-40B4-BE49-F238E27FC236}">
                      <a16:creationId xmlns:a16="http://schemas.microsoft.com/office/drawing/2014/main" id="{DCA8B8B7-0837-DE81-D5BE-9FCFB376DA9B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53410" y="3945694"/>
                  <a:ext cx="135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25" name="Entrada de lápiz 424">
                  <a:extLst>
                    <a:ext uri="{FF2B5EF4-FFF2-40B4-BE49-F238E27FC236}">
                      <a16:creationId xmlns:a16="http://schemas.microsoft.com/office/drawing/2014/main" id="{7E0EF626-1329-A8FB-9AF2-6EF40C40F8A7}"/>
                    </a:ext>
                  </a:extLst>
                </p14:cNvPr>
                <p14:cNvContentPartPr/>
                <p14:nvPr/>
              </p14:nvContentPartPr>
              <p14:xfrm>
                <a:off x="9381130" y="4018054"/>
                <a:ext cx="187200" cy="14760"/>
              </p14:xfrm>
            </p:contentPart>
          </mc:Choice>
          <mc:Fallback>
            <p:pic>
              <p:nvPicPr>
                <p:cNvPr id="425" name="Entrada de lápiz 424">
                  <a:extLst>
                    <a:ext uri="{FF2B5EF4-FFF2-40B4-BE49-F238E27FC236}">
                      <a16:creationId xmlns:a16="http://schemas.microsoft.com/office/drawing/2014/main" id="{7E0EF626-1329-A8FB-9AF2-6EF40C40F8A7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372490" y="4009054"/>
                  <a:ext cx="20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26" name="Entrada de lápiz 425">
                  <a:extLst>
                    <a:ext uri="{FF2B5EF4-FFF2-40B4-BE49-F238E27FC236}">
                      <a16:creationId xmlns:a16="http://schemas.microsoft.com/office/drawing/2014/main" id="{14B3B93E-1842-B568-F3B5-7DF682FFA651}"/>
                    </a:ext>
                  </a:extLst>
                </p14:cNvPr>
                <p14:cNvContentPartPr/>
                <p14:nvPr/>
              </p14:nvContentPartPr>
              <p14:xfrm>
                <a:off x="9575890" y="3991774"/>
                <a:ext cx="144000" cy="6840"/>
              </p14:xfrm>
            </p:contentPart>
          </mc:Choice>
          <mc:Fallback>
            <p:pic>
              <p:nvPicPr>
                <p:cNvPr id="426" name="Entrada de lápiz 425">
                  <a:extLst>
                    <a:ext uri="{FF2B5EF4-FFF2-40B4-BE49-F238E27FC236}">
                      <a16:creationId xmlns:a16="http://schemas.microsoft.com/office/drawing/2014/main" id="{14B3B93E-1842-B568-F3B5-7DF682FFA651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567250" y="3982774"/>
                  <a:ext cx="161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27" name="Entrada de lápiz 426">
                  <a:extLst>
                    <a:ext uri="{FF2B5EF4-FFF2-40B4-BE49-F238E27FC236}">
                      <a16:creationId xmlns:a16="http://schemas.microsoft.com/office/drawing/2014/main" id="{67D03B34-005B-5502-33CF-BD3ACFC09445}"/>
                    </a:ext>
                  </a:extLst>
                </p14:cNvPr>
                <p14:cNvContentPartPr/>
                <p14:nvPr/>
              </p14:nvContentPartPr>
              <p14:xfrm>
                <a:off x="9769930" y="3905374"/>
                <a:ext cx="58680" cy="187920"/>
              </p14:xfrm>
            </p:contentPart>
          </mc:Choice>
          <mc:Fallback>
            <p:pic>
              <p:nvPicPr>
                <p:cNvPr id="427" name="Entrada de lápiz 426">
                  <a:extLst>
                    <a:ext uri="{FF2B5EF4-FFF2-40B4-BE49-F238E27FC236}">
                      <a16:creationId xmlns:a16="http://schemas.microsoft.com/office/drawing/2014/main" id="{67D03B34-005B-5502-33CF-BD3ACFC09445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760930" y="3896374"/>
                  <a:ext cx="76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28" name="Entrada de lápiz 427">
                  <a:extLst>
                    <a:ext uri="{FF2B5EF4-FFF2-40B4-BE49-F238E27FC236}">
                      <a16:creationId xmlns:a16="http://schemas.microsoft.com/office/drawing/2014/main" id="{94CEA740-6503-FB4D-A5C7-0B10CD4DB839}"/>
                    </a:ext>
                  </a:extLst>
                </p14:cNvPr>
                <p14:cNvContentPartPr/>
                <p14:nvPr/>
              </p14:nvContentPartPr>
              <p14:xfrm>
                <a:off x="9855610" y="3892414"/>
                <a:ext cx="125640" cy="95760"/>
              </p14:xfrm>
            </p:contentPart>
          </mc:Choice>
          <mc:Fallback>
            <p:pic>
              <p:nvPicPr>
                <p:cNvPr id="428" name="Entrada de lápiz 427">
                  <a:extLst>
                    <a:ext uri="{FF2B5EF4-FFF2-40B4-BE49-F238E27FC236}">
                      <a16:creationId xmlns:a16="http://schemas.microsoft.com/office/drawing/2014/main" id="{94CEA740-6503-FB4D-A5C7-0B10CD4DB839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846610" y="3883414"/>
                  <a:ext cx="143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29" name="Entrada de lápiz 428">
                  <a:extLst>
                    <a:ext uri="{FF2B5EF4-FFF2-40B4-BE49-F238E27FC236}">
                      <a16:creationId xmlns:a16="http://schemas.microsoft.com/office/drawing/2014/main" id="{428289B6-045C-FA70-E149-188C010CDA73}"/>
                    </a:ext>
                  </a:extLst>
                </p14:cNvPr>
                <p14:cNvContentPartPr/>
                <p14:nvPr/>
              </p14:nvContentPartPr>
              <p14:xfrm>
                <a:off x="9908530" y="3871894"/>
                <a:ext cx="46440" cy="225000"/>
              </p14:xfrm>
            </p:contentPart>
          </mc:Choice>
          <mc:Fallback>
            <p:pic>
              <p:nvPicPr>
                <p:cNvPr id="429" name="Entrada de lápiz 428">
                  <a:extLst>
                    <a:ext uri="{FF2B5EF4-FFF2-40B4-BE49-F238E27FC236}">
                      <a16:creationId xmlns:a16="http://schemas.microsoft.com/office/drawing/2014/main" id="{428289B6-045C-FA70-E149-188C010CDA73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899530" y="3863254"/>
                  <a:ext cx="64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30" name="Entrada de lápiz 429">
                  <a:extLst>
                    <a:ext uri="{FF2B5EF4-FFF2-40B4-BE49-F238E27FC236}">
                      <a16:creationId xmlns:a16="http://schemas.microsoft.com/office/drawing/2014/main" id="{63B2A89A-0126-11C4-D42D-414EA6663FD9}"/>
                    </a:ext>
                  </a:extLst>
                </p14:cNvPr>
                <p14:cNvContentPartPr/>
                <p14:nvPr/>
              </p14:nvContentPartPr>
              <p14:xfrm>
                <a:off x="10062610" y="3962974"/>
                <a:ext cx="166320" cy="24840"/>
              </p14:xfrm>
            </p:contentPart>
          </mc:Choice>
          <mc:Fallback>
            <p:pic>
              <p:nvPicPr>
                <p:cNvPr id="430" name="Entrada de lápiz 429">
                  <a:extLst>
                    <a:ext uri="{FF2B5EF4-FFF2-40B4-BE49-F238E27FC236}">
                      <a16:creationId xmlns:a16="http://schemas.microsoft.com/office/drawing/2014/main" id="{63B2A89A-0126-11C4-D42D-414EA6663FD9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0053970" y="3953974"/>
                  <a:ext cx="183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31" name="Entrada de lápiz 430">
                  <a:extLst>
                    <a:ext uri="{FF2B5EF4-FFF2-40B4-BE49-F238E27FC236}">
                      <a16:creationId xmlns:a16="http://schemas.microsoft.com/office/drawing/2014/main" id="{346253AB-0501-14CE-9417-7C2403275B34}"/>
                    </a:ext>
                  </a:extLst>
                </p14:cNvPr>
                <p14:cNvContentPartPr/>
                <p14:nvPr/>
              </p14:nvContentPartPr>
              <p14:xfrm>
                <a:off x="10324330" y="3867214"/>
                <a:ext cx="99720" cy="199080"/>
              </p14:xfrm>
            </p:contentPart>
          </mc:Choice>
          <mc:Fallback>
            <p:pic>
              <p:nvPicPr>
                <p:cNvPr id="431" name="Entrada de lápiz 430">
                  <a:extLst>
                    <a:ext uri="{FF2B5EF4-FFF2-40B4-BE49-F238E27FC236}">
                      <a16:creationId xmlns:a16="http://schemas.microsoft.com/office/drawing/2014/main" id="{346253AB-0501-14CE-9417-7C2403275B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0315330" y="3858214"/>
                  <a:ext cx="117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32" name="Entrada de lápiz 431">
                  <a:extLst>
                    <a:ext uri="{FF2B5EF4-FFF2-40B4-BE49-F238E27FC236}">
                      <a16:creationId xmlns:a16="http://schemas.microsoft.com/office/drawing/2014/main" id="{F4A1591E-48BE-A906-E939-7492576F3957}"/>
                    </a:ext>
                  </a:extLst>
                </p14:cNvPr>
                <p14:cNvContentPartPr/>
                <p14:nvPr/>
              </p14:nvContentPartPr>
              <p14:xfrm>
                <a:off x="10401370" y="3842734"/>
                <a:ext cx="145440" cy="217440"/>
              </p14:xfrm>
            </p:contentPart>
          </mc:Choice>
          <mc:Fallback>
            <p:pic>
              <p:nvPicPr>
                <p:cNvPr id="432" name="Entrada de lápiz 431">
                  <a:extLst>
                    <a:ext uri="{FF2B5EF4-FFF2-40B4-BE49-F238E27FC236}">
                      <a16:creationId xmlns:a16="http://schemas.microsoft.com/office/drawing/2014/main" id="{F4A1591E-48BE-A906-E939-7492576F395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0392730" y="3833734"/>
                  <a:ext cx="163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33" name="Entrada de lápiz 432">
                  <a:extLst>
                    <a:ext uri="{FF2B5EF4-FFF2-40B4-BE49-F238E27FC236}">
                      <a16:creationId xmlns:a16="http://schemas.microsoft.com/office/drawing/2014/main" id="{BD59AA3A-0AE4-EF8C-E116-C4EE6264A445}"/>
                    </a:ext>
                  </a:extLst>
                </p14:cNvPr>
                <p14:cNvContentPartPr/>
                <p14:nvPr/>
              </p14:nvContentPartPr>
              <p14:xfrm>
                <a:off x="9743290" y="4136494"/>
                <a:ext cx="703440" cy="14760"/>
              </p14:xfrm>
            </p:contentPart>
          </mc:Choice>
          <mc:Fallback>
            <p:pic>
              <p:nvPicPr>
                <p:cNvPr id="433" name="Entrada de lápiz 432">
                  <a:extLst>
                    <a:ext uri="{FF2B5EF4-FFF2-40B4-BE49-F238E27FC236}">
                      <a16:creationId xmlns:a16="http://schemas.microsoft.com/office/drawing/2014/main" id="{BD59AA3A-0AE4-EF8C-E116-C4EE6264A445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9734290" y="4127494"/>
                  <a:ext cx="721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34" name="Entrada de lápiz 433">
                  <a:extLst>
                    <a:ext uri="{FF2B5EF4-FFF2-40B4-BE49-F238E27FC236}">
                      <a16:creationId xmlns:a16="http://schemas.microsoft.com/office/drawing/2014/main" id="{0E734506-805E-EB19-8DF7-1ED0DECD817C}"/>
                    </a:ext>
                  </a:extLst>
                </p14:cNvPr>
                <p14:cNvContentPartPr/>
                <p14:nvPr/>
              </p14:nvContentPartPr>
              <p14:xfrm>
                <a:off x="9943450" y="4215694"/>
                <a:ext cx="141120" cy="119160"/>
              </p14:xfrm>
            </p:contentPart>
          </mc:Choice>
          <mc:Fallback>
            <p:pic>
              <p:nvPicPr>
                <p:cNvPr id="434" name="Entrada de lápiz 433">
                  <a:extLst>
                    <a:ext uri="{FF2B5EF4-FFF2-40B4-BE49-F238E27FC236}">
                      <a16:creationId xmlns:a16="http://schemas.microsoft.com/office/drawing/2014/main" id="{0E734506-805E-EB19-8DF7-1ED0DECD817C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934810" y="4207054"/>
                  <a:ext cx="1587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upo 447">
            <a:extLst>
              <a:ext uri="{FF2B5EF4-FFF2-40B4-BE49-F238E27FC236}">
                <a16:creationId xmlns:a16="http://schemas.microsoft.com/office/drawing/2014/main" id="{40EB749F-5C93-5655-57D0-B67A8FBBD255}"/>
              </a:ext>
            </a:extLst>
          </p:cNvPr>
          <p:cNvGrpSpPr/>
          <p:nvPr/>
        </p:nvGrpSpPr>
        <p:grpSpPr>
          <a:xfrm>
            <a:off x="6091090" y="4675774"/>
            <a:ext cx="812880" cy="487800"/>
            <a:chOff x="6091090" y="4675774"/>
            <a:chExt cx="81288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37" name="Entrada de lápiz 436">
                  <a:extLst>
                    <a:ext uri="{FF2B5EF4-FFF2-40B4-BE49-F238E27FC236}">
                      <a16:creationId xmlns:a16="http://schemas.microsoft.com/office/drawing/2014/main" id="{A7957F31-9977-676E-8ADE-15C71A4CC469}"/>
                    </a:ext>
                  </a:extLst>
                </p14:cNvPr>
                <p14:cNvContentPartPr/>
                <p14:nvPr/>
              </p14:nvContentPartPr>
              <p14:xfrm>
                <a:off x="6091090" y="4742014"/>
                <a:ext cx="160920" cy="124920"/>
              </p14:xfrm>
            </p:contentPart>
          </mc:Choice>
          <mc:Fallback>
            <p:pic>
              <p:nvPicPr>
                <p:cNvPr id="437" name="Entrada de lápiz 436">
                  <a:extLst>
                    <a:ext uri="{FF2B5EF4-FFF2-40B4-BE49-F238E27FC236}">
                      <a16:creationId xmlns:a16="http://schemas.microsoft.com/office/drawing/2014/main" id="{A7957F31-9977-676E-8ADE-15C71A4CC469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82090" y="4733014"/>
                  <a:ext cx="178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38" name="Entrada de lápiz 437">
                  <a:extLst>
                    <a:ext uri="{FF2B5EF4-FFF2-40B4-BE49-F238E27FC236}">
                      <a16:creationId xmlns:a16="http://schemas.microsoft.com/office/drawing/2014/main" id="{7666038D-38E9-82FA-ACD2-655CD895F36F}"/>
                    </a:ext>
                  </a:extLst>
                </p14:cNvPr>
                <p14:cNvContentPartPr/>
                <p14:nvPr/>
              </p14:nvContentPartPr>
              <p14:xfrm>
                <a:off x="6128170" y="4731574"/>
                <a:ext cx="57600" cy="135360"/>
              </p14:xfrm>
            </p:contentPart>
          </mc:Choice>
          <mc:Fallback>
            <p:pic>
              <p:nvPicPr>
                <p:cNvPr id="438" name="Entrada de lápiz 437">
                  <a:extLst>
                    <a:ext uri="{FF2B5EF4-FFF2-40B4-BE49-F238E27FC236}">
                      <a16:creationId xmlns:a16="http://schemas.microsoft.com/office/drawing/2014/main" id="{7666038D-38E9-82FA-ACD2-655CD895F36F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6119530" y="4722934"/>
                  <a:ext cx="752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39" name="Entrada de lápiz 438">
                  <a:extLst>
                    <a:ext uri="{FF2B5EF4-FFF2-40B4-BE49-F238E27FC236}">
                      <a16:creationId xmlns:a16="http://schemas.microsoft.com/office/drawing/2014/main" id="{BC910F37-7ADE-A8B9-3C5F-417DD76EBF19}"/>
                    </a:ext>
                  </a:extLst>
                </p14:cNvPr>
                <p14:cNvContentPartPr/>
                <p14:nvPr/>
              </p14:nvContentPartPr>
              <p14:xfrm>
                <a:off x="6294490" y="4798894"/>
                <a:ext cx="16200" cy="53640"/>
              </p14:xfrm>
            </p:contentPart>
          </mc:Choice>
          <mc:Fallback>
            <p:pic>
              <p:nvPicPr>
                <p:cNvPr id="439" name="Entrada de lápiz 438">
                  <a:extLst>
                    <a:ext uri="{FF2B5EF4-FFF2-40B4-BE49-F238E27FC236}">
                      <a16:creationId xmlns:a16="http://schemas.microsoft.com/office/drawing/2014/main" id="{BC910F37-7ADE-A8B9-3C5F-417DD76EBF1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6285850" y="4789894"/>
                  <a:ext cx="33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41" name="Entrada de lápiz 440">
                  <a:extLst>
                    <a:ext uri="{FF2B5EF4-FFF2-40B4-BE49-F238E27FC236}">
                      <a16:creationId xmlns:a16="http://schemas.microsoft.com/office/drawing/2014/main" id="{86235A80-C86C-386B-4DD4-64BD342D6337}"/>
                    </a:ext>
                  </a:extLst>
                </p14:cNvPr>
                <p14:cNvContentPartPr/>
                <p14:nvPr/>
              </p14:nvContentPartPr>
              <p14:xfrm>
                <a:off x="6376930" y="4770094"/>
                <a:ext cx="132120" cy="5760"/>
              </p14:xfrm>
            </p:contentPart>
          </mc:Choice>
          <mc:Fallback>
            <p:pic>
              <p:nvPicPr>
                <p:cNvPr id="441" name="Entrada de lápiz 440">
                  <a:extLst>
                    <a:ext uri="{FF2B5EF4-FFF2-40B4-BE49-F238E27FC236}">
                      <a16:creationId xmlns:a16="http://schemas.microsoft.com/office/drawing/2014/main" id="{86235A80-C86C-386B-4DD4-64BD342D633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367930" y="4761094"/>
                  <a:ext cx="149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42" name="Entrada de lápiz 441">
                  <a:extLst>
                    <a:ext uri="{FF2B5EF4-FFF2-40B4-BE49-F238E27FC236}">
                      <a16:creationId xmlns:a16="http://schemas.microsoft.com/office/drawing/2014/main" id="{FF998635-A6ED-515E-9EB2-2DE822C2C4BC}"/>
                    </a:ext>
                  </a:extLst>
                </p14:cNvPr>
                <p14:cNvContentPartPr/>
                <p14:nvPr/>
              </p14:nvContentPartPr>
              <p14:xfrm>
                <a:off x="6376210" y="4831294"/>
                <a:ext cx="112680" cy="7560"/>
              </p14:xfrm>
            </p:contentPart>
          </mc:Choice>
          <mc:Fallback>
            <p:pic>
              <p:nvPicPr>
                <p:cNvPr id="442" name="Entrada de lápiz 441">
                  <a:extLst>
                    <a:ext uri="{FF2B5EF4-FFF2-40B4-BE49-F238E27FC236}">
                      <a16:creationId xmlns:a16="http://schemas.microsoft.com/office/drawing/2014/main" id="{FF998635-A6ED-515E-9EB2-2DE822C2C4BC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367570" y="4822654"/>
                  <a:ext cx="130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44" name="Entrada de lápiz 443">
                  <a:extLst>
                    <a:ext uri="{FF2B5EF4-FFF2-40B4-BE49-F238E27FC236}">
                      <a16:creationId xmlns:a16="http://schemas.microsoft.com/office/drawing/2014/main" id="{3D4100AB-C6A5-3A38-D114-9AA4E6F0E4FF}"/>
                    </a:ext>
                  </a:extLst>
                </p14:cNvPr>
                <p14:cNvContentPartPr/>
                <p14:nvPr/>
              </p14:nvContentPartPr>
              <p14:xfrm>
                <a:off x="6659530" y="4675774"/>
                <a:ext cx="168120" cy="149760"/>
              </p14:xfrm>
            </p:contentPart>
          </mc:Choice>
          <mc:Fallback>
            <p:pic>
              <p:nvPicPr>
                <p:cNvPr id="444" name="Entrada de lápiz 443">
                  <a:extLst>
                    <a:ext uri="{FF2B5EF4-FFF2-40B4-BE49-F238E27FC236}">
                      <a16:creationId xmlns:a16="http://schemas.microsoft.com/office/drawing/2014/main" id="{3D4100AB-C6A5-3A38-D114-9AA4E6F0E4F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650890" y="4667134"/>
                  <a:ext cx="185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46" name="Entrada de lápiz 445">
                  <a:extLst>
                    <a:ext uri="{FF2B5EF4-FFF2-40B4-BE49-F238E27FC236}">
                      <a16:creationId xmlns:a16="http://schemas.microsoft.com/office/drawing/2014/main" id="{7F71BE0F-3D2D-96B4-6AC3-705610B2FB46}"/>
                    </a:ext>
                  </a:extLst>
                </p14:cNvPr>
                <p14:cNvContentPartPr/>
                <p14:nvPr/>
              </p14:nvContentPartPr>
              <p14:xfrm>
                <a:off x="6538930" y="4887454"/>
                <a:ext cx="365040" cy="22320"/>
              </p14:xfrm>
            </p:contentPart>
          </mc:Choice>
          <mc:Fallback>
            <p:pic>
              <p:nvPicPr>
                <p:cNvPr id="446" name="Entrada de lápiz 445">
                  <a:extLst>
                    <a:ext uri="{FF2B5EF4-FFF2-40B4-BE49-F238E27FC236}">
                      <a16:creationId xmlns:a16="http://schemas.microsoft.com/office/drawing/2014/main" id="{7F71BE0F-3D2D-96B4-6AC3-705610B2FB46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530290" y="4878454"/>
                  <a:ext cx="38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47" name="Entrada de lápiz 446">
                  <a:extLst>
                    <a:ext uri="{FF2B5EF4-FFF2-40B4-BE49-F238E27FC236}">
                      <a16:creationId xmlns:a16="http://schemas.microsoft.com/office/drawing/2014/main" id="{CC602CD2-C881-0A3E-8EF5-4ADEF751B42D}"/>
                    </a:ext>
                  </a:extLst>
                </p14:cNvPr>
                <p14:cNvContentPartPr/>
                <p14:nvPr/>
              </p14:nvContentPartPr>
              <p14:xfrm>
                <a:off x="6645850" y="4989694"/>
                <a:ext cx="137160" cy="173880"/>
              </p14:xfrm>
            </p:contentPart>
          </mc:Choice>
          <mc:Fallback>
            <p:pic>
              <p:nvPicPr>
                <p:cNvPr id="447" name="Entrada de lápiz 446">
                  <a:extLst>
                    <a:ext uri="{FF2B5EF4-FFF2-40B4-BE49-F238E27FC236}">
                      <a16:creationId xmlns:a16="http://schemas.microsoft.com/office/drawing/2014/main" id="{CC602CD2-C881-0A3E-8EF5-4ADEF751B42D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636850" y="4980694"/>
                  <a:ext cx="1548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upo 461">
            <a:extLst>
              <a:ext uri="{FF2B5EF4-FFF2-40B4-BE49-F238E27FC236}">
                <a16:creationId xmlns:a16="http://schemas.microsoft.com/office/drawing/2014/main" id="{C18ADB7A-04B6-3916-56D3-3F129B04B629}"/>
              </a:ext>
            </a:extLst>
          </p:cNvPr>
          <p:cNvGrpSpPr/>
          <p:nvPr/>
        </p:nvGrpSpPr>
        <p:grpSpPr>
          <a:xfrm>
            <a:off x="6187570" y="5433574"/>
            <a:ext cx="779760" cy="233280"/>
            <a:chOff x="6187570" y="5433574"/>
            <a:chExt cx="779760" cy="23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54" name="Entrada de lápiz 453">
                  <a:extLst>
                    <a:ext uri="{FF2B5EF4-FFF2-40B4-BE49-F238E27FC236}">
                      <a16:creationId xmlns:a16="http://schemas.microsoft.com/office/drawing/2014/main" id="{E8CC2F87-B9BA-98DF-2852-33972ABF94BD}"/>
                    </a:ext>
                  </a:extLst>
                </p14:cNvPr>
                <p14:cNvContentPartPr/>
                <p14:nvPr/>
              </p14:nvContentPartPr>
              <p14:xfrm>
                <a:off x="6187570" y="5503774"/>
                <a:ext cx="180000" cy="95040"/>
              </p14:xfrm>
            </p:contentPart>
          </mc:Choice>
          <mc:Fallback>
            <p:pic>
              <p:nvPicPr>
                <p:cNvPr id="454" name="Entrada de lápiz 453">
                  <a:extLst>
                    <a:ext uri="{FF2B5EF4-FFF2-40B4-BE49-F238E27FC236}">
                      <a16:creationId xmlns:a16="http://schemas.microsoft.com/office/drawing/2014/main" id="{E8CC2F87-B9BA-98DF-2852-33972ABF94B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6178570" y="5495134"/>
                  <a:ext cx="197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55" name="Entrada de lápiz 454">
                  <a:extLst>
                    <a:ext uri="{FF2B5EF4-FFF2-40B4-BE49-F238E27FC236}">
                      <a16:creationId xmlns:a16="http://schemas.microsoft.com/office/drawing/2014/main" id="{FDECB364-AECC-733F-C8CE-1CE97BC75407}"/>
                    </a:ext>
                  </a:extLst>
                </p14:cNvPr>
                <p14:cNvContentPartPr/>
                <p14:nvPr/>
              </p14:nvContentPartPr>
              <p14:xfrm>
                <a:off x="6216730" y="5491174"/>
                <a:ext cx="60480" cy="138600"/>
              </p14:xfrm>
            </p:contentPart>
          </mc:Choice>
          <mc:Fallback>
            <p:pic>
              <p:nvPicPr>
                <p:cNvPr id="455" name="Entrada de lápiz 454">
                  <a:extLst>
                    <a:ext uri="{FF2B5EF4-FFF2-40B4-BE49-F238E27FC236}">
                      <a16:creationId xmlns:a16="http://schemas.microsoft.com/office/drawing/2014/main" id="{FDECB364-AECC-733F-C8CE-1CE97BC75407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207730" y="5482534"/>
                  <a:ext cx="78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56" name="Entrada de lápiz 455">
                  <a:extLst>
                    <a:ext uri="{FF2B5EF4-FFF2-40B4-BE49-F238E27FC236}">
                      <a16:creationId xmlns:a16="http://schemas.microsoft.com/office/drawing/2014/main" id="{114E8422-E199-7918-B114-F302BAF9942F}"/>
                    </a:ext>
                  </a:extLst>
                </p14:cNvPr>
                <p14:cNvContentPartPr/>
                <p14:nvPr/>
              </p14:nvContentPartPr>
              <p14:xfrm>
                <a:off x="6423370" y="5558134"/>
                <a:ext cx="3240" cy="57240"/>
              </p14:xfrm>
            </p:contentPart>
          </mc:Choice>
          <mc:Fallback>
            <p:pic>
              <p:nvPicPr>
                <p:cNvPr id="456" name="Entrada de lápiz 455">
                  <a:extLst>
                    <a:ext uri="{FF2B5EF4-FFF2-40B4-BE49-F238E27FC236}">
                      <a16:creationId xmlns:a16="http://schemas.microsoft.com/office/drawing/2014/main" id="{114E8422-E199-7918-B114-F302BAF9942F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6414730" y="5549134"/>
                  <a:ext cx="20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57" name="Entrada de lápiz 456">
                  <a:extLst>
                    <a:ext uri="{FF2B5EF4-FFF2-40B4-BE49-F238E27FC236}">
                      <a16:creationId xmlns:a16="http://schemas.microsoft.com/office/drawing/2014/main" id="{7358A139-1BF7-5F4C-E7A3-D6CDC762C8D1}"/>
                    </a:ext>
                  </a:extLst>
                </p14:cNvPr>
                <p14:cNvContentPartPr/>
                <p14:nvPr/>
              </p14:nvContentPartPr>
              <p14:xfrm>
                <a:off x="6541810" y="5530054"/>
                <a:ext cx="119880" cy="1440"/>
              </p14:xfrm>
            </p:contentPart>
          </mc:Choice>
          <mc:Fallback>
            <p:pic>
              <p:nvPicPr>
                <p:cNvPr id="457" name="Entrada de lápiz 456">
                  <a:extLst>
                    <a:ext uri="{FF2B5EF4-FFF2-40B4-BE49-F238E27FC236}">
                      <a16:creationId xmlns:a16="http://schemas.microsoft.com/office/drawing/2014/main" id="{7358A139-1BF7-5F4C-E7A3-D6CDC762C8D1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533170" y="5521414"/>
                  <a:ext cx="137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58" name="Entrada de lápiz 457">
                  <a:extLst>
                    <a:ext uri="{FF2B5EF4-FFF2-40B4-BE49-F238E27FC236}">
                      <a16:creationId xmlns:a16="http://schemas.microsoft.com/office/drawing/2014/main" id="{CFEC6EC2-465F-E80A-2E54-50A937DEBCCE}"/>
                    </a:ext>
                  </a:extLst>
                </p14:cNvPr>
                <p14:cNvContentPartPr/>
                <p14:nvPr/>
              </p14:nvContentPartPr>
              <p14:xfrm>
                <a:off x="6545050" y="5576134"/>
                <a:ext cx="146880" cy="2160"/>
              </p14:xfrm>
            </p:contentPart>
          </mc:Choice>
          <mc:Fallback>
            <p:pic>
              <p:nvPicPr>
                <p:cNvPr id="458" name="Entrada de lápiz 457">
                  <a:extLst>
                    <a:ext uri="{FF2B5EF4-FFF2-40B4-BE49-F238E27FC236}">
                      <a16:creationId xmlns:a16="http://schemas.microsoft.com/office/drawing/2014/main" id="{CFEC6EC2-465F-E80A-2E54-50A937DEBCC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536050" y="5567494"/>
                  <a:ext cx="164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59" name="Entrada de lápiz 458">
                  <a:extLst>
                    <a:ext uri="{FF2B5EF4-FFF2-40B4-BE49-F238E27FC236}">
                      <a16:creationId xmlns:a16="http://schemas.microsoft.com/office/drawing/2014/main" id="{A6A1C518-4873-90EC-DCB1-AEB38197FF0E}"/>
                    </a:ext>
                  </a:extLst>
                </p14:cNvPr>
                <p14:cNvContentPartPr/>
                <p14:nvPr/>
              </p14:nvContentPartPr>
              <p14:xfrm>
                <a:off x="6816130" y="5433574"/>
                <a:ext cx="74880" cy="195480"/>
              </p14:xfrm>
            </p:contentPart>
          </mc:Choice>
          <mc:Fallback>
            <p:pic>
              <p:nvPicPr>
                <p:cNvPr id="459" name="Entrada de lápiz 458">
                  <a:extLst>
                    <a:ext uri="{FF2B5EF4-FFF2-40B4-BE49-F238E27FC236}">
                      <a16:creationId xmlns:a16="http://schemas.microsoft.com/office/drawing/2014/main" id="{A6A1C518-4873-90EC-DCB1-AEB38197FF0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6807130" y="5424574"/>
                  <a:ext cx="92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60" name="Entrada de lápiz 459">
                  <a:extLst>
                    <a:ext uri="{FF2B5EF4-FFF2-40B4-BE49-F238E27FC236}">
                      <a16:creationId xmlns:a16="http://schemas.microsoft.com/office/drawing/2014/main" id="{9C2967FF-06EC-EF57-E76C-96040EC8CB01}"/>
                    </a:ext>
                  </a:extLst>
                </p14:cNvPr>
                <p14:cNvContentPartPr/>
                <p14:nvPr/>
              </p14:nvContentPartPr>
              <p14:xfrm>
                <a:off x="6751690" y="5652094"/>
                <a:ext cx="215640" cy="14760"/>
              </p14:xfrm>
            </p:contentPart>
          </mc:Choice>
          <mc:Fallback>
            <p:pic>
              <p:nvPicPr>
                <p:cNvPr id="460" name="Entrada de lápiz 459">
                  <a:extLst>
                    <a:ext uri="{FF2B5EF4-FFF2-40B4-BE49-F238E27FC236}">
                      <a16:creationId xmlns:a16="http://schemas.microsoft.com/office/drawing/2014/main" id="{9C2967FF-06EC-EF57-E76C-96040EC8CB01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6742690" y="5643454"/>
                  <a:ext cx="2332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6">
            <p14:nvContentPartPr>
              <p14:cNvPr id="461" name="Entrada de lápiz 460">
                <a:extLst>
                  <a:ext uri="{FF2B5EF4-FFF2-40B4-BE49-F238E27FC236}">
                    <a16:creationId xmlns:a16="http://schemas.microsoft.com/office/drawing/2014/main" id="{2648F536-E472-F1FA-5DBD-D35CB8AD62D9}"/>
                  </a:ext>
                </a:extLst>
              </p14:cNvPr>
              <p14:cNvContentPartPr/>
              <p14:nvPr/>
            </p14:nvContentPartPr>
            <p14:xfrm>
              <a:off x="6734770" y="5742814"/>
              <a:ext cx="165240" cy="183960"/>
            </p14:xfrm>
          </p:contentPart>
        </mc:Choice>
        <mc:Fallback>
          <p:pic>
            <p:nvPicPr>
              <p:cNvPr id="461" name="Entrada de lápiz 460">
                <a:extLst>
                  <a:ext uri="{FF2B5EF4-FFF2-40B4-BE49-F238E27FC236}">
                    <a16:creationId xmlns:a16="http://schemas.microsoft.com/office/drawing/2014/main" id="{2648F536-E472-F1FA-5DBD-D35CB8AD62D9}"/>
                  </a:ext>
                </a:extLst>
              </p:cNvPr>
              <p:cNvPicPr/>
              <p:nvPr/>
            </p:nvPicPr>
            <p:blipFill>
              <a:blip r:embed="rId667"/>
              <a:stretch>
                <a:fillRect/>
              </a:stretch>
            </p:blipFill>
            <p:spPr>
              <a:xfrm>
                <a:off x="6726130" y="5734174"/>
                <a:ext cx="18288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4" name="Grupo 473">
            <a:extLst>
              <a:ext uri="{FF2B5EF4-FFF2-40B4-BE49-F238E27FC236}">
                <a16:creationId xmlns:a16="http://schemas.microsoft.com/office/drawing/2014/main" id="{4F1C2BFB-023C-782E-3D04-9750B26075B5}"/>
              </a:ext>
            </a:extLst>
          </p:cNvPr>
          <p:cNvGrpSpPr/>
          <p:nvPr/>
        </p:nvGrpSpPr>
        <p:grpSpPr>
          <a:xfrm>
            <a:off x="8928250" y="4774414"/>
            <a:ext cx="1212480" cy="460800"/>
            <a:chOff x="8928250" y="4774414"/>
            <a:chExt cx="1212480" cy="46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63" name="Entrada de lápiz 462">
                  <a:extLst>
                    <a:ext uri="{FF2B5EF4-FFF2-40B4-BE49-F238E27FC236}">
                      <a16:creationId xmlns:a16="http://schemas.microsoft.com/office/drawing/2014/main" id="{CE67DB15-304E-FA5C-1FF6-63A900B47CEF}"/>
                    </a:ext>
                  </a:extLst>
                </p14:cNvPr>
                <p14:cNvContentPartPr/>
                <p14:nvPr/>
              </p14:nvContentPartPr>
              <p14:xfrm>
                <a:off x="8963170" y="4811494"/>
                <a:ext cx="103680" cy="104400"/>
              </p14:xfrm>
            </p:contentPart>
          </mc:Choice>
          <mc:Fallback>
            <p:pic>
              <p:nvPicPr>
                <p:cNvPr id="463" name="Entrada de lápiz 462">
                  <a:extLst>
                    <a:ext uri="{FF2B5EF4-FFF2-40B4-BE49-F238E27FC236}">
                      <a16:creationId xmlns:a16="http://schemas.microsoft.com/office/drawing/2014/main" id="{CE67DB15-304E-FA5C-1FF6-63A900B47CEF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8954530" y="4802854"/>
                  <a:ext cx="121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64" name="Entrada de lápiz 463">
                  <a:extLst>
                    <a:ext uri="{FF2B5EF4-FFF2-40B4-BE49-F238E27FC236}">
                      <a16:creationId xmlns:a16="http://schemas.microsoft.com/office/drawing/2014/main" id="{41E35C15-7DCC-B9B0-1E71-464F26879196}"/>
                    </a:ext>
                  </a:extLst>
                </p14:cNvPr>
                <p14:cNvContentPartPr/>
                <p14:nvPr/>
              </p14:nvContentPartPr>
              <p14:xfrm>
                <a:off x="8928250" y="4780894"/>
                <a:ext cx="100800" cy="170280"/>
              </p14:xfrm>
            </p:contentPart>
          </mc:Choice>
          <mc:Fallback>
            <p:pic>
              <p:nvPicPr>
                <p:cNvPr id="464" name="Entrada de lápiz 463">
                  <a:extLst>
                    <a:ext uri="{FF2B5EF4-FFF2-40B4-BE49-F238E27FC236}">
                      <a16:creationId xmlns:a16="http://schemas.microsoft.com/office/drawing/2014/main" id="{41E35C15-7DCC-B9B0-1E71-464F2687919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8919610" y="4771894"/>
                  <a:ext cx="118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65" name="Entrada de lápiz 464">
                  <a:extLst>
                    <a:ext uri="{FF2B5EF4-FFF2-40B4-BE49-F238E27FC236}">
                      <a16:creationId xmlns:a16="http://schemas.microsoft.com/office/drawing/2014/main" id="{4A049816-AE33-B6D0-364E-1E54753493D6}"/>
                    </a:ext>
                  </a:extLst>
                </p14:cNvPr>
                <p14:cNvContentPartPr/>
                <p14:nvPr/>
              </p14:nvContentPartPr>
              <p14:xfrm>
                <a:off x="9144970" y="4873414"/>
                <a:ext cx="131040" cy="65880"/>
              </p14:xfrm>
            </p:contentPart>
          </mc:Choice>
          <mc:Fallback>
            <p:pic>
              <p:nvPicPr>
                <p:cNvPr id="465" name="Entrada de lápiz 464">
                  <a:extLst>
                    <a:ext uri="{FF2B5EF4-FFF2-40B4-BE49-F238E27FC236}">
                      <a16:creationId xmlns:a16="http://schemas.microsoft.com/office/drawing/2014/main" id="{4A049816-AE33-B6D0-364E-1E54753493D6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136330" y="4864414"/>
                  <a:ext cx="148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66" name="Entrada de lápiz 465">
                  <a:extLst>
                    <a:ext uri="{FF2B5EF4-FFF2-40B4-BE49-F238E27FC236}">
                      <a16:creationId xmlns:a16="http://schemas.microsoft.com/office/drawing/2014/main" id="{C063407F-5863-70E9-56D3-BBF3F8921EA7}"/>
                    </a:ext>
                  </a:extLst>
                </p14:cNvPr>
                <p14:cNvContentPartPr/>
                <p14:nvPr/>
              </p14:nvContentPartPr>
              <p14:xfrm>
                <a:off x="9336850" y="4840294"/>
                <a:ext cx="111960" cy="8640"/>
              </p14:xfrm>
            </p:contentPart>
          </mc:Choice>
          <mc:Fallback>
            <p:pic>
              <p:nvPicPr>
                <p:cNvPr id="466" name="Entrada de lápiz 465">
                  <a:extLst>
                    <a:ext uri="{FF2B5EF4-FFF2-40B4-BE49-F238E27FC236}">
                      <a16:creationId xmlns:a16="http://schemas.microsoft.com/office/drawing/2014/main" id="{C063407F-5863-70E9-56D3-BBF3F8921EA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328210" y="4831654"/>
                  <a:ext cx="129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67" name="Entrada de lápiz 466">
                  <a:extLst>
                    <a:ext uri="{FF2B5EF4-FFF2-40B4-BE49-F238E27FC236}">
                      <a16:creationId xmlns:a16="http://schemas.microsoft.com/office/drawing/2014/main" id="{4920FD23-97C5-6BF4-EC0D-2FCECD4F9A3A}"/>
                    </a:ext>
                  </a:extLst>
                </p14:cNvPr>
                <p14:cNvContentPartPr/>
                <p14:nvPr/>
              </p14:nvContentPartPr>
              <p14:xfrm>
                <a:off x="9319930" y="4911934"/>
                <a:ext cx="100800" cy="5760"/>
              </p14:xfrm>
            </p:contentPart>
          </mc:Choice>
          <mc:Fallback>
            <p:pic>
              <p:nvPicPr>
                <p:cNvPr id="467" name="Entrada de lápiz 466">
                  <a:extLst>
                    <a:ext uri="{FF2B5EF4-FFF2-40B4-BE49-F238E27FC236}">
                      <a16:creationId xmlns:a16="http://schemas.microsoft.com/office/drawing/2014/main" id="{4920FD23-97C5-6BF4-EC0D-2FCECD4F9A3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9310930" y="4902934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69" name="Entrada de lápiz 468">
                  <a:extLst>
                    <a:ext uri="{FF2B5EF4-FFF2-40B4-BE49-F238E27FC236}">
                      <a16:creationId xmlns:a16="http://schemas.microsoft.com/office/drawing/2014/main" id="{AA70F9A0-8FDC-A045-B7D4-2641A5B1C65E}"/>
                    </a:ext>
                  </a:extLst>
                </p14:cNvPr>
                <p14:cNvContentPartPr/>
                <p14:nvPr/>
              </p14:nvContentPartPr>
              <p14:xfrm>
                <a:off x="9573010" y="4850374"/>
                <a:ext cx="160920" cy="25560"/>
              </p14:xfrm>
            </p:contentPart>
          </mc:Choice>
          <mc:Fallback>
            <p:pic>
              <p:nvPicPr>
                <p:cNvPr id="469" name="Entrada de lápiz 468">
                  <a:extLst>
                    <a:ext uri="{FF2B5EF4-FFF2-40B4-BE49-F238E27FC236}">
                      <a16:creationId xmlns:a16="http://schemas.microsoft.com/office/drawing/2014/main" id="{AA70F9A0-8FDC-A045-B7D4-2641A5B1C65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564010" y="4841734"/>
                  <a:ext cx="178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70" name="Entrada de lápiz 469">
                  <a:extLst>
                    <a:ext uri="{FF2B5EF4-FFF2-40B4-BE49-F238E27FC236}">
                      <a16:creationId xmlns:a16="http://schemas.microsoft.com/office/drawing/2014/main" id="{2779721A-2FBB-AA87-1D2B-F15E5C24B082}"/>
                    </a:ext>
                  </a:extLst>
                </p14:cNvPr>
                <p14:cNvContentPartPr/>
                <p14:nvPr/>
              </p14:nvContentPartPr>
              <p14:xfrm>
                <a:off x="9803050" y="4782694"/>
                <a:ext cx="149040" cy="154080"/>
              </p14:xfrm>
            </p:contentPart>
          </mc:Choice>
          <mc:Fallback>
            <p:pic>
              <p:nvPicPr>
                <p:cNvPr id="470" name="Entrada de lápiz 469">
                  <a:extLst>
                    <a:ext uri="{FF2B5EF4-FFF2-40B4-BE49-F238E27FC236}">
                      <a16:creationId xmlns:a16="http://schemas.microsoft.com/office/drawing/2014/main" id="{2779721A-2FBB-AA87-1D2B-F15E5C24B082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794050" y="4773694"/>
                  <a:ext cx="166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71" name="Entrada de lápiz 470">
                  <a:extLst>
                    <a:ext uri="{FF2B5EF4-FFF2-40B4-BE49-F238E27FC236}">
                      <a16:creationId xmlns:a16="http://schemas.microsoft.com/office/drawing/2014/main" id="{915FA891-2D57-9CFA-7C49-CB9A46CF7109}"/>
                    </a:ext>
                  </a:extLst>
                </p14:cNvPr>
                <p14:cNvContentPartPr/>
                <p14:nvPr/>
              </p14:nvContentPartPr>
              <p14:xfrm>
                <a:off x="9969370" y="4774414"/>
                <a:ext cx="165600" cy="144360"/>
              </p14:xfrm>
            </p:contentPart>
          </mc:Choice>
          <mc:Fallback>
            <p:pic>
              <p:nvPicPr>
                <p:cNvPr id="471" name="Entrada de lápiz 470">
                  <a:extLst>
                    <a:ext uri="{FF2B5EF4-FFF2-40B4-BE49-F238E27FC236}">
                      <a16:creationId xmlns:a16="http://schemas.microsoft.com/office/drawing/2014/main" id="{915FA891-2D57-9CFA-7C49-CB9A46CF7109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960730" y="4765774"/>
                  <a:ext cx="183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72" name="Entrada de lápiz 471">
                  <a:extLst>
                    <a:ext uri="{FF2B5EF4-FFF2-40B4-BE49-F238E27FC236}">
                      <a16:creationId xmlns:a16="http://schemas.microsoft.com/office/drawing/2014/main" id="{3ED66103-1DCD-A13C-F55A-8400B4704E90}"/>
                    </a:ext>
                  </a:extLst>
                </p14:cNvPr>
                <p14:cNvContentPartPr/>
                <p14:nvPr/>
              </p14:nvContentPartPr>
              <p14:xfrm>
                <a:off x="9519730" y="5007334"/>
                <a:ext cx="621000" cy="23040"/>
              </p14:xfrm>
            </p:contentPart>
          </mc:Choice>
          <mc:Fallback>
            <p:pic>
              <p:nvPicPr>
                <p:cNvPr id="472" name="Entrada de lápiz 471">
                  <a:extLst>
                    <a:ext uri="{FF2B5EF4-FFF2-40B4-BE49-F238E27FC236}">
                      <a16:creationId xmlns:a16="http://schemas.microsoft.com/office/drawing/2014/main" id="{3ED66103-1DCD-A13C-F55A-8400B4704E90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9511090" y="4998694"/>
                  <a:ext cx="638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73" name="Entrada de lápiz 472">
                  <a:extLst>
                    <a:ext uri="{FF2B5EF4-FFF2-40B4-BE49-F238E27FC236}">
                      <a16:creationId xmlns:a16="http://schemas.microsoft.com/office/drawing/2014/main" id="{575E9F07-3FF2-E7D6-AA0A-EB9F7F46C608}"/>
                    </a:ext>
                  </a:extLst>
                </p14:cNvPr>
                <p14:cNvContentPartPr/>
                <p14:nvPr/>
              </p14:nvContentPartPr>
              <p14:xfrm>
                <a:off x="9736810" y="5049094"/>
                <a:ext cx="143640" cy="186120"/>
              </p14:xfrm>
            </p:contentPart>
          </mc:Choice>
          <mc:Fallback>
            <p:pic>
              <p:nvPicPr>
                <p:cNvPr id="473" name="Entrada de lápiz 472">
                  <a:extLst>
                    <a:ext uri="{FF2B5EF4-FFF2-40B4-BE49-F238E27FC236}">
                      <a16:creationId xmlns:a16="http://schemas.microsoft.com/office/drawing/2014/main" id="{575E9F07-3FF2-E7D6-AA0A-EB9F7F46C608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9727810" y="5040454"/>
                  <a:ext cx="16128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85" name="Entrada de lápiz 484">
                <a:extLst>
                  <a:ext uri="{FF2B5EF4-FFF2-40B4-BE49-F238E27FC236}">
                    <a16:creationId xmlns:a16="http://schemas.microsoft.com/office/drawing/2014/main" id="{AB54C850-19E3-AFD4-D0C6-9572E64DD6DE}"/>
                  </a:ext>
                </a:extLst>
              </p14:cNvPr>
              <p14:cNvContentPartPr/>
              <p14:nvPr/>
            </p14:nvContentPartPr>
            <p14:xfrm>
              <a:off x="6108730" y="5891494"/>
              <a:ext cx="1092600" cy="273600"/>
            </p14:xfrm>
          </p:contentPart>
        </mc:Choice>
        <mc:Fallback>
          <p:pic>
            <p:nvPicPr>
              <p:cNvPr id="485" name="Entrada de lápiz 484">
                <a:extLst>
                  <a:ext uri="{FF2B5EF4-FFF2-40B4-BE49-F238E27FC236}">
                    <a16:creationId xmlns:a16="http://schemas.microsoft.com/office/drawing/2014/main" id="{AB54C850-19E3-AFD4-D0C6-9572E64DD6DE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6100090" y="5882854"/>
                <a:ext cx="1110240" cy="29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upo 486">
            <a:extLst>
              <a:ext uri="{FF2B5EF4-FFF2-40B4-BE49-F238E27FC236}">
                <a16:creationId xmlns:a16="http://schemas.microsoft.com/office/drawing/2014/main" id="{0DB6E0C3-E768-9277-4266-F66706DA3194}"/>
              </a:ext>
            </a:extLst>
          </p:cNvPr>
          <p:cNvGrpSpPr/>
          <p:nvPr/>
        </p:nvGrpSpPr>
        <p:grpSpPr>
          <a:xfrm>
            <a:off x="8895130" y="5688094"/>
            <a:ext cx="1153800" cy="408960"/>
            <a:chOff x="8895130" y="5688094"/>
            <a:chExt cx="115380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75" name="Entrada de lápiz 474">
                  <a:extLst>
                    <a:ext uri="{FF2B5EF4-FFF2-40B4-BE49-F238E27FC236}">
                      <a16:creationId xmlns:a16="http://schemas.microsoft.com/office/drawing/2014/main" id="{002AAC25-75F8-D932-EAE6-BA1E7B0B8A72}"/>
                    </a:ext>
                  </a:extLst>
                </p14:cNvPr>
                <p14:cNvContentPartPr/>
                <p14:nvPr/>
              </p14:nvContentPartPr>
              <p14:xfrm>
                <a:off x="8976850" y="5729854"/>
                <a:ext cx="143280" cy="92160"/>
              </p14:xfrm>
            </p:contentPart>
          </mc:Choice>
          <mc:Fallback>
            <p:pic>
              <p:nvPicPr>
                <p:cNvPr id="475" name="Entrada de lápiz 474">
                  <a:extLst>
                    <a:ext uri="{FF2B5EF4-FFF2-40B4-BE49-F238E27FC236}">
                      <a16:creationId xmlns:a16="http://schemas.microsoft.com/office/drawing/2014/main" id="{002AAC25-75F8-D932-EAE6-BA1E7B0B8A72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968210" y="5720854"/>
                  <a:ext cx="160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76" name="Entrada de lápiz 475">
                  <a:extLst>
                    <a:ext uri="{FF2B5EF4-FFF2-40B4-BE49-F238E27FC236}">
                      <a16:creationId xmlns:a16="http://schemas.microsoft.com/office/drawing/2014/main" id="{47FC97F6-A934-D92A-0093-278C3DB2CBAC}"/>
                    </a:ext>
                  </a:extLst>
                </p14:cNvPr>
                <p14:cNvContentPartPr/>
                <p14:nvPr/>
              </p14:nvContentPartPr>
              <p14:xfrm>
                <a:off x="9005650" y="5701054"/>
                <a:ext cx="58680" cy="149760"/>
              </p14:xfrm>
            </p:contentPart>
          </mc:Choice>
          <mc:Fallback>
            <p:pic>
              <p:nvPicPr>
                <p:cNvPr id="476" name="Entrada de lápiz 475">
                  <a:extLst>
                    <a:ext uri="{FF2B5EF4-FFF2-40B4-BE49-F238E27FC236}">
                      <a16:creationId xmlns:a16="http://schemas.microsoft.com/office/drawing/2014/main" id="{47FC97F6-A934-D92A-0093-278C3DB2CBAC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96650" y="5692054"/>
                  <a:ext cx="76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77" name="Entrada de lápiz 476">
                  <a:extLst>
                    <a:ext uri="{FF2B5EF4-FFF2-40B4-BE49-F238E27FC236}">
                      <a16:creationId xmlns:a16="http://schemas.microsoft.com/office/drawing/2014/main" id="{C03F9DC6-47B2-5108-39A3-E48772C119FD}"/>
                    </a:ext>
                  </a:extLst>
                </p14:cNvPr>
                <p14:cNvContentPartPr/>
                <p14:nvPr/>
              </p14:nvContentPartPr>
              <p14:xfrm>
                <a:off x="9156130" y="5741374"/>
                <a:ext cx="90720" cy="83160"/>
              </p14:xfrm>
            </p:contentPart>
          </mc:Choice>
          <mc:Fallback>
            <p:pic>
              <p:nvPicPr>
                <p:cNvPr id="477" name="Entrada de lápiz 476">
                  <a:extLst>
                    <a:ext uri="{FF2B5EF4-FFF2-40B4-BE49-F238E27FC236}">
                      <a16:creationId xmlns:a16="http://schemas.microsoft.com/office/drawing/2014/main" id="{C03F9DC6-47B2-5108-39A3-E48772C119F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147490" y="5732374"/>
                  <a:ext cx="108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78" name="Entrada de lápiz 477">
                  <a:extLst>
                    <a:ext uri="{FF2B5EF4-FFF2-40B4-BE49-F238E27FC236}">
                      <a16:creationId xmlns:a16="http://schemas.microsoft.com/office/drawing/2014/main" id="{814AF847-8410-6794-640A-91352C8EAACF}"/>
                    </a:ext>
                  </a:extLst>
                </p14:cNvPr>
                <p14:cNvContentPartPr/>
                <p14:nvPr/>
              </p14:nvContentPartPr>
              <p14:xfrm>
                <a:off x="9301570" y="5723374"/>
                <a:ext cx="123120" cy="27000"/>
              </p14:xfrm>
            </p:contentPart>
          </mc:Choice>
          <mc:Fallback>
            <p:pic>
              <p:nvPicPr>
                <p:cNvPr id="478" name="Entrada de lápiz 477">
                  <a:extLst>
                    <a:ext uri="{FF2B5EF4-FFF2-40B4-BE49-F238E27FC236}">
                      <a16:creationId xmlns:a16="http://schemas.microsoft.com/office/drawing/2014/main" id="{814AF847-8410-6794-640A-91352C8EAACF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292930" y="5714734"/>
                  <a:ext cx="140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79" name="Entrada de lápiz 478">
                  <a:extLst>
                    <a:ext uri="{FF2B5EF4-FFF2-40B4-BE49-F238E27FC236}">
                      <a16:creationId xmlns:a16="http://schemas.microsoft.com/office/drawing/2014/main" id="{7FAD6611-1335-942C-9D86-F4743C15D0B7}"/>
                    </a:ext>
                  </a:extLst>
                </p14:cNvPr>
                <p14:cNvContentPartPr/>
                <p14:nvPr/>
              </p14:nvContentPartPr>
              <p14:xfrm>
                <a:off x="9293650" y="5820574"/>
                <a:ext cx="141840" cy="14040"/>
              </p14:xfrm>
            </p:contentPart>
          </mc:Choice>
          <mc:Fallback>
            <p:pic>
              <p:nvPicPr>
                <p:cNvPr id="479" name="Entrada de lápiz 478">
                  <a:extLst>
                    <a:ext uri="{FF2B5EF4-FFF2-40B4-BE49-F238E27FC236}">
                      <a16:creationId xmlns:a16="http://schemas.microsoft.com/office/drawing/2014/main" id="{7FAD6611-1335-942C-9D86-F4743C15D0B7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285010" y="5811574"/>
                  <a:ext cx="159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81" name="Entrada de lápiz 480">
                  <a:extLst>
                    <a:ext uri="{FF2B5EF4-FFF2-40B4-BE49-F238E27FC236}">
                      <a16:creationId xmlns:a16="http://schemas.microsoft.com/office/drawing/2014/main" id="{6536A45C-EF84-91D7-5608-F0868B8F820A}"/>
                    </a:ext>
                  </a:extLst>
                </p14:cNvPr>
                <p14:cNvContentPartPr/>
                <p14:nvPr/>
              </p14:nvContentPartPr>
              <p14:xfrm>
                <a:off x="9561850" y="5744254"/>
                <a:ext cx="76680" cy="14400"/>
              </p14:xfrm>
            </p:contentPart>
          </mc:Choice>
          <mc:Fallback>
            <p:pic>
              <p:nvPicPr>
                <p:cNvPr id="481" name="Entrada de lápiz 480">
                  <a:extLst>
                    <a:ext uri="{FF2B5EF4-FFF2-40B4-BE49-F238E27FC236}">
                      <a16:creationId xmlns:a16="http://schemas.microsoft.com/office/drawing/2014/main" id="{6536A45C-EF84-91D7-5608-F0868B8F820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552850" y="5735614"/>
                  <a:ext cx="94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82" name="Entrada de lápiz 481">
                  <a:extLst>
                    <a:ext uri="{FF2B5EF4-FFF2-40B4-BE49-F238E27FC236}">
                      <a16:creationId xmlns:a16="http://schemas.microsoft.com/office/drawing/2014/main" id="{BAB136E1-CCC9-0CA2-BF3F-5424A4C1CA3E}"/>
                    </a:ext>
                  </a:extLst>
                </p14:cNvPr>
                <p14:cNvContentPartPr/>
                <p14:nvPr/>
              </p14:nvContentPartPr>
              <p14:xfrm>
                <a:off x="9713410" y="5688094"/>
                <a:ext cx="144720" cy="7200"/>
              </p14:xfrm>
            </p:contentPart>
          </mc:Choice>
          <mc:Fallback>
            <p:pic>
              <p:nvPicPr>
                <p:cNvPr id="482" name="Entrada de lápiz 481">
                  <a:extLst>
                    <a:ext uri="{FF2B5EF4-FFF2-40B4-BE49-F238E27FC236}">
                      <a16:creationId xmlns:a16="http://schemas.microsoft.com/office/drawing/2014/main" id="{BAB136E1-CCC9-0CA2-BF3F-5424A4C1CA3E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704770" y="5679454"/>
                  <a:ext cx="162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83" name="Entrada de lápiz 482">
                  <a:extLst>
                    <a:ext uri="{FF2B5EF4-FFF2-40B4-BE49-F238E27FC236}">
                      <a16:creationId xmlns:a16="http://schemas.microsoft.com/office/drawing/2014/main" id="{FE389F5E-72BD-63C6-D48B-270D487EDA81}"/>
                    </a:ext>
                  </a:extLst>
                </p14:cNvPr>
                <p14:cNvContentPartPr/>
                <p14:nvPr/>
              </p14:nvContentPartPr>
              <p14:xfrm>
                <a:off x="9696490" y="5692774"/>
                <a:ext cx="126000" cy="140400"/>
              </p14:xfrm>
            </p:contentPart>
          </mc:Choice>
          <mc:Fallback>
            <p:pic>
              <p:nvPicPr>
                <p:cNvPr id="483" name="Entrada de lápiz 482">
                  <a:extLst>
                    <a:ext uri="{FF2B5EF4-FFF2-40B4-BE49-F238E27FC236}">
                      <a16:creationId xmlns:a16="http://schemas.microsoft.com/office/drawing/2014/main" id="{FE389F5E-72BD-63C6-D48B-270D487EDA8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9687850" y="5684134"/>
                  <a:ext cx="143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86" name="Entrada de lápiz 485">
                  <a:extLst>
                    <a:ext uri="{FF2B5EF4-FFF2-40B4-BE49-F238E27FC236}">
                      <a16:creationId xmlns:a16="http://schemas.microsoft.com/office/drawing/2014/main" id="{9A9855FE-4C46-F3C3-2A0F-5031A4FF61D7}"/>
                    </a:ext>
                  </a:extLst>
                </p14:cNvPr>
                <p14:cNvContentPartPr/>
                <p14:nvPr/>
              </p14:nvContentPartPr>
              <p14:xfrm>
                <a:off x="8895130" y="5817334"/>
                <a:ext cx="1153800" cy="279720"/>
              </p14:xfrm>
            </p:contentPart>
          </mc:Choice>
          <mc:Fallback>
            <p:pic>
              <p:nvPicPr>
                <p:cNvPr id="486" name="Entrada de lápiz 485">
                  <a:extLst>
                    <a:ext uri="{FF2B5EF4-FFF2-40B4-BE49-F238E27FC236}">
                      <a16:creationId xmlns:a16="http://schemas.microsoft.com/office/drawing/2014/main" id="{9A9855FE-4C46-F3C3-2A0F-5031A4FF61D7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886490" y="5808694"/>
                  <a:ext cx="1171440" cy="29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915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6B598893-D4D9-6BF7-4442-9CCD812D1C58}"/>
                  </a:ext>
                </a:extLst>
              </p14:cNvPr>
              <p14:cNvContentPartPr/>
              <p14:nvPr/>
            </p14:nvContentPartPr>
            <p14:xfrm>
              <a:off x="4926130" y="1439014"/>
              <a:ext cx="230040" cy="1378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6B598893-D4D9-6BF7-4442-9CCD812D1C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17130" y="1430014"/>
                <a:ext cx="24768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071E37EF-72F6-C73B-18C0-837A1071A2BD}"/>
              </a:ext>
            </a:extLst>
          </p:cNvPr>
          <p:cNvGrpSpPr/>
          <p:nvPr/>
        </p:nvGrpSpPr>
        <p:grpSpPr>
          <a:xfrm>
            <a:off x="3888610" y="923134"/>
            <a:ext cx="2007720" cy="436320"/>
            <a:chOff x="3888610" y="923134"/>
            <a:chExt cx="200772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B5B117C7-AD20-CCB3-9438-25507217FC5F}"/>
                    </a:ext>
                  </a:extLst>
                </p14:cNvPr>
                <p14:cNvContentPartPr/>
                <p14:nvPr/>
              </p14:nvContentPartPr>
              <p14:xfrm>
                <a:off x="3888610" y="1033294"/>
                <a:ext cx="177120" cy="17028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B5B117C7-AD20-CCB3-9438-25507217FC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79610" y="1024654"/>
                  <a:ext cx="194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5716CC1E-6045-5256-BE65-36C22278004F}"/>
                    </a:ext>
                  </a:extLst>
                </p14:cNvPr>
                <p14:cNvContentPartPr/>
                <p14:nvPr/>
              </p14:nvContentPartPr>
              <p14:xfrm>
                <a:off x="3957010" y="1003774"/>
                <a:ext cx="64440" cy="24660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5716CC1E-6045-5256-BE65-36C2227800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48370" y="994774"/>
                  <a:ext cx="82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EC568BD-62B4-C896-F05E-C5B81D1B4363}"/>
                    </a:ext>
                  </a:extLst>
                </p14:cNvPr>
                <p14:cNvContentPartPr/>
                <p14:nvPr/>
              </p14:nvContentPartPr>
              <p14:xfrm>
                <a:off x="4135570" y="1147414"/>
                <a:ext cx="11520" cy="1062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EC568BD-62B4-C896-F05E-C5B81D1B43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26930" y="1138414"/>
                  <a:ext cx="2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4D49085F-E92F-D6CE-D6EA-CCFEDB2EBC0E}"/>
                    </a:ext>
                  </a:extLst>
                </p14:cNvPr>
                <p14:cNvContentPartPr/>
                <p14:nvPr/>
              </p14:nvContentPartPr>
              <p14:xfrm>
                <a:off x="4254010" y="1058854"/>
                <a:ext cx="132840" cy="147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4D49085F-E92F-D6CE-D6EA-CCFEDB2EBC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45370" y="1049854"/>
                  <a:ext cx="150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F0F22D0F-8EB6-9F6B-9CF3-42C229A1E595}"/>
                    </a:ext>
                  </a:extLst>
                </p14:cNvPr>
                <p14:cNvContentPartPr/>
                <p14:nvPr/>
              </p14:nvContentPartPr>
              <p14:xfrm>
                <a:off x="4205770" y="1118254"/>
                <a:ext cx="188280" cy="428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F0F22D0F-8EB6-9F6B-9CF3-42C229A1E5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97130" y="1109614"/>
                  <a:ext cx="205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3B8CCD4-4E5C-8344-E98E-4CC104B0F84C}"/>
                    </a:ext>
                  </a:extLst>
                </p14:cNvPr>
                <p14:cNvContentPartPr/>
                <p14:nvPr/>
              </p14:nvContentPartPr>
              <p14:xfrm>
                <a:off x="4534450" y="1093054"/>
                <a:ext cx="122040" cy="111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3B8CCD4-4E5C-8344-E98E-4CC104B0F8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5450" y="1084414"/>
                  <a:ext cx="139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FF88B3A8-90F9-F45E-F074-18954284FD4C}"/>
                    </a:ext>
                  </a:extLst>
                </p14:cNvPr>
                <p14:cNvContentPartPr/>
                <p14:nvPr/>
              </p14:nvContentPartPr>
              <p14:xfrm>
                <a:off x="4711210" y="985414"/>
                <a:ext cx="140040" cy="2606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FF88B3A8-90F9-F45E-F074-18954284FD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02210" y="976774"/>
                  <a:ext cx="1576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B0E23D9-991C-A470-7100-BEA87510A82C}"/>
                    </a:ext>
                  </a:extLst>
                </p14:cNvPr>
                <p14:cNvContentPartPr/>
                <p14:nvPr/>
              </p14:nvContentPartPr>
              <p14:xfrm>
                <a:off x="4988050" y="1019974"/>
                <a:ext cx="30960" cy="20880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B0E23D9-991C-A470-7100-BEA87510A8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79050" y="1010974"/>
                  <a:ext cx="48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8E23DC71-83D9-F573-092E-ACAD3ADCF793}"/>
                    </a:ext>
                  </a:extLst>
                </p14:cNvPr>
                <p14:cNvContentPartPr/>
                <p14:nvPr/>
              </p14:nvContentPartPr>
              <p14:xfrm>
                <a:off x="4908850" y="1114654"/>
                <a:ext cx="174960" cy="158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8E23DC71-83D9-F573-092E-ACAD3ADCF79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00210" y="1106014"/>
                  <a:ext cx="192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F02BBD0-799D-1E51-4CC4-3633ED3F5693}"/>
                    </a:ext>
                  </a:extLst>
                </p14:cNvPr>
                <p14:cNvContentPartPr/>
                <p14:nvPr/>
              </p14:nvContentPartPr>
              <p14:xfrm>
                <a:off x="5165890" y="923134"/>
                <a:ext cx="481680" cy="3132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F02BBD0-799D-1E51-4CC4-3633ED3F56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57250" y="914494"/>
                  <a:ext cx="4993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69CB6E6-C5B3-8847-5ADE-B9E9CCE0F04A}"/>
                    </a:ext>
                  </a:extLst>
                </p14:cNvPr>
                <p14:cNvContentPartPr/>
                <p14:nvPr/>
              </p14:nvContentPartPr>
              <p14:xfrm>
                <a:off x="5297650" y="1037254"/>
                <a:ext cx="108720" cy="2206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69CB6E6-C5B3-8847-5ADE-B9E9CCE0F04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88650" y="1028254"/>
                  <a:ext cx="126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F3E4E04D-7A58-71BA-D658-D379159173AD}"/>
                    </a:ext>
                  </a:extLst>
                </p14:cNvPr>
                <p14:cNvContentPartPr/>
                <p14:nvPr/>
              </p14:nvContentPartPr>
              <p14:xfrm>
                <a:off x="5416090" y="1049494"/>
                <a:ext cx="109800" cy="1598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F3E4E04D-7A58-71BA-D658-D379159173A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07450" y="1040854"/>
                  <a:ext cx="127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CA6F77A-3623-9CC7-7F9F-1D241B46350B}"/>
                    </a:ext>
                  </a:extLst>
                </p14:cNvPr>
                <p14:cNvContentPartPr/>
                <p14:nvPr/>
              </p14:nvContentPartPr>
              <p14:xfrm>
                <a:off x="5407090" y="1140214"/>
                <a:ext cx="169200" cy="122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CA6F77A-3623-9CC7-7F9F-1D241B4635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98090" y="1131214"/>
                  <a:ext cx="186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8E04BCE8-B305-47AD-4985-038C61263BEB}"/>
                    </a:ext>
                  </a:extLst>
                </p14:cNvPr>
                <p14:cNvContentPartPr/>
                <p14:nvPr/>
              </p14:nvContentPartPr>
              <p14:xfrm>
                <a:off x="4629850" y="1306534"/>
                <a:ext cx="953280" cy="529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8E04BCE8-B305-47AD-4985-038C61263BE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20850" y="1297534"/>
                  <a:ext cx="970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2557C15D-032B-2082-565E-5A4F16A714B0}"/>
                    </a:ext>
                  </a:extLst>
                </p14:cNvPr>
                <p14:cNvContentPartPr/>
                <p14:nvPr/>
              </p14:nvContentPartPr>
              <p14:xfrm>
                <a:off x="5738650" y="1209694"/>
                <a:ext cx="157680" cy="50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2557C15D-032B-2082-565E-5A4F16A714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9650" y="1201054"/>
                  <a:ext cx="175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1EB523D-48AE-BBC2-07B2-125678B173D1}"/>
                    </a:ext>
                  </a:extLst>
                </p14:cNvPr>
                <p14:cNvContentPartPr/>
                <p14:nvPr/>
              </p14:nvContentPartPr>
              <p14:xfrm>
                <a:off x="5705530" y="1290334"/>
                <a:ext cx="155160" cy="75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1EB523D-48AE-BBC2-07B2-125678B173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96530" y="1281334"/>
                  <a:ext cx="1728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624F80E9-B354-BC3C-C3A3-F6EB4A2EE6BB}"/>
              </a:ext>
            </a:extLst>
          </p:cNvPr>
          <p:cNvGrpSpPr/>
          <p:nvPr/>
        </p:nvGrpSpPr>
        <p:grpSpPr>
          <a:xfrm>
            <a:off x="6999370" y="837454"/>
            <a:ext cx="2155320" cy="577800"/>
            <a:chOff x="6999370" y="837454"/>
            <a:chExt cx="215532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23FF84DF-932F-8E4A-E2FD-69ACBF237439}"/>
                    </a:ext>
                  </a:extLst>
                </p14:cNvPr>
                <p14:cNvContentPartPr/>
                <p14:nvPr/>
              </p14:nvContentPartPr>
              <p14:xfrm>
                <a:off x="6999370" y="989014"/>
                <a:ext cx="187200" cy="1594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23FF84DF-932F-8E4A-E2FD-69ACBF2374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90730" y="980014"/>
                  <a:ext cx="204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6B9519E-D6A8-C585-6F1F-D2B149ABCEC5}"/>
                    </a:ext>
                  </a:extLst>
                </p14:cNvPr>
                <p14:cNvContentPartPr/>
                <p14:nvPr/>
              </p14:nvContentPartPr>
              <p14:xfrm>
                <a:off x="7071370" y="940414"/>
                <a:ext cx="68400" cy="2181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6B9519E-D6A8-C585-6F1F-D2B149ABCE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62370" y="931414"/>
                  <a:ext cx="86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2F8A2A5F-7BAC-2ACD-B0BE-62D6D9735FAE}"/>
                    </a:ext>
                  </a:extLst>
                </p14:cNvPr>
                <p14:cNvContentPartPr/>
                <p14:nvPr/>
              </p14:nvContentPartPr>
              <p14:xfrm>
                <a:off x="7235890" y="1066774"/>
                <a:ext cx="147960" cy="11268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2F8A2A5F-7BAC-2ACD-B0BE-62D6D9735F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27250" y="1057774"/>
                  <a:ext cx="165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441020C3-A82E-EF41-CDB0-87CE9037F7ED}"/>
                    </a:ext>
                  </a:extLst>
                </p14:cNvPr>
                <p14:cNvContentPartPr/>
                <p14:nvPr/>
              </p14:nvContentPartPr>
              <p14:xfrm>
                <a:off x="7431730" y="996574"/>
                <a:ext cx="117720" cy="68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441020C3-A82E-EF41-CDB0-87CE9037F7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23090" y="987574"/>
                  <a:ext cx="135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25463BA2-4909-535A-08DB-F3C41041949B}"/>
                    </a:ext>
                  </a:extLst>
                </p14:cNvPr>
                <p14:cNvContentPartPr/>
                <p14:nvPr/>
              </p14:nvContentPartPr>
              <p14:xfrm>
                <a:off x="7414810" y="1048054"/>
                <a:ext cx="179280" cy="20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25463BA2-4909-535A-08DB-F3C41041949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05810" y="1039054"/>
                  <a:ext cx="196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5B7025B6-580D-BAE4-B96C-E2940852791A}"/>
                    </a:ext>
                  </a:extLst>
                </p14:cNvPr>
                <p14:cNvContentPartPr/>
                <p14:nvPr/>
              </p14:nvContentPartPr>
              <p14:xfrm>
                <a:off x="7687330" y="1003774"/>
                <a:ext cx="175680" cy="14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5B7025B6-580D-BAE4-B96C-E294085279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78690" y="994774"/>
                  <a:ext cx="193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0147340-F872-BA14-CF8E-3BF60638946F}"/>
                    </a:ext>
                  </a:extLst>
                </p14:cNvPr>
                <p14:cNvContentPartPr/>
                <p14:nvPr/>
              </p14:nvContentPartPr>
              <p14:xfrm>
                <a:off x="8003050" y="977494"/>
                <a:ext cx="77040" cy="75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0147340-F872-BA14-CF8E-3BF6063894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94050" y="968494"/>
                  <a:ext cx="94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C7A2656-0F37-612E-ABC8-EAF44C65D478}"/>
                    </a:ext>
                  </a:extLst>
                </p14:cNvPr>
                <p14:cNvContentPartPr/>
                <p14:nvPr/>
              </p14:nvContentPartPr>
              <p14:xfrm>
                <a:off x="7962010" y="921334"/>
                <a:ext cx="141120" cy="1936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C7A2656-0F37-612E-ABC8-EAF44C65D4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53370" y="912334"/>
                  <a:ext cx="158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E29ECFC-25A6-2F25-1EC2-983C9CD3E07B}"/>
                    </a:ext>
                  </a:extLst>
                </p14:cNvPr>
                <p14:cNvContentPartPr/>
                <p14:nvPr/>
              </p14:nvContentPartPr>
              <p14:xfrm>
                <a:off x="8183050" y="1018534"/>
                <a:ext cx="171000" cy="97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E29ECFC-25A6-2F25-1EC2-983C9CD3E0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74050" y="1009894"/>
                  <a:ext cx="188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3062876A-A150-0894-5C73-66F3E9B04EB8}"/>
                    </a:ext>
                  </a:extLst>
                </p14:cNvPr>
                <p14:cNvContentPartPr/>
                <p14:nvPr/>
              </p14:nvContentPartPr>
              <p14:xfrm>
                <a:off x="8353690" y="837454"/>
                <a:ext cx="527400" cy="2264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3062876A-A150-0894-5C73-66F3E9B04E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45050" y="828454"/>
                  <a:ext cx="545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B5092CE2-3CA1-6F76-1638-B55E1FA82E61}"/>
                    </a:ext>
                  </a:extLst>
                </p14:cNvPr>
                <p14:cNvContentPartPr/>
                <p14:nvPr/>
              </p14:nvContentPartPr>
              <p14:xfrm>
                <a:off x="8546650" y="933934"/>
                <a:ext cx="51480" cy="12888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B5092CE2-3CA1-6F76-1638-B55E1FA82E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37650" y="925294"/>
                  <a:ext cx="69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CA9DA167-BE9E-EB6E-A239-FF40FF1FE1AC}"/>
                    </a:ext>
                  </a:extLst>
                </p14:cNvPr>
                <p14:cNvContentPartPr/>
                <p14:nvPr/>
              </p14:nvContentPartPr>
              <p14:xfrm>
                <a:off x="8637010" y="940414"/>
                <a:ext cx="151920" cy="1256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CA9DA167-BE9E-EB6E-A239-FF40FF1FE1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28010" y="931414"/>
                  <a:ext cx="169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9335654B-1035-1852-9A4E-3AD902D5BD97}"/>
                    </a:ext>
                  </a:extLst>
                </p14:cNvPr>
                <p14:cNvContentPartPr/>
                <p14:nvPr/>
              </p14:nvContentPartPr>
              <p14:xfrm>
                <a:off x="8635930" y="1003774"/>
                <a:ext cx="178200" cy="68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9335654B-1035-1852-9A4E-3AD902D5BD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27290" y="994774"/>
                  <a:ext cx="1958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3541EBBF-C01C-09C7-76E9-43CB9BFBB03E}"/>
                    </a:ext>
                  </a:extLst>
                </p14:cNvPr>
                <p14:cNvContentPartPr/>
                <p14:nvPr/>
              </p14:nvContentPartPr>
              <p14:xfrm>
                <a:off x="7970290" y="1181254"/>
                <a:ext cx="865800" cy="543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3541EBBF-C01C-09C7-76E9-43CB9BFBB03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61290" y="1172254"/>
                  <a:ext cx="883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0988CAE-A77D-DDA4-5E07-0810ED50BA65}"/>
                    </a:ext>
                  </a:extLst>
                </p14:cNvPr>
                <p14:cNvContentPartPr/>
                <p14:nvPr/>
              </p14:nvContentPartPr>
              <p14:xfrm>
                <a:off x="8296450" y="1289974"/>
                <a:ext cx="256320" cy="1252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0988CAE-A77D-DDA4-5E07-0810ED50BA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87810" y="1280974"/>
                  <a:ext cx="273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305FF6F-811E-C812-9489-BCB3465BDD24}"/>
                    </a:ext>
                  </a:extLst>
                </p14:cNvPr>
                <p14:cNvContentPartPr/>
                <p14:nvPr/>
              </p14:nvContentPartPr>
              <p14:xfrm>
                <a:off x="9018610" y="1112854"/>
                <a:ext cx="136080" cy="302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305FF6F-811E-C812-9489-BCB3465BDD2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09610" y="1104214"/>
                  <a:ext cx="153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D3566463-17E2-22B0-9AC6-EA2B4752DD8F}"/>
                    </a:ext>
                  </a:extLst>
                </p14:cNvPr>
                <p14:cNvContentPartPr/>
                <p14:nvPr/>
              </p14:nvContentPartPr>
              <p14:xfrm>
                <a:off x="9044530" y="1235974"/>
                <a:ext cx="100800" cy="57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D3566463-17E2-22B0-9AC6-EA2B4752DD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35890" y="1226974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849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DADBBD-47EE-4464-9139-20A4E7E55BDE}"/>
              </a:ext>
            </a:extLst>
          </p:cNvPr>
          <p:cNvSpPr txBox="1"/>
          <p:nvPr/>
        </p:nvSpPr>
        <p:spPr>
          <a:xfrm>
            <a:off x="801858" y="1106419"/>
            <a:ext cx="8725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/>
              <a:t>Resuelva las siguientes ecuaciones cuadráticas por factorización o fórmula general</a:t>
            </a:r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7124F4-73AC-4536-A27D-3E6C2C5C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04" y="1732171"/>
            <a:ext cx="2767232" cy="336826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4B3BB22F-9B04-F1A9-361B-74DC9DE399CF}"/>
              </a:ext>
            </a:extLst>
          </p:cNvPr>
          <p:cNvGrpSpPr/>
          <p:nvPr/>
        </p:nvGrpSpPr>
        <p:grpSpPr>
          <a:xfrm>
            <a:off x="6128170" y="1457374"/>
            <a:ext cx="849960" cy="82440"/>
            <a:chOff x="6128170" y="1457374"/>
            <a:chExt cx="84996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36C59B8B-1105-13EE-BD20-DC2E7F553AA3}"/>
                    </a:ext>
                  </a:extLst>
                </p14:cNvPr>
                <p14:cNvContentPartPr/>
                <p14:nvPr/>
              </p14:nvContentPartPr>
              <p14:xfrm>
                <a:off x="6128170" y="1457374"/>
                <a:ext cx="849960" cy="162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36C59B8B-1105-13EE-BD20-DC2E7F553A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19530" y="1448374"/>
                  <a:ext cx="867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AE5CF3F-1325-FF4C-4B6B-B79003E830D9}"/>
                    </a:ext>
                  </a:extLst>
                </p14:cNvPr>
                <p14:cNvContentPartPr/>
                <p14:nvPr/>
              </p14:nvContentPartPr>
              <p14:xfrm>
                <a:off x="6273970" y="1498774"/>
                <a:ext cx="609120" cy="410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AE5CF3F-1325-FF4C-4B6B-B79003E830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64970" y="1490134"/>
                  <a:ext cx="626760" cy="5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F334545-11FE-6CA0-CED9-8B6B8A8688E6}"/>
                  </a:ext>
                </a:extLst>
              </p14:cNvPr>
              <p14:cNvContentPartPr/>
              <p14:nvPr/>
            </p14:nvContentPartPr>
            <p14:xfrm>
              <a:off x="7917010" y="1500574"/>
              <a:ext cx="1197360" cy="583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F334545-11FE-6CA0-CED9-8B6B8A8688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08010" y="1491934"/>
                <a:ext cx="121500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868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ACF3D00-6F83-4E7B-ABD6-CE5C36BD8562}"/>
              </a:ext>
            </a:extLst>
          </p:cNvPr>
          <p:cNvSpPr/>
          <p:nvPr/>
        </p:nvSpPr>
        <p:spPr>
          <a:xfrm>
            <a:off x="2924154" y="114332"/>
            <a:ext cx="5472000" cy="828000"/>
          </a:xfrm>
          <a:prstGeom prst="roundRect">
            <a:avLst/>
          </a:prstGeom>
          <a:solidFill>
            <a:srgbClr val="504C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dirty="0">
                <a:latin typeface="Futura LT Condensed" panose="02000606050000020003" pitchFamily="2" charset="0"/>
              </a:rPr>
              <a:t>ECUACIONES CUADRÁTICAS</a:t>
            </a:r>
            <a:endParaRPr lang="es-CO" sz="1400" dirty="0">
              <a:latin typeface="Futura LT Condensed" panose="0200060605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72D1976-3B5B-41B5-8392-E6A771CB43AD}"/>
                  </a:ext>
                </a:extLst>
              </p:cNvPr>
              <p:cNvSpPr txBox="1"/>
              <p:nvPr/>
            </p:nvSpPr>
            <p:spPr>
              <a:xfrm>
                <a:off x="975612" y="1139484"/>
                <a:ext cx="9369083" cy="2318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ES" sz="2400" dirty="0"/>
                  <a:t>Una compañía determina que, si produce y vende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CO" sz="2400" dirty="0"/>
                  <a:t> unidades de un producto, el ingreso total por las ventas será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100</m:t>
                    </m:r>
                    <m:rad>
                      <m:radPr>
                        <m:degHide m:val="on"/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lang="es-CO" sz="2400" dirty="0"/>
                  <a:t>. Si el costo variable por unidad es 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$2</m:t>
                    </m:r>
                  </m:oMath>
                </a14:m>
                <a:r>
                  <a:rPr lang="es-CO" sz="2400" dirty="0"/>
                  <a:t> y el costo fijo 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$1200</m:t>
                    </m:r>
                  </m:oMath>
                </a14:m>
                <a:r>
                  <a:rPr lang="es-CO" sz="2400" dirty="0"/>
                  <a:t>, determine los valores de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CO" sz="2400" dirty="0"/>
                  <a:t> para los que: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𝐼𝑛𝑔𝑟𝑒𝑠𝑜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𝑡𝑜𝑡𝑎𝑙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𝑝𝑜𝑟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𝑣𝑒𝑛𝑡𝑎𝑠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𝑐𝑜𝑠𝑡𝑜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𝑐𝑜𝑠𝑡𝑜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𝑓𝑖𝑗𝑜</m:t>
                      </m:r>
                    </m:oMath>
                  </m:oMathPara>
                </a14:m>
                <a:endParaRPr lang="es-ES" sz="2400" b="0" dirty="0"/>
              </a:p>
              <a:p>
                <a:r>
                  <a:rPr lang="es-CO" sz="2400" dirty="0"/>
                  <a:t>(Esto es que la utilidad sea cero)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72D1976-3B5B-41B5-8392-E6A771CB4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12" y="1139484"/>
                <a:ext cx="9369083" cy="2318776"/>
              </a:xfrm>
              <a:prstGeom prst="rect">
                <a:avLst/>
              </a:prstGeom>
              <a:blipFill>
                <a:blip r:embed="rId2"/>
                <a:stretch>
                  <a:fillRect l="-976" t="-2105" r="-1041" b="-526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F84ECAD5-AE0A-6BAF-F0E4-CDA103E5AF9F}"/>
                  </a:ext>
                </a:extLst>
              </p14:cNvPr>
              <p14:cNvContentPartPr/>
              <p14:nvPr/>
            </p14:nvContentPartPr>
            <p14:xfrm>
              <a:off x="7423810" y="1594174"/>
              <a:ext cx="425520" cy="39528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F84ECAD5-AE0A-6BAF-F0E4-CDA103E5AF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4810" y="1585174"/>
                <a:ext cx="443160" cy="41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D26B0C4F-9BC5-9DD7-BEAF-1441C53DA30A}"/>
              </a:ext>
            </a:extLst>
          </p:cNvPr>
          <p:cNvGrpSpPr/>
          <p:nvPr/>
        </p:nvGrpSpPr>
        <p:grpSpPr>
          <a:xfrm>
            <a:off x="1062610" y="3532414"/>
            <a:ext cx="1657440" cy="318960"/>
            <a:chOff x="1062610" y="3532414"/>
            <a:chExt cx="165744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7C4018C5-529A-7579-D53B-CD485D0D710E}"/>
                    </a:ext>
                  </a:extLst>
                </p14:cNvPr>
                <p14:cNvContentPartPr/>
                <p14:nvPr/>
              </p14:nvContentPartPr>
              <p14:xfrm>
                <a:off x="1070530" y="3557614"/>
                <a:ext cx="252360" cy="104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7C4018C5-529A-7579-D53B-CD485D0D710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1530" y="3548974"/>
                  <a:ext cx="270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E3B75E3-7C30-5347-8CF6-428BA873B19E}"/>
                    </a:ext>
                  </a:extLst>
                </p14:cNvPr>
                <p14:cNvContentPartPr/>
                <p14:nvPr/>
              </p14:nvContentPartPr>
              <p14:xfrm>
                <a:off x="1161970" y="3532414"/>
                <a:ext cx="6480" cy="2433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E3B75E3-7C30-5347-8CF6-428BA873B19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2970" y="3523774"/>
                  <a:ext cx="24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BFB2021-EBE3-E8D6-FAA8-218F7851010C}"/>
                    </a:ext>
                  </a:extLst>
                </p14:cNvPr>
                <p14:cNvContentPartPr/>
                <p14:nvPr/>
              </p14:nvContentPartPr>
              <p14:xfrm>
                <a:off x="1062610" y="3760294"/>
                <a:ext cx="200160" cy="291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BFB2021-EBE3-E8D6-FAA8-218F785101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3610" y="3751654"/>
                  <a:ext cx="217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7121E71-9BE7-81A2-B3FC-BFD14054D1E7}"/>
                    </a:ext>
                  </a:extLst>
                </p14:cNvPr>
                <p14:cNvContentPartPr/>
                <p14:nvPr/>
              </p14:nvContentPartPr>
              <p14:xfrm>
                <a:off x="1378690" y="3636454"/>
                <a:ext cx="186120" cy="147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7121E71-9BE7-81A2-B3FC-BFD14054D1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0050" y="3627814"/>
                  <a:ext cx="203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FEA2478-03EB-0AD6-9CAC-99ADCFEAB058}"/>
                    </a:ext>
                  </a:extLst>
                </p14:cNvPr>
                <p14:cNvContentPartPr/>
                <p14:nvPr/>
              </p14:nvContentPartPr>
              <p14:xfrm>
                <a:off x="1407850" y="3700534"/>
                <a:ext cx="192240" cy="255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FEA2478-03EB-0AD6-9CAC-99ADCFEAB05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99210" y="3691894"/>
                  <a:ext cx="209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436FDC44-B337-32C7-DF45-3ED0ABE5D256}"/>
                    </a:ext>
                  </a:extLst>
                </p14:cNvPr>
                <p14:cNvContentPartPr/>
                <p14:nvPr/>
              </p14:nvContentPartPr>
              <p14:xfrm>
                <a:off x="1673170" y="3590734"/>
                <a:ext cx="103680" cy="1814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436FDC44-B337-32C7-DF45-3ED0ABE5D25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64170" y="3581734"/>
                  <a:ext cx="12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C9EFB79-2409-A3B3-BBBF-2BF8307B1183}"/>
                    </a:ext>
                  </a:extLst>
                </p14:cNvPr>
                <p14:cNvContentPartPr/>
                <p14:nvPr/>
              </p14:nvContentPartPr>
              <p14:xfrm>
                <a:off x="1768210" y="3574174"/>
                <a:ext cx="140040" cy="1954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C9EFB79-2409-A3B3-BBBF-2BF8307B11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9210" y="3565534"/>
                  <a:ext cx="1576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5576A59-9557-DDD9-8D1F-E4B3B85FD118}"/>
                    </a:ext>
                  </a:extLst>
                </p14:cNvPr>
                <p14:cNvContentPartPr/>
                <p14:nvPr/>
              </p14:nvContentPartPr>
              <p14:xfrm>
                <a:off x="1920490" y="3610174"/>
                <a:ext cx="162720" cy="1814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5576A59-9557-DDD9-8D1F-E4B3B85FD11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1490" y="3601534"/>
                  <a:ext cx="180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C5B3A2D1-79FA-A4D1-B573-4FC96D85B324}"/>
                    </a:ext>
                  </a:extLst>
                </p14:cNvPr>
                <p14:cNvContentPartPr/>
                <p14:nvPr/>
              </p14:nvContentPartPr>
              <p14:xfrm>
                <a:off x="2160970" y="3532414"/>
                <a:ext cx="559080" cy="2800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C5B3A2D1-79FA-A4D1-B573-4FC96D85B3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51970" y="3523774"/>
                  <a:ext cx="576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C2DC279-03D1-86AC-5B55-169476A98D08}"/>
                    </a:ext>
                  </a:extLst>
                </p14:cNvPr>
                <p14:cNvContentPartPr/>
                <p14:nvPr/>
              </p14:nvContentPartPr>
              <p14:xfrm>
                <a:off x="2363290" y="3633214"/>
                <a:ext cx="170640" cy="2181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C2DC279-03D1-86AC-5B55-169476A98D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54650" y="3624214"/>
                  <a:ext cx="188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E1206F3-A040-12B5-2F57-D14FD378B40B}"/>
                    </a:ext>
                  </a:extLst>
                </p14:cNvPr>
                <p14:cNvContentPartPr/>
                <p14:nvPr/>
              </p14:nvContentPartPr>
              <p14:xfrm>
                <a:off x="2402530" y="3802054"/>
                <a:ext cx="185040" cy="165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E1206F3-A040-12B5-2F57-D14FD378B4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93530" y="3793054"/>
                  <a:ext cx="2026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C00E6A41-5EB1-962A-AD22-C5FF7B312473}"/>
              </a:ext>
            </a:extLst>
          </p:cNvPr>
          <p:cNvGrpSpPr/>
          <p:nvPr/>
        </p:nvGrpSpPr>
        <p:grpSpPr>
          <a:xfrm>
            <a:off x="1049290" y="4124254"/>
            <a:ext cx="1920600" cy="325440"/>
            <a:chOff x="1049290" y="4124254"/>
            <a:chExt cx="192060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59956F2-AB6F-44E3-F275-C00182E7FD6A}"/>
                    </a:ext>
                  </a:extLst>
                </p14:cNvPr>
                <p14:cNvContentPartPr/>
                <p14:nvPr/>
              </p14:nvContentPartPr>
              <p14:xfrm>
                <a:off x="1049290" y="4138654"/>
                <a:ext cx="201600" cy="1972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59956F2-AB6F-44E3-F275-C00182E7FD6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0650" y="4129654"/>
                  <a:ext cx="219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EF0FAEE2-CC3E-DD63-0A3B-479324D44650}"/>
                    </a:ext>
                  </a:extLst>
                </p14:cNvPr>
                <p14:cNvContentPartPr/>
                <p14:nvPr/>
              </p14:nvContentPartPr>
              <p14:xfrm>
                <a:off x="1296610" y="4186174"/>
                <a:ext cx="173160" cy="219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EF0FAEE2-CC3E-DD63-0A3B-479324D446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87610" y="4177174"/>
                  <a:ext cx="190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17E63C17-86F5-7360-B78E-4A81F31C0F65}"/>
                    </a:ext>
                  </a:extLst>
                </p14:cNvPr>
                <p14:cNvContentPartPr/>
                <p14:nvPr/>
              </p14:nvContentPartPr>
              <p14:xfrm>
                <a:off x="1328650" y="4263574"/>
                <a:ext cx="145080" cy="212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17E63C17-86F5-7360-B78E-4A81F31C0F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19650" y="4254934"/>
                  <a:ext cx="162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0513420-4ECB-35BE-E0C7-1CBFCDFDC49A}"/>
                    </a:ext>
                  </a:extLst>
                </p14:cNvPr>
                <p14:cNvContentPartPr/>
                <p14:nvPr/>
              </p14:nvContentPartPr>
              <p14:xfrm>
                <a:off x="1604770" y="4161694"/>
                <a:ext cx="205920" cy="1645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0513420-4ECB-35BE-E0C7-1CBFCDFDC4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96130" y="4153054"/>
                  <a:ext cx="223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08F9F04C-1698-B6EA-2562-89F74B1C5EF8}"/>
                    </a:ext>
                  </a:extLst>
                </p14:cNvPr>
                <p14:cNvContentPartPr/>
                <p14:nvPr/>
              </p14:nvContentPartPr>
              <p14:xfrm>
                <a:off x="1817530" y="4195534"/>
                <a:ext cx="123480" cy="1191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08F9F04C-1698-B6EA-2562-89F74B1C5E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08530" y="4186894"/>
                  <a:ext cx="141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B9DAB7DE-1D3D-D3E4-4EC8-EB311379D7F4}"/>
                    </a:ext>
                  </a:extLst>
                </p14:cNvPr>
                <p14:cNvContentPartPr/>
                <p14:nvPr/>
              </p14:nvContentPartPr>
              <p14:xfrm>
                <a:off x="1943170" y="4207414"/>
                <a:ext cx="5400" cy="242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B9DAB7DE-1D3D-D3E4-4EC8-EB311379D7F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34530" y="4198414"/>
                  <a:ext cx="230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B357E4F3-07D7-AFFD-DB2D-2C9F3A82FD89}"/>
                    </a:ext>
                  </a:extLst>
                </p14:cNvPr>
                <p14:cNvContentPartPr/>
                <p14:nvPr/>
              </p14:nvContentPartPr>
              <p14:xfrm>
                <a:off x="1817530" y="4373014"/>
                <a:ext cx="204120" cy="68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B357E4F3-07D7-AFFD-DB2D-2C9F3A82FD8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08890" y="4364374"/>
                  <a:ext cx="22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3509B09-EDC7-9DB9-2FAC-836254157487}"/>
                    </a:ext>
                  </a:extLst>
                </p14:cNvPr>
                <p14:cNvContentPartPr/>
                <p14:nvPr/>
              </p14:nvContentPartPr>
              <p14:xfrm>
                <a:off x="2133970" y="4124254"/>
                <a:ext cx="40320" cy="1843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3509B09-EDC7-9DB9-2FAC-8362541574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25330" y="4115254"/>
                  <a:ext cx="579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F7C31F3C-5992-78A4-1D6D-1B7314485B8B}"/>
                    </a:ext>
                  </a:extLst>
                </p14:cNvPr>
                <p14:cNvContentPartPr/>
                <p14:nvPr/>
              </p14:nvContentPartPr>
              <p14:xfrm>
                <a:off x="2049730" y="4241974"/>
                <a:ext cx="184320" cy="237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F7C31F3C-5992-78A4-1D6D-1B7314485B8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40730" y="4233334"/>
                  <a:ext cx="201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B91D478-BFC4-F575-6BA7-D6C8C09259E8}"/>
                    </a:ext>
                  </a:extLst>
                </p14:cNvPr>
                <p14:cNvContentPartPr/>
                <p14:nvPr/>
              </p14:nvContentPartPr>
              <p14:xfrm>
                <a:off x="2320810" y="4162414"/>
                <a:ext cx="91800" cy="1436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B91D478-BFC4-F575-6BA7-D6C8C09259E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12170" y="4153774"/>
                  <a:ext cx="109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DC6D8C69-AF4C-A02B-D53E-7505C32EAE26}"/>
                    </a:ext>
                  </a:extLst>
                </p14:cNvPr>
                <p14:cNvContentPartPr/>
                <p14:nvPr/>
              </p14:nvContentPartPr>
              <p14:xfrm>
                <a:off x="2493610" y="4288054"/>
                <a:ext cx="360" cy="3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DC6D8C69-AF4C-A02B-D53E-7505C32EAE2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484610" y="427941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A3987C1-0E21-43A5-0806-1A4B3E053D5A}"/>
                    </a:ext>
                  </a:extLst>
                </p14:cNvPr>
                <p14:cNvContentPartPr/>
                <p14:nvPr/>
              </p14:nvContentPartPr>
              <p14:xfrm>
                <a:off x="2518810" y="4182574"/>
                <a:ext cx="192240" cy="1242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A3987C1-0E21-43A5-0806-1A4B3E053D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09810" y="4173934"/>
                  <a:ext cx="209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FD1D4BC9-5239-D797-B537-5B8A83424557}"/>
                    </a:ext>
                  </a:extLst>
                </p14:cNvPr>
                <p14:cNvContentPartPr/>
                <p14:nvPr/>
              </p14:nvContentPartPr>
              <p14:xfrm>
                <a:off x="2669650" y="4173574"/>
                <a:ext cx="145440" cy="1216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FD1D4BC9-5239-D797-B537-5B8A8342455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661010" y="4164574"/>
                  <a:ext cx="16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B9A1AAEA-CE4C-7167-FE6B-A36CD27516D6}"/>
                    </a:ext>
                  </a:extLst>
                </p14:cNvPr>
                <p14:cNvContentPartPr/>
                <p14:nvPr/>
              </p14:nvContentPartPr>
              <p14:xfrm>
                <a:off x="2802850" y="4157014"/>
                <a:ext cx="167040" cy="1396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B9A1AAEA-CE4C-7167-FE6B-A36CD27516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94210" y="4148374"/>
                  <a:ext cx="18468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AA6495BB-0A6C-5A9D-22AF-A7E1FDD569C8}"/>
                  </a:ext>
                </a:extLst>
              </p14:cNvPr>
              <p14:cNvContentPartPr/>
              <p14:nvPr/>
            </p14:nvContentPartPr>
            <p14:xfrm>
              <a:off x="4900930" y="3047134"/>
              <a:ext cx="1128240" cy="8352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AA6495BB-0A6C-5A9D-22AF-A7E1FDD569C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91930" y="3038494"/>
                <a:ext cx="114588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upo 58">
            <a:extLst>
              <a:ext uri="{FF2B5EF4-FFF2-40B4-BE49-F238E27FC236}">
                <a16:creationId xmlns:a16="http://schemas.microsoft.com/office/drawing/2014/main" id="{3BC364DB-8F2A-00AC-896B-43E30BEE6285}"/>
              </a:ext>
            </a:extLst>
          </p:cNvPr>
          <p:cNvGrpSpPr/>
          <p:nvPr/>
        </p:nvGrpSpPr>
        <p:grpSpPr>
          <a:xfrm>
            <a:off x="4397650" y="3557974"/>
            <a:ext cx="2928960" cy="320040"/>
            <a:chOff x="4397650" y="3557974"/>
            <a:chExt cx="292896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0E885797-1C58-D587-79A2-D1B026DA1F6C}"/>
                    </a:ext>
                  </a:extLst>
                </p14:cNvPr>
                <p14:cNvContentPartPr/>
                <p14:nvPr/>
              </p14:nvContentPartPr>
              <p14:xfrm>
                <a:off x="4397650" y="3611254"/>
                <a:ext cx="77760" cy="1666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0E885797-1C58-D587-79A2-D1B026DA1F6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89010" y="3602614"/>
                  <a:ext cx="95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A3F99C6-3880-C512-6981-7E1BE04D3977}"/>
                    </a:ext>
                  </a:extLst>
                </p14:cNvPr>
                <p14:cNvContentPartPr/>
                <p14:nvPr/>
              </p14:nvContentPartPr>
              <p14:xfrm>
                <a:off x="4503130" y="3627454"/>
                <a:ext cx="132480" cy="1594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A3F99C6-3880-C512-6981-7E1BE04D397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94130" y="3618814"/>
                  <a:ext cx="150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5F98B39C-0140-1062-839B-4D680935C5ED}"/>
                    </a:ext>
                  </a:extLst>
                </p14:cNvPr>
                <p14:cNvContentPartPr/>
                <p14:nvPr/>
              </p14:nvContentPartPr>
              <p14:xfrm>
                <a:off x="4613290" y="3633934"/>
                <a:ext cx="164880" cy="1648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5F98B39C-0140-1062-839B-4D680935C5E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604290" y="3624934"/>
                  <a:ext cx="182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BD2D2AAD-2976-07B0-75A0-D06C6156C634}"/>
                    </a:ext>
                  </a:extLst>
                </p14:cNvPr>
                <p14:cNvContentPartPr/>
                <p14:nvPr/>
              </p14:nvContentPartPr>
              <p14:xfrm>
                <a:off x="4827490" y="3557974"/>
                <a:ext cx="492840" cy="2289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BD2D2AAD-2976-07B0-75A0-D06C6156C63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18850" y="3549334"/>
                  <a:ext cx="510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70E3B6F-F1FB-0C81-297F-22F98BD20280}"/>
                    </a:ext>
                  </a:extLst>
                </p14:cNvPr>
                <p14:cNvContentPartPr/>
                <p14:nvPr/>
              </p14:nvContentPartPr>
              <p14:xfrm>
                <a:off x="4996330" y="3659134"/>
                <a:ext cx="149040" cy="1936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70E3B6F-F1FB-0C81-297F-22F98BD2028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87330" y="3650494"/>
                  <a:ext cx="166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EBBE3D5-D7B3-099B-5D61-A0CE70D747BE}"/>
                    </a:ext>
                  </a:extLst>
                </p14:cNvPr>
                <p14:cNvContentPartPr/>
                <p14:nvPr/>
              </p14:nvContentPartPr>
              <p14:xfrm>
                <a:off x="5045650" y="3789094"/>
                <a:ext cx="146880" cy="176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EBBE3D5-D7B3-099B-5D61-A0CE70D747B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36650" y="3780454"/>
                  <a:ext cx="164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B4F1EE45-198A-C6D5-D4E9-AAE410E508F1}"/>
                    </a:ext>
                  </a:extLst>
                </p14:cNvPr>
                <p14:cNvContentPartPr/>
                <p14:nvPr/>
              </p14:nvContentPartPr>
              <p14:xfrm>
                <a:off x="5457130" y="3712414"/>
                <a:ext cx="183240" cy="32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B4F1EE45-198A-C6D5-D4E9-AAE410E508F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48130" y="3703774"/>
                  <a:ext cx="200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026C32E-EFD5-314A-9A2C-D705878BD3C0}"/>
                    </a:ext>
                  </a:extLst>
                </p14:cNvPr>
                <p14:cNvContentPartPr/>
                <p14:nvPr/>
              </p14:nvContentPartPr>
              <p14:xfrm>
                <a:off x="5461450" y="3793054"/>
                <a:ext cx="196200" cy="14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026C32E-EFD5-314A-9A2C-D705878BD3C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52450" y="3784054"/>
                  <a:ext cx="213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FD756708-91D3-CA76-AAB8-097192D6B1F0}"/>
                    </a:ext>
                  </a:extLst>
                </p14:cNvPr>
                <p14:cNvContentPartPr/>
                <p14:nvPr/>
              </p14:nvContentPartPr>
              <p14:xfrm>
                <a:off x="5833330" y="3612334"/>
                <a:ext cx="222840" cy="1962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FD756708-91D3-CA76-AAB8-097192D6B1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24330" y="3603334"/>
                  <a:ext cx="240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E643A688-0DB2-2439-C0BC-53FE85726440}"/>
                    </a:ext>
                  </a:extLst>
                </p14:cNvPr>
                <p14:cNvContentPartPr/>
                <p14:nvPr/>
              </p14:nvContentPartPr>
              <p14:xfrm>
                <a:off x="6055090" y="3653734"/>
                <a:ext cx="168840" cy="2242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E643A688-0DB2-2439-C0BC-53FE8572644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46090" y="3644734"/>
                  <a:ext cx="1864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364C7A5C-762D-C6BF-D2AE-5D589554C964}"/>
                    </a:ext>
                  </a:extLst>
                </p14:cNvPr>
                <p14:cNvContentPartPr/>
                <p14:nvPr/>
              </p14:nvContentPartPr>
              <p14:xfrm>
                <a:off x="6063730" y="3798814"/>
                <a:ext cx="200160" cy="43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364C7A5C-762D-C6BF-D2AE-5D589554C96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55090" y="3790174"/>
                  <a:ext cx="217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0BCF56E-3490-03A6-2EE8-FD4335B5DCAA}"/>
                    </a:ext>
                  </a:extLst>
                </p14:cNvPr>
                <p14:cNvContentPartPr/>
                <p14:nvPr/>
              </p14:nvContentPartPr>
              <p14:xfrm>
                <a:off x="6493930" y="3643294"/>
                <a:ext cx="57600" cy="1688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0BCF56E-3490-03A6-2EE8-FD4335B5DC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84930" y="3634294"/>
                  <a:ext cx="752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D9D0539-52AC-3CBB-967A-16E8B02F8F84}"/>
                    </a:ext>
                  </a:extLst>
                </p14:cNvPr>
                <p14:cNvContentPartPr/>
                <p14:nvPr/>
              </p14:nvContentPartPr>
              <p14:xfrm>
                <a:off x="6460450" y="3719614"/>
                <a:ext cx="183240" cy="183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D9D0539-52AC-3CBB-967A-16E8B02F8F8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51810" y="3710974"/>
                  <a:ext cx="200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F1C2697E-8131-FBD7-FB7B-0B2ED2ADAD0B}"/>
                    </a:ext>
                  </a:extLst>
                </p14:cNvPr>
                <p14:cNvContentPartPr/>
                <p14:nvPr/>
              </p14:nvContentPartPr>
              <p14:xfrm>
                <a:off x="6721810" y="3638614"/>
                <a:ext cx="64800" cy="1573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F1C2697E-8131-FBD7-FB7B-0B2ED2ADAD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12810" y="3629614"/>
                  <a:ext cx="82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2E802C1-A260-83BA-6952-68B4A88319E5}"/>
                    </a:ext>
                  </a:extLst>
                </p14:cNvPr>
                <p14:cNvContentPartPr/>
                <p14:nvPr/>
              </p14:nvContentPartPr>
              <p14:xfrm>
                <a:off x="6881290" y="3795574"/>
                <a:ext cx="360" cy="3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2E802C1-A260-83BA-6952-68B4A88319E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72650" y="37869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F6469917-EA28-EEB2-1298-7A94EE677DA2}"/>
                    </a:ext>
                  </a:extLst>
                </p14:cNvPr>
                <p14:cNvContentPartPr/>
                <p14:nvPr/>
              </p14:nvContentPartPr>
              <p14:xfrm>
                <a:off x="6889570" y="3646894"/>
                <a:ext cx="176040" cy="1504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F6469917-EA28-EEB2-1298-7A94EE677DA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880570" y="3637894"/>
                  <a:ext cx="193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5EC7FAF0-E6FC-E6F4-10DD-F9EB75A2F755}"/>
                    </a:ext>
                  </a:extLst>
                </p14:cNvPr>
                <p14:cNvContentPartPr/>
                <p14:nvPr/>
              </p14:nvContentPartPr>
              <p14:xfrm>
                <a:off x="7030330" y="3654094"/>
                <a:ext cx="147960" cy="1468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5EC7FAF0-E6FC-E6F4-10DD-F9EB75A2F7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21330" y="3645454"/>
                  <a:ext cx="165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4E9FB38E-48E2-596B-9A10-E88B0564D49E}"/>
                    </a:ext>
                  </a:extLst>
                </p14:cNvPr>
                <p14:cNvContentPartPr/>
                <p14:nvPr/>
              </p14:nvContentPartPr>
              <p14:xfrm>
                <a:off x="7176850" y="3604054"/>
                <a:ext cx="149760" cy="1717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4E9FB38E-48E2-596B-9A10-E88B0564D4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68210" y="3595054"/>
                  <a:ext cx="16740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7E657ECF-33E2-B068-849C-982C907EB0A8}"/>
                  </a:ext>
                </a:extLst>
              </p14:cNvPr>
              <p14:cNvContentPartPr/>
              <p14:nvPr/>
            </p14:nvContentPartPr>
            <p14:xfrm>
              <a:off x="4952050" y="4388494"/>
              <a:ext cx="11520" cy="1296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7E657ECF-33E2-B068-849C-982C907EB0A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43410" y="4379494"/>
                <a:ext cx="2916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upo 103">
            <a:extLst>
              <a:ext uri="{FF2B5EF4-FFF2-40B4-BE49-F238E27FC236}">
                <a16:creationId xmlns:a16="http://schemas.microsoft.com/office/drawing/2014/main" id="{3054EB0F-44D7-C263-A36A-C3D607977B79}"/>
              </a:ext>
            </a:extLst>
          </p:cNvPr>
          <p:cNvGrpSpPr/>
          <p:nvPr/>
        </p:nvGrpSpPr>
        <p:grpSpPr>
          <a:xfrm>
            <a:off x="4375330" y="4054414"/>
            <a:ext cx="3051720" cy="449280"/>
            <a:chOff x="4375330" y="4054414"/>
            <a:chExt cx="3051720" cy="44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2F66D2F-6469-E24C-EB98-9494A0E1E6C6}"/>
                    </a:ext>
                  </a:extLst>
                </p14:cNvPr>
                <p14:cNvContentPartPr/>
                <p14:nvPr/>
              </p14:nvContentPartPr>
              <p14:xfrm>
                <a:off x="4375330" y="4123174"/>
                <a:ext cx="91800" cy="3171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2F66D2F-6469-E24C-EB98-9494A0E1E6C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66690" y="4114174"/>
                  <a:ext cx="109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578E2B61-730E-6F45-CA42-7AEDC464CBF5}"/>
                    </a:ext>
                  </a:extLst>
                </p14:cNvPr>
                <p14:cNvContentPartPr/>
                <p14:nvPr/>
              </p14:nvContentPartPr>
              <p14:xfrm>
                <a:off x="4511410" y="4212814"/>
                <a:ext cx="57240" cy="1915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578E2B61-730E-6F45-CA42-7AEDC464CB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02410" y="4203814"/>
                  <a:ext cx="74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867684B-B400-977D-CF50-02FDE75C92C9}"/>
                    </a:ext>
                  </a:extLst>
                </p14:cNvPr>
                <p14:cNvContentPartPr/>
                <p14:nvPr/>
              </p14:nvContentPartPr>
              <p14:xfrm>
                <a:off x="4648930" y="4253854"/>
                <a:ext cx="97920" cy="907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867684B-B400-977D-CF50-02FDE75C92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9930" y="4245214"/>
                  <a:ext cx="115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711AF87-EF5B-C762-ABFF-600DE3C50358}"/>
                    </a:ext>
                  </a:extLst>
                </p14:cNvPr>
                <p14:cNvContentPartPr/>
                <p14:nvPr/>
              </p14:nvContentPartPr>
              <p14:xfrm>
                <a:off x="4630930" y="4249894"/>
                <a:ext cx="133920" cy="1364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711AF87-EF5B-C762-ABFF-600DE3C5035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21930" y="4241254"/>
                  <a:ext cx="151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AA9CAEC-BE1F-E993-0792-9A596156DBF5}"/>
                    </a:ext>
                  </a:extLst>
                </p14:cNvPr>
                <p14:cNvContentPartPr/>
                <p14:nvPr/>
              </p14:nvContentPartPr>
              <p14:xfrm>
                <a:off x="4764850" y="4253134"/>
                <a:ext cx="157680" cy="1314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AA9CAEC-BE1F-E993-0792-9A596156DB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56210" y="4244134"/>
                  <a:ext cx="1753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F520882-974E-8718-E1ED-D8D6E55581CB}"/>
                    </a:ext>
                  </a:extLst>
                </p14:cNvPr>
                <p14:cNvContentPartPr/>
                <p14:nvPr/>
              </p14:nvContentPartPr>
              <p14:xfrm>
                <a:off x="4957090" y="4194814"/>
                <a:ext cx="275040" cy="1648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F520882-974E-8718-E1ED-D8D6E55581C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48450" y="4186174"/>
                  <a:ext cx="292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0F06BD9-58E7-CB4F-21AB-0E1B25EC854D}"/>
                    </a:ext>
                  </a:extLst>
                </p14:cNvPr>
                <p14:cNvContentPartPr/>
                <p14:nvPr/>
              </p14:nvContentPartPr>
              <p14:xfrm>
                <a:off x="5081650" y="4280494"/>
                <a:ext cx="114840" cy="1591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0F06BD9-58E7-CB4F-21AB-0E1B25EC854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72650" y="4271494"/>
                  <a:ext cx="132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A98C0977-FD1B-F2D2-0037-DA3434D90B1D}"/>
                    </a:ext>
                  </a:extLst>
                </p14:cNvPr>
                <p14:cNvContentPartPr/>
                <p14:nvPr/>
              </p14:nvContentPartPr>
              <p14:xfrm>
                <a:off x="5247250" y="4165294"/>
                <a:ext cx="96840" cy="2606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A98C0977-FD1B-F2D2-0037-DA3434D90B1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38610" y="4156294"/>
                  <a:ext cx="1144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28B52134-A9E6-3DEB-D427-8C93FFE61813}"/>
                    </a:ext>
                  </a:extLst>
                </p14:cNvPr>
                <p14:cNvContentPartPr/>
                <p14:nvPr/>
              </p14:nvContentPartPr>
              <p14:xfrm>
                <a:off x="5324650" y="4054414"/>
                <a:ext cx="121680" cy="1310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28B52134-A9E6-3DEB-D427-8C93FFE6181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16010" y="4045414"/>
                  <a:ext cx="139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E21B3B6-4660-7436-654C-AD964579292F}"/>
                    </a:ext>
                  </a:extLst>
                </p14:cNvPr>
                <p14:cNvContentPartPr/>
                <p14:nvPr/>
              </p14:nvContentPartPr>
              <p14:xfrm>
                <a:off x="5130970" y="4399294"/>
                <a:ext cx="165240" cy="115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E21B3B6-4660-7436-654C-AD96457929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21970" y="4390654"/>
                  <a:ext cx="18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96FD5ADA-3388-097D-8695-5AFFEA11DCD0}"/>
                    </a:ext>
                  </a:extLst>
                </p14:cNvPr>
                <p14:cNvContentPartPr/>
                <p14:nvPr/>
              </p14:nvContentPartPr>
              <p14:xfrm>
                <a:off x="5482330" y="4262134"/>
                <a:ext cx="155160" cy="86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96FD5ADA-3388-097D-8695-5AFFEA11DC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73330" y="4253134"/>
                  <a:ext cx="17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085FBA6F-03B9-C74E-D4EB-3683F2E0D679}"/>
                    </a:ext>
                  </a:extLst>
                </p14:cNvPr>
                <p14:cNvContentPartPr/>
                <p14:nvPr/>
              </p14:nvContentPartPr>
              <p14:xfrm>
                <a:off x="5472250" y="4332334"/>
                <a:ext cx="209160" cy="86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085FBA6F-03B9-C74E-D4EB-3683F2E0D6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63610" y="4323694"/>
                  <a:ext cx="226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C1D2D2CF-75E4-DF54-12C5-7384B0712AD9}"/>
                    </a:ext>
                  </a:extLst>
                </p14:cNvPr>
                <p14:cNvContentPartPr/>
                <p14:nvPr/>
              </p14:nvContentPartPr>
              <p14:xfrm>
                <a:off x="5812090" y="4167094"/>
                <a:ext cx="113400" cy="27504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C1D2D2CF-75E4-DF54-12C5-7384B0712AD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03090" y="4158094"/>
                  <a:ext cx="131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7D02BEB-DAF5-59E0-E761-9D1ED9922E52}"/>
                    </a:ext>
                  </a:extLst>
                </p14:cNvPr>
                <p14:cNvContentPartPr/>
                <p14:nvPr/>
              </p14:nvContentPartPr>
              <p14:xfrm>
                <a:off x="5954290" y="4258174"/>
                <a:ext cx="219240" cy="1389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7D02BEB-DAF5-59E0-E761-9D1ED9922E5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45650" y="4249534"/>
                  <a:ext cx="236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BDE11944-529C-6DF0-BD22-58ABFA0052E8}"/>
                    </a:ext>
                  </a:extLst>
                </p14:cNvPr>
                <p14:cNvContentPartPr/>
                <p14:nvPr/>
              </p14:nvContentPartPr>
              <p14:xfrm>
                <a:off x="6175330" y="4250974"/>
                <a:ext cx="160920" cy="2527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BDE11944-529C-6DF0-BD22-58ABFA0052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66690" y="4241974"/>
                  <a:ext cx="178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EAE006F0-10FE-23DE-4FC6-A0A12777C2C0}"/>
                    </a:ext>
                  </a:extLst>
                </p14:cNvPr>
                <p14:cNvContentPartPr/>
                <p14:nvPr/>
              </p14:nvContentPartPr>
              <p14:xfrm>
                <a:off x="6196570" y="4394974"/>
                <a:ext cx="228240" cy="212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EAE006F0-10FE-23DE-4FC6-A0A12777C2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87570" y="4385974"/>
                  <a:ext cx="245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DC433E5-DB35-533A-6BD6-6A3102A3122E}"/>
                    </a:ext>
                  </a:extLst>
                </p14:cNvPr>
                <p14:cNvContentPartPr/>
                <p14:nvPr/>
              </p14:nvContentPartPr>
              <p14:xfrm>
                <a:off x="6533890" y="4264654"/>
                <a:ext cx="10440" cy="1468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DC433E5-DB35-533A-6BD6-6A3102A312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25250" y="4256014"/>
                  <a:ext cx="28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7D2C2D3-D124-D869-2D9F-6A235B6B4B4B}"/>
                    </a:ext>
                  </a:extLst>
                </p14:cNvPr>
                <p14:cNvContentPartPr/>
                <p14:nvPr/>
              </p14:nvContentPartPr>
              <p14:xfrm>
                <a:off x="6455410" y="4320814"/>
                <a:ext cx="174960" cy="936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7D2C2D3-D124-D869-2D9F-6A235B6B4B4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46770" y="4311814"/>
                  <a:ext cx="192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C61B572C-DCA9-F010-A9B7-ADEF25E4978B}"/>
                    </a:ext>
                  </a:extLst>
                </p14:cNvPr>
                <p14:cNvContentPartPr/>
                <p14:nvPr/>
              </p14:nvContentPartPr>
              <p14:xfrm>
                <a:off x="6712810" y="4238734"/>
                <a:ext cx="51480" cy="14940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C61B572C-DCA9-F010-A9B7-ADEF25E4978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03810" y="4229734"/>
                  <a:ext cx="69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A61B54E-707B-0CCF-6B0C-A9A7F31AD9B7}"/>
                    </a:ext>
                  </a:extLst>
                </p14:cNvPr>
                <p14:cNvContentPartPr/>
                <p14:nvPr/>
              </p14:nvContentPartPr>
              <p14:xfrm>
                <a:off x="6842410" y="4374814"/>
                <a:ext cx="12240" cy="21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A61B54E-707B-0CCF-6B0C-A9A7F31AD9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33410" y="4366174"/>
                  <a:ext cx="29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3D2D78EA-1142-0BAD-7841-848A5799A87B}"/>
                    </a:ext>
                  </a:extLst>
                </p14:cNvPr>
                <p14:cNvContentPartPr/>
                <p14:nvPr/>
              </p14:nvContentPartPr>
              <p14:xfrm>
                <a:off x="6870490" y="4250254"/>
                <a:ext cx="149040" cy="1368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3D2D78EA-1142-0BAD-7841-848A5799A87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61490" y="4241254"/>
                  <a:ext cx="166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8E03769-E8FD-FFA1-2C70-9A95E4CFA8FE}"/>
                    </a:ext>
                  </a:extLst>
                </p14:cNvPr>
                <p14:cNvContentPartPr/>
                <p14:nvPr/>
              </p14:nvContentPartPr>
              <p14:xfrm>
                <a:off x="6994330" y="4231894"/>
                <a:ext cx="127800" cy="1368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8E03769-E8FD-FFA1-2C70-9A95E4CFA8F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985690" y="4222894"/>
                  <a:ext cx="145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72B12ADD-802C-1762-BC23-961731D0C14D}"/>
                    </a:ext>
                  </a:extLst>
                </p14:cNvPr>
                <p14:cNvContentPartPr/>
                <p14:nvPr/>
              </p14:nvContentPartPr>
              <p14:xfrm>
                <a:off x="7128610" y="4243054"/>
                <a:ext cx="125280" cy="1306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72B12ADD-802C-1762-BC23-961731D0C14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119970" y="4234414"/>
                  <a:ext cx="142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B1CD935-90A5-AB18-49D3-538202336757}"/>
                    </a:ext>
                  </a:extLst>
                </p14:cNvPr>
                <p14:cNvContentPartPr/>
                <p14:nvPr/>
              </p14:nvContentPartPr>
              <p14:xfrm>
                <a:off x="7267210" y="4149094"/>
                <a:ext cx="91800" cy="2494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B1CD935-90A5-AB18-49D3-53820233675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258210" y="4140094"/>
                  <a:ext cx="109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819CF404-AC57-1A54-849A-077BB5BC8D03}"/>
                    </a:ext>
                  </a:extLst>
                </p14:cNvPr>
                <p14:cNvContentPartPr/>
                <p14:nvPr/>
              </p14:nvContentPartPr>
              <p14:xfrm>
                <a:off x="7298170" y="4086454"/>
                <a:ext cx="128880" cy="12420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819CF404-AC57-1A54-849A-077BB5BC8D0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89530" y="4077814"/>
                  <a:ext cx="146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1092F1BF-9DE9-782D-077E-1D5E12874B96}"/>
                    </a:ext>
                  </a:extLst>
                </p14:cNvPr>
                <p14:cNvContentPartPr/>
                <p14:nvPr/>
              </p14:nvContentPartPr>
              <p14:xfrm>
                <a:off x="6419410" y="4195894"/>
                <a:ext cx="304560" cy="2800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1092F1BF-9DE9-782D-077E-1D5E12874B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10770" y="4187254"/>
                  <a:ext cx="32220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0769D6D0-E3F9-D260-E4EA-6BD729690869}"/>
              </a:ext>
            </a:extLst>
          </p:cNvPr>
          <p:cNvGrpSpPr/>
          <p:nvPr/>
        </p:nvGrpSpPr>
        <p:grpSpPr>
          <a:xfrm>
            <a:off x="4336450" y="5352934"/>
            <a:ext cx="545040" cy="187560"/>
            <a:chOff x="4336450" y="5352934"/>
            <a:chExt cx="54504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1E11DB93-9B3D-399E-9CAE-6FC2749F6667}"/>
                    </a:ext>
                  </a:extLst>
                </p14:cNvPr>
                <p14:cNvContentPartPr/>
                <p14:nvPr/>
              </p14:nvContentPartPr>
              <p14:xfrm>
                <a:off x="4336450" y="5352934"/>
                <a:ext cx="48600" cy="1875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1E11DB93-9B3D-399E-9CAE-6FC2749F66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27810" y="5343934"/>
                  <a:ext cx="66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7E121131-9ED3-83F7-29A5-6F09C376FC59}"/>
                    </a:ext>
                  </a:extLst>
                </p14:cNvPr>
                <p14:cNvContentPartPr/>
                <p14:nvPr/>
              </p14:nvContentPartPr>
              <p14:xfrm>
                <a:off x="4403770" y="5370934"/>
                <a:ext cx="109800" cy="1544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7E121131-9ED3-83F7-29A5-6F09C376FC5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95130" y="5362294"/>
                  <a:ext cx="127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1130826F-3205-2F11-E5CB-F2D76A1767CA}"/>
                    </a:ext>
                  </a:extLst>
                </p14:cNvPr>
                <p14:cNvContentPartPr/>
                <p14:nvPr/>
              </p14:nvContentPartPr>
              <p14:xfrm>
                <a:off x="4516090" y="5369134"/>
                <a:ext cx="118080" cy="14616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1130826F-3205-2F11-E5CB-F2D76A1767C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07450" y="5360134"/>
                  <a:ext cx="135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97A57063-828A-21FB-7D57-BDED648236E0}"/>
                    </a:ext>
                  </a:extLst>
                </p14:cNvPr>
                <p14:cNvContentPartPr/>
                <p14:nvPr/>
              </p14:nvContentPartPr>
              <p14:xfrm>
                <a:off x="4635970" y="5366614"/>
                <a:ext cx="123840" cy="1548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97A57063-828A-21FB-7D57-BDED648236E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26970" y="5357974"/>
                  <a:ext cx="141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A2AA8FFF-CB65-AACF-683C-8F4F3C6F5834}"/>
                    </a:ext>
                  </a:extLst>
                </p14:cNvPr>
                <p14:cNvContentPartPr/>
                <p14:nvPr/>
              </p14:nvContentPartPr>
              <p14:xfrm>
                <a:off x="4787170" y="5366614"/>
                <a:ext cx="94320" cy="1252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A2AA8FFF-CB65-AACF-683C-8F4F3C6F58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8170" y="5357614"/>
                  <a:ext cx="111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E81B6710-BC4F-76D6-2D56-EA4158928304}"/>
                    </a:ext>
                  </a:extLst>
                </p14:cNvPr>
                <p14:cNvContentPartPr/>
                <p14:nvPr/>
              </p14:nvContentPartPr>
              <p14:xfrm>
                <a:off x="4528330" y="5539054"/>
                <a:ext cx="15480" cy="14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E81B6710-BC4F-76D6-2D56-EA415892830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19330" y="5530414"/>
                  <a:ext cx="3312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F6E500BD-7B01-BD39-9A41-9D3BA83D58D1}"/>
              </a:ext>
            </a:extLst>
          </p:cNvPr>
          <p:cNvGrpSpPr/>
          <p:nvPr/>
        </p:nvGrpSpPr>
        <p:grpSpPr>
          <a:xfrm>
            <a:off x="4934770" y="5371654"/>
            <a:ext cx="482040" cy="224280"/>
            <a:chOff x="4934770" y="5371654"/>
            <a:chExt cx="48204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1C056339-DC4E-CE86-581E-325430EF927B}"/>
                    </a:ext>
                  </a:extLst>
                </p14:cNvPr>
                <p14:cNvContentPartPr/>
                <p14:nvPr/>
              </p14:nvContentPartPr>
              <p14:xfrm>
                <a:off x="4934770" y="5371654"/>
                <a:ext cx="162360" cy="22428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1C056339-DC4E-CE86-581E-325430EF927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926130" y="5362654"/>
                  <a:ext cx="180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98C8D2C4-EFB6-1848-9202-76914310F83B}"/>
                    </a:ext>
                  </a:extLst>
                </p14:cNvPr>
                <p14:cNvContentPartPr/>
                <p14:nvPr/>
              </p14:nvContentPartPr>
              <p14:xfrm>
                <a:off x="4937650" y="5525374"/>
                <a:ext cx="187920" cy="50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98C8D2C4-EFB6-1848-9202-76914310F83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28650" y="5516734"/>
                  <a:ext cx="205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876AF15-2C75-D24A-384B-8FB19ADD0A62}"/>
                    </a:ext>
                  </a:extLst>
                </p14:cNvPr>
                <p14:cNvContentPartPr/>
                <p14:nvPr/>
              </p14:nvContentPartPr>
              <p14:xfrm>
                <a:off x="5236090" y="5384614"/>
                <a:ext cx="156240" cy="97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876AF15-2C75-D24A-384B-8FB19ADD0A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27090" y="5375614"/>
                  <a:ext cx="173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4F70D9A1-64A6-161F-39FC-0D26632F5243}"/>
                    </a:ext>
                  </a:extLst>
                </p14:cNvPr>
                <p14:cNvContentPartPr/>
                <p14:nvPr/>
              </p14:nvContentPartPr>
              <p14:xfrm>
                <a:off x="5232490" y="5435014"/>
                <a:ext cx="184320" cy="180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4F70D9A1-64A6-161F-39FC-0D26632F524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23490" y="5426374"/>
                  <a:ext cx="20196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867B888A-2F71-9FAB-828B-715E6E357B75}"/>
              </a:ext>
            </a:extLst>
          </p:cNvPr>
          <p:cNvGrpSpPr/>
          <p:nvPr/>
        </p:nvGrpSpPr>
        <p:grpSpPr>
          <a:xfrm>
            <a:off x="6169210" y="4424494"/>
            <a:ext cx="2298960" cy="426240"/>
            <a:chOff x="6169210" y="4424494"/>
            <a:chExt cx="229896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EEBD991-A628-F4EF-2DE9-0F05EC5B7025}"/>
                    </a:ext>
                  </a:extLst>
                </p14:cNvPr>
                <p14:cNvContentPartPr/>
                <p14:nvPr/>
              </p14:nvContentPartPr>
              <p14:xfrm>
                <a:off x="6219610" y="4541134"/>
                <a:ext cx="1460880" cy="27468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EEBD991-A628-F4EF-2DE9-0F05EC5B702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13490" y="4535014"/>
                  <a:ext cx="14731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C5C96BAA-E1F5-B023-F7C3-775472E9FBDE}"/>
                    </a:ext>
                  </a:extLst>
                </p14:cNvPr>
                <p14:cNvContentPartPr/>
                <p14:nvPr/>
              </p14:nvContentPartPr>
              <p14:xfrm>
                <a:off x="6169210" y="4424494"/>
                <a:ext cx="2298960" cy="42624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C5C96BAA-E1F5-B023-F7C3-775472E9FBD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63090" y="4418374"/>
                  <a:ext cx="231120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F2A07A95-5D5E-C006-6207-62E063D638C0}"/>
              </a:ext>
            </a:extLst>
          </p:cNvPr>
          <p:cNvGrpSpPr/>
          <p:nvPr/>
        </p:nvGrpSpPr>
        <p:grpSpPr>
          <a:xfrm>
            <a:off x="7011970" y="5041174"/>
            <a:ext cx="1368360" cy="231480"/>
            <a:chOff x="7011970" y="5041174"/>
            <a:chExt cx="136836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650E1ED5-0A5D-2190-849A-C25E15796D01}"/>
                    </a:ext>
                  </a:extLst>
                </p14:cNvPr>
                <p14:cNvContentPartPr/>
                <p14:nvPr/>
              </p14:nvContentPartPr>
              <p14:xfrm>
                <a:off x="7072090" y="5053774"/>
                <a:ext cx="759600" cy="1526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650E1ED5-0A5D-2190-849A-C25E15796D0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63450" y="5044774"/>
                  <a:ext cx="777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3E221B1C-42CD-4D63-D713-ADF22515E0E9}"/>
                    </a:ext>
                  </a:extLst>
                </p14:cNvPr>
                <p14:cNvContentPartPr/>
                <p14:nvPr/>
              </p14:nvContentPartPr>
              <p14:xfrm>
                <a:off x="7011970" y="5041174"/>
                <a:ext cx="1368360" cy="2314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3E221B1C-42CD-4D63-D713-ADF22515E0E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03330" y="5032174"/>
                  <a:ext cx="138600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D6B205CE-6F81-70B0-232A-FEE06A35403D}"/>
              </a:ext>
            </a:extLst>
          </p:cNvPr>
          <p:cNvGrpSpPr/>
          <p:nvPr/>
        </p:nvGrpSpPr>
        <p:grpSpPr>
          <a:xfrm>
            <a:off x="4416730" y="4592974"/>
            <a:ext cx="4568400" cy="462960"/>
            <a:chOff x="4416730" y="4592974"/>
            <a:chExt cx="456840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52CC0C3-5551-B8C7-BDF0-6500390F7FCE}"/>
                    </a:ext>
                  </a:extLst>
                </p14:cNvPr>
                <p14:cNvContentPartPr/>
                <p14:nvPr/>
              </p14:nvContentPartPr>
              <p14:xfrm>
                <a:off x="5921890" y="4711414"/>
                <a:ext cx="102240" cy="2898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52CC0C3-5551-B8C7-BDF0-6500390F7FC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13250" y="4702414"/>
                  <a:ext cx="119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496F2213-DEB8-27E2-6A7C-DE0C4DF76448}"/>
                    </a:ext>
                  </a:extLst>
                </p14:cNvPr>
                <p14:cNvContentPartPr/>
                <p14:nvPr/>
              </p14:nvContentPartPr>
              <p14:xfrm>
                <a:off x="6051850" y="4857934"/>
                <a:ext cx="186120" cy="1249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496F2213-DEB8-27E2-6A7C-DE0C4DF7644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43210" y="4848934"/>
                  <a:ext cx="203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1B35ED57-B292-E0AB-1ADE-19494D7F660F}"/>
                    </a:ext>
                  </a:extLst>
                </p14:cNvPr>
                <p14:cNvContentPartPr/>
                <p14:nvPr/>
              </p14:nvContentPartPr>
              <p14:xfrm>
                <a:off x="6252730" y="4860814"/>
                <a:ext cx="118440" cy="1951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1B35ED57-B292-E0AB-1ADE-19494D7F660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243730" y="4851814"/>
                  <a:ext cx="136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89F325F2-3E1E-D462-DB54-C0A02C174886}"/>
                    </a:ext>
                  </a:extLst>
                </p14:cNvPr>
                <p14:cNvContentPartPr/>
                <p14:nvPr/>
              </p14:nvContentPartPr>
              <p14:xfrm>
                <a:off x="6269650" y="4986814"/>
                <a:ext cx="181080" cy="93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89F325F2-3E1E-D462-DB54-C0A02C17488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61010" y="4978174"/>
                  <a:ext cx="198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950DCED2-BA51-D11B-0131-DB2B50FB937F}"/>
                    </a:ext>
                  </a:extLst>
                </p14:cNvPr>
                <p14:cNvContentPartPr/>
                <p14:nvPr/>
              </p14:nvContentPartPr>
              <p14:xfrm>
                <a:off x="6569170" y="4820494"/>
                <a:ext cx="4320" cy="1771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950DCED2-BA51-D11B-0131-DB2B50FB937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60170" y="4811854"/>
                  <a:ext cx="21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2A2D9E98-261B-E947-DC50-9E77FB7584D9}"/>
                    </a:ext>
                  </a:extLst>
                </p14:cNvPr>
                <p14:cNvContentPartPr/>
                <p14:nvPr/>
              </p14:nvContentPartPr>
              <p14:xfrm>
                <a:off x="6494650" y="4901134"/>
                <a:ext cx="172080" cy="32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2A2D9E98-261B-E947-DC50-9E77FB7584D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86010" y="4892134"/>
                  <a:ext cx="189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AEB8CFD2-BED4-C995-342C-B250E6A517F1}"/>
                    </a:ext>
                  </a:extLst>
                </p14:cNvPr>
                <p14:cNvContentPartPr/>
                <p14:nvPr/>
              </p14:nvContentPartPr>
              <p14:xfrm>
                <a:off x="6739810" y="4838854"/>
                <a:ext cx="48600" cy="1422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AEB8CFD2-BED4-C995-342C-B250E6A517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30810" y="4829854"/>
                  <a:ext cx="66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0DBE986-2775-B2F8-C5BC-2479D6E7631D}"/>
                    </a:ext>
                  </a:extLst>
                </p14:cNvPr>
                <p14:cNvContentPartPr/>
                <p14:nvPr/>
              </p14:nvContentPartPr>
              <p14:xfrm>
                <a:off x="6806050" y="4810414"/>
                <a:ext cx="184320" cy="13140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0DBE986-2775-B2F8-C5BC-2479D6E763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97410" y="4801774"/>
                  <a:ext cx="201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26C7FCA3-2911-6B0B-AAEC-8F885DCBB196}"/>
                    </a:ext>
                  </a:extLst>
                </p14:cNvPr>
                <p14:cNvContentPartPr/>
                <p14:nvPr/>
              </p14:nvContentPartPr>
              <p14:xfrm>
                <a:off x="7001890" y="4799254"/>
                <a:ext cx="147960" cy="15192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26C7FCA3-2911-6B0B-AAEC-8F885DCBB19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93250" y="4790614"/>
                  <a:ext cx="165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7A05F43-F6C3-9C72-E2E7-5C7AED1FCFCF}"/>
                    </a:ext>
                  </a:extLst>
                </p14:cNvPr>
                <p14:cNvContentPartPr/>
                <p14:nvPr/>
              </p14:nvContentPartPr>
              <p14:xfrm>
                <a:off x="7152730" y="4797814"/>
                <a:ext cx="155160" cy="1641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7A05F43-F6C3-9C72-E2E7-5C7AED1FCF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144090" y="4788814"/>
                  <a:ext cx="172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7DAD8C25-A818-9374-E331-6EC129CA0AFD}"/>
                    </a:ext>
                  </a:extLst>
                </p14:cNvPr>
                <p14:cNvContentPartPr/>
                <p14:nvPr/>
              </p14:nvContentPartPr>
              <p14:xfrm>
                <a:off x="7372690" y="4712854"/>
                <a:ext cx="70200" cy="2833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7DAD8C25-A818-9374-E331-6EC129CA0A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63690" y="4704214"/>
                  <a:ext cx="87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0A09E855-8EC3-9A51-C589-BCA8DB35BCC8}"/>
                    </a:ext>
                  </a:extLst>
                </p14:cNvPr>
                <p14:cNvContentPartPr/>
                <p14:nvPr/>
              </p14:nvContentPartPr>
              <p14:xfrm>
                <a:off x="7464490" y="4643374"/>
                <a:ext cx="84240" cy="2966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0A09E855-8EC3-9A51-C589-BCA8DB35BCC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55850" y="4634734"/>
                  <a:ext cx="101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1315A22A-353C-4518-75F3-888D73046712}"/>
                    </a:ext>
                  </a:extLst>
                </p14:cNvPr>
                <p14:cNvContentPartPr/>
                <p14:nvPr/>
              </p14:nvContentPartPr>
              <p14:xfrm>
                <a:off x="7588330" y="4785214"/>
                <a:ext cx="203400" cy="1425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1315A22A-353C-4518-75F3-888D730467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579690" y="4776214"/>
                  <a:ext cx="221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F4F3549F-6E03-9D7D-36B6-381B536CAD1F}"/>
                    </a:ext>
                  </a:extLst>
                </p14:cNvPr>
                <p14:cNvContentPartPr/>
                <p14:nvPr/>
              </p14:nvContentPartPr>
              <p14:xfrm>
                <a:off x="7799650" y="4783774"/>
                <a:ext cx="169920" cy="2487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F4F3549F-6E03-9D7D-36B6-381B536CAD1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790650" y="4774774"/>
                  <a:ext cx="1875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0FF1B430-8AF9-A7BC-93E9-C7DA65E344FC}"/>
                    </a:ext>
                  </a:extLst>
                </p14:cNvPr>
                <p14:cNvContentPartPr/>
                <p14:nvPr/>
              </p14:nvContentPartPr>
              <p14:xfrm>
                <a:off x="8141650" y="4711054"/>
                <a:ext cx="4320" cy="428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0FF1B430-8AF9-A7BC-93E9-C7DA65E344F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33010" y="4702414"/>
                  <a:ext cx="21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D8222E2C-9F5A-C9D1-07E8-B454F0A68CFB}"/>
                    </a:ext>
                  </a:extLst>
                </p14:cNvPr>
                <p14:cNvContentPartPr/>
                <p14:nvPr/>
              </p14:nvContentPartPr>
              <p14:xfrm>
                <a:off x="7885690" y="4913734"/>
                <a:ext cx="360" cy="3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D8222E2C-9F5A-C9D1-07E8-B454F0A68C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77050" y="490473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2EB4A17-1A2C-8F88-92ED-12F2352AEB9E}"/>
                    </a:ext>
                  </a:extLst>
                </p14:cNvPr>
                <p14:cNvContentPartPr/>
                <p14:nvPr/>
              </p14:nvContentPartPr>
              <p14:xfrm>
                <a:off x="7826290" y="4909774"/>
                <a:ext cx="198360" cy="129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2EB4A17-1A2C-8F88-92ED-12F2352AEB9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817650" y="4900774"/>
                  <a:ext cx="216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08061A67-C0BC-9F72-0F3D-E8C5DA3B71C2}"/>
                    </a:ext>
                  </a:extLst>
                </p14:cNvPr>
                <p14:cNvContentPartPr/>
                <p14:nvPr/>
              </p14:nvContentPartPr>
              <p14:xfrm>
                <a:off x="8148850" y="4693054"/>
                <a:ext cx="31680" cy="1983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08061A67-C0BC-9F72-0F3D-E8C5DA3B71C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40210" y="4684414"/>
                  <a:ext cx="49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98B18180-EC71-E026-1193-8261491FDF64}"/>
                    </a:ext>
                  </a:extLst>
                </p14:cNvPr>
                <p14:cNvContentPartPr/>
                <p14:nvPr/>
              </p14:nvContentPartPr>
              <p14:xfrm>
                <a:off x="8113570" y="4825894"/>
                <a:ext cx="141120" cy="93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98B18180-EC71-E026-1193-8261491FDF6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104930" y="4817254"/>
                  <a:ext cx="158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48D46B64-1EC7-9B89-4DA5-02756EC2C3ED}"/>
                    </a:ext>
                  </a:extLst>
                </p14:cNvPr>
                <p14:cNvContentPartPr/>
                <p14:nvPr/>
              </p14:nvContentPartPr>
              <p14:xfrm>
                <a:off x="8288530" y="4761094"/>
                <a:ext cx="66600" cy="1382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48D46B64-1EC7-9B89-4DA5-02756EC2C3E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279530" y="4752454"/>
                  <a:ext cx="84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A76191E6-EA5A-F22F-D91B-D93A831249E5}"/>
                    </a:ext>
                  </a:extLst>
                </p14:cNvPr>
                <p14:cNvContentPartPr/>
                <p14:nvPr/>
              </p14:nvContentPartPr>
              <p14:xfrm>
                <a:off x="8413090" y="4753894"/>
                <a:ext cx="184320" cy="1454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A76191E6-EA5A-F22F-D91B-D93A831249E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404090" y="4744894"/>
                  <a:ext cx="201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C4D84557-E14A-85AD-DAD1-A071DE423938}"/>
                    </a:ext>
                  </a:extLst>
                </p14:cNvPr>
                <p14:cNvContentPartPr/>
                <p14:nvPr/>
              </p14:nvContentPartPr>
              <p14:xfrm>
                <a:off x="8572210" y="4741294"/>
                <a:ext cx="113400" cy="1285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C4D84557-E14A-85AD-DAD1-A071DE42393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63570" y="4732654"/>
                  <a:ext cx="131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18D498D-DC98-299D-9F60-E412982DB7C2}"/>
                    </a:ext>
                  </a:extLst>
                </p14:cNvPr>
                <p14:cNvContentPartPr/>
                <p14:nvPr/>
              </p14:nvContentPartPr>
              <p14:xfrm>
                <a:off x="8703610" y="4701334"/>
                <a:ext cx="184320" cy="17748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18D498D-DC98-299D-9F60-E412982DB7C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694970" y="4692334"/>
                  <a:ext cx="201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DA8CE7D3-9F33-B4F8-002C-0ABDDA867A30}"/>
                    </a:ext>
                  </a:extLst>
                </p14:cNvPr>
                <p14:cNvContentPartPr/>
                <p14:nvPr/>
              </p14:nvContentPartPr>
              <p14:xfrm>
                <a:off x="4416730" y="4740934"/>
                <a:ext cx="89640" cy="19188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DA8CE7D3-9F33-B4F8-002C-0ABDDA867A3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08090" y="4732294"/>
                  <a:ext cx="107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93541A11-30B4-A92F-4F2C-55A23B5775ED}"/>
                    </a:ext>
                  </a:extLst>
                </p14:cNvPr>
                <p14:cNvContentPartPr/>
                <p14:nvPr/>
              </p14:nvContentPartPr>
              <p14:xfrm>
                <a:off x="4508530" y="4763254"/>
                <a:ext cx="139680" cy="15624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93541A11-30B4-A92F-4F2C-55A23B5775E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499890" y="4754614"/>
                  <a:ext cx="157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98CECEA2-7B4D-F60F-980D-20ED06139C0C}"/>
                    </a:ext>
                  </a:extLst>
                </p14:cNvPr>
                <p14:cNvContentPartPr/>
                <p14:nvPr/>
              </p14:nvContentPartPr>
              <p14:xfrm>
                <a:off x="4624450" y="4783054"/>
                <a:ext cx="132480" cy="1465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98CECEA2-7B4D-F60F-980D-20ED06139C0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615810" y="4774054"/>
                  <a:ext cx="150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B2A1D7BD-2725-FB23-9319-1901CB73B7D8}"/>
                    </a:ext>
                  </a:extLst>
                </p14:cNvPr>
                <p14:cNvContentPartPr/>
                <p14:nvPr/>
              </p14:nvContentPartPr>
              <p14:xfrm>
                <a:off x="4734250" y="4657774"/>
                <a:ext cx="127080" cy="1058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B2A1D7BD-2725-FB23-9319-1901CB73B7D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25250" y="4648774"/>
                  <a:ext cx="144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C22DCAB3-AA00-5CC3-174C-4F4853D14A99}"/>
                    </a:ext>
                  </a:extLst>
                </p14:cNvPr>
                <p14:cNvContentPartPr/>
                <p14:nvPr/>
              </p14:nvContentPartPr>
              <p14:xfrm>
                <a:off x="4898050" y="4725814"/>
                <a:ext cx="57600" cy="2412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C22DCAB3-AA00-5CC3-174C-4F4853D14A9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889050" y="4716814"/>
                  <a:ext cx="75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631F2B8B-5FB3-1C83-D903-50246710961D}"/>
                    </a:ext>
                  </a:extLst>
                </p14:cNvPr>
                <p14:cNvContentPartPr/>
                <p14:nvPr/>
              </p14:nvContentPartPr>
              <p14:xfrm>
                <a:off x="4981210" y="4742014"/>
                <a:ext cx="441000" cy="1922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631F2B8B-5FB3-1C83-D903-50246710961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972570" y="4733374"/>
                  <a:ext cx="4586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F9DB21F0-54F3-67B6-79BD-3AED149B6728}"/>
                    </a:ext>
                  </a:extLst>
                </p14:cNvPr>
                <p14:cNvContentPartPr/>
                <p14:nvPr/>
              </p14:nvContentPartPr>
              <p14:xfrm>
                <a:off x="5128450" y="4824814"/>
                <a:ext cx="106200" cy="1681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F9DB21F0-54F3-67B6-79BD-3AED149B672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119450" y="4815814"/>
                  <a:ext cx="123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59154979-9EDC-6EC5-DC9B-F9D07502C478}"/>
                    </a:ext>
                  </a:extLst>
                </p14:cNvPr>
                <p14:cNvContentPartPr/>
                <p14:nvPr/>
              </p14:nvContentPartPr>
              <p14:xfrm>
                <a:off x="5119810" y="4929934"/>
                <a:ext cx="167040" cy="255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59154979-9EDC-6EC5-DC9B-F9D07502C47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111170" y="4920934"/>
                  <a:ext cx="184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8F5FD204-9299-D368-F14C-E2432C694D93}"/>
                    </a:ext>
                  </a:extLst>
                </p14:cNvPr>
                <p14:cNvContentPartPr/>
                <p14:nvPr/>
              </p14:nvContentPartPr>
              <p14:xfrm>
                <a:off x="5357050" y="4663534"/>
                <a:ext cx="54720" cy="2433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8F5FD204-9299-D368-F14C-E2432C694D9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348050" y="4654534"/>
                  <a:ext cx="72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A76D6AE9-3BE1-110C-C718-CEB9D483B7B3}"/>
                    </a:ext>
                  </a:extLst>
                </p14:cNvPr>
                <p14:cNvContentPartPr/>
                <p14:nvPr/>
              </p14:nvContentPartPr>
              <p14:xfrm>
                <a:off x="5416090" y="4610254"/>
                <a:ext cx="131760" cy="1296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A76D6AE9-3BE1-110C-C718-CEB9D483B7B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407450" y="4601254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007168A5-F7C6-52B2-7A8C-22EF8BD51D08}"/>
                    </a:ext>
                  </a:extLst>
                </p14:cNvPr>
                <p14:cNvContentPartPr/>
                <p14:nvPr/>
              </p14:nvContentPartPr>
              <p14:xfrm>
                <a:off x="5569810" y="4834174"/>
                <a:ext cx="150120" cy="21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007168A5-F7C6-52B2-7A8C-22EF8BD51D0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560810" y="4825174"/>
                  <a:ext cx="167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0B46546F-434F-3A19-C6DB-753C02024B4F}"/>
                    </a:ext>
                  </a:extLst>
                </p14:cNvPr>
                <p14:cNvContentPartPr/>
                <p14:nvPr/>
              </p14:nvContentPartPr>
              <p14:xfrm>
                <a:off x="5543530" y="4879174"/>
                <a:ext cx="205200" cy="176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0B46546F-434F-3A19-C6DB-753C02024B4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534890" y="4870534"/>
                  <a:ext cx="222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C32CEDF2-E849-EF53-3E4C-0F3DD09E12C8}"/>
                    </a:ext>
                  </a:extLst>
                </p14:cNvPr>
                <p14:cNvContentPartPr/>
                <p14:nvPr/>
              </p14:nvContentPartPr>
              <p14:xfrm>
                <a:off x="4912090" y="4756414"/>
                <a:ext cx="239400" cy="939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C32CEDF2-E849-EF53-3E4C-0F3DD09E12C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903450" y="4747774"/>
                  <a:ext cx="257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A56D3BEE-164B-BC7C-8D39-A44CD3340372}"/>
                    </a:ext>
                  </a:extLst>
                </p14:cNvPr>
                <p14:cNvContentPartPr/>
                <p14:nvPr/>
              </p14:nvContentPartPr>
              <p14:xfrm>
                <a:off x="5311690" y="4621054"/>
                <a:ext cx="280800" cy="763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A56D3BEE-164B-BC7C-8D39-A44CD334037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303050" y="4612054"/>
                  <a:ext cx="298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7FF0D57F-1D43-7588-9714-D5138C74C7BF}"/>
                    </a:ext>
                  </a:extLst>
                </p14:cNvPr>
                <p14:cNvContentPartPr/>
                <p14:nvPr/>
              </p14:nvContentPartPr>
              <p14:xfrm>
                <a:off x="8847970" y="4592974"/>
                <a:ext cx="137160" cy="3632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7FF0D57F-1D43-7588-9714-D5138C74C7B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838970" y="4583974"/>
                  <a:ext cx="15480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upo 192">
            <a:extLst>
              <a:ext uri="{FF2B5EF4-FFF2-40B4-BE49-F238E27FC236}">
                <a16:creationId xmlns:a16="http://schemas.microsoft.com/office/drawing/2014/main" id="{6841A84D-09D0-2EA7-61D5-239E49314FAF}"/>
              </a:ext>
            </a:extLst>
          </p:cNvPr>
          <p:cNvGrpSpPr/>
          <p:nvPr/>
        </p:nvGrpSpPr>
        <p:grpSpPr>
          <a:xfrm>
            <a:off x="8559250" y="3321454"/>
            <a:ext cx="2006280" cy="281520"/>
            <a:chOff x="8559250" y="3321454"/>
            <a:chExt cx="200628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09F9DF7F-E24B-B1D5-C730-F89FEAE77C79}"/>
                    </a:ext>
                  </a:extLst>
                </p14:cNvPr>
                <p14:cNvContentPartPr/>
                <p14:nvPr/>
              </p14:nvContentPartPr>
              <p14:xfrm>
                <a:off x="8559250" y="3445294"/>
                <a:ext cx="181800" cy="1465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09F9DF7F-E24B-B1D5-C730-F89FEAE77C7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550250" y="3436294"/>
                  <a:ext cx="199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61A6DB40-0F8F-4EEB-6064-8036E074C423}"/>
                    </a:ext>
                  </a:extLst>
                </p14:cNvPr>
                <p14:cNvContentPartPr/>
                <p14:nvPr/>
              </p14:nvContentPartPr>
              <p14:xfrm>
                <a:off x="8811610" y="3452134"/>
                <a:ext cx="131760" cy="1224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61A6DB40-0F8F-4EEB-6064-8036E074C42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802970" y="3443494"/>
                  <a:ext cx="149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1722A7DD-DE46-87E4-C39B-A19F01AB217E}"/>
                    </a:ext>
                  </a:extLst>
                </p14:cNvPr>
                <p14:cNvContentPartPr/>
                <p14:nvPr/>
              </p14:nvContentPartPr>
              <p14:xfrm>
                <a:off x="8828890" y="3424054"/>
                <a:ext cx="55440" cy="1789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1722A7DD-DE46-87E4-C39B-A19F01AB217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819890" y="3415414"/>
                  <a:ext cx="73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78C94949-41AE-89CB-408B-009B0C5D9A7C}"/>
                    </a:ext>
                  </a:extLst>
                </p14:cNvPr>
                <p14:cNvContentPartPr/>
                <p14:nvPr/>
              </p14:nvContentPartPr>
              <p14:xfrm>
                <a:off x="8890090" y="3321454"/>
                <a:ext cx="176040" cy="885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78C94949-41AE-89CB-408B-009B0C5D9A7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881090" y="3312814"/>
                  <a:ext cx="193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8B5C902E-505D-C9A7-C8FD-B83ADF6C5904}"/>
                    </a:ext>
                  </a:extLst>
                </p14:cNvPr>
                <p14:cNvContentPartPr/>
                <p14:nvPr/>
              </p14:nvContentPartPr>
              <p14:xfrm>
                <a:off x="9098890" y="3358894"/>
                <a:ext cx="19440" cy="24120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8B5C902E-505D-C9A7-C8FD-B83ADF6C590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090250" y="3349894"/>
                  <a:ext cx="37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E5157544-D28D-538F-268F-09607E70E6B6}"/>
                    </a:ext>
                  </a:extLst>
                </p14:cNvPr>
                <p14:cNvContentPartPr/>
                <p14:nvPr/>
              </p14:nvContentPartPr>
              <p14:xfrm>
                <a:off x="9004570" y="3450334"/>
                <a:ext cx="231480" cy="399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E5157544-D28D-538F-268F-09607E70E6B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995570" y="3441694"/>
                  <a:ext cx="249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53B3F991-52BC-D08F-DA17-67E61BD91DB3}"/>
                    </a:ext>
                  </a:extLst>
                </p14:cNvPr>
                <p14:cNvContentPartPr/>
                <p14:nvPr/>
              </p14:nvContentPartPr>
              <p14:xfrm>
                <a:off x="9308770" y="3376174"/>
                <a:ext cx="162720" cy="20664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53B3F991-52BC-D08F-DA17-67E61BD91DB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300130" y="3367534"/>
                  <a:ext cx="180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AE37221A-1838-45B8-FDED-7E3951DBE007}"/>
                    </a:ext>
                  </a:extLst>
                </p14:cNvPr>
                <p14:cNvContentPartPr/>
                <p14:nvPr/>
              </p14:nvContentPartPr>
              <p14:xfrm>
                <a:off x="9503530" y="3434854"/>
                <a:ext cx="146160" cy="1231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AE37221A-1838-45B8-FDED-7E3951DBE00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494890" y="3426214"/>
                  <a:ext cx="163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B5BC01FC-4344-FA4D-AB36-ED32C7278554}"/>
                    </a:ext>
                  </a:extLst>
                </p14:cNvPr>
                <p14:cNvContentPartPr/>
                <p14:nvPr/>
              </p14:nvContentPartPr>
              <p14:xfrm>
                <a:off x="9498490" y="3408934"/>
                <a:ext cx="77760" cy="1900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B5BC01FC-4344-FA4D-AB36-ED32C727855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489850" y="3399934"/>
                  <a:ext cx="95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329309EC-494B-1156-1AC6-5B197FF2F0B3}"/>
                    </a:ext>
                  </a:extLst>
                </p14:cNvPr>
                <p14:cNvContentPartPr/>
                <p14:nvPr/>
              </p14:nvContentPartPr>
              <p14:xfrm>
                <a:off x="9746530" y="3421534"/>
                <a:ext cx="34560" cy="1710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329309EC-494B-1156-1AC6-5B197FF2F0B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737890" y="3412534"/>
                  <a:ext cx="52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0B9403B6-B1E5-DDF4-7147-5FE0233F750E}"/>
                    </a:ext>
                  </a:extLst>
                </p14:cNvPr>
                <p14:cNvContentPartPr/>
                <p14:nvPr/>
              </p14:nvContentPartPr>
              <p14:xfrm>
                <a:off x="9695410" y="3501094"/>
                <a:ext cx="222480" cy="684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0B9403B6-B1E5-DDF4-7147-5FE0233F750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686770" y="3492094"/>
                  <a:ext cx="240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06BD3D8A-C2A7-8640-74DC-FFDA1248F322}"/>
                    </a:ext>
                  </a:extLst>
                </p14:cNvPr>
                <p14:cNvContentPartPr/>
                <p14:nvPr/>
              </p14:nvContentPartPr>
              <p14:xfrm>
                <a:off x="9953890" y="3410374"/>
                <a:ext cx="169920" cy="1861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06BD3D8A-C2A7-8640-74DC-FFDA1248F32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44890" y="3401734"/>
                  <a:ext cx="187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6645EAE1-706E-FF96-5656-769469212B5A}"/>
                    </a:ext>
                  </a:extLst>
                </p14:cNvPr>
                <p14:cNvContentPartPr/>
                <p14:nvPr/>
              </p14:nvContentPartPr>
              <p14:xfrm>
                <a:off x="10192570" y="3443134"/>
                <a:ext cx="127080" cy="212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6645EAE1-706E-FF96-5656-769469212B5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183930" y="3434134"/>
                  <a:ext cx="144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CBB48B2C-D408-4C46-F86D-27765DC1FD9B}"/>
                    </a:ext>
                  </a:extLst>
                </p14:cNvPr>
                <p14:cNvContentPartPr/>
                <p14:nvPr/>
              </p14:nvContentPartPr>
              <p14:xfrm>
                <a:off x="10171690" y="3520894"/>
                <a:ext cx="193320" cy="2376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CBB48B2C-D408-4C46-F86D-27765DC1FD9B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162690" y="3511894"/>
                  <a:ext cx="210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AF8E96F0-EE49-CB9A-0411-D6B4E3BBE485}"/>
                    </a:ext>
                  </a:extLst>
                </p14:cNvPr>
                <p14:cNvContentPartPr/>
                <p14:nvPr/>
              </p14:nvContentPartPr>
              <p14:xfrm>
                <a:off x="10388770" y="3392014"/>
                <a:ext cx="176760" cy="1738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AF8E96F0-EE49-CB9A-0411-D6B4E3BBE48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380130" y="3383014"/>
                  <a:ext cx="19440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DCAD8A0C-F5B5-7275-962C-73F6E7397124}"/>
                  </a:ext>
                </a:extLst>
              </p14:cNvPr>
              <p14:cNvContentPartPr/>
              <p14:nvPr/>
            </p14:nvContentPartPr>
            <p14:xfrm>
              <a:off x="7701730" y="1278454"/>
              <a:ext cx="362880" cy="29844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DCAD8A0C-F5B5-7275-962C-73F6E7397124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7693090" y="1269454"/>
                <a:ext cx="38052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F01D01E0-DB20-59FC-F64E-4781426B60FD}"/>
              </a:ext>
            </a:extLst>
          </p:cNvPr>
          <p:cNvGrpSpPr/>
          <p:nvPr/>
        </p:nvGrpSpPr>
        <p:grpSpPr>
          <a:xfrm>
            <a:off x="7747450" y="920974"/>
            <a:ext cx="1690560" cy="759600"/>
            <a:chOff x="7747450" y="920974"/>
            <a:chExt cx="169056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9D7D7CC9-445F-5D7F-A63C-5E1B5C6E187B}"/>
                    </a:ext>
                  </a:extLst>
                </p14:cNvPr>
                <p14:cNvContentPartPr/>
                <p14:nvPr/>
              </p14:nvContentPartPr>
              <p14:xfrm>
                <a:off x="7747450" y="1302574"/>
                <a:ext cx="401400" cy="2660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9D7D7CC9-445F-5D7F-A63C-5E1B5C6E187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738450" y="1293574"/>
                  <a:ext cx="419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F3B743AA-5543-93BB-CB5B-B3EF829006B8}"/>
                    </a:ext>
                  </a:extLst>
                </p14:cNvPr>
                <p14:cNvContentPartPr/>
                <p14:nvPr/>
              </p14:nvContentPartPr>
              <p14:xfrm>
                <a:off x="8736370" y="1517134"/>
                <a:ext cx="308520" cy="93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F3B743AA-5543-93BB-CB5B-B3EF829006B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727730" y="1508134"/>
                  <a:ext cx="326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01C7B06E-B735-7B14-4125-6FDC77D59A09}"/>
                    </a:ext>
                  </a:extLst>
                </p14:cNvPr>
                <p14:cNvContentPartPr/>
                <p14:nvPr/>
              </p14:nvContentPartPr>
              <p14:xfrm>
                <a:off x="8284570" y="1526854"/>
                <a:ext cx="829080" cy="1656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01C7B06E-B735-7B14-4125-6FDC77D59A0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275570" y="1518214"/>
                  <a:ext cx="846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9FD7B687-8D9A-1D98-4384-488088026847}"/>
                    </a:ext>
                  </a:extLst>
                </p14:cNvPr>
                <p14:cNvContentPartPr/>
                <p14:nvPr/>
              </p14:nvContentPartPr>
              <p14:xfrm>
                <a:off x="8156770" y="1565014"/>
                <a:ext cx="947520" cy="230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9FD7B687-8D9A-1D98-4384-48808802684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148130" y="1556014"/>
                  <a:ext cx="965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A76CBCA1-831F-5024-9BEE-5FE592F01B67}"/>
                    </a:ext>
                  </a:extLst>
                </p14:cNvPr>
                <p14:cNvContentPartPr/>
                <p14:nvPr/>
              </p14:nvContentPartPr>
              <p14:xfrm>
                <a:off x="8207170" y="1519654"/>
                <a:ext cx="846720" cy="345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A76CBCA1-831F-5024-9BEE-5FE592F01B6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98170" y="1511014"/>
                  <a:ext cx="864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1530834B-586E-D8D7-80B6-CDB50D0090B8}"/>
                    </a:ext>
                  </a:extLst>
                </p14:cNvPr>
                <p14:cNvContentPartPr/>
                <p14:nvPr/>
              </p14:nvContentPartPr>
              <p14:xfrm>
                <a:off x="7769050" y="920974"/>
                <a:ext cx="1668960" cy="75960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1530834B-586E-D8D7-80B6-CDB50D0090B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760410" y="911974"/>
                  <a:ext cx="1686600" cy="77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upo 219">
            <a:extLst>
              <a:ext uri="{FF2B5EF4-FFF2-40B4-BE49-F238E27FC236}">
                <a16:creationId xmlns:a16="http://schemas.microsoft.com/office/drawing/2014/main" id="{BA6E93B3-297F-FE91-DFEC-851EA3F8EB2E}"/>
              </a:ext>
            </a:extLst>
          </p:cNvPr>
          <p:cNvGrpSpPr/>
          <p:nvPr/>
        </p:nvGrpSpPr>
        <p:grpSpPr>
          <a:xfrm>
            <a:off x="10351330" y="4074934"/>
            <a:ext cx="1141200" cy="475920"/>
            <a:chOff x="10351330" y="4074934"/>
            <a:chExt cx="114120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02FD612B-50F5-EED5-ACBF-8C0E49E593D4}"/>
                    </a:ext>
                  </a:extLst>
                </p14:cNvPr>
                <p14:cNvContentPartPr/>
                <p14:nvPr/>
              </p14:nvContentPartPr>
              <p14:xfrm>
                <a:off x="10351330" y="4124614"/>
                <a:ext cx="182160" cy="1713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02FD612B-50F5-EED5-ACBF-8C0E49E593D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342690" y="4115614"/>
                  <a:ext cx="199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CA9D68AC-FAC2-173C-6B15-AC5BE7D6AA08}"/>
                    </a:ext>
                  </a:extLst>
                </p14:cNvPr>
                <p14:cNvContentPartPr/>
                <p14:nvPr/>
              </p14:nvContentPartPr>
              <p14:xfrm>
                <a:off x="10528810" y="4175734"/>
                <a:ext cx="18720" cy="37512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CA9D68AC-FAC2-173C-6B15-AC5BE7D6AA0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520170" y="4167094"/>
                  <a:ext cx="363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041E9629-EB07-E7FC-3DF6-57E12A4E73CB}"/>
                    </a:ext>
                  </a:extLst>
                </p14:cNvPr>
                <p14:cNvContentPartPr/>
                <p14:nvPr/>
              </p14:nvContentPartPr>
              <p14:xfrm>
                <a:off x="10362490" y="4354294"/>
                <a:ext cx="279720" cy="457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041E9629-EB07-E7FC-3DF6-57E12A4E73C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353490" y="4345294"/>
                  <a:ext cx="297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4B2E0C3E-209B-A706-1CCD-43893317AB45}"/>
                    </a:ext>
                  </a:extLst>
                </p14:cNvPr>
                <p14:cNvContentPartPr/>
                <p14:nvPr/>
              </p14:nvContentPartPr>
              <p14:xfrm>
                <a:off x="10639690" y="4183294"/>
                <a:ext cx="169200" cy="93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4B2E0C3E-209B-A706-1CCD-43893317AB4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30690" y="4174654"/>
                  <a:ext cx="186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EBB286D1-A1B2-57AD-385B-EF97E9DD67F8}"/>
                    </a:ext>
                  </a:extLst>
                </p14:cNvPr>
                <p14:cNvContentPartPr/>
                <p14:nvPr/>
              </p14:nvContentPartPr>
              <p14:xfrm>
                <a:off x="10635370" y="4273654"/>
                <a:ext cx="203400" cy="504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EBB286D1-A1B2-57AD-385B-EF97E9DD67F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26730" y="4265014"/>
                  <a:ext cx="221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F24413A5-F0D3-87D4-541E-94F8F0B10C00}"/>
                    </a:ext>
                  </a:extLst>
                </p14:cNvPr>
                <p14:cNvContentPartPr/>
                <p14:nvPr/>
              </p14:nvContentPartPr>
              <p14:xfrm>
                <a:off x="10907170" y="4114534"/>
                <a:ext cx="205560" cy="20448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F24413A5-F0D3-87D4-541E-94F8F0B10C0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898530" y="4105894"/>
                  <a:ext cx="223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1495B969-5E07-A232-0B4C-A0386886E170}"/>
                    </a:ext>
                  </a:extLst>
                </p14:cNvPr>
                <p14:cNvContentPartPr/>
                <p14:nvPr/>
              </p14:nvContentPartPr>
              <p14:xfrm>
                <a:off x="11104810" y="4100134"/>
                <a:ext cx="193680" cy="2016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1495B969-5E07-A232-0B4C-A0386886E17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096170" y="4091494"/>
                  <a:ext cx="211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351743B3-40C9-7F81-E9FC-BA9C3359FAEE}"/>
                    </a:ext>
                  </a:extLst>
                </p14:cNvPr>
                <p14:cNvContentPartPr/>
                <p14:nvPr/>
              </p14:nvContentPartPr>
              <p14:xfrm>
                <a:off x="11273290" y="4074934"/>
                <a:ext cx="219240" cy="26100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351743B3-40C9-7F81-E9FC-BA9C3359FA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64290" y="4065934"/>
                  <a:ext cx="2368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upo 218">
            <a:extLst>
              <a:ext uri="{FF2B5EF4-FFF2-40B4-BE49-F238E27FC236}">
                <a16:creationId xmlns:a16="http://schemas.microsoft.com/office/drawing/2014/main" id="{68EA2DF7-B8EF-3436-9124-389B0B0D221C}"/>
              </a:ext>
            </a:extLst>
          </p:cNvPr>
          <p:cNvGrpSpPr/>
          <p:nvPr/>
        </p:nvGrpSpPr>
        <p:grpSpPr>
          <a:xfrm>
            <a:off x="10460770" y="4869094"/>
            <a:ext cx="1160640" cy="345600"/>
            <a:chOff x="10460770" y="4869094"/>
            <a:chExt cx="116064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1756E354-0CC9-AE59-2991-1B08C79C9392}"/>
                    </a:ext>
                  </a:extLst>
                </p14:cNvPr>
                <p14:cNvContentPartPr/>
                <p14:nvPr/>
              </p14:nvContentPartPr>
              <p14:xfrm>
                <a:off x="10460770" y="4937134"/>
                <a:ext cx="173160" cy="2775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1756E354-0CC9-AE59-2991-1B08C79C939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451770" y="4928134"/>
                  <a:ext cx="190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BFA2D7B6-AA80-FDD7-239F-BCE3684E98B7}"/>
                    </a:ext>
                  </a:extLst>
                </p14:cNvPr>
                <p14:cNvContentPartPr/>
                <p14:nvPr/>
              </p14:nvContentPartPr>
              <p14:xfrm>
                <a:off x="10480930" y="5122534"/>
                <a:ext cx="190080" cy="194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BFA2D7B6-AA80-FDD7-239F-BCE3684E98B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471930" y="5113534"/>
                  <a:ext cx="207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E899F1D9-644E-AFA8-0929-FF6CA61A4967}"/>
                    </a:ext>
                  </a:extLst>
                </p14:cNvPr>
                <p14:cNvContentPartPr/>
                <p14:nvPr/>
              </p14:nvContentPartPr>
              <p14:xfrm>
                <a:off x="10714930" y="4995094"/>
                <a:ext cx="207360" cy="576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E899F1D9-644E-AFA8-0929-FF6CA61A496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705930" y="4986094"/>
                  <a:ext cx="22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37F89922-D70C-AFA9-3FDB-F5B1BBC6FA18}"/>
                    </a:ext>
                  </a:extLst>
                </p14:cNvPr>
                <p14:cNvContentPartPr/>
                <p14:nvPr/>
              </p14:nvContentPartPr>
              <p14:xfrm>
                <a:off x="10768930" y="5062774"/>
                <a:ext cx="217440" cy="93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37F89922-D70C-AFA9-3FDB-F5B1BBC6FA18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760290" y="5054134"/>
                  <a:ext cx="235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C6967D46-9FBA-D0A6-E518-252F0714790A}"/>
                    </a:ext>
                  </a:extLst>
                </p14:cNvPr>
                <p14:cNvContentPartPr/>
                <p14:nvPr/>
              </p14:nvContentPartPr>
              <p14:xfrm>
                <a:off x="10993930" y="4898254"/>
                <a:ext cx="201240" cy="1677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C6967D46-9FBA-D0A6-E518-252F0714790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984930" y="4889614"/>
                  <a:ext cx="218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94AAC097-7035-12FE-DE39-61D72C655918}"/>
                    </a:ext>
                  </a:extLst>
                </p14:cNvPr>
                <p14:cNvContentPartPr/>
                <p14:nvPr/>
              </p14:nvContentPartPr>
              <p14:xfrm>
                <a:off x="11109490" y="4917334"/>
                <a:ext cx="85680" cy="2570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94AAC097-7035-12FE-DE39-61D72C65591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00850" y="4908334"/>
                  <a:ext cx="103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DCBD6798-DFBC-11B0-F294-C56E39667726}"/>
                    </a:ext>
                  </a:extLst>
                </p14:cNvPr>
                <p14:cNvContentPartPr/>
                <p14:nvPr/>
              </p14:nvContentPartPr>
              <p14:xfrm>
                <a:off x="11222170" y="4945774"/>
                <a:ext cx="168480" cy="17964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DCBD6798-DFBC-11B0-F294-C56E3966772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13530" y="4936774"/>
                  <a:ext cx="186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5BE74E6D-BF47-EA31-1DD9-D0FF690637EC}"/>
                    </a:ext>
                  </a:extLst>
                </p14:cNvPr>
                <p14:cNvContentPartPr/>
                <p14:nvPr/>
              </p14:nvContentPartPr>
              <p14:xfrm>
                <a:off x="11394250" y="4869094"/>
                <a:ext cx="227160" cy="25092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5BE74E6D-BF47-EA31-1DD9-D0FF690637E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385250" y="4860094"/>
                  <a:ext cx="244800" cy="26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414434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278</Words>
  <Application>Microsoft Office PowerPoint</Application>
  <PresentationFormat>Panorámica</PresentationFormat>
  <Paragraphs>38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Futura LT Condensed</vt:lpstr>
      <vt:lpstr>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Alberto Saavedra Vásquez</dc:creator>
  <cp:lastModifiedBy>HUGO ANDRES ZEA GOMEZ</cp:lastModifiedBy>
  <cp:revision>12</cp:revision>
  <dcterms:created xsi:type="dcterms:W3CDTF">2020-08-09T18:21:07Z</dcterms:created>
  <dcterms:modified xsi:type="dcterms:W3CDTF">2025-10-15T00:48:17Z</dcterms:modified>
</cp:coreProperties>
</file>