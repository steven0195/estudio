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7" r:id="rId4"/>
    <p:sldId id="259" r:id="rId5"/>
    <p:sldId id="272" r:id="rId6"/>
    <p:sldId id="275" r:id="rId7"/>
    <p:sldId id="270" r:id="rId8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8336FE-9789-42B6-B365-B909208EFB4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4E02CE65-5115-4C8D-A06E-1EDE8DD73FF3}">
      <dgm:prSet phldrT="[Texto]"/>
      <dgm:spPr/>
      <dgm:t>
        <a:bodyPr/>
        <a:lstStyle/>
        <a:p>
          <a:r>
            <a:rPr lang="es-ES"/>
            <a:t>Contenido</a:t>
          </a:r>
          <a:endParaRPr lang="es-ES" dirty="0"/>
        </a:p>
      </dgm:t>
    </dgm:pt>
    <dgm:pt modelId="{62565A20-71E6-46E9-A97A-F86250DCB062}" type="parTrans" cxnId="{438B73F0-8284-4EAD-BE81-19E60532C9A2}">
      <dgm:prSet/>
      <dgm:spPr/>
      <dgm:t>
        <a:bodyPr/>
        <a:lstStyle/>
        <a:p>
          <a:endParaRPr lang="es-ES"/>
        </a:p>
      </dgm:t>
    </dgm:pt>
    <dgm:pt modelId="{B00635AB-EB04-4D38-8073-60DA779FB207}" type="sibTrans" cxnId="{438B73F0-8284-4EAD-BE81-19E60532C9A2}">
      <dgm:prSet/>
      <dgm:spPr/>
      <dgm:t>
        <a:bodyPr/>
        <a:lstStyle/>
        <a:p>
          <a:endParaRPr lang="es-ES"/>
        </a:p>
      </dgm:t>
    </dgm:pt>
    <dgm:pt modelId="{05CA73B0-AA50-4182-A150-B38828994BAB}">
      <dgm:prSet phldrT="[Texto]"/>
      <dgm:spPr>
        <a:solidFill>
          <a:schemeClr val="accent1">
            <a:lumMod val="5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s-ES" b="1" dirty="0"/>
            <a:t>Unidad 1:</a:t>
          </a:r>
          <a:r>
            <a:rPr lang="es-ES" dirty="0"/>
            <a:t> Ecuaciones lineales y cuadráticas</a:t>
          </a:r>
        </a:p>
      </dgm:t>
    </dgm:pt>
    <dgm:pt modelId="{F5099BA6-03BD-42BB-BDE1-27A28E9F53F7}" type="parTrans" cxnId="{188C49D5-39AF-43C9-9994-34745266097A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ES"/>
        </a:p>
      </dgm:t>
    </dgm:pt>
    <dgm:pt modelId="{B0321E63-D722-4D2E-BA85-3935017AD416}" type="sibTrans" cxnId="{188C49D5-39AF-43C9-9994-34745266097A}">
      <dgm:prSet/>
      <dgm:spPr/>
      <dgm:t>
        <a:bodyPr/>
        <a:lstStyle/>
        <a:p>
          <a:endParaRPr lang="es-ES"/>
        </a:p>
      </dgm:t>
    </dgm:pt>
    <dgm:pt modelId="{308E49DC-644B-44BB-9F70-A9157B4468D3}">
      <dgm:prSet phldrT="[Texto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s-ES" b="1" dirty="0"/>
            <a:t>Unidad 3: </a:t>
          </a:r>
          <a:r>
            <a:rPr lang="es-ES" dirty="0"/>
            <a:t>Sistemas de ecuaciones</a:t>
          </a:r>
        </a:p>
      </dgm:t>
    </dgm:pt>
    <dgm:pt modelId="{B33E5B8B-B543-4190-A757-C7EFA38BE045}" type="parTrans" cxnId="{99D26AB1-0134-4627-8E5F-82D3975A794D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ES"/>
        </a:p>
      </dgm:t>
    </dgm:pt>
    <dgm:pt modelId="{88441182-B309-4858-AF45-B94283EB66C2}" type="sibTrans" cxnId="{99D26AB1-0134-4627-8E5F-82D3975A794D}">
      <dgm:prSet/>
      <dgm:spPr/>
      <dgm:t>
        <a:bodyPr/>
        <a:lstStyle/>
        <a:p>
          <a:endParaRPr lang="es-ES"/>
        </a:p>
      </dgm:t>
    </dgm:pt>
    <dgm:pt modelId="{7CBDFD64-4A5E-4E32-A2E0-C4EB62398C53}">
      <dgm:prSet phldrT="[Texto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s-ES" b="1" dirty="0"/>
            <a:t>Unidad 4: </a:t>
          </a:r>
          <a:r>
            <a:rPr lang="es-ES" dirty="0"/>
            <a:t>Ecuaciones exponenciales y logarítmicas</a:t>
          </a:r>
        </a:p>
      </dgm:t>
    </dgm:pt>
    <dgm:pt modelId="{7F3D8C83-44F8-46D4-8C37-07426D33332E}" type="parTrans" cxnId="{026FF1AC-2755-4137-BA67-D3BE51FFA17C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ES"/>
        </a:p>
      </dgm:t>
    </dgm:pt>
    <dgm:pt modelId="{B643F049-5170-4B3A-B3F4-282DAD8DEC70}" type="sibTrans" cxnId="{026FF1AC-2755-4137-BA67-D3BE51FFA17C}">
      <dgm:prSet/>
      <dgm:spPr/>
      <dgm:t>
        <a:bodyPr/>
        <a:lstStyle/>
        <a:p>
          <a:endParaRPr lang="es-ES"/>
        </a:p>
      </dgm:t>
    </dgm:pt>
    <dgm:pt modelId="{797D5E3D-5DD0-4CFC-BC03-1DCCC61F777C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s-ES" b="1" dirty="0"/>
            <a:t>Unidad 2: </a:t>
          </a:r>
          <a:r>
            <a:rPr lang="es-ES" dirty="0"/>
            <a:t>Funciones</a:t>
          </a:r>
        </a:p>
      </dgm:t>
    </dgm:pt>
    <dgm:pt modelId="{87C07BD6-6A97-4211-8217-1C88AA487F74}" type="parTrans" cxnId="{1E89C6D7-1FB7-44E8-AF92-55C85929E72E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ES"/>
        </a:p>
      </dgm:t>
    </dgm:pt>
    <dgm:pt modelId="{75F8C6C9-139A-4279-A58C-E6918853C7D8}" type="sibTrans" cxnId="{1E89C6D7-1FB7-44E8-AF92-55C85929E72E}">
      <dgm:prSet/>
      <dgm:spPr/>
      <dgm:t>
        <a:bodyPr/>
        <a:lstStyle/>
        <a:p>
          <a:endParaRPr lang="es-ES"/>
        </a:p>
      </dgm:t>
    </dgm:pt>
    <dgm:pt modelId="{F27C2595-94B9-48C5-899E-9321F7F2518A}" type="pres">
      <dgm:prSet presAssocID="{A98336FE-9789-42B6-B365-B909208EFB4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C157A0-F5FB-406F-94DE-624F0BBCDEDD}" type="pres">
      <dgm:prSet presAssocID="{4E02CE65-5115-4C8D-A06E-1EDE8DD73FF3}" presName="root1" presStyleCnt="0"/>
      <dgm:spPr/>
    </dgm:pt>
    <dgm:pt modelId="{36AD47D3-6325-4646-A5AA-F3DE311A12FE}" type="pres">
      <dgm:prSet presAssocID="{4E02CE65-5115-4C8D-A06E-1EDE8DD73FF3}" presName="LevelOneTextNode" presStyleLbl="node0" presStyleIdx="0" presStyleCnt="1" custLinFactX="-97937" custLinFactNeighborX="-100000" custLinFactNeighborY="-65">
        <dgm:presLayoutVars>
          <dgm:chPref val="3"/>
        </dgm:presLayoutVars>
      </dgm:prSet>
      <dgm:spPr/>
    </dgm:pt>
    <dgm:pt modelId="{07D1F733-A722-4EDF-9A5F-445D510E0874}" type="pres">
      <dgm:prSet presAssocID="{4E02CE65-5115-4C8D-A06E-1EDE8DD73FF3}" presName="level2hierChild" presStyleCnt="0"/>
      <dgm:spPr/>
    </dgm:pt>
    <dgm:pt modelId="{51A96850-1E5A-4DA0-8934-28F877C2B1AE}" type="pres">
      <dgm:prSet presAssocID="{F5099BA6-03BD-42BB-BDE1-27A28E9F53F7}" presName="conn2-1" presStyleLbl="parChTrans1D2" presStyleIdx="0" presStyleCnt="4"/>
      <dgm:spPr/>
    </dgm:pt>
    <dgm:pt modelId="{C054DECF-F058-4414-937C-189DF31B11A2}" type="pres">
      <dgm:prSet presAssocID="{F5099BA6-03BD-42BB-BDE1-27A28E9F53F7}" presName="connTx" presStyleLbl="parChTrans1D2" presStyleIdx="0" presStyleCnt="4"/>
      <dgm:spPr/>
    </dgm:pt>
    <dgm:pt modelId="{DB08078C-64FF-40FB-8B27-ACDAC8BB11FC}" type="pres">
      <dgm:prSet presAssocID="{05CA73B0-AA50-4182-A150-B38828994BAB}" presName="root2" presStyleCnt="0"/>
      <dgm:spPr/>
    </dgm:pt>
    <dgm:pt modelId="{EB6DB39D-9247-4E2A-B161-FEDF256E7302}" type="pres">
      <dgm:prSet presAssocID="{05CA73B0-AA50-4182-A150-B38828994BAB}" presName="LevelTwoTextNode" presStyleLbl="node2" presStyleIdx="0" presStyleCnt="4">
        <dgm:presLayoutVars>
          <dgm:chPref val="3"/>
        </dgm:presLayoutVars>
      </dgm:prSet>
      <dgm:spPr/>
    </dgm:pt>
    <dgm:pt modelId="{F5FA9BF4-5E1C-4EF8-B9C6-B90181695D83}" type="pres">
      <dgm:prSet presAssocID="{05CA73B0-AA50-4182-A150-B38828994BAB}" presName="level3hierChild" presStyleCnt="0"/>
      <dgm:spPr/>
    </dgm:pt>
    <dgm:pt modelId="{87460946-61C6-45C1-9541-CB6CA36430D1}" type="pres">
      <dgm:prSet presAssocID="{87C07BD6-6A97-4211-8217-1C88AA487F74}" presName="conn2-1" presStyleLbl="parChTrans1D2" presStyleIdx="1" presStyleCnt="4"/>
      <dgm:spPr/>
    </dgm:pt>
    <dgm:pt modelId="{19F831C2-5DAD-442F-9B03-64F3FEFA56EB}" type="pres">
      <dgm:prSet presAssocID="{87C07BD6-6A97-4211-8217-1C88AA487F74}" presName="connTx" presStyleLbl="parChTrans1D2" presStyleIdx="1" presStyleCnt="4"/>
      <dgm:spPr/>
    </dgm:pt>
    <dgm:pt modelId="{2C3D4EFB-2784-4E73-BE50-BC416CAA1C81}" type="pres">
      <dgm:prSet presAssocID="{797D5E3D-5DD0-4CFC-BC03-1DCCC61F777C}" presName="root2" presStyleCnt="0"/>
      <dgm:spPr/>
    </dgm:pt>
    <dgm:pt modelId="{EEF594E9-57F7-40E3-A72E-DEC433FE02C0}" type="pres">
      <dgm:prSet presAssocID="{797D5E3D-5DD0-4CFC-BC03-1DCCC61F777C}" presName="LevelTwoTextNode" presStyleLbl="node2" presStyleIdx="1" presStyleCnt="4">
        <dgm:presLayoutVars>
          <dgm:chPref val="3"/>
        </dgm:presLayoutVars>
      </dgm:prSet>
      <dgm:spPr/>
    </dgm:pt>
    <dgm:pt modelId="{CA90B5C8-8B74-4247-9229-1BE9C7587675}" type="pres">
      <dgm:prSet presAssocID="{797D5E3D-5DD0-4CFC-BC03-1DCCC61F777C}" presName="level3hierChild" presStyleCnt="0"/>
      <dgm:spPr/>
    </dgm:pt>
    <dgm:pt modelId="{159B7B63-1BEA-424C-AF0B-EBE0B2F36F84}" type="pres">
      <dgm:prSet presAssocID="{B33E5B8B-B543-4190-A757-C7EFA38BE045}" presName="conn2-1" presStyleLbl="parChTrans1D2" presStyleIdx="2" presStyleCnt="4"/>
      <dgm:spPr/>
    </dgm:pt>
    <dgm:pt modelId="{EFF0E4E6-2877-4A98-96F0-6FFCC5D75F87}" type="pres">
      <dgm:prSet presAssocID="{B33E5B8B-B543-4190-A757-C7EFA38BE045}" presName="connTx" presStyleLbl="parChTrans1D2" presStyleIdx="2" presStyleCnt="4"/>
      <dgm:spPr/>
    </dgm:pt>
    <dgm:pt modelId="{D8518A81-7E9E-4BE4-B4BE-68B471D4E948}" type="pres">
      <dgm:prSet presAssocID="{308E49DC-644B-44BB-9F70-A9157B4468D3}" presName="root2" presStyleCnt="0"/>
      <dgm:spPr/>
    </dgm:pt>
    <dgm:pt modelId="{6C83C54C-8F26-4402-8B7D-70D8DFD4E403}" type="pres">
      <dgm:prSet presAssocID="{308E49DC-644B-44BB-9F70-A9157B4468D3}" presName="LevelTwoTextNode" presStyleLbl="node2" presStyleIdx="2" presStyleCnt="4">
        <dgm:presLayoutVars>
          <dgm:chPref val="3"/>
        </dgm:presLayoutVars>
      </dgm:prSet>
      <dgm:spPr/>
    </dgm:pt>
    <dgm:pt modelId="{DE8CD630-7625-4A00-B3D6-87B6BEBF69B2}" type="pres">
      <dgm:prSet presAssocID="{308E49DC-644B-44BB-9F70-A9157B4468D3}" presName="level3hierChild" presStyleCnt="0"/>
      <dgm:spPr/>
    </dgm:pt>
    <dgm:pt modelId="{38B6F715-E836-4F2C-88BD-737A1C9A02DB}" type="pres">
      <dgm:prSet presAssocID="{7F3D8C83-44F8-46D4-8C37-07426D33332E}" presName="conn2-1" presStyleLbl="parChTrans1D2" presStyleIdx="3" presStyleCnt="4"/>
      <dgm:spPr/>
    </dgm:pt>
    <dgm:pt modelId="{18E39A72-BE60-4DF4-A7DC-544CADD6756C}" type="pres">
      <dgm:prSet presAssocID="{7F3D8C83-44F8-46D4-8C37-07426D33332E}" presName="connTx" presStyleLbl="parChTrans1D2" presStyleIdx="3" presStyleCnt="4"/>
      <dgm:spPr/>
    </dgm:pt>
    <dgm:pt modelId="{579D186B-928F-49A4-91F9-CCF4A0C00AB7}" type="pres">
      <dgm:prSet presAssocID="{7CBDFD64-4A5E-4E32-A2E0-C4EB62398C53}" presName="root2" presStyleCnt="0"/>
      <dgm:spPr/>
    </dgm:pt>
    <dgm:pt modelId="{FD967B09-0791-4E07-B379-7266753997EE}" type="pres">
      <dgm:prSet presAssocID="{7CBDFD64-4A5E-4E32-A2E0-C4EB62398C53}" presName="LevelTwoTextNode" presStyleLbl="node2" presStyleIdx="3" presStyleCnt="4">
        <dgm:presLayoutVars>
          <dgm:chPref val="3"/>
        </dgm:presLayoutVars>
      </dgm:prSet>
      <dgm:spPr/>
    </dgm:pt>
    <dgm:pt modelId="{DA8CBABB-A3D7-4AED-A8B1-D43CD903B312}" type="pres">
      <dgm:prSet presAssocID="{7CBDFD64-4A5E-4E32-A2E0-C4EB62398C53}" presName="level3hierChild" presStyleCnt="0"/>
      <dgm:spPr/>
    </dgm:pt>
  </dgm:ptLst>
  <dgm:cxnLst>
    <dgm:cxn modelId="{4CEDFB1D-491C-4675-AAA2-92BF63ABEE70}" type="presOf" srcId="{7CBDFD64-4A5E-4E32-A2E0-C4EB62398C53}" destId="{FD967B09-0791-4E07-B379-7266753997EE}" srcOrd="0" destOrd="0" presId="urn:microsoft.com/office/officeart/2008/layout/HorizontalMultiLevelHierarchy"/>
    <dgm:cxn modelId="{1AC68834-0398-4E78-88D3-86A88847712E}" type="presOf" srcId="{F5099BA6-03BD-42BB-BDE1-27A28E9F53F7}" destId="{C054DECF-F058-4414-937C-189DF31B11A2}" srcOrd="1" destOrd="0" presId="urn:microsoft.com/office/officeart/2008/layout/HorizontalMultiLevelHierarchy"/>
    <dgm:cxn modelId="{B563C337-6EA4-45D7-AE59-953B4A92D84D}" type="presOf" srcId="{87C07BD6-6A97-4211-8217-1C88AA487F74}" destId="{87460946-61C6-45C1-9541-CB6CA36430D1}" srcOrd="0" destOrd="0" presId="urn:microsoft.com/office/officeart/2008/layout/HorizontalMultiLevelHierarchy"/>
    <dgm:cxn modelId="{C8247D5D-B8D3-4E7F-832E-790AF4000724}" type="presOf" srcId="{7F3D8C83-44F8-46D4-8C37-07426D33332E}" destId="{38B6F715-E836-4F2C-88BD-737A1C9A02DB}" srcOrd="0" destOrd="0" presId="urn:microsoft.com/office/officeart/2008/layout/HorizontalMultiLevelHierarchy"/>
    <dgm:cxn modelId="{F14E1364-5128-4F46-B22D-3BEBFFB165C4}" type="presOf" srcId="{4E02CE65-5115-4C8D-A06E-1EDE8DD73FF3}" destId="{36AD47D3-6325-4646-A5AA-F3DE311A12FE}" srcOrd="0" destOrd="0" presId="urn:microsoft.com/office/officeart/2008/layout/HorizontalMultiLevelHierarchy"/>
    <dgm:cxn modelId="{B1263668-E97D-48C3-AC35-386917B517A4}" type="presOf" srcId="{7F3D8C83-44F8-46D4-8C37-07426D33332E}" destId="{18E39A72-BE60-4DF4-A7DC-544CADD6756C}" srcOrd="1" destOrd="0" presId="urn:microsoft.com/office/officeart/2008/layout/HorizontalMultiLevelHierarchy"/>
    <dgm:cxn modelId="{5FC5B24D-C2CE-44E5-BC61-66C266583E7C}" type="presOf" srcId="{F5099BA6-03BD-42BB-BDE1-27A28E9F53F7}" destId="{51A96850-1E5A-4DA0-8934-28F877C2B1AE}" srcOrd="0" destOrd="0" presId="urn:microsoft.com/office/officeart/2008/layout/HorizontalMultiLevelHierarchy"/>
    <dgm:cxn modelId="{1DE26A97-927E-4AD1-B2CF-109E4B8F0828}" type="presOf" srcId="{87C07BD6-6A97-4211-8217-1C88AA487F74}" destId="{19F831C2-5DAD-442F-9B03-64F3FEFA56EB}" srcOrd="1" destOrd="0" presId="urn:microsoft.com/office/officeart/2008/layout/HorizontalMultiLevelHierarchy"/>
    <dgm:cxn modelId="{FEA81AA8-6105-4800-AA30-D0C4CDAC9B32}" type="presOf" srcId="{A98336FE-9789-42B6-B365-B909208EFB4D}" destId="{F27C2595-94B9-48C5-899E-9321F7F2518A}" srcOrd="0" destOrd="0" presId="urn:microsoft.com/office/officeart/2008/layout/HorizontalMultiLevelHierarchy"/>
    <dgm:cxn modelId="{026FF1AC-2755-4137-BA67-D3BE51FFA17C}" srcId="{4E02CE65-5115-4C8D-A06E-1EDE8DD73FF3}" destId="{7CBDFD64-4A5E-4E32-A2E0-C4EB62398C53}" srcOrd="3" destOrd="0" parTransId="{7F3D8C83-44F8-46D4-8C37-07426D33332E}" sibTransId="{B643F049-5170-4B3A-B3F4-282DAD8DEC70}"/>
    <dgm:cxn modelId="{99D26AB1-0134-4627-8E5F-82D3975A794D}" srcId="{4E02CE65-5115-4C8D-A06E-1EDE8DD73FF3}" destId="{308E49DC-644B-44BB-9F70-A9157B4468D3}" srcOrd="2" destOrd="0" parTransId="{B33E5B8B-B543-4190-A757-C7EFA38BE045}" sibTransId="{88441182-B309-4858-AF45-B94283EB66C2}"/>
    <dgm:cxn modelId="{76A44EB1-BCFE-4B48-BFA5-9FFBEC8B656F}" type="presOf" srcId="{797D5E3D-5DD0-4CFC-BC03-1DCCC61F777C}" destId="{EEF594E9-57F7-40E3-A72E-DEC433FE02C0}" srcOrd="0" destOrd="0" presId="urn:microsoft.com/office/officeart/2008/layout/HorizontalMultiLevelHierarchy"/>
    <dgm:cxn modelId="{128838B5-6FD7-42E3-B9FC-059AFC45C558}" type="presOf" srcId="{B33E5B8B-B543-4190-A757-C7EFA38BE045}" destId="{EFF0E4E6-2877-4A98-96F0-6FFCC5D75F87}" srcOrd="1" destOrd="0" presId="urn:microsoft.com/office/officeart/2008/layout/HorizontalMultiLevelHierarchy"/>
    <dgm:cxn modelId="{536DBEC4-18B5-4EC8-B775-EF897C185DA8}" type="presOf" srcId="{B33E5B8B-B543-4190-A757-C7EFA38BE045}" destId="{159B7B63-1BEA-424C-AF0B-EBE0B2F36F84}" srcOrd="0" destOrd="0" presId="urn:microsoft.com/office/officeart/2008/layout/HorizontalMultiLevelHierarchy"/>
    <dgm:cxn modelId="{7A1B58C8-7829-4B0F-A660-92078E19A314}" type="presOf" srcId="{05CA73B0-AA50-4182-A150-B38828994BAB}" destId="{EB6DB39D-9247-4E2A-B161-FEDF256E7302}" srcOrd="0" destOrd="0" presId="urn:microsoft.com/office/officeart/2008/layout/HorizontalMultiLevelHierarchy"/>
    <dgm:cxn modelId="{188C49D5-39AF-43C9-9994-34745266097A}" srcId="{4E02CE65-5115-4C8D-A06E-1EDE8DD73FF3}" destId="{05CA73B0-AA50-4182-A150-B38828994BAB}" srcOrd="0" destOrd="0" parTransId="{F5099BA6-03BD-42BB-BDE1-27A28E9F53F7}" sibTransId="{B0321E63-D722-4D2E-BA85-3935017AD416}"/>
    <dgm:cxn modelId="{1E89C6D7-1FB7-44E8-AF92-55C85929E72E}" srcId="{4E02CE65-5115-4C8D-A06E-1EDE8DD73FF3}" destId="{797D5E3D-5DD0-4CFC-BC03-1DCCC61F777C}" srcOrd="1" destOrd="0" parTransId="{87C07BD6-6A97-4211-8217-1C88AA487F74}" sibTransId="{75F8C6C9-139A-4279-A58C-E6918853C7D8}"/>
    <dgm:cxn modelId="{8B8C82EA-4EA4-43C2-BA7B-67BC9BEDA8F0}" type="presOf" srcId="{308E49DC-644B-44BB-9F70-A9157B4468D3}" destId="{6C83C54C-8F26-4402-8B7D-70D8DFD4E403}" srcOrd="0" destOrd="0" presId="urn:microsoft.com/office/officeart/2008/layout/HorizontalMultiLevelHierarchy"/>
    <dgm:cxn modelId="{438B73F0-8284-4EAD-BE81-19E60532C9A2}" srcId="{A98336FE-9789-42B6-B365-B909208EFB4D}" destId="{4E02CE65-5115-4C8D-A06E-1EDE8DD73FF3}" srcOrd="0" destOrd="0" parTransId="{62565A20-71E6-46E9-A97A-F86250DCB062}" sibTransId="{B00635AB-EB04-4D38-8073-60DA779FB207}"/>
    <dgm:cxn modelId="{4AE4A627-2828-45A2-AFBA-246F7DAAD48E}" type="presParOf" srcId="{F27C2595-94B9-48C5-899E-9321F7F2518A}" destId="{32C157A0-F5FB-406F-94DE-624F0BBCDEDD}" srcOrd="0" destOrd="0" presId="urn:microsoft.com/office/officeart/2008/layout/HorizontalMultiLevelHierarchy"/>
    <dgm:cxn modelId="{8C02878E-6EAF-4EC4-AFD2-B56AC25B8912}" type="presParOf" srcId="{32C157A0-F5FB-406F-94DE-624F0BBCDEDD}" destId="{36AD47D3-6325-4646-A5AA-F3DE311A12FE}" srcOrd="0" destOrd="0" presId="urn:microsoft.com/office/officeart/2008/layout/HorizontalMultiLevelHierarchy"/>
    <dgm:cxn modelId="{1925E5AC-912D-4219-A97F-7952D3BCD8EA}" type="presParOf" srcId="{32C157A0-F5FB-406F-94DE-624F0BBCDEDD}" destId="{07D1F733-A722-4EDF-9A5F-445D510E0874}" srcOrd="1" destOrd="0" presId="urn:microsoft.com/office/officeart/2008/layout/HorizontalMultiLevelHierarchy"/>
    <dgm:cxn modelId="{FEBF19F0-E671-4BB8-9BCA-92244CE1E864}" type="presParOf" srcId="{07D1F733-A722-4EDF-9A5F-445D510E0874}" destId="{51A96850-1E5A-4DA0-8934-28F877C2B1AE}" srcOrd="0" destOrd="0" presId="urn:microsoft.com/office/officeart/2008/layout/HorizontalMultiLevelHierarchy"/>
    <dgm:cxn modelId="{87222B85-9C93-4206-A25A-2D2F3FF99599}" type="presParOf" srcId="{51A96850-1E5A-4DA0-8934-28F877C2B1AE}" destId="{C054DECF-F058-4414-937C-189DF31B11A2}" srcOrd="0" destOrd="0" presId="urn:microsoft.com/office/officeart/2008/layout/HorizontalMultiLevelHierarchy"/>
    <dgm:cxn modelId="{EE6177B8-36E4-4689-BF31-A893AFDD3758}" type="presParOf" srcId="{07D1F733-A722-4EDF-9A5F-445D510E0874}" destId="{DB08078C-64FF-40FB-8B27-ACDAC8BB11FC}" srcOrd="1" destOrd="0" presId="urn:microsoft.com/office/officeart/2008/layout/HorizontalMultiLevelHierarchy"/>
    <dgm:cxn modelId="{5052FC01-BBB5-49C3-98D5-9CDCF7D01084}" type="presParOf" srcId="{DB08078C-64FF-40FB-8B27-ACDAC8BB11FC}" destId="{EB6DB39D-9247-4E2A-B161-FEDF256E7302}" srcOrd="0" destOrd="0" presId="urn:microsoft.com/office/officeart/2008/layout/HorizontalMultiLevelHierarchy"/>
    <dgm:cxn modelId="{FBF5760E-0F9F-4DD4-AA0C-4877B90BFC17}" type="presParOf" srcId="{DB08078C-64FF-40FB-8B27-ACDAC8BB11FC}" destId="{F5FA9BF4-5E1C-4EF8-B9C6-B90181695D83}" srcOrd="1" destOrd="0" presId="urn:microsoft.com/office/officeart/2008/layout/HorizontalMultiLevelHierarchy"/>
    <dgm:cxn modelId="{9692FD4B-3F6A-433D-A170-240138C7F679}" type="presParOf" srcId="{07D1F733-A722-4EDF-9A5F-445D510E0874}" destId="{87460946-61C6-45C1-9541-CB6CA36430D1}" srcOrd="2" destOrd="0" presId="urn:microsoft.com/office/officeart/2008/layout/HorizontalMultiLevelHierarchy"/>
    <dgm:cxn modelId="{8AA6E07F-6E6D-4E7E-9A1B-EB7CD64CE863}" type="presParOf" srcId="{87460946-61C6-45C1-9541-CB6CA36430D1}" destId="{19F831C2-5DAD-442F-9B03-64F3FEFA56EB}" srcOrd="0" destOrd="0" presId="urn:microsoft.com/office/officeart/2008/layout/HorizontalMultiLevelHierarchy"/>
    <dgm:cxn modelId="{028CA00E-4190-4EC8-ACDF-74B12BDCC6AF}" type="presParOf" srcId="{07D1F733-A722-4EDF-9A5F-445D510E0874}" destId="{2C3D4EFB-2784-4E73-BE50-BC416CAA1C81}" srcOrd="3" destOrd="0" presId="urn:microsoft.com/office/officeart/2008/layout/HorizontalMultiLevelHierarchy"/>
    <dgm:cxn modelId="{FED0C4C1-9DC3-44B9-A953-2BA8739FD782}" type="presParOf" srcId="{2C3D4EFB-2784-4E73-BE50-BC416CAA1C81}" destId="{EEF594E9-57F7-40E3-A72E-DEC433FE02C0}" srcOrd="0" destOrd="0" presId="urn:microsoft.com/office/officeart/2008/layout/HorizontalMultiLevelHierarchy"/>
    <dgm:cxn modelId="{01D3EC2A-DED0-40DB-A549-03D7C996223C}" type="presParOf" srcId="{2C3D4EFB-2784-4E73-BE50-BC416CAA1C81}" destId="{CA90B5C8-8B74-4247-9229-1BE9C7587675}" srcOrd="1" destOrd="0" presId="urn:microsoft.com/office/officeart/2008/layout/HorizontalMultiLevelHierarchy"/>
    <dgm:cxn modelId="{F7F5E7F1-E945-449F-B287-AB50C733C616}" type="presParOf" srcId="{07D1F733-A722-4EDF-9A5F-445D510E0874}" destId="{159B7B63-1BEA-424C-AF0B-EBE0B2F36F84}" srcOrd="4" destOrd="0" presId="urn:microsoft.com/office/officeart/2008/layout/HorizontalMultiLevelHierarchy"/>
    <dgm:cxn modelId="{A71C5F42-09CA-4A39-ABED-25395E1BCCC8}" type="presParOf" srcId="{159B7B63-1BEA-424C-AF0B-EBE0B2F36F84}" destId="{EFF0E4E6-2877-4A98-96F0-6FFCC5D75F87}" srcOrd="0" destOrd="0" presId="urn:microsoft.com/office/officeart/2008/layout/HorizontalMultiLevelHierarchy"/>
    <dgm:cxn modelId="{F18AE11C-9056-4490-875E-7BFD09258F3E}" type="presParOf" srcId="{07D1F733-A722-4EDF-9A5F-445D510E0874}" destId="{D8518A81-7E9E-4BE4-B4BE-68B471D4E948}" srcOrd="5" destOrd="0" presId="urn:microsoft.com/office/officeart/2008/layout/HorizontalMultiLevelHierarchy"/>
    <dgm:cxn modelId="{699D2EAB-4832-4B7F-99D2-1CE3CF8096FB}" type="presParOf" srcId="{D8518A81-7E9E-4BE4-B4BE-68B471D4E948}" destId="{6C83C54C-8F26-4402-8B7D-70D8DFD4E403}" srcOrd="0" destOrd="0" presId="urn:microsoft.com/office/officeart/2008/layout/HorizontalMultiLevelHierarchy"/>
    <dgm:cxn modelId="{C1D3256C-3F31-463F-8898-D3D037539C5B}" type="presParOf" srcId="{D8518A81-7E9E-4BE4-B4BE-68B471D4E948}" destId="{DE8CD630-7625-4A00-B3D6-87B6BEBF69B2}" srcOrd="1" destOrd="0" presId="urn:microsoft.com/office/officeart/2008/layout/HorizontalMultiLevelHierarchy"/>
    <dgm:cxn modelId="{8AE00510-453E-4469-A268-FACDCCE41A60}" type="presParOf" srcId="{07D1F733-A722-4EDF-9A5F-445D510E0874}" destId="{38B6F715-E836-4F2C-88BD-737A1C9A02DB}" srcOrd="6" destOrd="0" presId="urn:microsoft.com/office/officeart/2008/layout/HorizontalMultiLevelHierarchy"/>
    <dgm:cxn modelId="{9E7A7D03-3F02-429D-A6A0-48651892DA27}" type="presParOf" srcId="{38B6F715-E836-4F2C-88BD-737A1C9A02DB}" destId="{18E39A72-BE60-4DF4-A7DC-544CADD6756C}" srcOrd="0" destOrd="0" presId="urn:microsoft.com/office/officeart/2008/layout/HorizontalMultiLevelHierarchy"/>
    <dgm:cxn modelId="{BA9AAE03-FF3C-4235-8B22-1792F650F959}" type="presParOf" srcId="{07D1F733-A722-4EDF-9A5F-445D510E0874}" destId="{579D186B-928F-49A4-91F9-CCF4A0C00AB7}" srcOrd="7" destOrd="0" presId="urn:microsoft.com/office/officeart/2008/layout/HorizontalMultiLevelHierarchy"/>
    <dgm:cxn modelId="{BD94EDF6-8E5E-43A2-B488-31E515DBCC48}" type="presParOf" srcId="{579D186B-928F-49A4-91F9-CCF4A0C00AB7}" destId="{FD967B09-0791-4E07-B379-7266753997EE}" srcOrd="0" destOrd="0" presId="urn:microsoft.com/office/officeart/2008/layout/HorizontalMultiLevelHierarchy"/>
    <dgm:cxn modelId="{53148C1E-0FD4-4CDE-8D55-C9B9FF109012}" type="presParOf" srcId="{579D186B-928F-49A4-91F9-CCF4A0C00AB7}" destId="{DA8CBABB-A3D7-4AED-A8B1-D43CD903B31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2E5B54-A4E6-4F95-8765-8F6B96E1B39C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2C5D7BB6-950F-41D6-9710-3AC7B5E52F61}">
      <dgm:prSet phldrT="[Texto]" custT="1"/>
      <dgm:spPr/>
      <dgm:t>
        <a:bodyPr/>
        <a:lstStyle/>
        <a:p>
          <a:pPr algn="ctr"/>
          <a:r>
            <a:rPr lang="es-ES" sz="1800" b="1" dirty="0"/>
            <a:t>Método de evaluación</a:t>
          </a:r>
        </a:p>
        <a:p>
          <a:pPr algn="ctr"/>
          <a:r>
            <a:rPr lang="es-ES" sz="1800" b="1" dirty="0"/>
            <a:t>Seguimiento 70%</a:t>
          </a:r>
        </a:p>
        <a:p>
          <a:pPr algn="ctr"/>
          <a:r>
            <a:rPr lang="es-ES" sz="1800" b="1" dirty="0"/>
            <a:t>Final 30%</a:t>
          </a:r>
        </a:p>
      </dgm:t>
    </dgm:pt>
    <dgm:pt modelId="{27E01BF7-0C67-41F5-94F1-96B9968907B5}" type="parTrans" cxnId="{4CCBD672-7F14-47B6-A212-9DCBF218FE7A}">
      <dgm:prSet/>
      <dgm:spPr/>
      <dgm:t>
        <a:bodyPr/>
        <a:lstStyle/>
        <a:p>
          <a:endParaRPr lang="es-ES"/>
        </a:p>
      </dgm:t>
    </dgm:pt>
    <dgm:pt modelId="{13A10612-C873-442B-879E-630B76082FD4}" type="sibTrans" cxnId="{4CCBD672-7F14-47B6-A212-9DCBF218FE7A}">
      <dgm:prSet/>
      <dgm:spPr/>
      <dgm:t>
        <a:bodyPr/>
        <a:lstStyle/>
        <a:p>
          <a:endParaRPr lang="es-ES"/>
        </a:p>
      </dgm:t>
    </dgm:pt>
    <dgm:pt modelId="{AEAAD91F-F232-4292-A493-04DA53D0ECEC}">
      <dgm:prSet phldrT="[Texto]" custT="1"/>
      <dgm:spPr>
        <a:solidFill>
          <a:schemeClr val="accent1">
            <a:lumMod val="50000"/>
          </a:schemeClr>
        </a:solidFill>
      </dgm:spPr>
      <dgm:t>
        <a:bodyPr/>
        <a:lstStyle/>
        <a:p>
          <a:pPr algn="l"/>
          <a:r>
            <a:rPr lang="es-ES" sz="1400" b="1" dirty="0"/>
            <a:t>Seguimiento 1 (40%)</a:t>
          </a:r>
        </a:p>
        <a:p>
          <a:pPr algn="l"/>
          <a:r>
            <a:rPr lang="es-ES" sz="1400" b="1" dirty="0"/>
            <a:t>Unidad 1: </a:t>
          </a:r>
          <a:r>
            <a:rPr lang="es-ES" sz="1400" b="0" dirty="0"/>
            <a:t>Ecuaciones lineales y cuadráticas</a:t>
          </a:r>
        </a:p>
        <a:p>
          <a:pPr algn="l"/>
          <a:r>
            <a:rPr lang="es-ES" sz="1400" b="0" dirty="0"/>
            <a:t>Taller 1 (15%)</a:t>
          </a:r>
        </a:p>
        <a:p>
          <a:pPr algn="l"/>
          <a:r>
            <a:rPr lang="es-ES" sz="1400" b="0" dirty="0"/>
            <a:t>Examen 1 (25%)</a:t>
          </a:r>
        </a:p>
      </dgm:t>
    </dgm:pt>
    <dgm:pt modelId="{6B48FA78-66B5-453C-9457-2CDD055C788B}" type="parTrans" cxnId="{27B200DF-9D05-4924-9C66-C95FD7CBC663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ES"/>
        </a:p>
      </dgm:t>
    </dgm:pt>
    <dgm:pt modelId="{DE7CC2C8-7E30-41EA-B396-464C9BFD57F8}" type="sibTrans" cxnId="{27B200DF-9D05-4924-9C66-C95FD7CBC663}">
      <dgm:prSet/>
      <dgm:spPr/>
      <dgm:t>
        <a:bodyPr/>
        <a:lstStyle/>
        <a:p>
          <a:endParaRPr lang="es-ES"/>
        </a:p>
      </dgm:t>
    </dgm:pt>
    <dgm:pt modelId="{4AA611EC-288C-4D87-B097-F9240C18D077}">
      <dgm:prSet phldrT="[Texto]" custT="1"/>
      <dgm:spPr>
        <a:solidFill>
          <a:schemeClr val="accent1">
            <a:lumMod val="50000"/>
          </a:schemeClr>
        </a:solidFill>
      </dgm:spPr>
      <dgm:t>
        <a:bodyPr/>
        <a:lstStyle/>
        <a:p>
          <a:pPr algn="l"/>
          <a:r>
            <a:rPr lang="es-ES" sz="1400" b="1" dirty="0"/>
            <a:t>Seguimiento 3: (20%)</a:t>
          </a:r>
        </a:p>
        <a:p>
          <a:pPr algn="l"/>
          <a:r>
            <a:rPr lang="es-ES" sz="1400" b="1" dirty="0"/>
            <a:t>Unidad 3:  </a:t>
          </a:r>
          <a:r>
            <a:rPr lang="es-ES" sz="1400" b="0" dirty="0"/>
            <a:t>Sistemas de ecuaciones</a:t>
          </a:r>
        </a:p>
        <a:p>
          <a:pPr algn="l"/>
          <a:r>
            <a:rPr lang="es-ES" sz="1400" b="0" dirty="0"/>
            <a:t>Taller 3 (20%)</a:t>
          </a:r>
        </a:p>
      </dgm:t>
    </dgm:pt>
    <dgm:pt modelId="{BC5D6C8B-775B-4890-BC15-1A4D80796C6A}" type="parTrans" cxnId="{7E94585F-D7CD-448E-8682-A478D6B622BA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ES"/>
        </a:p>
      </dgm:t>
    </dgm:pt>
    <dgm:pt modelId="{8B61EACE-E020-4C81-9E81-19DFB2637309}" type="sibTrans" cxnId="{7E94585F-D7CD-448E-8682-A478D6B622BA}">
      <dgm:prSet/>
      <dgm:spPr/>
      <dgm:t>
        <a:bodyPr/>
        <a:lstStyle/>
        <a:p>
          <a:endParaRPr lang="es-ES"/>
        </a:p>
      </dgm:t>
    </dgm:pt>
    <dgm:pt modelId="{A875EC6B-8273-42CB-8A93-0BB7159F7054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pPr algn="l"/>
          <a:r>
            <a:rPr lang="es-ES" sz="1400" b="1" dirty="0"/>
            <a:t>Examen Final (100%)</a:t>
          </a:r>
        </a:p>
        <a:p>
          <a:pPr algn="l"/>
          <a:r>
            <a:rPr lang="es-ES" sz="1400" b="1" dirty="0"/>
            <a:t>Unidad 4: </a:t>
          </a:r>
          <a:r>
            <a:rPr lang="es-ES" sz="1400" b="0" dirty="0"/>
            <a:t>Sistemas de ecuaciones, ecuaciones exponenciales y logarítmicas</a:t>
          </a:r>
        </a:p>
      </dgm:t>
    </dgm:pt>
    <dgm:pt modelId="{AAA432AB-5634-4BDB-807F-0DA9A7590E00}" type="parTrans" cxnId="{F169AAFC-5264-4F62-A0E2-94E787CDB472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ES"/>
        </a:p>
      </dgm:t>
    </dgm:pt>
    <dgm:pt modelId="{944543D8-EAA4-498C-BDF1-9D85A490FFA1}" type="sibTrans" cxnId="{F169AAFC-5264-4F62-A0E2-94E787CDB472}">
      <dgm:prSet/>
      <dgm:spPr/>
      <dgm:t>
        <a:bodyPr/>
        <a:lstStyle/>
        <a:p>
          <a:endParaRPr lang="es-ES"/>
        </a:p>
      </dgm:t>
    </dgm:pt>
    <dgm:pt modelId="{EB2ADC6F-A87A-4E5A-8B4A-416E84E44F79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pPr algn="l"/>
          <a:r>
            <a:rPr lang="es-ES" sz="1400" b="1" dirty="0"/>
            <a:t>Seguimiento 2 (40%)</a:t>
          </a:r>
        </a:p>
        <a:p>
          <a:pPr algn="l"/>
          <a:r>
            <a:rPr lang="es-ES" sz="1400" b="1" dirty="0"/>
            <a:t>Unidad 2: </a:t>
          </a:r>
          <a:r>
            <a:rPr lang="es-ES" sz="1400" b="0" dirty="0"/>
            <a:t>Funciones</a:t>
          </a:r>
        </a:p>
        <a:p>
          <a:pPr algn="l"/>
          <a:r>
            <a:rPr lang="es-ES" sz="1400" b="0" dirty="0"/>
            <a:t>Taller 2 (15%)</a:t>
          </a:r>
        </a:p>
        <a:p>
          <a:pPr algn="l"/>
          <a:r>
            <a:rPr lang="es-ES" sz="1400" b="0" dirty="0"/>
            <a:t>Examen 2 (25%)</a:t>
          </a:r>
          <a:endParaRPr lang="es-CO" sz="1400" b="0" dirty="0"/>
        </a:p>
      </dgm:t>
    </dgm:pt>
    <dgm:pt modelId="{F8F9AC94-BCF3-454C-9E6F-64810E3A812D}" type="sibTrans" cxnId="{2AD3FF8B-B00B-4895-BAF0-BD5DB5237EEA}">
      <dgm:prSet/>
      <dgm:spPr/>
      <dgm:t>
        <a:bodyPr/>
        <a:lstStyle/>
        <a:p>
          <a:endParaRPr lang="es-CO"/>
        </a:p>
      </dgm:t>
    </dgm:pt>
    <dgm:pt modelId="{19807A10-C60C-4652-A864-D55AFA08D206}" type="parTrans" cxnId="{2AD3FF8B-B00B-4895-BAF0-BD5DB5237EEA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CO"/>
        </a:p>
      </dgm:t>
    </dgm:pt>
    <dgm:pt modelId="{8E2BCBFF-CCB4-4408-BA1C-1907479D6028}" type="pres">
      <dgm:prSet presAssocID="{132E5B54-A4E6-4F95-8765-8F6B96E1B39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DE16E36-506E-45FF-8C83-6DB7E3465B75}" type="pres">
      <dgm:prSet presAssocID="{2C5D7BB6-950F-41D6-9710-3AC7B5E52F61}" presName="hierRoot1" presStyleCnt="0">
        <dgm:presLayoutVars>
          <dgm:hierBranch val="init"/>
        </dgm:presLayoutVars>
      </dgm:prSet>
      <dgm:spPr/>
    </dgm:pt>
    <dgm:pt modelId="{5DC3D657-A980-4A55-8B2A-CB4C08F24F8D}" type="pres">
      <dgm:prSet presAssocID="{2C5D7BB6-950F-41D6-9710-3AC7B5E52F61}" presName="rootComposite1" presStyleCnt="0"/>
      <dgm:spPr/>
    </dgm:pt>
    <dgm:pt modelId="{08DC849B-7FB9-4BB7-B84E-4BFB031077F2}" type="pres">
      <dgm:prSet presAssocID="{2C5D7BB6-950F-41D6-9710-3AC7B5E52F61}" presName="rootText1" presStyleLbl="node0" presStyleIdx="0" presStyleCnt="1">
        <dgm:presLayoutVars>
          <dgm:chPref val="3"/>
        </dgm:presLayoutVars>
      </dgm:prSet>
      <dgm:spPr/>
    </dgm:pt>
    <dgm:pt modelId="{547D2208-57BF-4774-9F17-6E62E1B16DFC}" type="pres">
      <dgm:prSet presAssocID="{2C5D7BB6-950F-41D6-9710-3AC7B5E52F61}" presName="rootConnector1" presStyleLbl="node1" presStyleIdx="0" presStyleCnt="0"/>
      <dgm:spPr/>
    </dgm:pt>
    <dgm:pt modelId="{02B2115E-CA91-4B54-9B5E-2E7B0E0B5805}" type="pres">
      <dgm:prSet presAssocID="{2C5D7BB6-950F-41D6-9710-3AC7B5E52F61}" presName="hierChild2" presStyleCnt="0"/>
      <dgm:spPr/>
    </dgm:pt>
    <dgm:pt modelId="{F6634123-1BAD-4C83-AE9A-894CEB0EC5BD}" type="pres">
      <dgm:prSet presAssocID="{6B48FA78-66B5-453C-9457-2CDD055C788B}" presName="Name37" presStyleLbl="parChTrans1D2" presStyleIdx="0" presStyleCnt="4"/>
      <dgm:spPr/>
    </dgm:pt>
    <dgm:pt modelId="{00AB5853-E345-4B18-86C4-891559CCF630}" type="pres">
      <dgm:prSet presAssocID="{AEAAD91F-F232-4292-A493-04DA53D0ECEC}" presName="hierRoot2" presStyleCnt="0">
        <dgm:presLayoutVars>
          <dgm:hierBranch val="init"/>
        </dgm:presLayoutVars>
      </dgm:prSet>
      <dgm:spPr/>
    </dgm:pt>
    <dgm:pt modelId="{9EFD4050-85D1-4BBF-BB00-9453FC82D3E6}" type="pres">
      <dgm:prSet presAssocID="{AEAAD91F-F232-4292-A493-04DA53D0ECEC}" presName="rootComposite" presStyleCnt="0"/>
      <dgm:spPr/>
    </dgm:pt>
    <dgm:pt modelId="{D025AA9A-88C4-48C6-859A-8166A19A1D62}" type="pres">
      <dgm:prSet presAssocID="{AEAAD91F-F232-4292-A493-04DA53D0ECEC}" presName="rootText" presStyleLbl="node2" presStyleIdx="0" presStyleCnt="4">
        <dgm:presLayoutVars>
          <dgm:chPref val="3"/>
        </dgm:presLayoutVars>
      </dgm:prSet>
      <dgm:spPr/>
    </dgm:pt>
    <dgm:pt modelId="{36744861-4B5B-4BA0-AF36-D801CAC31A2F}" type="pres">
      <dgm:prSet presAssocID="{AEAAD91F-F232-4292-A493-04DA53D0ECEC}" presName="rootConnector" presStyleLbl="node2" presStyleIdx="0" presStyleCnt="4"/>
      <dgm:spPr/>
    </dgm:pt>
    <dgm:pt modelId="{C9907222-7FCD-43CE-9266-867F15A04C26}" type="pres">
      <dgm:prSet presAssocID="{AEAAD91F-F232-4292-A493-04DA53D0ECEC}" presName="hierChild4" presStyleCnt="0"/>
      <dgm:spPr/>
    </dgm:pt>
    <dgm:pt modelId="{ED7DF332-168A-4DEB-9BFF-330B44326E34}" type="pres">
      <dgm:prSet presAssocID="{AEAAD91F-F232-4292-A493-04DA53D0ECEC}" presName="hierChild5" presStyleCnt="0"/>
      <dgm:spPr/>
    </dgm:pt>
    <dgm:pt modelId="{22A4BEA0-5080-4B73-A06F-B20A2F2FEBE0}" type="pres">
      <dgm:prSet presAssocID="{19807A10-C60C-4652-A864-D55AFA08D206}" presName="Name37" presStyleLbl="parChTrans1D2" presStyleIdx="1" presStyleCnt="4"/>
      <dgm:spPr/>
    </dgm:pt>
    <dgm:pt modelId="{3C90F02D-EFC0-4A09-8642-10792489D035}" type="pres">
      <dgm:prSet presAssocID="{EB2ADC6F-A87A-4E5A-8B4A-416E84E44F79}" presName="hierRoot2" presStyleCnt="0">
        <dgm:presLayoutVars>
          <dgm:hierBranch val="init"/>
        </dgm:presLayoutVars>
      </dgm:prSet>
      <dgm:spPr/>
    </dgm:pt>
    <dgm:pt modelId="{0CF41C70-CF11-477D-85BA-5F8491782B48}" type="pres">
      <dgm:prSet presAssocID="{EB2ADC6F-A87A-4E5A-8B4A-416E84E44F79}" presName="rootComposite" presStyleCnt="0"/>
      <dgm:spPr/>
    </dgm:pt>
    <dgm:pt modelId="{BF4D3709-DB7C-4F8E-9CD4-39BBC0D46A52}" type="pres">
      <dgm:prSet presAssocID="{EB2ADC6F-A87A-4E5A-8B4A-416E84E44F79}" presName="rootText" presStyleLbl="node2" presStyleIdx="1" presStyleCnt="4">
        <dgm:presLayoutVars>
          <dgm:chPref val="3"/>
        </dgm:presLayoutVars>
      </dgm:prSet>
      <dgm:spPr/>
    </dgm:pt>
    <dgm:pt modelId="{D00F4BFC-5E5C-4834-A401-81F3EB28EF26}" type="pres">
      <dgm:prSet presAssocID="{EB2ADC6F-A87A-4E5A-8B4A-416E84E44F79}" presName="rootConnector" presStyleLbl="node2" presStyleIdx="1" presStyleCnt="4"/>
      <dgm:spPr/>
    </dgm:pt>
    <dgm:pt modelId="{D98303B8-31DA-407D-9731-9AF1ADC44B17}" type="pres">
      <dgm:prSet presAssocID="{EB2ADC6F-A87A-4E5A-8B4A-416E84E44F79}" presName="hierChild4" presStyleCnt="0"/>
      <dgm:spPr/>
    </dgm:pt>
    <dgm:pt modelId="{3B3E78EB-BF93-476A-B0B8-9889F5B34A34}" type="pres">
      <dgm:prSet presAssocID="{EB2ADC6F-A87A-4E5A-8B4A-416E84E44F79}" presName="hierChild5" presStyleCnt="0"/>
      <dgm:spPr/>
    </dgm:pt>
    <dgm:pt modelId="{9D232D01-552E-49A6-8071-D0A35C0D1217}" type="pres">
      <dgm:prSet presAssocID="{BC5D6C8B-775B-4890-BC15-1A4D80796C6A}" presName="Name37" presStyleLbl="parChTrans1D2" presStyleIdx="2" presStyleCnt="4"/>
      <dgm:spPr/>
    </dgm:pt>
    <dgm:pt modelId="{21A5CBA6-066F-42CD-B8C0-DA5975AADF29}" type="pres">
      <dgm:prSet presAssocID="{4AA611EC-288C-4D87-B097-F9240C18D077}" presName="hierRoot2" presStyleCnt="0">
        <dgm:presLayoutVars>
          <dgm:hierBranch val="init"/>
        </dgm:presLayoutVars>
      </dgm:prSet>
      <dgm:spPr/>
    </dgm:pt>
    <dgm:pt modelId="{A362A07E-79D3-4EF2-A8B6-A25CDF02499F}" type="pres">
      <dgm:prSet presAssocID="{4AA611EC-288C-4D87-B097-F9240C18D077}" presName="rootComposite" presStyleCnt="0"/>
      <dgm:spPr/>
    </dgm:pt>
    <dgm:pt modelId="{B61A834E-ABCA-424B-8C43-6B37F5E0AAF1}" type="pres">
      <dgm:prSet presAssocID="{4AA611EC-288C-4D87-B097-F9240C18D077}" presName="rootText" presStyleLbl="node2" presStyleIdx="2" presStyleCnt="4">
        <dgm:presLayoutVars>
          <dgm:chPref val="3"/>
        </dgm:presLayoutVars>
      </dgm:prSet>
      <dgm:spPr/>
    </dgm:pt>
    <dgm:pt modelId="{ACAFB6DD-146B-4157-90DC-0F57048F3C73}" type="pres">
      <dgm:prSet presAssocID="{4AA611EC-288C-4D87-B097-F9240C18D077}" presName="rootConnector" presStyleLbl="node2" presStyleIdx="2" presStyleCnt="4"/>
      <dgm:spPr/>
    </dgm:pt>
    <dgm:pt modelId="{82AC9663-B1E3-473F-A867-76D71BACA4C2}" type="pres">
      <dgm:prSet presAssocID="{4AA611EC-288C-4D87-B097-F9240C18D077}" presName="hierChild4" presStyleCnt="0"/>
      <dgm:spPr/>
    </dgm:pt>
    <dgm:pt modelId="{058772CF-2604-47B7-B237-BF1D8B9A8DCD}" type="pres">
      <dgm:prSet presAssocID="{4AA611EC-288C-4D87-B097-F9240C18D077}" presName="hierChild5" presStyleCnt="0"/>
      <dgm:spPr/>
    </dgm:pt>
    <dgm:pt modelId="{E8408905-31A5-474F-BF14-0D38E406D9FC}" type="pres">
      <dgm:prSet presAssocID="{AAA432AB-5634-4BDB-807F-0DA9A7590E00}" presName="Name37" presStyleLbl="parChTrans1D2" presStyleIdx="3" presStyleCnt="4"/>
      <dgm:spPr/>
    </dgm:pt>
    <dgm:pt modelId="{1F22DBBB-3DC3-404E-8ABC-550CBF090F1E}" type="pres">
      <dgm:prSet presAssocID="{A875EC6B-8273-42CB-8A93-0BB7159F7054}" presName="hierRoot2" presStyleCnt="0">
        <dgm:presLayoutVars>
          <dgm:hierBranch val="init"/>
        </dgm:presLayoutVars>
      </dgm:prSet>
      <dgm:spPr/>
    </dgm:pt>
    <dgm:pt modelId="{FC6EF75E-2EBF-4E44-B5CC-A013E33CDA13}" type="pres">
      <dgm:prSet presAssocID="{A875EC6B-8273-42CB-8A93-0BB7159F7054}" presName="rootComposite" presStyleCnt="0"/>
      <dgm:spPr/>
    </dgm:pt>
    <dgm:pt modelId="{89247660-4ED5-4B72-AC6C-4DA561B0787E}" type="pres">
      <dgm:prSet presAssocID="{A875EC6B-8273-42CB-8A93-0BB7159F7054}" presName="rootText" presStyleLbl="node2" presStyleIdx="3" presStyleCnt="4">
        <dgm:presLayoutVars>
          <dgm:chPref val="3"/>
        </dgm:presLayoutVars>
      </dgm:prSet>
      <dgm:spPr/>
    </dgm:pt>
    <dgm:pt modelId="{2180C67E-DD2A-44B8-9BFC-767F549DCCD9}" type="pres">
      <dgm:prSet presAssocID="{A875EC6B-8273-42CB-8A93-0BB7159F7054}" presName="rootConnector" presStyleLbl="node2" presStyleIdx="3" presStyleCnt="4"/>
      <dgm:spPr/>
    </dgm:pt>
    <dgm:pt modelId="{5982FE4C-84A1-47EF-BAB7-61955352BECA}" type="pres">
      <dgm:prSet presAssocID="{A875EC6B-8273-42CB-8A93-0BB7159F7054}" presName="hierChild4" presStyleCnt="0"/>
      <dgm:spPr/>
    </dgm:pt>
    <dgm:pt modelId="{02C63F25-FA17-44AF-9153-438DEA30CB3D}" type="pres">
      <dgm:prSet presAssocID="{A875EC6B-8273-42CB-8A93-0BB7159F7054}" presName="hierChild5" presStyleCnt="0"/>
      <dgm:spPr/>
    </dgm:pt>
    <dgm:pt modelId="{AC3757F7-BBBA-4A26-B786-2A74989F7FE3}" type="pres">
      <dgm:prSet presAssocID="{2C5D7BB6-950F-41D6-9710-3AC7B5E52F61}" presName="hierChild3" presStyleCnt="0"/>
      <dgm:spPr/>
    </dgm:pt>
  </dgm:ptLst>
  <dgm:cxnLst>
    <dgm:cxn modelId="{3696D709-F1DA-4CEE-A743-92FA5B87DD7F}" type="presOf" srcId="{4AA611EC-288C-4D87-B097-F9240C18D077}" destId="{ACAFB6DD-146B-4157-90DC-0F57048F3C73}" srcOrd="1" destOrd="0" presId="urn:microsoft.com/office/officeart/2005/8/layout/orgChart1"/>
    <dgm:cxn modelId="{2B38F733-602B-4DD7-B479-3AABE168CA96}" type="presOf" srcId="{19807A10-C60C-4652-A864-D55AFA08D206}" destId="{22A4BEA0-5080-4B73-A06F-B20A2F2FEBE0}" srcOrd="0" destOrd="0" presId="urn:microsoft.com/office/officeart/2005/8/layout/orgChart1"/>
    <dgm:cxn modelId="{7E94585F-D7CD-448E-8682-A478D6B622BA}" srcId="{2C5D7BB6-950F-41D6-9710-3AC7B5E52F61}" destId="{4AA611EC-288C-4D87-B097-F9240C18D077}" srcOrd="2" destOrd="0" parTransId="{BC5D6C8B-775B-4890-BC15-1A4D80796C6A}" sibTransId="{8B61EACE-E020-4C81-9E81-19DFB2637309}"/>
    <dgm:cxn modelId="{B9F58346-54A2-4159-8124-7EAD3C283827}" type="presOf" srcId="{AAA432AB-5634-4BDB-807F-0DA9A7590E00}" destId="{E8408905-31A5-474F-BF14-0D38E406D9FC}" srcOrd="0" destOrd="0" presId="urn:microsoft.com/office/officeart/2005/8/layout/orgChart1"/>
    <dgm:cxn modelId="{4CCBD672-7F14-47B6-A212-9DCBF218FE7A}" srcId="{132E5B54-A4E6-4F95-8765-8F6B96E1B39C}" destId="{2C5D7BB6-950F-41D6-9710-3AC7B5E52F61}" srcOrd="0" destOrd="0" parTransId="{27E01BF7-0C67-41F5-94F1-96B9968907B5}" sibTransId="{13A10612-C873-442B-879E-630B76082FD4}"/>
    <dgm:cxn modelId="{F7400877-4BD2-4813-95B7-29EF70CBCC18}" type="presOf" srcId="{AEAAD91F-F232-4292-A493-04DA53D0ECEC}" destId="{36744861-4B5B-4BA0-AF36-D801CAC31A2F}" srcOrd="1" destOrd="0" presId="urn:microsoft.com/office/officeart/2005/8/layout/orgChart1"/>
    <dgm:cxn modelId="{6406B277-68B3-4BB6-B09A-970ED10B5ACB}" type="presOf" srcId="{2C5D7BB6-950F-41D6-9710-3AC7B5E52F61}" destId="{08DC849B-7FB9-4BB7-B84E-4BFB031077F2}" srcOrd="0" destOrd="0" presId="urn:microsoft.com/office/officeart/2005/8/layout/orgChart1"/>
    <dgm:cxn modelId="{2AD3FF8B-B00B-4895-BAF0-BD5DB5237EEA}" srcId="{2C5D7BB6-950F-41D6-9710-3AC7B5E52F61}" destId="{EB2ADC6F-A87A-4E5A-8B4A-416E84E44F79}" srcOrd="1" destOrd="0" parTransId="{19807A10-C60C-4652-A864-D55AFA08D206}" sibTransId="{F8F9AC94-BCF3-454C-9E6F-64810E3A812D}"/>
    <dgm:cxn modelId="{E036A890-1A3E-42B4-89F2-95018FF21339}" type="presOf" srcId="{132E5B54-A4E6-4F95-8765-8F6B96E1B39C}" destId="{8E2BCBFF-CCB4-4408-BA1C-1907479D6028}" srcOrd="0" destOrd="0" presId="urn:microsoft.com/office/officeart/2005/8/layout/orgChart1"/>
    <dgm:cxn modelId="{2381DA91-2BCB-48AF-AA70-859D9E24A94D}" type="presOf" srcId="{2C5D7BB6-950F-41D6-9710-3AC7B5E52F61}" destId="{547D2208-57BF-4774-9F17-6E62E1B16DFC}" srcOrd="1" destOrd="0" presId="urn:microsoft.com/office/officeart/2005/8/layout/orgChart1"/>
    <dgm:cxn modelId="{2FB4D6BE-D9D5-4F11-9D59-E4CDD7A351C2}" type="presOf" srcId="{BC5D6C8B-775B-4890-BC15-1A4D80796C6A}" destId="{9D232D01-552E-49A6-8071-D0A35C0D1217}" srcOrd="0" destOrd="0" presId="urn:microsoft.com/office/officeart/2005/8/layout/orgChart1"/>
    <dgm:cxn modelId="{C1BBC0D3-28E9-48BF-9F09-88EF4218AEA9}" type="presOf" srcId="{EB2ADC6F-A87A-4E5A-8B4A-416E84E44F79}" destId="{D00F4BFC-5E5C-4834-A401-81F3EB28EF26}" srcOrd="1" destOrd="0" presId="urn:microsoft.com/office/officeart/2005/8/layout/orgChart1"/>
    <dgm:cxn modelId="{663B39D8-1F2C-4A73-B5FA-C398BF64A158}" type="presOf" srcId="{A875EC6B-8273-42CB-8A93-0BB7159F7054}" destId="{2180C67E-DD2A-44B8-9BFC-767F549DCCD9}" srcOrd="1" destOrd="0" presId="urn:microsoft.com/office/officeart/2005/8/layout/orgChart1"/>
    <dgm:cxn modelId="{B46693DC-89F7-4782-A03E-80A0F5029B75}" type="presOf" srcId="{6B48FA78-66B5-453C-9457-2CDD055C788B}" destId="{F6634123-1BAD-4C83-AE9A-894CEB0EC5BD}" srcOrd="0" destOrd="0" presId="urn:microsoft.com/office/officeart/2005/8/layout/orgChart1"/>
    <dgm:cxn modelId="{27B200DF-9D05-4924-9C66-C95FD7CBC663}" srcId="{2C5D7BB6-950F-41D6-9710-3AC7B5E52F61}" destId="{AEAAD91F-F232-4292-A493-04DA53D0ECEC}" srcOrd="0" destOrd="0" parTransId="{6B48FA78-66B5-453C-9457-2CDD055C788B}" sibTransId="{DE7CC2C8-7E30-41EA-B396-464C9BFD57F8}"/>
    <dgm:cxn modelId="{B53ED3E6-E190-4FDC-B9CE-4E8E86E96F65}" type="presOf" srcId="{EB2ADC6F-A87A-4E5A-8B4A-416E84E44F79}" destId="{BF4D3709-DB7C-4F8E-9CD4-39BBC0D46A52}" srcOrd="0" destOrd="0" presId="urn:microsoft.com/office/officeart/2005/8/layout/orgChart1"/>
    <dgm:cxn modelId="{837A8BF0-F307-49C1-B94F-24586F150017}" type="presOf" srcId="{4AA611EC-288C-4D87-B097-F9240C18D077}" destId="{B61A834E-ABCA-424B-8C43-6B37F5E0AAF1}" srcOrd="0" destOrd="0" presId="urn:microsoft.com/office/officeart/2005/8/layout/orgChart1"/>
    <dgm:cxn modelId="{670D7FF1-20A2-4487-9BCD-E83B2D372B66}" type="presOf" srcId="{AEAAD91F-F232-4292-A493-04DA53D0ECEC}" destId="{D025AA9A-88C4-48C6-859A-8166A19A1D62}" srcOrd="0" destOrd="0" presId="urn:microsoft.com/office/officeart/2005/8/layout/orgChart1"/>
    <dgm:cxn modelId="{B22DFBF1-CBEB-467B-A544-95C621E84627}" type="presOf" srcId="{A875EC6B-8273-42CB-8A93-0BB7159F7054}" destId="{89247660-4ED5-4B72-AC6C-4DA561B0787E}" srcOrd="0" destOrd="0" presId="urn:microsoft.com/office/officeart/2005/8/layout/orgChart1"/>
    <dgm:cxn modelId="{F169AAFC-5264-4F62-A0E2-94E787CDB472}" srcId="{2C5D7BB6-950F-41D6-9710-3AC7B5E52F61}" destId="{A875EC6B-8273-42CB-8A93-0BB7159F7054}" srcOrd="3" destOrd="0" parTransId="{AAA432AB-5634-4BDB-807F-0DA9A7590E00}" sibTransId="{944543D8-EAA4-498C-BDF1-9D85A490FFA1}"/>
    <dgm:cxn modelId="{45C54139-BD5A-4A28-A5DC-B0A80763DBBA}" type="presParOf" srcId="{8E2BCBFF-CCB4-4408-BA1C-1907479D6028}" destId="{4DE16E36-506E-45FF-8C83-6DB7E3465B75}" srcOrd="0" destOrd="0" presId="urn:microsoft.com/office/officeart/2005/8/layout/orgChart1"/>
    <dgm:cxn modelId="{764305BE-B508-42DE-8B53-2516CF7F84F4}" type="presParOf" srcId="{4DE16E36-506E-45FF-8C83-6DB7E3465B75}" destId="{5DC3D657-A980-4A55-8B2A-CB4C08F24F8D}" srcOrd="0" destOrd="0" presId="urn:microsoft.com/office/officeart/2005/8/layout/orgChart1"/>
    <dgm:cxn modelId="{D4C11BAA-86C6-4E16-8514-0128085C540D}" type="presParOf" srcId="{5DC3D657-A980-4A55-8B2A-CB4C08F24F8D}" destId="{08DC849B-7FB9-4BB7-B84E-4BFB031077F2}" srcOrd="0" destOrd="0" presId="urn:microsoft.com/office/officeart/2005/8/layout/orgChart1"/>
    <dgm:cxn modelId="{3FCB84AD-5EA1-4B20-892E-38D9481AD5E0}" type="presParOf" srcId="{5DC3D657-A980-4A55-8B2A-CB4C08F24F8D}" destId="{547D2208-57BF-4774-9F17-6E62E1B16DFC}" srcOrd="1" destOrd="0" presId="urn:microsoft.com/office/officeart/2005/8/layout/orgChart1"/>
    <dgm:cxn modelId="{046BB762-A9BD-485C-B99E-95473926DADA}" type="presParOf" srcId="{4DE16E36-506E-45FF-8C83-6DB7E3465B75}" destId="{02B2115E-CA91-4B54-9B5E-2E7B0E0B5805}" srcOrd="1" destOrd="0" presId="urn:microsoft.com/office/officeart/2005/8/layout/orgChart1"/>
    <dgm:cxn modelId="{61109473-CEC0-449E-B813-A11132CB9503}" type="presParOf" srcId="{02B2115E-CA91-4B54-9B5E-2E7B0E0B5805}" destId="{F6634123-1BAD-4C83-AE9A-894CEB0EC5BD}" srcOrd="0" destOrd="0" presId="urn:microsoft.com/office/officeart/2005/8/layout/orgChart1"/>
    <dgm:cxn modelId="{EBB07D20-FC10-4A2D-BF72-EDEE1615C1DF}" type="presParOf" srcId="{02B2115E-CA91-4B54-9B5E-2E7B0E0B5805}" destId="{00AB5853-E345-4B18-86C4-891559CCF630}" srcOrd="1" destOrd="0" presId="urn:microsoft.com/office/officeart/2005/8/layout/orgChart1"/>
    <dgm:cxn modelId="{B82F145D-F533-4390-BAF9-6454FE42CBDD}" type="presParOf" srcId="{00AB5853-E345-4B18-86C4-891559CCF630}" destId="{9EFD4050-85D1-4BBF-BB00-9453FC82D3E6}" srcOrd="0" destOrd="0" presId="urn:microsoft.com/office/officeart/2005/8/layout/orgChart1"/>
    <dgm:cxn modelId="{177465ED-9E82-42AD-B492-036CC5081168}" type="presParOf" srcId="{9EFD4050-85D1-4BBF-BB00-9453FC82D3E6}" destId="{D025AA9A-88C4-48C6-859A-8166A19A1D62}" srcOrd="0" destOrd="0" presId="urn:microsoft.com/office/officeart/2005/8/layout/orgChart1"/>
    <dgm:cxn modelId="{C1058B00-E588-4717-ADA7-DAFB7E0541BD}" type="presParOf" srcId="{9EFD4050-85D1-4BBF-BB00-9453FC82D3E6}" destId="{36744861-4B5B-4BA0-AF36-D801CAC31A2F}" srcOrd="1" destOrd="0" presId="urn:microsoft.com/office/officeart/2005/8/layout/orgChart1"/>
    <dgm:cxn modelId="{E82B956B-5EAC-46AC-99BC-302461CA9764}" type="presParOf" srcId="{00AB5853-E345-4B18-86C4-891559CCF630}" destId="{C9907222-7FCD-43CE-9266-867F15A04C26}" srcOrd="1" destOrd="0" presId="urn:microsoft.com/office/officeart/2005/8/layout/orgChart1"/>
    <dgm:cxn modelId="{9365981B-1FA6-4369-BFC2-BF2515E8D051}" type="presParOf" srcId="{00AB5853-E345-4B18-86C4-891559CCF630}" destId="{ED7DF332-168A-4DEB-9BFF-330B44326E34}" srcOrd="2" destOrd="0" presId="urn:microsoft.com/office/officeart/2005/8/layout/orgChart1"/>
    <dgm:cxn modelId="{337A2730-8F0A-4085-8234-B1AC7D511FE9}" type="presParOf" srcId="{02B2115E-CA91-4B54-9B5E-2E7B0E0B5805}" destId="{22A4BEA0-5080-4B73-A06F-B20A2F2FEBE0}" srcOrd="2" destOrd="0" presId="urn:microsoft.com/office/officeart/2005/8/layout/orgChart1"/>
    <dgm:cxn modelId="{EA0E4B5A-E8D7-47D7-9F9E-08F211AE6739}" type="presParOf" srcId="{02B2115E-CA91-4B54-9B5E-2E7B0E0B5805}" destId="{3C90F02D-EFC0-4A09-8642-10792489D035}" srcOrd="3" destOrd="0" presId="urn:microsoft.com/office/officeart/2005/8/layout/orgChart1"/>
    <dgm:cxn modelId="{44DF36C8-6BBF-4486-940F-549008B79307}" type="presParOf" srcId="{3C90F02D-EFC0-4A09-8642-10792489D035}" destId="{0CF41C70-CF11-477D-85BA-5F8491782B48}" srcOrd="0" destOrd="0" presId="urn:microsoft.com/office/officeart/2005/8/layout/orgChart1"/>
    <dgm:cxn modelId="{D9AD750C-EE59-4C04-BAB6-56E09324AF79}" type="presParOf" srcId="{0CF41C70-CF11-477D-85BA-5F8491782B48}" destId="{BF4D3709-DB7C-4F8E-9CD4-39BBC0D46A52}" srcOrd="0" destOrd="0" presId="urn:microsoft.com/office/officeart/2005/8/layout/orgChart1"/>
    <dgm:cxn modelId="{37EEEA21-AC08-4A45-BAB4-6B91A53318B4}" type="presParOf" srcId="{0CF41C70-CF11-477D-85BA-5F8491782B48}" destId="{D00F4BFC-5E5C-4834-A401-81F3EB28EF26}" srcOrd="1" destOrd="0" presId="urn:microsoft.com/office/officeart/2005/8/layout/orgChart1"/>
    <dgm:cxn modelId="{D8885FD1-1EED-45FE-86D6-D471C6B70778}" type="presParOf" srcId="{3C90F02D-EFC0-4A09-8642-10792489D035}" destId="{D98303B8-31DA-407D-9731-9AF1ADC44B17}" srcOrd="1" destOrd="0" presId="urn:microsoft.com/office/officeart/2005/8/layout/orgChart1"/>
    <dgm:cxn modelId="{5C341D41-3F15-4669-81DC-34C2DFBDA776}" type="presParOf" srcId="{3C90F02D-EFC0-4A09-8642-10792489D035}" destId="{3B3E78EB-BF93-476A-B0B8-9889F5B34A34}" srcOrd="2" destOrd="0" presId="urn:microsoft.com/office/officeart/2005/8/layout/orgChart1"/>
    <dgm:cxn modelId="{425AA1F6-1184-428A-B246-D4EB24988002}" type="presParOf" srcId="{02B2115E-CA91-4B54-9B5E-2E7B0E0B5805}" destId="{9D232D01-552E-49A6-8071-D0A35C0D1217}" srcOrd="4" destOrd="0" presId="urn:microsoft.com/office/officeart/2005/8/layout/orgChart1"/>
    <dgm:cxn modelId="{F45D9BC3-A773-4229-AD20-D7DDAF708757}" type="presParOf" srcId="{02B2115E-CA91-4B54-9B5E-2E7B0E0B5805}" destId="{21A5CBA6-066F-42CD-B8C0-DA5975AADF29}" srcOrd="5" destOrd="0" presId="urn:microsoft.com/office/officeart/2005/8/layout/orgChart1"/>
    <dgm:cxn modelId="{BDE8AFC6-D1EE-4980-B404-FE44B566F9BB}" type="presParOf" srcId="{21A5CBA6-066F-42CD-B8C0-DA5975AADF29}" destId="{A362A07E-79D3-4EF2-A8B6-A25CDF02499F}" srcOrd="0" destOrd="0" presId="urn:microsoft.com/office/officeart/2005/8/layout/orgChart1"/>
    <dgm:cxn modelId="{2D8D2968-393E-4E05-ACFC-26BE46A74AE0}" type="presParOf" srcId="{A362A07E-79D3-4EF2-A8B6-A25CDF02499F}" destId="{B61A834E-ABCA-424B-8C43-6B37F5E0AAF1}" srcOrd="0" destOrd="0" presId="urn:microsoft.com/office/officeart/2005/8/layout/orgChart1"/>
    <dgm:cxn modelId="{672B0B2F-89CD-4DA3-BD4D-4B2D86E913F6}" type="presParOf" srcId="{A362A07E-79D3-4EF2-A8B6-A25CDF02499F}" destId="{ACAFB6DD-146B-4157-90DC-0F57048F3C73}" srcOrd="1" destOrd="0" presId="urn:microsoft.com/office/officeart/2005/8/layout/orgChart1"/>
    <dgm:cxn modelId="{CD6A2EEA-A878-430A-9F0A-CD875CB9D607}" type="presParOf" srcId="{21A5CBA6-066F-42CD-B8C0-DA5975AADF29}" destId="{82AC9663-B1E3-473F-A867-76D71BACA4C2}" srcOrd="1" destOrd="0" presId="urn:microsoft.com/office/officeart/2005/8/layout/orgChart1"/>
    <dgm:cxn modelId="{DBFD39CF-273C-44BB-8E01-48EA90B79497}" type="presParOf" srcId="{21A5CBA6-066F-42CD-B8C0-DA5975AADF29}" destId="{058772CF-2604-47B7-B237-BF1D8B9A8DCD}" srcOrd="2" destOrd="0" presId="urn:microsoft.com/office/officeart/2005/8/layout/orgChart1"/>
    <dgm:cxn modelId="{4F3042EF-A935-442A-8F30-37FCEBFFC650}" type="presParOf" srcId="{02B2115E-CA91-4B54-9B5E-2E7B0E0B5805}" destId="{E8408905-31A5-474F-BF14-0D38E406D9FC}" srcOrd="6" destOrd="0" presId="urn:microsoft.com/office/officeart/2005/8/layout/orgChart1"/>
    <dgm:cxn modelId="{8378FCE9-0151-4C43-8F7B-660CF689CDD7}" type="presParOf" srcId="{02B2115E-CA91-4B54-9B5E-2E7B0E0B5805}" destId="{1F22DBBB-3DC3-404E-8ABC-550CBF090F1E}" srcOrd="7" destOrd="0" presId="urn:microsoft.com/office/officeart/2005/8/layout/orgChart1"/>
    <dgm:cxn modelId="{3A518D3F-2B24-49B4-8770-2CB1C773C6F8}" type="presParOf" srcId="{1F22DBBB-3DC3-404E-8ABC-550CBF090F1E}" destId="{FC6EF75E-2EBF-4E44-B5CC-A013E33CDA13}" srcOrd="0" destOrd="0" presId="urn:microsoft.com/office/officeart/2005/8/layout/orgChart1"/>
    <dgm:cxn modelId="{208FA202-425B-4D42-A322-9C5C6408F83F}" type="presParOf" srcId="{FC6EF75E-2EBF-4E44-B5CC-A013E33CDA13}" destId="{89247660-4ED5-4B72-AC6C-4DA561B0787E}" srcOrd="0" destOrd="0" presId="urn:microsoft.com/office/officeart/2005/8/layout/orgChart1"/>
    <dgm:cxn modelId="{A4093078-0884-4C3E-A539-4FDAD91EFA28}" type="presParOf" srcId="{FC6EF75E-2EBF-4E44-B5CC-A013E33CDA13}" destId="{2180C67E-DD2A-44B8-9BFC-767F549DCCD9}" srcOrd="1" destOrd="0" presId="urn:microsoft.com/office/officeart/2005/8/layout/orgChart1"/>
    <dgm:cxn modelId="{42087C99-650B-45DE-BC16-5A4DA576E665}" type="presParOf" srcId="{1F22DBBB-3DC3-404E-8ABC-550CBF090F1E}" destId="{5982FE4C-84A1-47EF-BAB7-61955352BECA}" srcOrd="1" destOrd="0" presId="urn:microsoft.com/office/officeart/2005/8/layout/orgChart1"/>
    <dgm:cxn modelId="{8C69A94B-F761-4D9E-A04D-CF7B077B1CFE}" type="presParOf" srcId="{1F22DBBB-3DC3-404E-8ABC-550CBF090F1E}" destId="{02C63F25-FA17-44AF-9153-438DEA30CB3D}" srcOrd="2" destOrd="0" presId="urn:microsoft.com/office/officeart/2005/8/layout/orgChart1"/>
    <dgm:cxn modelId="{4BB10D42-B8A1-4985-9A89-44D5C7A9AC26}" type="presParOf" srcId="{4DE16E36-506E-45FF-8C83-6DB7E3465B75}" destId="{AC3757F7-BBBA-4A26-B786-2A74989F7FE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2E5B54-A4E6-4F95-8765-8F6B96E1B39C}" type="doc">
      <dgm:prSet loTypeId="urn:microsoft.com/office/officeart/2005/8/layout/hierarchy4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2C5D7BB6-950F-41D6-9710-3AC7B5E52F61}">
      <dgm:prSet phldrT="[Texto]" custT="1"/>
      <dgm:spPr/>
      <dgm:t>
        <a:bodyPr/>
        <a:lstStyle/>
        <a:p>
          <a:pPr algn="ctr"/>
          <a:r>
            <a:rPr lang="es-ES" sz="4000" b="1" dirty="0"/>
            <a:t>Conocimientos básicos</a:t>
          </a:r>
        </a:p>
      </dgm:t>
    </dgm:pt>
    <dgm:pt modelId="{27E01BF7-0C67-41F5-94F1-96B9968907B5}" type="parTrans" cxnId="{4CCBD672-7F14-47B6-A212-9DCBF218FE7A}">
      <dgm:prSet/>
      <dgm:spPr/>
      <dgm:t>
        <a:bodyPr/>
        <a:lstStyle/>
        <a:p>
          <a:endParaRPr lang="es-ES"/>
        </a:p>
      </dgm:t>
    </dgm:pt>
    <dgm:pt modelId="{13A10612-C873-442B-879E-630B76082FD4}" type="sibTrans" cxnId="{4CCBD672-7F14-47B6-A212-9DCBF218FE7A}">
      <dgm:prSet/>
      <dgm:spPr/>
      <dgm:t>
        <a:bodyPr/>
        <a:lstStyle/>
        <a:p>
          <a:endParaRPr lang="es-ES"/>
        </a:p>
      </dgm:t>
    </dgm:pt>
    <dgm:pt modelId="{AEAAD91F-F232-4292-A493-04DA53D0ECEC}">
      <dgm:prSet phldrT="[Texto]" custT="1"/>
      <dgm:spPr>
        <a:solidFill>
          <a:srgbClr val="002060"/>
        </a:solidFill>
      </dgm:spPr>
      <dgm:t>
        <a:bodyPr/>
        <a:lstStyle/>
        <a:p>
          <a:pPr algn="ctr"/>
          <a:r>
            <a:rPr lang="es-ES" sz="1400" b="1" dirty="0"/>
            <a:t>Conjuntos numéricos</a:t>
          </a:r>
        </a:p>
        <a:p>
          <a:pPr algn="ctr"/>
          <a:r>
            <a:rPr lang="es-ES" sz="1400" b="1" dirty="0"/>
            <a:t>- </a:t>
          </a:r>
          <a:r>
            <a:rPr lang="es-ES" sz="1400" b="0" dirty="0"/>
            <a:t>Naturales</a:t>
          </a:r>
          <a:br>
            <a:rPr lang="es-ES" sz="1400" b="0" dirty="0"/>
          </a:br>
          <a:r>
            <a:rPr lang="es-ES" sz="1400" b="0" dirty="0"/>
            <a:t>- Enteros</a:t>
          </a:r>
          <a:br>
            <a:rPr lang="es-ES" sz="1400" b="0" dirty="0"/>
          </a:br>
          <a:r>
            <a:rPr lang="es-ES" sz="1400" b="0" dirty="0"/>
            <a:t>- Fraccionarios</a:t>
          </a:r>
          <a:br>
            <a:rPr lang="es-ES" sz="1400" b="0" dirty="0"/>
          </a:br>
          <a:r>
            <a:rPr lang="es-ES" sz="1400" b="0" dirty="0"/>
            <a:t>- Decimales</a:t>
          </a:r>
          <a:br>
            <a:rPr lang="es-ES" sz="1400" b="0" dirty="0"/>
          </a:br>
          <a:endParaRPr lang="es-ES" sz="1400" b="0" dirty="0"/>
        </a:p>
      </dgm:t>
    </dgm:pt>
    <dgm:pt modelId="{6B48FA78-66B5-453C-9457-2CDD055C788B}" type="parTrans" cxnId="{27B200DF-9D05-4924-9C66-C95FD7CBC663}">
      <dgm:prSet/>
      <dgm:spPr/>
      <dgm:t>
        <a:bodyPr/>
        <a:lstStyle/>
        <a:p>
          <a:endParaRPr lang="es-ES"/>
        </a:p>
      </dgm:t>
    </dgm:pt>
    <dgm:pt modelId="{DE7CC2C8-7E30-41EA-B396-464C9BFD57F8}" type="sibTrans" cxnId="{27B200DF-9D05-4924-9C66-C95FD7CBC663}">
      <dgm:prSet/>
      <dgm:spPr/>
      <dgm:t>
        <a:bodyPr/>
        <a:lstStyle/>
        <a:p>
          <a:endParaRPr lang="es-ES"/>
        </a:p>
      </dgm:t>
    </dgm:pt>
    <dgm:pt modelId="{4AA611EC-288C-4D87-B097-F9240C18D077}">
      <dgm:prSet phldrT="[Texto]" custT="1"/>
      <dgm:spPr>
        <a:solidFill>
          <a:srgbClr val="002060"/>
        </a:solidFill>
      </dgm:spPr>
      <dgm:t>
        <a:bodyPr/>
        <a:lstStyle/>
        <a:p>
          <a:pPr algn="ctr"/>
          <a:r>
            <a:rPr lang="es-ES" sz="1400" b="1" dirty="0"/>
            <a:t>Lenguaje algebraico </a:t>
          </a:r>
        </a:p>
      </dgm:t>
    </dgm:pt>
    <dgm:pt modelId="{BC5D6C8B-775B-4890-BC15-1A4D80796C6A}" type="parTrans" cxnId="{7E94585F-D7CD-448E-8682-A478D6B622BA}">
      <dgm:prSet/>
      <dgm:spPr/>
      <dgm:t>
        <a:bodyPr/>
        <a:lstStyle/>
        <a:p>
          <a:endParaRPr lang="es-ES"/>
        </a:p>
      </dgm:t>
    </dgm:pt>
    <dgm:pt modelId="{8B61EACE-E020-4C81-9E81-19DFB2637309}" type="sibTrans" cxnId="{7E94585F-D7CD-448E-8682-A478D6B622BA}">
      <dgm:prSet/>
      <dgm:spPr/>
      <dgm:t>
        <a:bodyPr/>
        <a:lstStyle/>
        <a:p>
          <a:endParaRPr lang="es-ES"/>
        </a:p>
      </dgm:t>
    </dgm:pt>
    <dgm:pt modelId="{A875EC6B-8273-42CB-8A93-0BB7159F7054}">
      <dgm:prSet custT="1"/>
      <dgm:spPr>
        <a:solidFill>
          <a:srgbClr val="002060"/>
        </a:solidFill>
      </dgm:spPr>
      <dgm:t>
        <a:bodyPr/>
        <a:lstStyle/>
        <a:p>
          <a:pPr algn="ctr"/>
          <a:r>
            <a:rPr lang="es-ES" sz="1400" b="1" dirty="0"/>
            <a:t>Propiedades de la suma y la multiplicación</a:t>
          </a:r>
        </a:p>
        <a:p>
          <a:pPr algn="ctr"/>
          <a:r>
            <a:rPr lang="es-ES" sz="1400" b="0" dirty="0"/>
            <a:t>- Conmutativa</a:t>
          </a:r>
          <a:br>
            <a:rPr lang="es-ES" sz="1400" b="0" dirty="0"/>
          </a:br>
          <a:r>
            <a:rPr lang="es-ES" sz="1400" b="0" dirty="0"/>
            <a:t>- Asociativa</a:t>
          </a:r>
          <a:br>
            <a:rPr lang="es-ES" sz="1400" b="0" dirty="0"/>
          </a:br>
          <a:r>
            <a:rPr lang="es-ES" sz="1400" b="0" dirty="0"/>
            <a:t>- Uniforme</a:t>
          </a:r>
          <a:br>
            <a:rPr lang="es-ES" sz="1400" b="0" dirty="0"/>
          </a:br>
          <a:r>
            <a:rPr lang="es-ES" sz="1400" b="0" dirty="0"/>
            <a:t>-Distributiva</a:t>
          </a:r>
        </a:p>
        <a:p>
          <a:pPr algn="ctr"/>
          <a:endParaRPr lang="es-ES" sz="1400" b="1" dirty="0"/>
        </a:p>
      </dgm:t>
    </dgm:pt>
    <dgm:pt modelId="{AAA432AB-5634-4BDB-807F-0DA9A7590E00}" type="parTrans" cxnId="{F169AAFC-5264-4F62-A0E2-94E787CDB472}">
      <dgm:prSet/>
      <dgm:spPr/>
      <dgm:t>
        <a:bodyPr/>
        <a:lstStyle/>
        <a:p>
          <a:endParaRPr lang="es-ES"/>
        </a:p>
      </dgm:t>
    </dgm:pt>
    <dgm:pt modelId="{944543D8-EAA4-498C-BDF1-9D85A490FFA1}" type="sibTrans" cxnId="{F169AAFC-5264-4F62-A0E2-94E787CDB472}">
      <dgm:prSet/>
      <dgm:spPr/>
      <dgm:t>
        <a:bodyPr/>
        <a:lstStyle/>
        <a:p>
          <a:endParaRPr lang="es-ES"/>
        </a:p>
      </dgm:t>
    </dgm:pt>
    <dgm:pt modelId="{EB2ADC6F-A87A-4E5A-8B4A-416E84E44F79}">
      <dgm:prSet custT="1"/>
      <dgm:spPr>
        <a:solidFill>
          <a:srgbClr val="002060"/>
        </a:solidFill>
      </dgm:spPr>
      <dgm:t>
        <a:bodyPr/>
        <a:lstStyle/>
        <a:p>
          <a:pPr algn="ctr"/>
          <a:r>
            <a:rPr lang="es-MX" sz="1400" b="1" dirty="0"/>
            <a:t>Operaciones combinadas</a:t>
          </a:r>
        </a:p>
        <a:p>
          <a:pPr algn="ctr"/>
          <a:r>
            <a:rPr lang="es-ES" sz="1400" b="0" dirty="0"/>
            <a:t>- Jerarquía</a:t>
          </a:r>
          <a:br>
            <a:rPr lang="es-ES" sz="1400" b="0" dirty="0"/>
          </a:br>
          <a:r>
            <a:rPr lang="es-ES" sz="1400" b="0" dirty="0"/>
            <a:t>- Signos de agrupación</a:t>
          </a:r>
          <a:endParaRPr lang="es-MX" sz="1400" b="1" dirty="0"/>
        </a:p>
        <a:p>
          <a:pPr algn="ctr"/>
          <a:endParaRPr lang="es-CO" sz="1400" b="1" dirty="0"/>
        </a:p>
      </dgm:t>
    </dgm:pt>
    <dgm:pt modelId="{F8F9AC94-BCF3-454C-9E6F-64810E3A812D}" type="sibTrans" cxnId="{2AD3FF8B-B00B-4895-BAF0-BD5DB5237EEA}">
      <dgm:prSet/>
      <dgm:spPr/>
      <dgm:t>
        <a:bodyPr/>
        <a:lstStyle/>
        <a:p>
          <a:endParaRPr lang="es-CO"/>
        </a:p>
      </dgm:t>
    </dgm:pt>
    <dgm:pt modelId="{19807A10-C60C-4652-A864-D55AFA08D206}" type="parTrans" cxnId="{2AD3FF8B-B00B-4895-BAF0-BD5DB5237EEA}">
      <dgm:prSet/>
      <dgm:spPr/>
      <dgm:t>
        <a:bodyPr/>
        <a:lstStyle/>
        <a:p>
          <a:endParaRPr lang="es-CO"/>
        </a:p>
      </dgm:t>
    </dgm:pt>
    <dgm:pt modelId="{CEDAD749-827A-47C3-AA29-C91572DDEAB8}" type="pres">
      <dgm:prSet presAssocID="{132E5B54-A4E6-4F95-8765-8F6B96E1B39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4CBD8C3-BA94-44F8-8834-E3E0EC341EF5}" type="pres">
      <dgm:prSet presAssocID="{2C5D7BB6-950F-41D6-9710-3AC7B5E52F61}" presName="vertOne" presStyleCnt="0"/>
      <dgm:spPr/>
    </dgm:pt>
    <dgm:pt modelId="{0122166D-6B7E-4984-9A44-43FB7D157D40}" type="pres">
      <dgm:prSet presAssocID="{2C5D7BB6-950F-41D6-9710-3AC7B5E52F61}" presName="txOne" presStyleLbl="node0" presStyleIdx="0" presStyleCnt="1" custLinFactNeighborX="8473" custLinFactNeighborY="-55">
        <dgm:presLayoutVars>
          <dgm:chPref val="3"/>
        </dgm:presLayoutVars>
      </dgm:prSet>
      <dgm:spPr/>
    </dgm:pt>
    <dgm:pt modelId="{B0350046-3EB5-4E19-B8BB-4DA3C71A52AF}" type="pres">
      <dgm:prSet presAssocID="{2C5D7BB6-950F-41D6-9710-3AC7B5E52F61}" presName="parTransOne" presStyleCnt="0"/>
      <dgm:spPr/>
    </dgm:pt>
    <dgm:pt modelId="{DD1B6BD5-F56C-4E34-B245-2CA6F8A59E6C}" type="pres">
      <dgm:prSet presAssocID="{2C5D7BB6-950F-41D6-9710-3AC7B5E52F61}" presName="horzOne" presStyleCnt="0"/>
      <dgm:spPr/>
    </dgm:pt>
    <dgm:pt modelId="{BEB6678F-097F-41D4-B9CE-BE5C299904E3}" type="pres">
      <dgm:prSet presAssocID="{AEAAD91F-F232-4292-A493-04DA53D0ECEC}" presName="vertTwo" presStyleCnt="0"/>
      <dgm:spPr/>
    </dgm:pt>
    <dgm:pt modelId="{84614410-291A-42BD-A133-700E51B5A26D}" type="pres">
      <dgm:prSet presAssocID="{AEAAD91F-F232-4292-A493-04DA53D0ECEC}" presName="txTwo" presStyleLbl="node2" presStyleIdx="0" presStyleCnt="4">
        <dgm:presLayoutVars>
          <dgm:chPref val="3"/>
        </dgm:presLayoutVars>
      </dgm:prSet>
      <dgm:spPr/>
    </dgm:pt>
    <dgm:pt modelId="{097302B1-638D-4B20-8F38-B0EC9FDFE240}" type="pres">
      <dgm:prSet presAssocID="{AEAAD91F-F232-4292-A493-04DA53D0ECEC}" presName="horzTwo" presStyleCnt="0"/>
      <dgm:spPr/>
    </dgm:pt>
    <dgm:pt modelId="{D8CEC741-E748-468D-BCA9-00ED792DE106}" type="pres">
      <dgm:prSet presAssocID="{DE7CC2C8-7E30-41EA-B396-464C9BFD57F8}" presName="sibSpaceTwo" presStyleCnt="0"/>
      <dgm:spPr/>
    </dgm:pt>
    <dgm:pt modelId="{A8B3E770-85CC-45EB-A254-14AE28B9C00F}" type="pres">
      <dgm:prSet presAssocID="{EB2ADC6F-A87A-4E5A-8B4A-416E84E44F79}" presName="vertTwo" presStyleCnt="0"/>
      <dgm:spPr/>
    </dgm:pt>
    <dgm:pt modelId="{D31FA2F5-C50B-45FB-BF76-3AF57923E70A}" type="pres">
      <dgm:prSet presAssocID="{EB2ADC6F-A87A-4E5A-8B4A-416E84E44F79}" presName="txTwo" presStyleLbl="node2" presStyleIdx="1" presStyleCnt="4">
        <dgm:presLayoutVars>
          <dgm:chPref val="3"/>
        </dgm:presLayoutVars>
      </dgm:prSet>
      <dgm:spPr/>
    </dgm:pt>
    <dgm:pt modelId="{0DDE4659-C677-45C5-A05E-1DEC1DA70B43}" type="pres">
      <dgm:prSet presAssocID="{EB2ADC6F-A87A-4E5A-8B4A-416E84E44F79}" presName="horzTwo" presStyleCnt="0"/>
      <dgm:spPr/>
    </dgm:pt>
    <dgm:pt modelId="{A9EDF2C9-616A-4C89-BB05-98F1DDC7771F}" type="pres">
      <dgm:prSet presAssocID="{F8F9AC94-BCF3-454C-9E6F-64810E3A812D}" presName="sibSpaceTwo" presStyleCnt="0"/>
      <dgm:spPr/>
    </dgm:pt>
    <dgm:pt modelId="{FC30440E-9EA5-485D-8789-1AEAF345929A}" type="pres">
      <dgm:prSet presAssocID="{4AA611EC-288C-4D87-B097-F9240C18D077}" presName="vertTwo" presStyleCnt="0"/>
      <dgm:spPr/>
    </dgm:pt>
    <dgm:pt modelId="{7595275C-F4FA-49EF-9D00-1A1A82E03608}" type="pres">
      <dgm:prSet presAssocID="{4AA611EC-288C-4D87-B097-F9240C18D077}" presName="txTwo" presStyleLbl="node2" presStyleIdx="2" presStyleCnt="4">
        <dgm:presLayoutVars>
          <dgm:chPref val="3"/>
        </dgm:presLayoutVars>
      </dgm:prSet>
      <dgm:spPr/>
    </dgm:pt>
    <dgm:pt modelId="{DC4650D3-72DC-4737-8221-45162DCDE2EF}" type="pres">
      <dgm:prSet presAssocID="{4AA611EC-288C-4D87-B097-F9240C18D077}" presName="horzTwo" presStyleCnt="0"/>
      <dgm:spPr/>
    </dgm:pt>
    <dgm:pt modelId="{70BC81DF-8E6B-4B0A-AF81-8F6D34154808}" type="pres">
      <dgm:prSet presAssocID="{8B61EACE-E020-4C81-9E81-19DFB2637309}" presName="sibSpaceTwo" presStyleCnt="0"/>
      <dgm:spPr/>
    </dgm:pt>
    <dgm:pt modelId="{A1148CA7-13D0-4963-928D-0137DB47D032}" type="pres">
      <dgm:prSet presAssocID="{A875EC6B-8273-42CB-8A93-0BB7159F7054}" presName="vertTwo" presStyleCnt="0"/>
      <dgm:spPr/>
    </dgm:pt>
    <dgm:pt modelId="{C6BAC3AD-5CEB-43CE-8A65-F36EC2E676E6}" type="pres">
      <dgm:prSet presAssocID="{A875EC6B-8273-42CB-8A93-0BB7159F7054}" presName="txTwo" presStyleLbl="node2" presStyleIdx="3" presStyleCnt="4">
        <dgm:presLayoutVars>
          <dgm:chPref val="3"/>
        </dgm:presLayoutVars>
      </dgm:prSet>
      <dgm:spPr/>
    </dgm:pt>
    <dgm:pt modelId="{7FC56F87-7D10-4808-BF43-9EEE0ACF7603}" type="pres">
      <dgm:prSet presAssocID="{A875EC6B-8273-42CB-8A93-0BB7159F7054}" presName="horzTwo" presStyleCnt="0"/>
      <dgm:spPr/>
    </dgm:pt>
  </dgm:ptLst>
  <dgm:cxnLst>
    <dgm:cxn modelId="{325A380D-C4BC-4C22-922D-5A715A2C0381}" type="presOf" srcId="{4AA611EC-288C-4D87-B097-F9240C18D077}" destId="{7595275C-F4FA-49EF-9D00-1A1A82E03608}" srcOrd="0" destOrd="0" presId="urn:microsoft.com/office/officeart/2005/8/layout/hierarchy4"/>
    <dgm:cxn modelId="{7E94585F-D7CD-448E-8682-A478D6B622BA}" srcId="{2C5D7BB6-950F-41D6-9710-3AC7B5E52F61}" destId="{4AA611EC-288C-4D87-B097-F9240C18D077}" srcOrd="2" destOrd="0" parTransId="{BC5D6C8B-775B-4890-BC15-1A4D80796C6A}" sibTransId="{8B61EACE-E020-4C81-9E81-19DFB2637309}"/>
    <dgm:cxn modelId="{E4A67E6C-6052-414D-ACE6-4F047FBC897E}" type="presOf" srcId="{AEAAD91F-F232-4292-A493-04DA53D0ECEC}" destId="{84614410-291A-42BD-A133-700E51B5A26D}" srcOrd="0" destOrd="0" presId="urn:microsoft.com/office/officeart/2005/8/layout/hierarchy4"/>
    <dgm:cxn modelId="{4CCBD672-7F14-47B6-A212-9DCBF218FE7A}" srcId="{132E5B54-A4E6-4F95-8765-8F6B96E1B39C}" destId="{2C5D7BB6-950F-41D6-9710-3AC7B5E52F61}" srcOrd="0" destOrd="0" parTransId="{27E01BF7-0C67-41F5-94F1-96B9968907B5}" sibTransId="{13A10612-C873-442B-879E-630B76082FD4}"/>
    <dgm:cxn modelId="{543D9182-CC6D-447F-A0D3-224341456E7B}" type="presOf" srcId="{132E5B54-A4E6-4F95-8765-8F6B96E1B39C}" destId="{CEDAD749-827A-47C3-AA29-C91572DDEAB8}" srcOrd="0" destOrd="0" presId="urn:microsoft.com/office/officeart/2005/8/layout/hierarchy4"/>
    <dgm:cxn modelId="{2AD3FF8B-B00B-4895-BAF0-BD5DB5237EEA}" srcId="{2C5D7BB6-950F-41D6-9710-3AC7B5E52F61}" destId="{EB2ADC6F-A87A-4E5A-8B4A-416E84E44F79}" srcOrd="1" destOrd="0" parTransId="{19807A10-C60C-4652-A864-D55AFA08D206}" sibTransId="{F8F9AC94-BCF3-454C-9E6F-64810E3A812D}"/>
    <dgm:cxn modelId="{81A0D5CE-486F-4530-AD73-3D2C22CCA382}" type="presOf" srcId="{2C5D7BB6-950F-41D6-9710-3AC7B5E52F61}" destId="{0122166D-6B7E-4984-9A44-43FB7D157D40}" srcOrd="0" destOrd="0" presId="urn:microsoft.com/office/officeart/2005/8/layout/hierarchy4"/>
    <dgm:cxn modelId="{F3119DD4-3DDA-4AED-A2C2-685C70AF8978}" type="presOf" srcId="{EB2ADC6F-A87A-4E5A-8B4A-416E84E44F79}" destId="{D31FA2F5-C50B-45FB-BF76-3AF57923E70A}" srcOrd="0" destOrd="0" presId="urn:microsoft.com/office/officeart/2005/8/layout/hierarchy4"/>
    <dgm:cxn modelId="{27B200DF-9D05-4924-9C66-C95FD7CBC663}" srcId="{2C5D7BB6-950F-41D6-9710-3AC7B5E52F61}" destId="{AEAAD91F-F232-4292-A493-04DA53D0ECEC}" srcOrd="0" destOrd="0" parTransId="{6B48FA78-66B5-453C-9457-2CDD055C788B}" sibTransId="{DE7CC2C8-7E30-41EA-B396-464C9BFD57F8}"/>
    <dgm:cxn modelId="{2FA16AF5-AB89-48A4-A389-B089B0512D98}" type="presOf" srcId="{A875EC6B-8273-42CB-8A93-0BB7159F7054}" destId="{C6BAC3AD-5CEB-43CE-8A65-F36EC2E676E6}" srcOrd="0" destOrd="0" presId="urn:microsoft.com/office/officeart/2005/8/layout/hierarchy4"/>
    <dgm:cxn modelId="{F169AAFC-5264-4F62-A0E2-94E787CDB472}" srcId="{2C5D7BB6-950F-41D6-9710-3AC7B5E52F61}" destId="{A875EC6B-8273-42CB-8A93-0BB7159F7054}" srcOrd="3" destOrd="0" parTransId="{AAA432AB-5634-4BDB-807F-0DA9A7590E00}" sibTransId="{944543D8-EAA4-498C-BDF1-9D85A490FFA1}"/>
    <dgm:cxn modelId="{DB9A1081-0656-492F-A52A-8BEE3C0CCB68}" type="presParOf" srcId="{CEDAD749-827A-47C3-AA29-C91572DDEAB8}" destId="{74CBD8C3-BA94-44F8-8834-E3E0EC341EF5}" srcOrd="0" destOrd="0" presId="urn:microsoft.com/office/officeart/2005/8/layout/hierarchy4"/>
    <dgm:cxn modelId="{256E48E2-317B-4CF6-A97D-5152CE3ED3DE}" type="presParOf" srcId="{74CBD8C3-BA94-44F8-8834-E3E0EC341EF5}" destId="{0122166D-6B7E-4984-9A44-43FB7D157D40}" srcOrd="0" destOrd="0" presId="urn:microsoft.com/office/officeart/2005/8/layout/hierarchy4"/>
    <dgm:cxn modelId="{58FC173A-9640-4E7B-AE71-F506BE0782F6}" type="presParOf" srcId="{74CBD8C3-BA94-44F8-8834-E3E0EC341EF5}" destId="{B0350046-3EB5-4E19-B8BB-4DA3C71A52AF}" srcOrd="1" destOrd="0" presId="urn:microsoft.com/office/officeart/2005/8/layout/hierarchy4"/>
    <dgm:cxn modelId="{86797CCD-4CAF-4910-B227-ABFD28CB51D7}" type="presParOf" srcId="{74CBD8C3-BA94-44F8-8834-E3E0EC341EF5}" destId="{DD1B6BD5-F56C-4E34-B245-2CA6F8A59E6C}" srcOrd="2" destOrd="0" presId="urn:microsoft.com/office/officeart/2005/8/layout/hierarchy4"/>
    <dgm:cxn modelId="{68DD8808-913B-4EBC-B03B-85F27E34D56A}" type="presParOf" srcId="{DD1B6BD5-F56C-4E34-B245-2CA6F8A59E6C}" destId="{BEB6678F-097F-41D4-B9CE-BE5C299904E3}" srcOrd="0" destOrd="0" presId="urn:microsoft.com/office/officeart/2005/8/layout/hierarchy4"/>
    <dgm:cxn modelId="{102D4AB6-AEF0-4E31-9EAA-0F80FB464D46}" type="presParOf" srcId="{BEB6678F-097F-41D4-B9CE-BE5C299904E3}" destId="{84614410-291A-42BD-A133-700E51B5A26D}" srcOrd="0" destOrd="0" presId="urn:microsoft.com/office/officeart/2005/8/layout/hierarchy4"/>
    <dgm:cxn modelId="{810D75B1-0DCE-4DE4-AF00-B1EBD445FA34}" type="presParOf" srcId="{BEB6678F-097F-41D4-B9CE-BE5C299904E3}" destId="{097302B1-638D-4B20-8F38-B0EC9FDFE240}" srcOrd="1" destOrd="0" presId="urn:microsoft.com/office/officeart/2005/8/layout/hierarchy4"/>
    <dgm:cxn modelId="{4FCF6C42-2E93-4B78-8C43-58A63A19C1E8}" type="presParOf" srcId="{DD1B6BD5-F56C-4E34-B245-2CA6F8A59E6C}" destId="{D8CEC741-E748-468D-BCA9-00ED792DE106}" srcOrd="1" destOrd="0" presId="urn:microsoft.com/office/officeart/2005/8/layout/hierarchy4"/>
    <dgm:cxn modelId="{826527A5-0943-43A1-B817-F11ECBE989D6}" type="presParOf" srcId="{DD1B6BD5-F56C-4E34-B245-2CA6F8A59E6C}" destId="{A8B3E770-85CC-45EB-A254-14AE28B9C00F}" srcOrd="2" destOrd="0" presId="urn:microsoft.com/office/officeart/2005/8/layout/hierarchy4"/>
    <dgm:cxn modelId="{8C94F65B-6D98-439E-B1E6-B6288DDDBA8A}" type="presParOf" srcId="{A8B3E770-85CC-45EB-A254-14AE28B9C00F}" destId="{D31FA2F5-C50B-45FB-BF76-3AF57923E70A}" srcOrd="0" destOrd="0" presId="urn:microsoft.com/office/officeart/2005/8/layout/hierarchy4"/>
    <dgm:cxn modelId="{1793F2BC-AD95-4EBC-8633-4718AD24D37D}" type="presParOf" srcId="{A8B3E770-85CC-45EB-A254-14AE28B9C00F}" destId="{0DDE4659-C677-45C5-A05E-1DEC1DA70B43}" srcOrd="1" destOrd="0" presId="urn:microsoft.com/office/officeart/2005/8/layout/hierarchy4"/>
    <dgm:cxn modelId="{8BCE84C7-35E7-489C-9D91-4D17B8BBD874}" type="presParOf" srcId="{DD1B6BD5-F56C-4E34-B245-2CA6F8A59E6C}" destId="{A9EDF2C9-616A-4C89-BB05-98F1DDC7771F}" srcOrd="3" destOrd="0" presId="urn:microsoft.com/office/officeart/2005/8/layout/hierarchy4"/>
    <dgm:cxn modelId="{CEE6BD9F-F001-48A9-BE30-84BD1A4A57A2}" type="presParOf" srcId="{DD1B6BD5-F56C-4E34-B245-2CA6F8A59E6C}" destId="{FC30440E-9EA5-485D-8789-1AEAF345929A}" srcOrd="4" destOrd="0" presId="urn:microsoft.com/office/officeart/2005/8/layout/hierarchy4"/>
    <dgm:cxn modelId="{99B005CB-3ABE-4030-8BDE-F4C10D89BA25}" type="presParOf" srcId="{FC30440E-9EA5-485D-8789-1AEAF345929A}" destId="{7595275C-F4FA-49EF-9D00-1A1A82E03608}" srcOrd="0" destOrd="0" presId="urn:microsoft.com/office/officeart/2005/8/layout/hierarchy4"/>
    <dgm:cxn modelId="{F290C6D4-4E59-4C70-985E-DD38BE266A41}" type="presParOf" srcId="{FC30440E-9EA5-485D-8789-1AEAF345929A}" destId="{DC4650D3-72DC-4737-8221-45162DCDE2EF}" srcOrd="1" destOrd="0" presId="urn:microsoft.com/office/officeart/2005/8/layout/hierarchy4"/>
    <dgm:cxn modelId="{F910355C-1DDC-4B93-91F2-59BB67BEEFC4}" type="presParOf" srcId="{DD1B6BD5-F56C-4E34-B245-2CA6F8A59E6C}" destId="{70BC81DF-8E6B-4B0A-AF81-8F6D34154808}" srcOrd="5" destOrd="0" presId="urn:microsoft.com/office/officeart/2005/8/layout/hierarchy4"/>
    <dgm:cxn modelId="{18F9793E-71CC-479E-8251-D13944A6CA18}" type="presParOf" srcId="{DD1B6BD5-F56C-4E34-B245-2CA6F8A59E6C}" destId="{A1148CA7-13D0-4963-928D-0137DB47D032}" srcOrd="6" destOrd="0" presId="urn:microsoft.com/office/officeart/2005/8/layout/hierarchy4"/>
    <dgm:cxn modelId="{C2BF1C42-1896-4814-8BDF-9B626BAE1223}" type="presParOf" srcId="{A1148CA7-13D0-4963-928D-0137DB47D032}" destId="{C6BAC3AD-5CEB-43CE-8A65-F36EC2E676E6}" srcOrd="0" destOrd="0" presId="urn:microsoft.com/office/officeart/2005/8/layout/hierarchy4"/>
    <dgm:cxn modelId="{4229ACBF-AFD3-417C-A7FB-D414D1AC8E15}" type="presParOf" srcId="{A1148CA7-13D0-4963-928D-0137DB47D032}" destId="{7FC56F87-7D10-4808-BF43-9EEE0ACF760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6F715-E836-4F2C-88BD-737A1C9A02DB}">
      <dsp:nvSpPr>
        <dsp:cNvPr id="0" name=""/>
        <dsp:cNvSpPr/>
      </dsp:nvSpPr>
      <dsp:spPr>
        <a:xfrm>
          <a:off x="1029546" y="2709333"/>
          <a:ext cx="2198461" cy="19304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99230" y="0"/>
              </a:lnTo>
              <a:lnTo>
                <a:pt x="1099230" y="1930400"/>
              </a:lnTo>
              <a:lnTo>
                <a:pt x="2198461" y="1930400"/>
              </a:lnTo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000" kern="1200"/>
        </a:p>
      </dsp:txBody>
      <dsp:txXfrm>
        <a:off x="2055635" y="3601391"/>
        <a:ext cx="146284" cy="146284"/>
      </dsp:txXfrm>
    </dsp:sp>
    <dsp:sp modelId="{159B7B63-1BEA-424C-AF0B-EBE0B2F36F84}">
      <dsp:nvSpPr>
        <dsp:cNvPr id="0" name=""/>
        <dsp:cNvSpPr/>
      </dsp:nvSpPr>
      <dsp:spPr>
        <a:xfrm>
          <a:off x="1029546" y="2709333"/>
          <a:ext cx="2198461" cy="643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99230" y="0"/>
              </a:lnTo>
              <a:lnTo>
                <a:pt x="1099230" y="643466"/>
              </a:lnTo>
              <a:lnTo>
                <a:pt x="2198461" y="643466"/>
              </a:lnTo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800" kern="1200"/>
        </a:p>
      </dsp:txBody>
      <dsp:txXfrm>
        <a:off x="2071510" y="2973799"/>
        <a:ext cx="114534" cy="114534"/>
      </dsp:txXfrm>
    </dsp:sp>
    <dsp:sp modelId="{87460946-61C6-45C1-9541-CB6CA36430D1}">
      <dsp:nvSpPr>
        <dsp:cNvPr id="0" name=""/>
        <dsp:cNvSpPr/>
      </dsp:nvSpPr>
      <dsp:spPr>
        <a:xfrm>
          <a:off x="1029546" y="2065866"/>
          <a:ext cx="2198461" cy="643466"/>
        </a:xfrm>
        <a:custGeom>
          <a:avLst/>
          <a:gdLst/>
          <a:ahLst/>
          <a:cxnLst/>
          <a:rect l="0" t="0" r="0" b="0"/>
          <a:pathLst>
            <a:path>
              <a:moveTo>
                <a:pt x="0" y="643466"/>
              </a:moveTo>
              <a:lnTo>
                <a:pt x="1099230" y="643466"/>
              </a:lnTo>
              <a:lnTo>
                <a:pt x="1099230" y="0"/>
              </a:lnTo>
              <a:lnTo>
                <a:pt x="2198461" y="0"/>
              </a:lnTo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800" kern="1200"/>
        </a:p>
      </dsp:txBody>
      <dsp:txXfrm>
        <a:off x="2071510" y="2330332"/>
        <a:ext cx="114534" cy="114534"/>
      </dsp:txXfrm>
    </dsp:sp>
    <dsp:sp modelId="{51A96850-1E5A-4DA0-8934-28F877C2B1AE}">
      <dsp:nvSpPr>
        <dsp:cNvPr id="0" name=""/>
        <dsp:cNvSpPr/>
      </dsp:nvSpPr>
      <dsp:spPr>
        <a:xfrm>
          <a:off x="1029546" y="778933"/>
          <a:ext cx="2198461" cy="1930400"/>
        </a:xfrm>
        <a:custGeom>
          <a:avLst/>
          <a:gdLst/>
          <a:ahLst/>
          <a:cxnLst/>
          <a:rect l="0" t="0" r="0" b="0"/>
          <a:pathLst>
            <a:path>
              <a:moveTo>
                <a:pt x="0" y="1930400"/>
              </a:moveTo>
              <a:lnTo>
                <a:pt x="1099230" y="1930400"/>
              </a:lnTo>
              <a:lnTo>
                <a:pt x="1099230" y="0"/>
              </a:lnTo>
              <a:lnTo>
                <a:pt x="2198461" y="0"/>
              </a:lnTo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000" kern="1200"/>
        </a:p>
      </dsp:txBody>
      <dsp:txXfrm>
        <a:off x="2055635" y="1670991"/>
        <a:ext cx="146284" cy="146284"/>
      </dsp:txXfrm>
    </dsp:sp>
    <dsp:sp modelId="{36AD47D3-6325-4646-A5AA-F3DE311A12FE}">
      <dsp:nvSpPr>
        <dsp:cNvPr id="0" name=""/>
        <dsp:cNvSpPr/>
      </dsp:nvSpPr>
      <dsp:spPr>
        <a:xfrm rot="16200000">
          <a:off x="-2194560" y="2194560"/>
          <a:ext cx="5418667" cy="10295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/>
            <a:t>Contenido</a:t>
          </a:r>
          <a:endParaRPr lang="es-ES" sz="6500" kern="1200" dirty="0"/>
        </a:p>
      </dsp:txBody>
      <dsp:txXfrm>
        <a:off x="-2194560" y="2194560"/>
        <a:ext cx="5418667" cy="1029546"/>
      </dsp:txXfrm>
    </dsp:sp>
    <dsp:sp modelId="{EB6DB39D-9247-4E2A-B161-FEDF256E7302}">
      <dsp:nvSpPr>
        <dsp:cNvPr id="0" name=""/>
        <dsp:cNvSpPr/>
      </dsp:nvSpPr>
      <dsp:spPr>
        <a:xfrm>
          <a:off x="3228008" y="264160"/>
          <a:ext cx="3376913" cy="102954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Unidad 1:</a:t>
          </a:r>
          <a:r>
            <a:rPr lang="es-ES" sz="2300" kern="1200" dirty="0"/>
            <a:t> Ecuaciones lineales y cuadráticas</a:t>
          </a:r>
        </a:p>
      </dsp:txBody>
      <dsp:txXfrm>
        <a:off x="3228008" y="264160"/>
        <a:ext cx="3376913" cy="1029546"/>
      </dsp:txXfrm>
    </dsp:sp>
    <dsp:sp modelId="{EEF594E9-57F7-40E3-A72E-DEC433FE02C0}">
      <dsp:nvSpPr>
        <dsp:cNvPr id="0" name=""/>
        <dsp:cNvSpPr/>
      </dsp:nvSpPr>
      <dsp:spPr>
        <a:xfrm>
          <a:off x="3228008" y="1551093"/>
          <a:ext cx="3376913" cy="102954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Unidad 2: </a:t>
          </a:r>
          <a:r>
            <a:rPr lang="es-ES" sz="2300" kern="1200" dirty="0"/>
            <a:t>Funciones</a:t>
          </a:r>
        </a:p>
      </dsp:txBody>
      <dsp:txXfrm>
        <a:off x="3228008" y="1551093"/>
        <a:ext cx="3376913" cy="1029546"/>
      </dsp:txXfrm>
    </dsp:sp>
    <dsp:sp modelId="{6C83C54C-8F26-4402-8B7D-70D8DFD4E403}">
      <dsp:nvSpPr>
        <dsp:cNvPr id="0" name=""/>
        <dsp:cNvSpPr/>
      </dsp:nvSpPr>
      <dsp:spPr>
        <a:xfrm>
          <a:off x="3228008" y="2838026"/>
          <a:ext cx="3376913" cy="102954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Unidad 3: </a:t>
          </a:r>
          <a:r>
            <a:rPr lang="es-ES" sz="2300" kern="1200" dirty="0"/>
            <a:t>Sistemas de ecuaciones</a:t>
          </a:r>
        </a:p>
      </dsp:txBody>
      <dsp:txXfrm>
        <a:off x="3228008" y="2838026"/>
        <a:ext cx="3376913" cy="1029546"/>
      </dsp:txXfrm>
    </dsp:sp>
    <dsp:sp modelId="{FD967B09-0791-4E07-B379-7266753997EE}">
      <dsp:nvSpPr>
        <dsp:cNvPr id="0" name=""/>
        <dsp:cNvSpPr/>
      </dsp:nvSpPr>
      <dsp:spPr>
        <a:xfrm>
          <a:off x="3228008" y="4124960"/>
          <a:ext cx="3376913" cy="1029546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Unidad 4: </a:t>
          </a:r>
          <a:r>
            <a:rPr lang="es-ES" sz="2300" kern="1200" dirty="0"/>
            <a:t>Ecuaciones exponenciales y logarítmicas</a:t>
          </a:r>
        </a:p>
      </dsp:txBody>
      <dsp:txXfrm>
        <a:off x="3228008" y="4124960"/>
        <a:ext cx="3376913" cy="10295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08905-31A5-474F-BF14-0D38E406D9FC}">
      <dsp:nvSpPr>
        <dsp:cNvPr id="0" name=""/>
        <dsp:cNvSpPr/>
      </dsp:nvSpPr>
      <dsp:spPr>
        <a:xfrm>
          <a:off x="5570805" y="2629507"/>
          <a:ext cx="4363089" cy="5048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10"/>
              </a:lnTo>
              <a:lnTo>
                <a:pt x="4363089" y="252410"/>
              </a:lnTo>
              <a:lnTo>
                <a:pt x="4363089" y="504820"/>
              </a:lnTo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</dsp:sp>
    <dsp:sp modelId="{9D232D01-552E-49A6-8071-D0A35C0D1217}">
      <dsp:nvSpPr>
        <dsp:cNvPr id="0" name=""/>
        <dsp:cNvSpPr/>
      </dsp:nvSpPr>
      <dsp:spPr>
        <a:xfrm>
          <a:off x="5570805" y="2629507"/>
          <a:ext cx="1454363" cy="5048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10"/>
              </a:lnTo>
              <a:lnTo>
                <a:pt x="1454363" y="252410"/>
              </a:lnTo>
              <a:lnTo>
                <a:pt x="1454363" y="504820"/>
              </a:lnTo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</dsp:sp>
    <dsp:sp modelId="{22A4BEA0-5080-4B73-A06F-B20A2F2FEBE0}">
      <dsp:nvSpPr>
        <dsp:cNvPr id="0" name=""/>
        <dsp:cNvSpPr/>
      </dsp:nvSpPr>
      <dsp:spPr>
        <a:xfrm>
          <a:off x="4116442" y="2629507"/>
          <a:ext cx="1454363" cy="504820"/>
        </a:xfrm>
        <a:custGeom>
          <a:avLst/>
          <a:gdLst/>
          <a:ahLst/>
          <a:cxnLst/>
          <a:rect l="0" t="0" r="0" b="0"/>
          <a:pathLst>
            <a:path>
              <a:moveTo>
                <a:pt x="1454363" y="0"/>
              </a:moveTo>
              <a:lnTo>
                <a:pt x="1454363" y="252410"/>
              </a:lnTo>
              <a:lnTo>
                <a:pt x="0" y="252410"/>
              </a:lnTo>
              <a:lnTo>
                <a:pt x="0" y="504820"/>
              </a:lnTo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</dsp:sp>
    <dsp:sp modelId="{F6634123-1BAD-4C83-AE9A-894CEB0EC5BD}">
      <dsp:nvSpPr>
        <dsp:cNvPr id="0" name=""/>
        <dsp:cNvSpPr/>
      </dsp:nvSpPr>
      <dsp:spPr>
        <a:xfrm>
          <a:off x="1207716" y="2629507"/>
          <a:ext cx="4363089" cy="504820"/>
        </a:xfrm>
        <a:custGeom>
          <a:avLst/>
          <a:gdLst/>
          <a:ahLst/>
          <a:cxnLst/>
          <a:rect l="0" t="0" r="0" b="0"/>
          <a:pathLst>
            <a:path>
              <a:moveTo>
                <a:pt x="4363089" y="0"/>
              </a:moveTo>
              <a:lnTo>
                <a:pt x="4363089" y="252410"/>
              </a:lnTo>
              <a:lnTo>
                <a:pt x="0" y="252410"/>
              </a:lnTo>
              <a:lnTo>
                <a:pt x="0" y="504820"/>
              </a:lnTo>
            </a:path>
          </a:pathLst>
        </a:custGeom>
        <a:noFill/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</dsp:sp>
    <dsp:sp modelId="{08DC849B-7FB9-4BB7-B84E-4BFB031077F2}">
      <dsp:nvSpPr>
        <dsp:cNvPr id="0" name=""/>
        <dsp:cNvSpPr/>
      </dsp:nvSpPr>
      <dsp:spPr>
        <a:xfrm>
          <a:off x="4368852" y="1427554"/>
          <a:ext cx="2403905" cy="120195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Método de evaluación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Seguimiento 70%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Final 30%</a:t>
          </a:r>
        </a:p>
      </dsp:txBody>
      <dsp:txXfrm>
        <a:off x="4368852" y="1427554"/>
        <a:ext cx="2403905" cy="1201952"/>
      </dsp:txXfrm>
    </dsp:sp>
    <dsp:sp modelId="{D025AA9A-88C4-48C6-859A-8166A19A1D62}">
      <dsp:nvSpPr>
        <dsp:cNvPr id="0" name=""/>
        <dsp:cNvSpPr/>
      </dsp:nvSpPr>
      <dsp:spPr>
        <a:xfrm>
          <a:off x="5763" y="3134328"/>
          <a:ext cx="2403905" cy="1201952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Seguimiento 1 (40%)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Unidad 1: </a:t>
          </a:r>
          <a:r>
            <a:rPr lang="es-ES" sz="1400" b="0" kern="1200" dirty="0"/>
            <a:t>Ecuaciones lineales y cuadráticas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Taller 1 (15%)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Examen 1 (25%)</a:t>
          </a:r>
        </a:p>
      </dsp:txBody>
      <dsp:txXfrm>
        <a:off x="5763" y="3134328"/>
        <a:ext cx="2403905" cy="1201952"/>
      </dsp:txXfrm>
    </dsp:sp>
    <dsp:sp modelId="{BF4D3709-DB7C-4F8E-9CD4-39BBC0D46A52}">
      <dsp:nvSpPr>
        <dsp:cNvPr id="0" name=""/>
        <dsp:cNvSpPr/>
      </dsp:nvSpPr>
      <dsp:spPr>
        <a:xfrm>
          <a:off x="2914489" y="3134328"/>
          <a:ext cx="2403905" cy="1201952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Seguimiento 2 (40%)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Unidad 2: </a:t>
          </a:r>
          <a:r>
            <a:rPr lang="es-ES" sz="1400" b="0" kern="1200" dirty="0"/>
            <a:t>Funciones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Taller 2 (15%)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Examen 2 (25%)</a:t>
          </a:r>
          <a:endParaRPr lang="es-CO" sz="1400" b="0" kern="1200" dirty="0"/>
        </a:p>
      </dsp:txBody>
      <dsp:txXfrm>
        <a:off x="2914489" y="3134328"/>
        <a:ext cx="2403905" cy="1201952"/>
      </dsp:txXfrm>
    </dsp:sp>
    <dsp:sp modelId="{B61A834E-ABCA-424B-8C43-6B37F5E0AAF1}">
      <dsp:nvSpPr>
        <dsp:cNvPr id="0" name=""/>
        <dsp:cNvSpPr/>
      </dsp:nvSpPr>
      <dsp:spPr>
        <a:xfrm>
          <a:off x="5823215" y="3134328"/>
          <a:ext cx="2403905" cy="1201952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Seguimiento 3: (20%)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Unidad 3:  </a:t>
          </a:r>
          <a:r>
            <a:rPr lang="es-ES" sz="1400" b="0" kern="1200" dirty="0"/>
            <a:t>Sistemas de ecuaciones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Taller 3 (20%)</a:t>
          </a:r>
        </a:p>
      </dsp:txBody>
      <dsp:txXfrm>
        <a:off x="5823215" y="3134328"/>
        <a:ext cx="2403905" cy="1201952"/>
      </dsp:txXfrm>
    </dsp:sp>
    <dsp:sp modelId="{89247660-4ED5-4B72-AC6C-4DA561B0787E}">
      <dsp:nvSpPr>
        <dsp:cNvPr id="0" name=""/>
        <dsp:cNvSpPr/>
      </dsp:nvSpPr>
      <dsp:spPr>
        <a:xfrm>
          <a:off x="8731941" y="3134328"/>
          <a:ext cx="2403905" cy="1201952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Examen Final (100%)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Unidad 4: </a:t>
          </a:r>
          <a:r>
            <a:rPr lang="es-ES" sz="1400" b="0" kern="1200" dirty="0"/>
            <a:t>Sistemas de ecuaciones, ecuaciones exponenciales y logarítmicas</a:t>
          </a:r>
        </a:p>
      </dsp:txBody>
      <dsp:txXfrm>
        <a:off x="8731941" y="3134328"/>
        <a:ext cx="2403905" cy="12019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2166D-6B7E-4984-9A44-43FB7D157D40}">
      <dsp:nvSpPr>
        <dsp:cNvPr id="0" name=""/>
        <dsp:cNvSpPr/>
      </dsp:nvSpPr>
      <dsp:spPr>
        <a:xfrm>
          <a:off x="3151" y="1"/>
          <a:ext cx="9748027" cy="19218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b="1" kern="1200" dirty="0"/>
            <a:t>Conocimientos básicos</a:t>
          </a:r>
        </a:p>
      </dsp:txBody>
      <dsp:txXfrm>
        <a:off x="59441" y="56291"/>
        <a:ext cx="9635447" cy="1809319"/>
      </dsp:txXfrm>
    </dsp:sp>
    <dsp:sp modelId="{84614410-291A-42BD-A133-700E51B5A26D}">
      <dsp:nvSpPr>
        <dsp:cNvPr id="0" name=""/>
        <dsp:cNvSpPr/>
      </dsp:nvSpPr>
      <dsp:spPr>
        <a:xfrm>
          <a:off x="1575" y="2178010"/>
          <a:ext cx="2292574" cy="1921899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Conjuntos numéricos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- </a:t>
          </a:r>
          <a:r>
            <a:rPr lang="es-ES" sz="1400" b="0" kern="1200" dirty="0"/>
            <a:t>Naturales</a:t>
          </a:r>
          <a:br>
            <a:rPr lang="es-ES" sz="1400" b="0" kern="1200" dirty="0"/>
          </a:br>
          <a:r>
            <a:rPr lang="es-ES" sz="1400" b="0" kern="1200" dirty="0"/>
            <a:t>- Enteros</a:t>
          </a:r>
          <a:br>
            <a:rPr lang="es-ES" sz="1400" b="0" kern="1200" dirty="0"/>
          </a:br>
          <a:r>
            <a:rPr lang="es-ES" sz="1400" b="0" kern="1200" dirty="0"/>
            <a:t>- Fraccionarios</a:t>
          </a:r>
          <a:br>
            <a:rPr lang="es-ES" sz="1400" b="0" kern="1200" dirty="0"/>
          </a:br>
          <a:r>
            <a:rPr lang="es-ES" sz="1400" b="0" kern="1200" dirty="0"/>
            <a:t>- Decimales</a:t>
          </a:r>
          <a:br>
            <a:rPr lang="es-ES" sz="1400" b="0" kern="1200" dirty="0"/>
          </a:br>
          <a:endParaRPr lang="es-ES" sz="1400" b="0" kern="1200" dirty="0"/>
        </a:p>
      </dsp:txBody>
      <dsp:txXfrm>
        <a:off x="57865" y="2234300"/>
        <a:ext cx="2179994" cy="1809319"/>
      </dsp:txXfrm>
    </dsp:sp>
    <dsp:sp modelId="{D31FA2F5-C50B-45FB-BF76-3AF57923E70A}">
      <dsp:nvSpPr>
        <dsp:cNvPr id="0" name=""/>
        <dsp:cNvSpPr/>
      </dsp:nvSpPr>
      <dsp:spPr>
        <a:xfrm>
          <a:off x="2486726" y="2178010"/>
          <a:ext cx="2292574" cy="1921899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Operaciones combinadas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- Jerarquía</a:t>
          </a:r>
          <a:br>
            <a:rPr lang="es-ES" sz="1400" b="0" kern="1200" dirty="0"/>
          </a:br>
          <a:r>
            <a:rPr lang="es-ES" sz="1400" b="0" kern="1200" dirty="0"/>
            <a:t>- Signos de agrupación</a:t>
          </a:r>
          <a:endParaRPr lang="es-MX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b="1" kern="1200" dirty="0"/>
        </a:p>
      </dsp:txBody>
      <dsp:txXfrm>
        <a:off x="2543016" y="2234300"/>
        <a:ext cx="2179994" cy="1809319"/>
      </dsp:txXfrm>
    </dsp:sp>
    <dsp:sp modelId="{7595275C-F4FA-49EF-9D00-1A1A82E03608}">
      <dsp:nvSpPr>
        <dsp:cNvPr id="0" name=""/>
        <dsp:cNvSpPr/>
      </dsp:nvSpPr>
      <dsp:spPr>
        <a:xfrm>
          <a:off x="4971877" y="2178010"/>
          <a:ext cx="2292574" cy="1921899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Lenguaje algebraico </a:t>
          </a:r>
        </a:p>
      </dsp:txBody>
      <dsp:txXfrm>
        <a:off x="5028167" y="2234300"/>
        <a:ext cx="2179994" cy="1809319"/>
      </dsp:txXfrm>
    </dsp:sp>
    <dsp:sp modelId="{C6BAC3AD-5CEB-43CE-8A65-F36EC2E676E6}">
      <dsp:nvSpPr>
        <dsp:cNvPr id="0" name=""/>
        <dsp:cNvSpPr/>
      </dsp:nvSpPr>
      <dsp:spPr>
        <a:xfrm>
          <a:off x="7457028" y="2178010"/>
          <a:ext cx="2292574" cy="1921899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Propiedades de la suma y la multiplicación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- Conmutativa</a:t>
          </a:r>
          <a:br>
            <a:rPr lang="es-ES" sz="1400" b="0" kern="1200" dirty="0"/>
          </a:br>
          <a:r>
            <a:rPr lang="es-ES" sz="1400" b="0" kern="1200" dirty="0"/>
            <a:t>- Asociativa</a:t>
          </a:r>
          <a:br>
            <a:rPr lang="es-ES" sz="1400" b="0" kern="1200" dirty="0"/>
          </a:br>
          <a:r>
            <a:rPr lang="es-ES" sz="1400" b="0" kern="1200" dirty="0"/>
            <a:t>- Uniforme</a:t>
          </a:r>
          <a:br>
            <a:rPr lang="es-ES" sz="1400" b="0" kern="1200" dirty="0"/>
          </a:br>
          <a:r>
            <a:rPr lang="es-ES" sz="1400" b="0" kern="1200" dirty="0"/>
            <a:t>-Distributiva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b="1" kern="1200" dirty="0"/>
        </a:p>
      </dsp:txBody>
      <dsp:txXfrm>
        <a:off x="7513318" y="2234300"/>
        <a:ext cx="2179994" cy="18093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2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smazom@escolme.edu.c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43314" y="2510971"/>
            <a:ext cx="7852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dirty="0">
                <a:solidFill>
                  <a:schemeClr val="bg1"/>
                </a:solidFill>
              </a:rPr>
              <a:t>NIVELATORIO CIENCIAS BÁSICAS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Mg. Silvana Mazo Muñoz</a:t>
            </a:r>
          </a:p>
          <a:p>
            <a:pPr algn="ctr"/>
            <a:r>
              <a:rPr lang="es-CO" sz="3200">
                <a:solidFill>
                  <a:schemeClr val="bg1"/>
                </a:solidFill>
              </a:rPr>
              <a:t>smazom@escolme.edu.co</a:t>
            </a:r>
            <a:endParaRPr lang="es-CO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9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48929" y="629266"/>
            <a:ext cx="3505495" cy="1622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MATEMÁTICAS OPERATIVAS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5BE46B-3346-4CB8-97E9-16965E16C3C7}"/>
              </a:ext>
            </a:extLst>
          </p:cNvPr>
          <p:cNvSpPr txBox="1"/>
          <p:nvPr/>
        </p:nvSpPr>
        <p:spPr>
          <a:xfrm>
            <a:off x="648931" y="2438401"/>
            <a:ext cx="3505494" cy="32663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3200" dirty="0"/>
              <a:t>Desarrollar habilidades y destrezas operacionales respecto a los conceptos y principios básicos de los diferentes tipos de ecuaciones para ser aplicados en el desarrollo profesional.</a:t>
            </a:r>
            <a:endParaRPr lang="en-US" sz="3200" dirty="0"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ortafolio Samuel Quintero IU Pascual Bravo: Matemáticas Operativas">
            <a:extLst>
              <a:ext uri="{FF2B5EF4-FFF2-40B4-BE49-F238E27FC236}">
                <a16:creationId xmlns:a16="http://schemas.microsoft.com/office/drawing/2014/main" id="{E13B8C1C-DCC2-4416-A4B9-EAE8CA8AB4E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506" y="742458"/>
            <a:ext cx="5022043" cy="548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07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634388200"/>
              </p:ext>
            </p:extLst>
          </p:nvPr>
        </p:nvGraphicFramePr>
        <p:xfrm>
          <a:off x="2468098" y="83220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848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4245592840"/>
              </p:ext>
            </p:extLst>
          </p:nvPr>
        </p:nvGraphicFramePr>
        <p:xfrm>
          <a:off x="661182" y="608829"/>
          <a:ext cx="11141611" cy="5763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016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4BF476F-2172-3B98-1C53-329A1DE7C8D7}"/>
              </a:ext>
            </a:extLst>
          </p:cNvPr>
          <p:cNvSpPr txBox="1"/>
          <p:nvPr/>
        </p:nvSpPr>
        <p:spPr>
          <a:xfrm>
            <a:off x="678426" y="783092"/>
            <a:ext cx="111940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Aspectos para tener  en cuenta:</a:t>
            </a:r>
          </a:p>
          <a:p>
            <a:endParaRPr lang="es-MX" sz="2400" dirty="0"/>
          </a:p>
          <a:p>
            <a:pPr marL="342900" indent="-342900">
              <a:buAutoNum type="arabicPeriod"/>
            </a:pPr>
            <a:r>
              <a:rPr lang="es-MX" sz="2400" dirty="0"/>
              <a:t>Realizar encuentros sincrónicos los martes de 6:00pm a 8:00pm</a:t>
            </a:r>
          </a:p>
          <a:p>
            <a:pPr marL="342900" indent="-342900">
              <a:buAutoNum type="arabicPeriod"/>
            </a:pPr>
            <a:endParaRPr lang="es-MX" sz="2400" dirty="0"/>
          </a:p>
          <a:p>
            <a:pPr marL="342900" indent="-342900">
              <a:buAutoNum type="arabicPeriod"/>
            </a:pPr>
            <a:r>
              <a:rPr lang="es-MX" sz="2400" dirty="0"/>
              <a:t>Cualquier duda o solicitud de asesoría se realiza a través de la plataforma virtual o el correo institucional </a:t>
            </a:r>
            <a:r>
              <a:rPr lang="es-MX" sz="2400" dirty="0">
                <a:hlinkClick r:id="rId2"/>
              </a:rPr>
              <a:t>smazom@escolme.edu.co</a:t>
            </a:r>
            <a:br>
              <a:rPr lang="es-MX" sz="2400" dirty="0"/>
            </a:br>
            <a:endParaRPr lang="es-MX" sz="2400" dirty="0"/>
          </a:p>
          <a:p>
            <a:pPr marL="342900" indent="-342900">
              <a:buAutoNum type="arabicPeriod"/>
            </a:pPr>
            <a:r>
              <a:rPr lang="es-MX" sz="2400" dirty="0"/>
              <a:t>Los trabajos se deben realizar de forma grupal (3 estudiantes por grupo).</a:t>
            </a:r>
          </a:p>
          <a:p>
            <a:pPr marL="342900" indent="-342900">
              <a:buFontTx/>
              <a:buChar char="-"/>
            </a:pPr>
            <a:r>
              <a:rPr lang="es-MX" sz="2400" dirty="0"/>
              <a:t>Cada participante debe subir el taller.</a:t>
            </a:r>
          </a:p>
          <a:p>
            <a:pPr marL="342900" indent="-342900">
              <a:buFontTx/>
              <a:buChar char="-"/>
            </a:pPr>
            <a:r>
              <a:rPr lang="es-MX" sz="2400" dirty="0"/>
              <a:t>El taller se debe presentar en Word (se puede hacer a mano, tomar foto o escanear y crear el archivo de Word).</a:t>
            </a: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75464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6A231C25-72D7-DE14-9A39-9D6028273C2C}"/>
              </a:ext>
            </a:extLst>
          </p:cNvPr>
          <p:cNvGraphicFramePr/>
          <p:nvPr/>
        </p:nvGraphicFramePr>
        <p:xfrm>
          <a:off x="1428099" y="1120878"/>
          <a:ext cx="9751179" cy="4100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342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45" y="918730"/>
            <a:ext cx="9900000" cy="516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78456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283</Words>
  <Application>Microsoft Office PowerPoint</Application>
  <PresentationFormat>Panorámica</PresentationFormat>
  <Paragraphs>42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Arial</vt:lpstr>
      <vt:lpstr>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Alberto Saavedra Vásquez</dc:creator>
  <cp:lastModifiedBy>HUGO ANDRES ZEA GOMEZ</cp:lastModifiedBy>
  <cp:revision>25</cp:revision>
  <dcterms:created xsi:type="dcterms:W3CDTF">2020-08-09T18:21:07Z</dcterms:created>
  <dcterms:modified xsi:type="dcterms:W3CDTF">2025-10-10T01:41:43Z</dcterms:modified>
</cp:coreProperties>
</file>