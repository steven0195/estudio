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91" r:id="rId4"/>
    <p:sldId id="292" r:id="rId5"/>
    <p:sldId id="295" r:id="rId6"/>
    <p:sldId id="290" r:id="rId7"/>
    <p:sldId id="294" r:id="rId8"/>
    <p:sldId id="293" r:id="rId9"/>
    <p:sldId id="271" r:id="rId10"/>
    <p:sldId id="288" r:id="rId11"/>
    <p:sldId id="273" r:id="rId12"/>
    <p:sldId id="289" r:id="rId13"/>
    <p:sldId id="272" r:id="rId14"/>
    <p:sldId id="274" r:id="rId15"/>
    <p:sldId id="275" r:id="rId16"/>
    <p:sldId id="280" r:id="rId17"/>
    <p:sldId id="277" r:id="rId18"/>
    <p:sldId id="281" r:id="rId19"/>
    <p:sldId id="282" r:id="rId20"/>
    <p:sldId id="285" r:id="rId21"/>
    <p:sldId id="296" r:id="rId22"/>
    <p:sldId id="286" r:id="rId23"/>
    <p:sldId id="287" r:id="rId24"/>
    <p:sldId id="284" r:id="rId25"/>
    <p:sldId id="283" r:id="rId2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20:26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4579 11451 9 0,'0'0'114'15,"0"0"0"-15,0 0-54 16,0 0-41-16,0 0-19 15,0 0 0-15,0 0 9 16,2 0 14-16,-2 0 10 16,2 0 9-16,-2 0-3 15,4 2-13-15,0 4 27 16,3 5-20-16,3-1 1 16,-2 3-16-16,3-3 4 0,-1 1-15 15,-2-1 2-15,1 0-8 16,-1-4 5-16,2 1-6 15,-1-3 2-15,1 1 9 16,0-5-9-16,1 0 15 16,0 0 40-16,0 0-7 15,0-6-24-15,3-5 2 16,-1-2-18-16,2-1 4 16,1-1-4-16,-1 2 3 15,1 1-4-15,-3 2-8 16,1 1 0-16,-5 6-1 15,3 0-1-15,-4 3-6 0,1 0 6 16,5 0 1-16,-1 0 12 16,0 0 9-16,5 3-8 15,0 3-1-15,-3-3-6 16,4 2 1-16,-6-1 0 16,3 0 9-16,-3-2-6 15,-3-2 3-15,4 2 0 16,-3-2 9-16,1 0-9 15,-1 0 0-15,4 0 16 16,3-14 11-16,4-1-11 16,0 0-17-16,1-1-6 15,-5 6-6-15,-3 4-1 16,-5 2-12-16,-2 4-1 16,3 0 5-16,1 0 3 15,1 0 6-15,5 0 0 0,1 0 1 16,2 0 0-16,-4 0-1 15,1 1-1-15,-3 2 1 16,1 0 0-16,-5 0 0 16,1-3 0-16,-1 2 0 15,-1-2 7-15,7 0-6 16,-2 0 7-16,3 0-8 16,2 0 6-16,-2 0-6 15,2 0-9-15,-3 4 8 16,1 0 0-16,-1-1 0 15,-2 1-6-15,-5 1 7 0,2-1-6 16,-1-2 6 0,3 0 0-16,-3-1 0 0,2-1 6 15,1 0-5 1,1 0 7-16,-1 0-2 0,1-3 4 16,1-5-3-16,-3-2 1 15,1 3-8-15,-6 4 0 16,-1 0 0-16,1 3-19 15,0 0 3-15,0 0 1 16,3 0 13-16,3 0-3 16,-3 3 5-16,0-1 0 15,0 2 7-15,0-2-7 16,1-2 1-16,1 0 0 16,-2 0 7-16,3 0 0 0,-4 0-8 15,2 0 6-15,-1 0-5 16,-2 0 1-16,-1 0-2 15,0 0 0-15,-2 0-2 16,3 0 0 0,3 0-4-16,-2 4 5 0,5 4-9 15,2 2-10-15,3 4 4 16,-1 0 7-16,4 0 9 16,2 2 2-16,2-4-1 15,-4-2 5-15,4-4-3 16,2-2 6-16,-2-4-1 15,4 0 5-15,-4 0-1 16,0 0-4-16,-5-8-7 16,-4 0-1-16,-4 4 1 0,-6-1 1 15,-1 5-2-15,-5 0 1 16,0-1 8-16,-2 1-7 16,2 0 12-16,3-3-2 15,-2 3 2-15,3-1 11 16,-2 1 14-16,3-2-10 15,-3 2-13-15,1 0-16 16,0 0-12-16,10 0-71 16,1 6-83-16,-3 4-180 0</inkml:trace>
  <inkml:trace contextRef="#ctx0" brushRef="#br0" timeOffset="5166.7">14907 11787 104 0,'0'0'156'16,"0"0"-119"-16,0 0-29 16,0 0 3-16,0 0 9 15,0 0-2-15,25 0-7 0,-23 0-1 16,-2 0 12-16,0 0 5 15,2 0 9-15,-2 0 5 16,5 0 8-16,-1-4-30 16,6-7-18-16,0 0 6 15,3-3-7-15,4-2 1 16,-2 3-1-16,-1 2 20 16,-2-2 24-16,2 6-13 15,-1-2-12-15,3 5-6 16,0 1-1-16,2 0-12 15,1 3 1-15,4 0-1 16,-1 0 12-16,1 0-11 16,-4 0 8-16,-1 0-8 15,0 6-1-15,-2 3 1 0,-1-3 0 16,1-2 6-16,-3-1-6 16,3-3 8-16,-1 0 3 15,1 0 5-15,1-2-4 16,4-9 4-16,-1-4 1 15,2 1-5-15,-2 0-12 16,-2 2 1-16,-5 2-1 16,1 4-1-16,-3 4-1 15,0 2-11-15,3 0 5 16,-1 0 0-16,3 0 5 16,1 2 1-16,1 4 0 0,2 0 1 15,2-4 1 1,1 0 6-16,2-2 0 0,-4 0 12 15,0 0-3-15,-9 0 5 16,-2 0 5-16,-3 0 6 16,-7 0 1-16,2 0 1 15,0 0-5-15,4-4-18 16,10-4-11-16,29-12-19 16,-5 2-147-16,2-2-162 0</inkml:trace>
  <inkml:trace contextRef="#ctx0" brushRef="#br0" timeOffset="6183.1">19821 11734 2 0,'0'0'343'0,"0"0"-154"15,0 0-118-15,0 0 35 0,0 0-2 16,0 0-13-16,0 0-20 16,0 5 3-16,0-5 0 15,0 0-34-15,0 0-20 16,2 0-13-16,7-2-7 16,1 2-2-16,6 0-14 15,4 0 9-15,2 3-4 16,1 5 10-16,0-2 1 15,-4 1-1-15,-1-6 1 16,-3-1 1-16,-1 0 9 16,-1 0-2-16,1 0 5 15,1 0-4-15,3-9 3 16,0-1-12-16,0 1 0 16,-1 3 0-16,1 6-15 15,1 0-1-15,0 0 5 0,4 0 11 16,-1 3 0-16,3 3 1 15,-4-3-1-15,-2 0 0 16,-4-2 0-16,-6-1 0 16,0 0 1-16,-3 0 0 15,3 0 32-15,5 0-10 16,11-5-10-16,8-12-13 16,13-5-56-16,39-20-109 15,-12 6-117-15,-3 1-100 0</inkml:trace>
  <inkml:trace contextRef="#ctx0" brushRef="#br0" timeOffset="6966.38">23584 11593 289 0,'0'0'189'0,"0"0"-74"15,0 0 63-15,0 0-40 16,0 0-55-16,0 0-18 16,0 0-29-16,11-4-17 15,3 2-18-15,7-1 0 16,6 3-1-16,4 0 0 16,0 5-2-16,1 6 1 0,-6 3-5 15,1-4 5-15,0-1-8 16,0-8 9-16,0-1 0 15,1 0 9-15,1-6-3 16,-2-6 1-16,-5 0-1 16,-9 4-5-16,-3 5 12 15,-8 0 17-15,0 3-4 16,-2-1-4-16,5-4-15 16,3 1-1-16,6-4-6 15,-1 2-33-15,3 0-31 16,1 0-61-16,8-2-99 15,-5 1-14-15,-4-2-248 0</inkml:trace>
  <inkml:trace contextRef="#ctx0" brushRef="#br0" timeOffset="18766.68">7136 12647 299 0,'0'0'131'0,"0"0"-67"15,0 0-30-15,0 0-22 16,0 0-5-16,0 0-7 16,5 0 15-16,-5 0 2 15,2 0-5-15,-2 0-2 16,0 0-10-16,4 0 1 16,3 4 35-16,4 6 1 0,2 0-21 15,1 0-1-15,1-2-2 16,-2-2 5-16,1-2-9 15,-1-2 1-15,1 0 0 16,-1-2 3-16,1 0 3 16,1 0-3-16,1-12-1 15,1-4 2-15,2 0-12 16,-2-2-2-16,-1 2 1 16,-3 5 0-16,-1 2-1 15,-2 5 0-15,-1 4-15 16,3 0-1-16,3 0 3 15,3 4 13-15,2 7 2 16,0 0 8-16,-2-1-10 0,-3 0 6 16,1-4-6-1,-5 2-1-15,-2-4 1 0,0 0 0 16,-2-1 1-16,-3-3 1 16,3 0 13-16,1 0-4 15,4 0-2-15,3-1-8 16,3-6 2-16,3-4-3 15,-2 3-6-15,2 2 5 16,-4 6-12-16,1 0 2 16,-2 0-2-16,1 4-3 15,-1 6 7-15,0 1 9 16,-3-6 1-16,3 1 9 16,-6-2-3-16,4-4 0 0,-3 0 6 15,1 0 2-15,-1 0 3 16,4-10-10-16,1-1-2 15,-1-4-6-15,1 3-7 16,-3 2-6-16,-1 4-4 16,-4 2-3-16,1 2-1 15,1 2 5-15,-4 0 1 16,3 0 9-16,-1 0-1 16,2 0 7-16,-1 5-2 15,1-4 2-15,4 3 0 16,-1-2 0-16,3-1 1 15,-1-1 1-15,6 0 6 16,1 0 1-16,0 0-8 0,-2 0-1 16,1 3-1-16,-6-1 0 15,-1 2 0-15,-1 0-1 16,0-2-4-16,-2 0 6 16,2 2 1-16,1-2-1 15,1 2 1-15,1-2 0 16,-1 0 0-16,2-2 0 15,0 0 7-15,-1 2-7 16,-3-2 1-16,1 0-2 16,-6 3 1-16,3-2-1 15,-1 1 0-15,-2 2-14 16,1 0 14-16,1-2 1 16,0 2 11-16,3-2-5 15,3-2 4-15,2 0 1 0,2 0-2 16,7 0 3-16,0-12-3 15,2 2-9-15,2-2 0 16,-2 2-1-16,0 4 0 16,-3 1-1-16,-3 4-9 15,-3 1-4-15,-1 0 13 16,0 0 0-16,1 0 0 16,-1 0 0-16,0 0 1 15,-1 0-1-15,-1 0 1 16,-3 0 22-16,-3 0 33 15,-3-2 10-15,-5-1 3 16,-1 2 6-16,-2 1-12 16,0 0-18-16,0 0-44 0,0-6-35 15,0 2-114-15,2-2-257 0</inkml:trace>
  <inkml:trace contextRef="#ctx0" brushRef="#br0" timeOffset="39848.58">10374 13997 52 0,'0'0'19'16,"0"0"-19"-16,0 0 0 15,0 0-7-15,10 0 7 16,-5 0 1-16,-3 5-1 16,3 4-3-16,-3 1-7 15,0-1 10-15,1 4 2 16,-1-4 4-16,2 0-6 15,3-5-27-15,-1 0-6 16</inkml:trace>
  <inkml:trace contextRef="#ctx0" brushRef="#br0" timeOffset="40683.37">10374 13997 3 0,'79'36'42'16,"-79"-45"-33"-16,0 6 146 0,0-6-75 15,0 1 19-15,0 2-18 16,0 1 14-16,0-4-27 15,0 2-30-15,0-2 9 16,0 3 2-16,0-2-10 16,0 2-8-16,0 2 6 15,0 1 4-15,2 3-11 16,4 0-25-16,-2 0-5 16,5 0-9-16,1 0 2 15,4 0 5-15,1 3 2 16,4 3 1-16,-1 1-1 15,-3-2 8-15,3-1-8 16,-3 1 9-16,1-4-8 0,-1-1 8 16,-1 0-2-1,-1 0 8-15,6-4-1 0,-2-10-4 16,3 0 9-16,0-2-12 16,2 2-6-16,-1 2-1 15,-1 4 0-15,-3 2-1 16,1 5-9-16,0 1-4 15,-2 0 2-15,-1 0 11 16,-1 0-5-16,-1 1 5 16,3 4 1-16,-3 0 0 15,-2 1 1-15,3-2-1 16,-4-4 1-16,2 0 0 16,-1 0 7-16,2 0 0 0,5-4 6 15,2-12-5 1,4-2-1-16,3-2-7 0,0 0-1 15,-2 4-1-15,-3 6-1 16,-2 4-4-16,-2 2-3 16,-1 4 3-16,1 0-1 15,3 0 7-15,-2 0 0 16,1 1 16-16,3 5-9 16,-4 3 5-16,0-5-11 15,-1 0 15-15,-1-2-1 16,-1 0-14-16,-1-2 7 15,1 0-6-15,2 0 11 16,0 0-12-16,1 0 3 16,-3 0-4-16,3 6-15 0,0 3 6 15,1 2 9-15,3 1 0 16,-1-2 1-16,2 2 0 16,1-4 0-16,0 0 7 15,-2-2-8-15,4-2 7 16,2-4 11-16,0 0 2 15,-4 0 0-15,-2 0 0 16,-6 0 21-16,-3 0 4 16,-3-6 7-16,-3 2-3 15,2-1-7-15,-2-1-24 16,1-3-18-16,5 3 0 16,1 2-61-16,16-4-98 15,-4 4-148-15,-2 2-220 0</inkml:trace>
  <inkml:trace contextRef="#ctx0" brushRef="#br0" timeOffset="55116.69">6455 15254 5 0,'0'0'28'0,"0"0"-27"16,0 0-1-16,0 0 7 16,0 0 107-16,21-18-42 15,-19 12-36-15,4 2-4 16,-4-4-10-16,0 3-21 15,-2 1 19-15,0 3 19 16,2-2 23-16,-2 2 2 16,2 1-4-16,-2-5-31 15,2 5-4-15,1-3 1 16,-1 3-25-16,4 0-1 16,4 0-7-16,1 9 6 15,2 8 1-15,-2-3 3 16,2 4-2-16,-4-4 24 0,3 2-2 15,-6-9-22-15,1 0 5 16,-1-3-5-16,-4-4-1 16,4 0 17-16,-2 0 5 15,2-4-5-15,7-14 23 16,3-8-5-16,7-2-28 16,-2-7 0-16,2 7-7 15,2 1 0-15,-5 4-1 16,0 7 1-16,2 2-2 15,-2 2 1-15,4 2 0 16,3-2 1-16,4 2 0 16,5 6 0-16,0 4 0 0,4 0-2 15,-4 8-5-15,-1 7-6 16,-2 2 11-16,-4-3-8 16,-4 2 9-16,-5-10 2 15,-2 2 0-15,-4-8 6 16,-1 0-5-16,1 0 16 15,1-10 11-15,1-8 4 16,1-4-15-16,1 5-10 16,-3 2-8-16,1 11-10 15,-1 4-23-15,4 0 7 16,3 16 19-16,2 4 7 16,3 4 19-16,-5-4 10 15,1-1-10-15,-6-5-3 0,-1-5-3 16,2-1-5-16,-2-6 5 15,3-2 5-15,4 0-2 16,3 0-3-16,1 0-6 16,2-6-6-16,0 2 0 15,-2 4-1-15,0 0-12 16,-3 0 12-16,-2 0-2 16,-3 0 2-16,0 0 10 15,1 0 6-15,5-8 8 16,0-6-8-16,-1 0-1 15,0 0-15-15,1-2-11 16,2 2-67-16,19-7-100 16,-5 4-96-16,1 1-267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22:14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13256 5798 7 0,'0'0'106'16,"0"0"-106"-16,0 0-29 0,0 0 29 16,0 0 177-1,-4 7-90-15,4-5-31 0,-2-2-8 16,-1 0-9-16,1 2-3 16,0-2 6-16,2 0 1 15,-2 2-6-15,2-2 14 16,-2 0 1-16,2 0 4 15,0 0-2-15,0 0 9 16,0 0-8-16,0 0-6 16,0 0 0-16,0 0-5 15,0 0-8-15,0 0-20 16,4 0-7-16,7 0-1 16,5-4 4-16,4 2-11 15,6-2 13-15,1-2-4 16,6 2-4-16,4-2 6 0,3 0-2 15,2 0 6-15,1-2 4 16,1 2 9-16,-4-2-16 16,-2 2 0-16,-7 0-12 15,-9 2 18-15,-4 3 0 16,-9-2 0-16,-5 3 8 16,-2 0-1-16,-2 0 5 15,0 0-8-15,0 0-5 16,0 0-18-16,0 0 7 15,0 0-7-15,0 0-1 0,0 0 1 16,0 0-6 0,0 0 5-16,0 0 0 0,0 0 0 15,0 0-66-15,0 0-55 16,0 0-113-16,-4 0-178 0</inkml:trace>
  <inkml:trace contextRef="#ctx0" brushRef="#br0" timeOffset="6848.38">16376 5253 35 0,'0'0'11'0,"0"0"188"16,0 0-77-16,0 0-24 16,0 0-23-16,0 0-16 15,-33-5-16-15,23 2 15 16,1 3 0-16,1 0-40 16,-4 0-3-16,-1 0-8 15,0 0 10-15,-3 0-16 16,-2 7 5-16,1 2-5 15,-4 2 11-15,2 2-5 16,-2 2-1-16,1 1 2 16,3-3-7-16,-1 2 0 15,5-3 8-15,1-1-8 16,1 0-1-16,0-1 2 16,2 2-2-16,0-2 0 0,0 0 2 15,-2 2-1 1,2-2 6-16,-2 2-7 0,-1 1 26 15,2 2-1-15,-1 1-2 16,-1 2 2-16,-1-2-2 16,1 2-7-16,4-2-8 15,-1 2-6-15,3-2-2 16,1 2 1-16,0 3-1 16,3-1 0-16,0-2-8 15,2 2 8-15,0-2 8 16,0 1-7-16,0-2-1 15,4-1-1-15,8 2 0 0,-1-2-6 16,5 0 7-16,-1-2 9 16,1 2 2-16,-1-2 4 15,3-2-5-15,-1 0 1 16,4 0-3 0,-3-4 3-16,4 0-2 0,2 1 8 15,1-6 5-15,4 0 3 16,2-2-17-16,0-1 5 15,1 0-1-15,-1 0-3 16,-2-1 2-16,-2-8-10 16,2 1 8-16,-3-4-2 15,0-1 12-15,-1 0-10 16,-2-3 5-16,-4 1-2 0,-1 2 6 16,-1-1-2-16,-5 0 2 15,-1-2 4-15,1 0-12 16,-3-2 4-16,-1 1 4 15,4-6-5-15,-6-2-6 16,3-1-6-16,-2 1 0 16,0-1 5-16,-3-1-5 15,3 1-1-15,-5 4 1 16,2-2-1-16,-2 4 7 16,-2 0-7-16,0 3 7 15,0-4-7-15,0 3 0 16,0 0-2-16,0 0 2 15,0 1 0-15,0 2 0 16,0 1 0-16,-2-2-2 16,-6-2 1-16,-1 2-15 0,-3 0-12 15,1-2 11 1,1 4 16-16,-4-3 0 0,1 6-17 16,-5 0 18-16,-3 1 0 15,0 4 8-15,-4 0-1 16,-4 6-7-16,-2 0-9 15,0 0 9-15,-3 0-13 16,1 8-30-16,2 4-22 16,-3 12-50-16,10-3-188 15,5-2-93-15</inkml:trace>
  <inkml:trace contextRef="#ctx0" brushRef="#br0" timeOffset="24114.69">16251 6122 9 0,'0'0'0'0,"0"0"177"15,0 0-83-15,0 0-38 16,0 0 1-16,-51 0-7 16,42 0-10-16,-3 0-19 15,4 0-4-15,-3 0-3 16,-1 0 4-16,-1 0-5 16,2 4 0-16,-2 2-6 15,0 2 7-15,-1 0 4 16,1 0 6-16,1 0 2 15,-3 0-1-15,2 0-5 16,-1 0-7-16,1 0 6 16,1-1 2-16,2 0-5 0,-1 0-4 15,1 2-4-15,1-1 0 16,3 0-7-16,0 0 0 16,0 1 6-16,0 0-1 15,-1 1-4-15,1 0 7 16,-1 2-1-16,0 2 10 15,0 0-4-15,1 0 5 16,2 0-2-16,-1 0-16 16,3 1 0-16,-1-2 11 15,3 2-11-15,0-1 8 16,0 1 7-16,0 2-15 16,0 1 6-16,7-3-1 15,4 2 7-15,2-3-12 16,1 2 12-16,1-2-2 0,1 0-1 15,3-2 11-15,2 0-11 16,0 2 1-16,3-2-10 16,-2-1 6-16,3 0-5 15,-3-3-1-15,3 0 9 16,-2-2-9-16,2-1 8 16,2-5-8-16,-2 0 15 15,0 0-16-15,-1 0 11 16,-2 0-9-16,0 0 7 0,1 0-1 15,-2-5-8 1,2-1 6-16,2-2-5 0,-1-3 7 16,1 0-6-16,-3-3 9 15,-2-2-10-15,1-1 11 16,-6-4 1-16,-1 0 7 16,-4 2-4-16,1-1-9 15,-1 2 1-15,-2 0-8 16,1-2 6-16,-3 1-5 15,-1 0-1-15,-2-3 9 16,-3 0 7-16,0-3 3 16,0 0 0-16,-3-4 12 15,-12-1 1-15,-1 2 15 16,-2 2-33-16,0 2 14 16,-1 5-22-16,-4 0 4 15,-4 2-10-15,-2 4 16 16,0 2 0-16,-2 4-16 0,2 3 1 15,0 4 0-15,0 0-1 16,0 2-16-16,-2 16-35 16,0 6-31-16,-9 20-72 15,9-4-151-15,8-6-237 0</inkml:trace>
  <inkml:trace contextRef="#ctx0" brushRef="#br0" timeOffset="30864.8">18581 5326 26 0,'0'0'12'0,"0"0"-2"16,0 0 112-16,0 0-80 16,0 0 12-16,0 0-7 15,-27 46-6-15,23-36-11 16,0 2-4-16,-1 3-3 16,3-2-13-16,2 7 6 15,0 2-2-15,0 2-1 16,0 4 3-16,0 3 6 15,9-4-21-15,3-1 5 16,5 1-3-16,3-6-2 0,7-2 29 16,4-4 21-16,5 0-22 15,-1-8-21-15,3 0 7 16,-3-7-8-16,0 0-6 16,-2 0 7-16,-4-2-8 15,-1-10 2-15,1 0-2 16,-2-2-3-16,-2 0 2 15,-3-2-5-15,-2 2-7 16,-4 0 0-16,-3-2 6 16,-1-3 6-16,-4 0 1 15,-1-4 0-15,-3-2 0 16,1 2 1-16,-3-5 0 16,1-2-1-16,-3 0 1 15,0 0 10-15,0 0 15 16,-16 1-11-16,-9 3-5 0,-1 7 11 15,-5 1 14-15,-4 5-9 16,0 7-19-16,-3 5-7 16,-2 1-31-16,-20 6-65 15,9 12-73-15,4 2-239 0</inkml:trace>
  <inkml:trace contextRef="#ctx0" brushRef="#br0" timeOffset="32031.38">18622 6210 22 0,'0'0'40'0,"0"0"64"16,0 0-48-16,0 0-21 16,0 0-6-16,-7 106-5 15,16-88 1-15,8 2 24 16,4 0-12-16,4 3-8 15,1-6-19-15,3 1-1 16,3-2 8-16,-1-1-1 16,-2-6-15-16,-1-2 1 15,-1-5 5-15,-5-2-7 16,1 0 6-16,-6 0-5 16,1-4 9-16,-3-10-3 15,-1-5 12-15,-1-3 17 16,1-3 13-16,-5-5 0 0,-1-3 8 15,0 2-1-15,-6-4-13 16,-2 3 25-16,0 0-13 16,0 4-7-16,-16 6-12 15,-4 4-17-15,-2 4-18 16,-1 6-2-16,1 5-11 16,-3 3-74-16,6 3-133 15,5 5-192-15</inkml:trace>
  <inkml:trace contextRef="#ctx0" brushRef="#br0" timeOffset="32898.16">21500 5648 209 0,'0'0'150'15,"0"0"-48"-15,0 0-8 0,0 0 9 16,0 0-14 0,0 0-14-16,0 0 3 0,-54 5-11 15,54-5-7-15,0 0-55 16,12 0 5-16,13 0 1 16,8 0 20-16,14 0 6 15,6 0-2-15,5 0-3 16,0 0-5-16,0-5-6 15,-3 2-11-15,-5-1 0 16,-6 2-9-16,-8-2 7 16,-10 1-7-16,-3-1 8 15,-9 3-3-15,-6-2-6 0,-5 3 0 16,-1 0-25 0,-2 0-59-16,0 0-134 15,0 3-152-15</inkml:trace>
  <inkml:trace contextRef="#ctx0" brushRef="#br0" timeOffset="33582.58">21483 6636 26 0,'0'0'199'15,"0"0"13"-15,0 0-138 16,0 0-34-16,0 0 9 15,0 0 67-15,0 0-4 0,96 0-26 16,-57 0 3 0,1 5-25-16,-2-1-6 0,3-2 4 15,-6 0-11-15,3 0-5 16,-5 0-3-16,-6-2-19 16,-4 0-10-16,-10 2-7 15,-4-2-7-15,-2 0 0 16,-1 2-24-16,1 2-49 15,7 2-61-15,-2 0-69 16,-1 0-109-16</inkml:trace>
  <inkml:trace contextRef="#ctx0" brushRef="#br0" timeOffset="45781.04">16033 7215 202 0,'0'0'88'16,"0"0"-26"-16,0 0 10 15,0 0-4-15,0 0-9 16,-43 10-13-16,37-8-8 0,-3 0-8 16,-3 4-11-16,-3 1-9 15,-3 4 2-15,-1 3 2 16,-2 2 14-16,3 0-13 16,3 0-14-16,-1 1-1 15,5 0 0-15,4 1-1 16,3-3-1-16,4 2-9 15,0-1 1-15,0 0-2 16,4 0 11-16,7 3-4 16,7-2 4-16,0 2-14 15,6-2 11-15,3 2 4 16,0-4 1-16,2-1 8 16,-4-2-8-16,-1 1-1 15,-4-5 21-15,-2-1-10 0,-5-1-4 16,0-1-6-1,1-1 5-15,-1-4-5 0,1 0 11 16,3 0 9-16,4 0 7 16,3-6-11-16,1-4 3 15,-1-3-5-15,-2 2-15 16,1-2 1-16,-6 1-1 16,1 1 7-16,1 0-5 15,-4 0 4-15,1-2-5 16,-3-1 9-16,0 2-3 15,1 1-1-15,-6-2 1 16,1-1 12-16,-4 2 30 16,-1-1-10-16,-1-4 2 15,-3 1-5-15,0-1-3 16,0-4 2-16,0-1-8 16,-9 0 2-16,-5 0-4 15,-1 0 1-15,-3 1-16 0,-3 1 15 16,-2 2-3-16,-4 2 5 15,-4 6-27-15,-8 4 1 16,-1 6 1-16,-4 0-2 16,-5 3 7-16,-3 14-7 15,-3 6-24-15,3-2-33 16,5 4-7-16,7-3-56 16,7 10-76-16,11-9-99 0,9 0-120 0</inkml:trace>
  <inkml:trace contextRef="#ctx0" brushRef="#br0" timeOffset="47263.57">21774 7150 85 0,'0'0'106'0,"0"0"-36"16,0 0-19-16,0 0-1 15,0 0 1-15,0 0-5 16,0 0-13-16,-89 28-1 16,74-21-8-16,-1 0-8 15,1 1 4-15,-1 1-2 16,3-1-4-16,-1 2-7 0,1-1 5 16,1-1-11-1,4 1 6-15,-3-4 8 0,1 2-4 16,-1-1 1-16,3 0-5 15,-1 0 4-15,0 2-9 16,4 0 11-16,1 0-13 16,0 0 0-16,1 2 1 15,3 1 9-15,0 4 0 16,0-1 9-16,0 2-3 16,0 0 0-16,5 0 8 15,3-1-11-15,4-2 15 16,-1-2-7-16,2-4-5 15,3 3 1-15,1-1 5 0,4-2 13 16,3 0-12-16,5-2-4 16,3 0-9-16,1-5 1 15,5 0-2-15,-3 0-2 16,4 0-5-16,-4 0 5 16,-4-5-2-16,-4 0-5 15,-3 1 0-15,-4-3 1 16,1 4 6-16,-4-6-6 15,1-1 10-15,-1 0 20 16,2-6 32-16,-6 0 9 16,1-4 3-16,-6-2 4 15,-1-4-4-15,-5-2 2 16,-2-5-26-16,0 0 1 16,0-1-11-16,-13-1 19 0,-5 6-25 15,-4 3-17-15,2 4-18 16,-3 5 1-16,2 5-2 15,-2 6-4-15,0 2-14 16,-1 4-31-16,-2 0-24 16,-1 10-51-16,2 9-3 15,3 2-33-15,7 3-65 16,5-1-27-16,10 2 63 16,0-6-9-16,4-8-147 0</inkml:trace>
  <inkml:trace contextRef="#ctx0" brushRef="#br0" timeOffset="48981">12524 7753 16 0,'0'0'94'0,"0"0"-28"16,0 0 1-16,0 0-27 16,0 0-11-16,0 0-5 15,0 0 7-15,-16 4 15 16,16-4-23-16,0 0-9 16,6 0 25-16,8 0-4 15,6 0-18-15,4 0 5 16,10 0-8-16,6 0 6 0,5 0 1 15,4-1 0 1,2-5-5-16,4 0-7 0,6 0-2 16,-1 0-5-16,4 0-1 15,3 2 0-15,5 0 0 16,1-1-1-16,2 3 0 16,6 1 1-16,2-2-1 15,-1 2 1-15,-2-1-1 16,3 1 1-16,-3-3 0 15,0-1-1-15,-2 1 0 16,-2-2-1-16,-3 0 1 16,-1 0 0-16,-5 0 0 15,-7 1-1-15,-7 1 1 16,-8 1 0-16,-12-1 1 16,-8 3-1-16,-10 1 0 15,-8 0-1-15,-7 0 1 0,0 0 27 16,0 0 23-16,0 0 1 15,0 0-19-15,0 0-8 16,0 0-23-16,0 0-1 16,0 0-17-16,0 0-94 15,0 0-19-15,0 3-49 0</inkml:trace>
  <inkml:trace contextRef="#ctx0" brushRef="#br0" timeOffset="50431.17">12755 8632 204 0,'0'0'161'0,"0"0"-76"15,0 0 15-15,0 0-15 16,0 0-33-16,0 0-39 16,0 0-13-16,-15 0-19 15,15 0-17-15,4 0 23 16,11 5 13-16,8-4 22 15,10 2 1-15,14-3 9 16,16 0 7-16,14-3-16 16,31-9 0-16,27-4-7 15,25-1-2-15,8 0-2 0,-8 3-6 16,-14 2-6-16,-17-1 0 16,-21 0 1-16,-16 3-1 15,-26 0 1-15,-6 5 14 16,6-4 15-16,1 3 8 15,1 2-7-15,-14 4-15 16,-18 0-1-16,-12 0 8 16,-13 0-3-16,-7 0 12 15,-4 0 26-15,0 0 16 16,0 0 5-16,0 0-9 16,0 0-21-16,0 0-13 15,0 0-25-15,0 0-11 0,0 0-53 16,0 0-138-16,0 10-350 15,0 1-113-15</inkml:trace>
  <inkml:trace contextRef="#ctx0" brushRef="#br0" timeOffset="84664.97">22262 8420 489 0,'0'0'156'0,"0"0"-130"15,0-74-24-15,0 46 36 16,-10-5-15-16,-4 1-13 16,-3 1-10-16,-2-2 0 15,-3 3 0-15,2 3 19 16,-2 4 4-16,1 0-10 15,-1 6-1-15,5 1-2 16,-2 1 10-16,2 2 12 16,3 1 2-16,-1 2-13 15,-3 1 5-15,-2 1-12 16,0 3 8-16,-5-4 7 16,3 4 2-16,-4 1-12 0,-1-1-4 15,-2 4-7-15,-2 1-7 16,-3 0 5-16,-2 0-6 15,3 0-1-15,-1 6-7 16,5 3-7-16,2 1-3 16,6 2 2-16,0 5 5 15,3 3-7-15,3 8 4 16,4 4-1-16,2 3-15 16,7 4-39-16,2 1-51 15,11 11-37-15,13-11 1 16,-1-8-169-16</inkml:trace>
  <inkml:trace contextRef="#ctx0" brushRef="#br0" timeOffset="114970.03">13532 10382 379 0,'0'0'127'16,"0"0"-67"-16,0 0 18 15,-23 0-20-15,17 0-26 16,2 0-12-16,0 0-9 16,-1 0 1-16,-3 0-11 15,-2 3 14-15,2 1-4 16,-3 0 7-16,-1 0 0 0,1 0 0 15,0 0-5-15,0 0-3 16,-2 0 6-16,2 2-3 16,-3 0-2-16,3 0 4 15,-1 0-4-15,2 2-3 16,-1-2 0-16,-1 2 5 16,3-2-12-16,1 3 6 15,1-2-6-15,0 1 0 16,0 0-1-16,1 2 0 15,0 2 1-15,1 0 6 16,-2 3 3-16,2-4 0 16,1 1-4-16,0-2-6 15,-1 1 7-15,3 0-6 16,2 0 5-16,0-1-6 0,0 1 3 16,0 0-2-16,0-2 11 15,0 1 8-15,0 1-5 16,0-3 5-16,0 2-4 15,0-1 3-15,0 2-18 16,0 1 6-16,5 0-6 16,3 1 8-16,3-2 0 15,1 3-1-15,1-4 7 16,1 2-14-16,-1-1 12 16,1 0-3-16,-4-1-3 15,1 1-6-15,-1-4 10 16,-2 1-9-16,-1-2 6 15,-3 0-6-15,0-2-1 0,4 2 22 16,-4-1-4-16,3-2 12 16,-1 2-7-16,1-1 10 15,2 2-18-15,0-2 7 16,0-1-7-16,2 3-7 16,-2-1 5-16,0-4 1 15,2 3 12-15,-2 0-4 16,2-2-5-16,3 1-17 15,-1 0 11-15,1 0-11 16,1-1 0-16,1-1 4 16,-3 2-4-16,0-3-1 15,1 0 0-15,-4 0-1 0,2 0 1 16,-1 0 12 0,-3 0-12-16,1 0 12 0,1-3-2 15,-4 0-9-15,1-2 8 16,-1-1-8-16,2 2 8 15,-2 0-7-15,-2-2 9 16,1 2-10-16,1 0 9 16,-2-1-10-16,2-1 1 15,-2-3 6-15,3 3-6 16,-3-2-2-16,2 0 2 16,0 2 4-16,0 1-4 15,-2 0-2-15,-1-1 2 16,1 0-1-16,0 0 1 0,0 0-1 15,2 0 1 1,-2-3-1-16,3 2 1 0,-5 1 5 16,2-4 7-16,-2 2-13 15,-2 0 1-15,2-3 0 16,-2 4-1-16,0-3 0 16,0 0 0-16,0 0 0 15,0 2 0-15,0-3 0 16,0 2 2-16,0-1 5 15,-2 0-7-15,-4-3 0 16,1 4 1-16,-1-4-1 16,-2 4 0-16,2-1-1 15,0 1 1-15,-1 0 1 16,1 1 5-16,-2-2-6 16,2-1 0-16,-3 2-1 0,3-3 0 15,-4 1 0 1,1 1-5-16,1 0 5 0,-2 0 2 15,1 2-1-15,-1 0 2 16,-2 0-2-16,1 2 0 16,-2-2 0-16,-1 2-2 15,4 3 2-15,-4-2 0 16,1 1-2-16,0 0 2 16,-3 4-1-16,3-2 0 15,1 2-4-15,1 0 4 16,-1 0-20-16,2 0 10 15,-3 0 10-15,-1 2-20 0,1 4-30 16,-1 2-49-16,1 10-93 16,2-4-129-16,1 0-224 0</inkml:trace>
  <inkml:trace contextRef="#ctx0" brushRef="#br0" timeOffset="121730.03">16403 10405 7 0,'0'0'146'0,"0"0"27"0,0 0-91 16,0 0-1-16,0 0-16 16,0 0-13-16,-20-6-19 15,13 2 15-15,1 0-3 16,-4 2-16-16,4-2-6 15,-5 1 17-15,1 0-8 16,-3 0-6-16,-1 3-10 16,1-1-5-16,0 0 5 15,-3-2-14-15,3 1 21 16,-1 2-6-16,1-1 3 16,0 1-10-16,0-3 9 15,0 3-7-15,1 0-5 0,-3 0 0 16,1 0-7-16,1 0 0 15,-3 0 1-15,1 0 15 16,-1 0-6-16,1 0 3 16,1 0-7-16,1 3 2 15,2-2-7-15,-1 4 9 16,1-4-4-16,0 3-5 16,-2-1 8-16,2 2-8 15,-3-3 9-15,1 2-8 16,-1 0 6-16,1 0-8 15,-1 0 0-15,3 0 0 0,3 2 0 16,-4 0-2 0,3-1 1-16,1 4 1 0,-1-3 0 15,0 2 1-15,2-2-1 16,3 1 0-16,-1-1-1 16,1-3-5-16,0 2 6 15,-1 4 0-15,2-3 7 16,-1 2-5-16,0 0 7 15,-1-2-2-15,1 2 2 16,0 0-8-16,-2 2 9 16,2-2-3-16,0 2-6 15,0 2 8-15,-1-2-9 16,1 1 7-16,0 0-1 16,0 1 6-16,2 1-11 15,0-2 0-15,0 1 8 0,2-2-9 16,-2-1 6-16,2 1-6 15,0-2 3-15,0-2 3 16,0 2 3-16,0-1-8 16,0-1 7-16,0 1-8 15,0-1 22-15,0 2-9 16,0-2-6-16,0 3 3 16,0-2-1-16,0 1 1 15,0 0 5-15,2 0-2 16,0 2-12-16,2-1 14 15,0-1-7-15,-2 1-6 16,0-3 11-16,0 2-12 0,0-1 11 16,0-4-12-1,-2 3 14-15,3-1-14 0,1 2 6 16,-2-1-6-16,0 0 9 16,0 2-4-16,3 1-4 15,-2-2 0-15,3 2-1 16,-1-2 12-16,1 4-5 15,1 0 5-15,0 0-12 16,-1-1 11-16,1-2-11 16,-1 2-1-16,1-3 1 15,0-1 0-15,0 3-1 16,-1-3 2-16,1-2 12 16,0 1-12-16,-3-2 11 15,3 1-11-15,-1-2-1 16,1 2 6-16,3-1-4 0,-4-2 5 15,5 0-7-15,-3 1 1 16,4 1 0-16,1-2 9 16,1 1-10-16,-1-2 7 15,1 0-6-15,-3 3-1 16,-1-3 0-16,2 0 0 16,1 0 2-16,1 0 4 15,-1 0 2-15,-2 0 1 16,3 0 0-16,-1 0-9 15,-2 0 8-15,2 0 0 16,-2 0-8-16,1 0 0 16,-1-3-1-16,3 1 1 15,-4 1 0-15,1-4 2 0,-1 4-1 16,-2 0-1 0,-1 1 0-16,2-3 0 0,-2 1 1 15,2-2 0-15,-3 1 0 16,1 2-1-16,2-2 9 15,0-1-3-15,-1 1-5 16,1-1 0-16,3 0 6 16,-6 0-5-16,3-1 5 15,1 2 2-15,-4-3-8 16,3-1 15-16,-1 1-5 16,0 1-1-16,0-2-9 15,-1 0 14-15,-1 1-9 16,2-3 2-16,0 2 1 0,-1 0-2 15,1-3-1 1,0 2-5-16,1-1 15 0,-3-2-3 16,3 1-4-16,-2 0-8 15,0 0 11-15,-3 1-11 16,2-2 8-16,-1 1-1 16,-1 1-8-16,-2 1 7 15,3-2-5-15,0-1 12 16,-3 1-14-16,0-2 5 15,-2 0-4-15,0 0 4 16,2 0 2-16,-2-2-6 16,0 2 8-16,0-4-8 0,0 0 6 15,0 0-6 1,0-1 8-16,0 1-8 0,0 3 12 16,0-4-13-16,0 2 0 15,-4 0 8-15,-3-1-2 16,-2 3 16-16,0 1 5 15,1-3 12-15,-4 5-28 16,3-1 8-16,1 3-10 16,1 2 1-16,0-3-7 15,0 3 3-15,1 2 7 16,-3-2-6-16,-1 1 2 16,2 2-8-16,-3-1-1 15,-1 0 0-15,2 1 0 16,1-2-1-16,-1 4 0 15,4-2-28-15,1 3-43 0,1-2-23 16,0 2-56-16,0 0-58 16,1 6-165-16,0 5-308 0</inkml:trace>
  <inkml:trace contextRef="#ctx0" brushRef="#br0" timeOffset="130968.53">13457 11251 196 0,'0'0'139'0,"0"0"-38"0,0 0-2 16,0 0-31-16,0 0-39 15,0 0-6-15,-16-6 5 16,12 6-8-16,-1 0 1 16,1-2-6-16,0 0 12 15,-3 0-2-15,0 0-1 16,-2-2-9-16,3 2 1 16,-1-3 13-16,3 4 1 15,-1-2-1-15,0 3-19 16,1-1 3-16,0 1-12 15,-3 0 0-15,1 0 0 16,-2 0-2-16,0 0 1 16,-1 0 0-16,-1 0 0 0,2 0 0 15,1 0 0-15,-1 0 6 16,-2 0 6-16,1 0-11 16,1 1 6-16,-1 2-6 15,0-2 12-15,2 2-7 16,1-1-6-16,-1 0 1 15,0 2-1-15,0-2 0 16,1 2 0-16,-3 0 1 16,2 2-1-16,-2-2 0 15,3 3-1-15,-1-3 1 0,3-1 0 16,-1 1-1 0,0 0 1-16,1-2 0 0,2 0 2 15,0-2-2-15,-3 2 0 16,1 0 0-16,-4 3 0 15,2-1 0-15,-3 1 1 16,-1 0-1-16,0 1 0 16,1 0 7-16,1-1-6 15,-2 0 0-15,2 0-1 16,-1-1 1-16,2 1-1 16,2 0 1-16,1-1 5 15,2 1-6-15,-3-2 0 16,1 3 0-16,0 1 0 15,-1 0 0-15,-2 1 1 16,3 2-1-16,-1 2 1 0,-1 1 0 16,2-1-1-16,-1 0 1 15,1 0-1-15,1 0 1 16,1-2 0-16,-1 3 8 16,1-3-8-16,0 3 4 15,2-1-5-15,0 3 10 16,0-7-3-16,0 5-6 15,0-1 6-15,0-1-5 16,0-2 9-16,0 3-4 16,0 0 2-16,0-1-8 15,2 1 9-15,3-1-2 16,2 2-6-16,0-2 4 16,-1 1-6-16,3 2 1 0,0-1 9 15,0 1-1 1,-1-1-9-16,-1 0 1 0,3-1 11 15,-2 0-5-15,1-2 5 16,0 2-4-16,0 0 4 16,0-2-11-16,2-1 6 15,0 0 5-15,0-1-2 16,1 0-4-16,1-2 2 16,-2 0-6-16,0-2 8 15,0-1-3-15,0 2-7 16,3-1 1-16,-1 0 1 15,3 0 11-15,-1-2-12 16,1 0 0-16,-1 0 0 0,1-2 6 16,1 0 3-1,2 0-9-15,1 0 8 16,-3 0-9-16,4 0 10 0,-3 0-4 16,-1-4 3-16,-1-2-9 15,-1 0 13 1,-1-3-4-16,1 2-2 0,4-3 3 15,-4 0-9-15,3 0 0 16,-3 2 0-16,-1-4 6 16,-1 2-5-16,-2-1 4 15,-2 0-6-15,0-1 6 16,0-2 2-16,-2 0-2 16,0 0 1-16,-3 2-6 15,0-1 12-15,0-1-7 0,-1 3 10 16,-1-4 0-16,0 1 17 15,-2-1-8-15,0-2-9 16,0-1-2-16,0-2-2 16,0 0-7-16,0-1-4 15,0 2 11-15,-2 1-6 16,-3 2 3-16,-1 0-9 16,2 4 0-16,-1 0 6 15,-2-1-5-15,0 4 0 16,1-3 6-16,0-1-1 15,-1 2-5-15,0-2 6 16,0-1-7-16,3 5 3 16,-1-4-3-16,1 3 2 0,0 0-1 15,-4-1-1 1,4 0 2-16,-2-3-2 0,-1 2 7 16,1 1-4-16,-2 0 6 15,2 1-8-15,-1 2 15 16,1 2 0-16,-2 2-4 15,2-2-3-15,-1 2-8 16,1 1 9-16,-1 0-1 16,0-1 3-16,1 2-12 15,-3 0 0-15,-2 0 0 16,-1 0-1-16,-1 2 0 16,-1 0-9-16,-1 0 9 15,1 0-10-15,-1 0-12 16,1 0-21-16,4 0-4 15,-3 2-23-15,3 2-9 0,1 0-48 16,5 1-66-16,4 2-53 16,0-1-59-16,0 0-5 0</inkml:trace>
  <inkml:trace contextRef="#ctx0" brushRef="#br0" timeOffset="133246.64">15913 11353 82 0,'0'0'158'0,"0"0"-96"16,0 0 0-16,0 0 3 16,0 0-13-16,0 0-5 0,0 0-6 15,-48-10-5-15,42 10-12 16,-3 0-8-16,0 0-9 16,0 0 5-16,-2 0 2 15,0 0 5-15,0 0-3 16,-2 0 6-16,-1 0 15 15,-1 0-7-15,-1 0-8 16,3 3-9-16,-1 1 12 16,1-1-7-16,1 3-2 15,1-1-7-15,3 0 0 16,-1 2-2-16,-1-4-6 16,2 4 15-16,-1-3-9 15,2 0 3-15,0 3-3 0,-1 0 2 16,-3 3-2-1,1 0 9-15,-1-1-9 0,5 1 6 16,-4 1 3-16,4-1-6 16,2 0 2-16,-1 1-12 15,3-3 9-15,2 3-9 16,0 1 2-16,0 1-1 16,0 0-1-16,0 1 6 15,0 0-6-15,0 1 13 16,0-3-11-16,0 3 14 15,0 0-5-15,2 0 4 16,5 1-4-16,-1 0 2 16,6 0-4-16,-1 1-8 15,2 0 14-15,-1-1-14 0,0 1 12 16,0-6-4-16,1 1 0 16,-2 1-8-16,3-3 14 15,-1 2-7-15,3-3 5 16,1 4-5-16,-1-3 3 15,-1 0 2-15,1-2-13 16,-5-1 8-16,3 0-7 16,-1 1 11-16,1-2-3 15,-1 0-2-15,0 0-6 16,3-1 6-16,-3-3-5 16,3 3 6-16,-1-4 5 0,3-1-12 15,-3 0 11 1,4 0-3-16,-5 0-3 0,-4 0-5 15,1 0-1-15,1 0 0 16,-1 0 0-16,2 0 10 16,3-1-8-16,-1-4 11 15,1-2-3-15,-1 1 3 16,-1-2-13-16,-1 2 8 16,-4 0-7-16,0-1-1 15,0 2 2-15,-1-1-2 16,2-2 2-16,-1 0-2 15,-1 0 6-15,0-2-4 16,0 0 7-16,1 0-8 16,0-3 15-16,0 2-6 15,-2-1 3-15,-1-2 0 0,1 0-7 16,0 0 3-16,-3 2-8 16,1-2 15-16,-1 1-9 15,-2 0 6-15,0 0-13 16,0-1 1-16,-2 3 9 15,0-4-4-15,0 3 5 16,0 0-5-16,0-2 7 16,0 0-2-16,0 0-2 15,0-2-8-15,0 3-1 16,-6-4 0-16,2 1 0 16,-1 0 0-16,-2 0 0 15,3 1 0-15,-3-1-5 0,3 2 5 16,-3 3-1-16,1-1 1 15,-2-1-18-15,0-1 11 16,-1 3 0-16,-3-1-2 16,-1-1 8-16,-1 4-12 15,2-1 12-15,-4 1-6 16,0 1-9-16,1 3-12 16,-1 2 15-16,-2 2-4 15,-1 1 9-15,-4 0 8 16,-2 0-2-16,-2 0 1 15,-2 1-8-15,1 7-10 16,-1 3-33-16,5-2-9 16,-1 2-26-16,7-1-46 0,-4 7-50 15,8 0-76 1,1-3-294-16</inkml:trace>
  <inkml:trace contextRef="#ctx0" brushRef="#br0" timeOffset="137713.15">10646 11403 5 0,'0'0'0'15,"0"0"-5"1,0 0 5-16,0 0 0 0,0 0 1 15,0 0-1-15,0 0 0 16,35 15 0-16,-10-15 0 16</inkml:trace>
  <inkml:trace contextRef="#ctx0" brushRef="#br0" timeOffset="138181.13">10891 11293 10 0,'0'0'524'16,"0"0"-357"-16,0 0-38 16,0 0 17-16,0 0-38 15,-114-10-14-15,80 23-34 16,-1 9-4-16,4 3 9 16,4 5-31-16,4 0-7 0,10 4-12 15,4-1-2-15,9-3-13 16,0 0 0-16,2-6-1 15,20-4-7-15,5-5 7 16,7-4-6-16,5-5 7 16,4-2 7-16,4-2 13 15,-2 0-14-15,-3 0-4 16,1-2-1-16,-8 2-1 16,-1 2-26-16,-8 2 2 15,-6 3 4-15,-4 0-3 16,-7 5 4-16,-5 4 13 15,-2 2 6-15,-2 4 1 16,0 5 26-16,0-4 15 0,-13 2 8 16,-3-2 2-16,-3-2 6 15,-2-5 15-15,-4 0-22 16,4-4-3-16,-2-4-23 16,1 0-15-16,4-6-10 15,5-4 0-15,0 0-64 16,3-4-95-16,4-9-147 15,1-2-369-15</inkml:trace>
  <inkml:trace contextRef="#ctx0" brushRef="#br0" timeOffset="138629.98">10946 11430 537 0,'0'0'111'0,"0"0"-89"15,0 0 4-15,0 0 33 16,0 0 0-16,0 0 9 15,55 124-14-15,-30-102-18 0,-2-2-16 16,1-4 2-16,0-4-8 16,3-5 8-16,0-7-2 15,-2 0 3-15,-1 0 3 16,-4-7 0-16,-2-3-1 16,-7-3-3-16,-2 1 31 15,-6-1 40-15,-3-3-7 16,0-4-5-16,0 0-14 15,-10-3-13-15,-7 2-25 16,-2 1-10-16,0 1-13 16,-4 5-6-16,5 3-42 15,1 2-62-15,1 2-100 16,5 3-116-16,5-2-275 0</inkml:trace>
  <inkml:trace contextRef="#ctx0" brushRef="#br0" timeOffset="139363.13">11229 11306 147 0,'0'0'396'15,"0"0"-294"-15,0 0-18 16,0 0-24-16,0 0-26 16,0 0-16-16,121 97-10 15,-110-88-2-15,-5-3-6 16,-4-5 0-16,-2 2 6 16,0-3 14-16,0 0 51 15,-2 0 77-15,-11 0-86 16,-7-6-42-16,-3-9-3 15,-2-3-11-15,6 0 23 16,-1-1 25-16,7-2 7 16,6 3-8-16,2 0-9 15,5 0-18-15,0 4-7 0,0-2-12 16,10 6-7 0,7 0-1-16,3 7-14 0,7 3 4 15,2 0-1-15,2 0 11 16,0 4-13-16,-2 9 14 15,-5 1-9-15,-6 1 3 16,-5-6-2-16,-3-1-11 16,-6-2 1-16,-2-1-3 15,-2-5 19-15,0 0 2 16,0 0 13-16,0 0 9 16,-4 0-2-16,-10-7-12 15,-1-5-7-15,1-4 0 16,1-2 1-16,2-2-1 15,4-4 8-15,5 1-8 16,0 0 0-16,2 2 5 16,0 2-6-16,0 3 0 15,7-1 0-15,8 5-7 0,8-4 6 16,4 7 1-16,2 1 7 16,2 3-7-16,0 5-2 15,0 0 0-15,0 11 1 16,-5 5-5-16,-1-2 6 15,-5 0 0-15,-7 0 0 16,-1-4 0-16,-5-4 0 16,-3 1-9-16,0-4-59 15,3-3-94-15,0 0-113 16,-3 0-95-16</inkml:trace>
  <inkml:trace contextRef="#ctx0" brushRef="#br0" timeOffset="139813.07">11677 10794 74 0,'0'0'291'0,"0"0"-160"15,0 0-25-15,0 0-31 16,0 0-23-16,-9 106 4 16,22-80-4-16,7-3 0 0,3-4 6 15,4-3-16-15,4-6-6 16,0-3 4-16,2-7-9 16,1 0 6-1,-5 0-2-15,-5-12 0 0,-4-5 1 16,-2-1 28-16,-3-4 4 15,-6-4-3-15,-2-2 21 16,-7-1-5-16,0-4 1 16,-4-1 4-16,-16 5 5 15,-5 6 4-15,-4 5-13 16,-4 7-41-16,-3 9-29 16,3 2-12-16,-1 0 0 15,3 0 0-15,7 10-19 0,3 9-72 16,10 4-101-16,11 13-54 15,0-7-281-15,19-5-252 0</inkml:trace>
  <inkml:trace contextRef="#ctx0" brushRef="#br0" timeOffset="144629.72">16538 10653 147 0,'0'0'328'16,"0"0"-187"-16,0 0-74 16,0 0-21-16,0 0-46 15,0 0-13-15,-6-7-91 0,17 5-75 16,3-2-232-16</inkml:trace>
  <inkml:trace contextRef="#ctx0" brushRef="#br0" timeOffset="150696.85">10852 13495 49 0,'0'0'0'0,"0"0"-21"15,0 0 19-15,0 0 2 16,0 0 13-16,0 0 7 16,-86 13 6-16,76-13 0 15,4 0-11-15,-3 0-4 0,-3 0 20 16,0 0-4-16,-5-9 15 15,0-3 11-15,-1 0 24 16,-1-2 2-16,0-2-17 16,1 0 25-16,1-2 32 15,-1 0 3-15,2 2 25 16,0 0-20-16,6 4 8 16,3 4 13-16,3 4-13 15,2 1-39-15,2 3-32 16,0 0-41-16,0 0-23 0,2 9-13 15,19 20 13-15,11 14 2 16,8 8 30-16,4 6 3 16,4-3-6-16,-4-5-6 15,-4-11-14-15,-4-8 4 16,-10-6-7-16,-8-10 1 16,-5-2-7-16,-5-7 1 15,-2-1-1-15,-4-1 0 16,0-3-13-16,1 0-92 15,1 0-100-15,2-4-86 16,0-8-209-16</inkml:trace>
  <inkml:trace contextRef="#ctx0" brushRef="#br0" timeOffset="151312.76">10529 13523 510 0,'0'0'127'16,"0"0"-37"-16,0 0 80 15,0 0-79-15,0 0-36 16,0 0-20-16,-42-115 21 16,42 85 27-16,5 3-2 15,6 1-14-15,-1 2-24 16,4 3-12-16,-1 6-20 15,3 3-6-15,-3 2-5 16,1 3-1-16,-5 7-17 0,-1 0-12 16,-3 0-24-16,-3 22 3 15,-2 9 45-15,0 7 6 16,0 4 13-16,-4 0-13 16,-7-2-8-16,0-8-25 15,-1-4 8-15,4-4 5 16,-1-7 3-16,-1-4 8 15,4-5 8-15,2-4-2 16,-1-4 3-16,3 0 10 16,-2-6-10-16,2-12-48 15,-1 0 40-15,0-1 8 16,1 6 24-16,2 5 22 0,0 6 9 16,0 0-55-1,0 2-7-15,16 0 1 0,9 0 6 16,10 2 1-16,3 8 25 15,6 3 10-15,1 4 6 16,-1 2 6-16,-3-2-4 16,-3-3 1-16,-5-1-3 15,-4-6-13-15,-2-1-16 16,-2-4-1-16,-4-2-4 16,-2 0 1-16,-4 0-3 15,-1 0-6-15,-4-9-89 16,4-11-85-16,-3 2-104 15,-2-3-347-15</inkml:trace>
  <inkml:trace contextRef="#ctx0" brushRef="#br0" timeOffset="151862.47">10941 13364 159 0,'0'0'249'15,"0"0"-148"-15,0 0 61 0,0 0-35 16,0 0-19-16,0 0-17 15,0 0-27-15,81-93-29 16,-73 75-16-16,-1-2-6 16,-5 1-6-16,1 3 4 15,-3 2 15-15,0 2 18 16,0 2 11-16,-3 4 10 16,-3 3-30-16,-3 3-19 15,-2 0-16-15,2 0-18 16,-2 11-6-16,2 9 22 15,0 4 2-15,2 4 0 16,3 2 0-16,2 1 0 0,2-1 0 16,0 0 1-16,10-4 7 15,9-1-1-15,1-4-6 16,-1-5 21-16,2-2 7 16,-2-4 6-16,-3-7-2 15,-1-3 20-15,2 0 0 16,1 0 26-16,-1-14-24 15,1-7-30-15,0-2-10 16,-2-4-15-16,-1 1-1 16,-1-2-78-16,-4 2-58 15,4-3-86-15,-3 5-159 16,-2 6-222-16</inkml:trace>
  <inkml:trace contextRef="#ctx0" brushRef="#br0" timeOffset="152282.26">11200 12958 405 0,'0'0'75'16,"0"0"4"-16,0 0 5 15,0 0-7-15,0 0-15 16,-53 125-13-16,53-104 16 15,0-3-15-15,0-1-2 16,6-3-18-16,10-3-2 16,6-1-8-16,2-1 5 15,5-6 14-15,3 1-13 16,-1 0-15-16,-2 0-10 16,-4 1 5-16,-5-1-6 0,-5 0 2 15,-4 1-1-15,-2 1 6 16,-4 0-6-16,-3 2 17 15,-2 3 31-15,0 0 44 16,0 2 1-16,-4 0-24 16,-8 1-25-16,-1-3-25 15,2-1-2-15,-1-4-11 16,2-4-7-16,-4-1-29 16,3-1-63-16,-2 0-49 15,3-9-116-15,4-9-266 0</inkml:trace>
  <inkml:trace contextRef="#ctx0" brushRef="#br0" timeOffset="152530.56">11142 12809 517 0,'0'0'230'16,"0"0"-141"-16,0 0-53 15,0 0 5-15,0 0 60 16,0 0 3-16,138 55-22 16,-91-25-15-16,-3-1-26 0,-3 4-15 15,-5-3-10 1,-7-4-15-16,-6-4-1 0,-4-4-21 16,-3-6-90-16,-3-8-111 15,-3-2-114-15,-2-2-292 0</inkml:trace>
  <inkml:trace contextRef="#ctx0" brushRef="#br0" timeOffset="152730.07">11358 13039 124 0,'0'0'577'0,"0"0"-463"16,0 0 91-16,0 0-102 15,0 0-70-15,0 0-33 0,0 0-9 16,36-59-12-16,-11 38-50 16,12-8-81-16,-3 1-122 15,-3 4-217-15</inkml:trace>
  <inkml:trace contextRef="#ctx0" brushRef="#br0" timeOffset="153263.29">11604 12595 211 0,'0'0'249'16,"0"0"-97"-16,0 0 1 0,0 0-69 16,0 0-9-1,-125 80-6-15,109-47-23 0,3 0-12 16,3 1-23-1,8-1-9-15,2-4 5 0,0-2-7 16,2-9 0-16,14-4 0 16,-1-4 0-16,1-8 0 15,1-2 0-15,-2 0-6 16,1 0 6-16,-3-14 28 16,2-2-4-16,-4-4-8 15,0-1-13-15,-4-1 6 16,-2 0-8-16,-3 0 16 0,-2 0-16 15,0-2 14 1,0 2 5-16,-2 2 51 0,-5 3-6 16,2 9-14-16,1 1 4 15,4 5-26-15,0 2-29 16,0 0-10-16,0 0-10 16,0 0-16-16,11 10 30 15,9 6 6-15,3 2 9 16,-2 0 7-16,4 2 1 15,-2-2 4-15,-7-2-11 16,-1-3-3-16,-7-4-7 16,0-3 1-16,-2-2-1 15,-4-4-51-15,3 0-87 16,3-1-81-16,-1-16-57 16,0 2-348-16</inkml:trace>
  <inkml:trace contextRef="#ctx0" brushRef="#br0" timeOffset="153586.97">11668 12543 456 0,'0'0'328'15,"0"0"-126"-15,0 0 5 16,0 0-149-16,0 0-58 16,0 0-6-16,0 0 6 15,56 28 27-15,-35-8 1 16,2 3 8-16,-5-4-10 15,-3-1-3-15,-3-4-21 16,-5-4 8-16,-1-4-10 0,-4-2 2 16,-2-4 17-1,0 0 12-15,0 0 91 0,-8-6-38 16,-11-8-53-16,2-4-8 16,-3-7-2-16,1 0-20 15,4-6-1-15,1 2-9 16,6-4-17-16,4 4 0 15,4 2-35-15,0 7-22 16,24 2-39-16,7 8-83 16,3 4-195-16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25:22.9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8161 9669 293 0,'0'0'167'0,"0"0"-47"15,0 0-23-15,0 0-9 16,0 0-33-16,0 0-22 16,0 10 9-16,0-4 30 15,0 4 0-15,0 0-14 16,0 4 23-16,0 4-29 16,2 2 15-16,2 6-2 15,1 3-27-15,-1 1-5 16,1 2 4-16,0-2-16 15,-3 2-9-15,0-2 2 0,2 0-13 16,-2-2 8-16,3-2-9 16,-3-2 0-16,3-4 5 15,-1-2-4-15,-1-6-2 16,-1-4 2-16,0-3 5 16,-2-4-6-16,0-1 8 15,2 0-8-15,-2 0 10 16,2 0-2-16,0 0-6 15,3 0 5-15,-1 0-7 16,6-6 1-16,3-4-1 16,7 0 7-16,5-3-5 0,1 1 2 15,3 1-4-15,0 1-8 16,0 1 8-16,2 3-6 16,2 1 5-16,6 2-5 15,-2-2 6-15,5 1 0 16,4 0 1-16,2 0-1 15,-1-2 1-15,2 0-1 16,0-1 0-16,-3 4 0 16,2-1 1-16,-6 0-1 15,-2 2 0-15,-2 1 5 16,-2-2-4-16,-3 3-2 16,0-2 0-16,-2 2 0 15,3 0 0-15,1 0 0 16,0 0 0-16,-2 2-7 15,-2 7 7-15,0-2-4 0,-5-1 5 16,-1 2-1-16,-5-2 1 16,-2 0 0-16,-5-1-1 15,0-2 1-15,-3 0 0 16,1-3 5-16,-3 0 3 16,4 0 3-16,-1 0-4 15,0 0 3-15,0-5-3 16,0-3-1-16,1-2 0 15,-1-3 6-15,0 0 11 16,-2-1-16-16,0 0 8 16,-1-1 5-16,-1 2-1 15,0-1 5-15,0-1 0 0,-3 2-12 16,0-1 4-16,1 1 12 16,-3 3-6-16,-2 1 31 15,0 2 14-15,0 1-19 16,0 5-5-16,0-2 12 15,0 2-15-15,0 1-7 16,0 0-14-16,0 0-12 16,0 0-7-16,0 0-27 15,0 0-91-15,2 0-117 16,8 0-331-16,1-4-203 0</inkml:trace>
  <inkml:trace contextRef="#ctx0" brushRef="#br0" timeOffset="1483.84">10235 9679 266 0,'0'0'252'16,"0"0"-108"-16,0 0-51 15,0 0-45-15,0 0-48 16,0 0 0-16,0 0 28 15,14 60 24-15,-8-30 16 16,1 1-25-16,1 1 2 16,2 1-10-16,-1 3 4 0,-1-1-16 15,0 1-12-15,-2-2-2 16,-1 0-7-16,-1-2 6 16,-2-3-1-16,-2-4-1 15,2-7-6-15,-2-4 0 16,2-4-11-16,0-6-7 15,-2-1 4-15,3-3 7 16,0 0 7-16,1 0 2 16,0 0 14-16,3-7-15 15,6-5-1-15,3 0 0 16,2 0-1-16,4 0 1 16,0 2-1-16,1 1 1 15,4 2-7-15,2 1 5 16,4 2 2-16,5 0-1 0,6 2-4 15,7 0 5-15,5 2-2 16,2 0 2-16,-3 0 0 16,-1 0-1-16,0 2 1 15,-1 8 0-15,0 1 9 16,1 0-9-16,0 1 9 16,-1 0-9-16,-4-2 1 15,-2-1 0-15,-5-2-1 16,-4 0 1-16,-5-2 0 15,-4-1 1-15,-4 1-2 16,-5-4 10-16,-3-1-9 16,-1 2 11-16,0-2-6 15,0 3-5-15,6-3 0 0,0 0 6 16,5 0 4-16,2 0-2 16,-2 0 6-16,-1-9-2 15,-1-1-2-15,-3 0-10 16,-2 1 12-16,-4-2 1 15,-3 1 17-15,0-4-1 16,-1 1-4-16,-1-1 18 16,-3-3-11-16,2-3 11 15,-4-2-8-15,-1-2 5 16,-1-4-18-16,-4-2 22 16,0 0 9-16,0 0-10 0,0 1-3 15,0 1-9-15,-9 2 1 16,-4 6-8-16,-1 2 21 15,1 4-29-15,2 5 2 16,2 2-17-16,5 5-2 16,2 2-66-16,2 2-103 15,0 14-169-15,0-2-305 0</inkml:trace>
  <inkml:trace contextRef="#ctx0" brushRef="#br0" timeOffset="7999.35">14179 10080 77 0,'0'0'27'16,"0"0"221"-16,0 0-131 16,0 0-7-16,0 0 37 15,0 0 6-15,-90 24-27 16,82-20-18-16,1-2-2 16,3 0-28-16,2-2-32 0,2 0-22 15,0 2-12-15,0-2-12 16,0 0-1-16,11 4 1 15,18-2 7-15,13 2 41 16,18-2 26-16,18-2 17 16,29 0-51-16,29 0-16 15,-9-8-14-15,-15 0 0 16,-17-1-8-16,-24 2 4 16,0 1-4-16,-1-2-1 15,-21 2 14-15,-16 2 7 16,-17 2 11-16,-9 2 21 15,-5 0 8-15,-2 0-14 16,0 0 3-16,0 0-18 0,0 0-12 16,0 0-21-16,0 0-38 15,-7 4-132-15,-7 14-177 16,-9 6-360-16</inkml:trace>
  <inkml:trace contextRef="#ctx0" brushRef="#br0" timeOffset="11215.89">13731 8969 26 0,'0'0'2'16,"0"0"221"-16,0 0-129 16,0 0-55-16,0 0 26 15,-120 0-29-15,93 0-4 16,-2 7-5-16,0 5 15 16,-2-1 7-16,0 6-29 15,-7 2 3-15,-4 8-7 16,-5 3-4-16,-5 6-5 15,-1 2-6-15,2 3 17 16,3 1-2-16,9-1 27 16,5-1-7-16,12 2-7 0,7-1-12 15,10 3 2-15,5 0-18 16,5 2 5-16,26 4 3 16,9 0 18-16,9-2 4 15,7 0-20-15,1-4-10 16,1-6 7-16,0-1 5 15,0-7 2-15,0-4-14 16,2-6 0-16,1-4-1 16,1-7 1-16,3-9 7 15,1 0-2-15,-1-9-5 16,1-15-1-16,0-6 9 16,-7-5 11-16,1-1-20 15,-8-1 2-15,-5 1-2 16,-7-1 9-16,-11 3-7 15,-6 2-1-15,-6-2 10 0,-5-3-11 16,-6-2 23-16,-6-7 0 16,0-7 20-16,-4-3-4 15,-21-2 9-15,-16-4 6 16,-7 1 10-16,-12 0-14 16,-9 1-9-16,-8 6 6 15,0 7 30-15,-1 9-42 16,4 15-27-16,8 6 0 15,6 15-8-15,12 2-6 16,8 16-32-16,11 22-101 16,11 49-77-16,10-5-180 15,3-3-455-15</inkml:trace>
  <inkml:trace contextRef="#ctx0" brushRef="#br0" timeOffset="18049.09">18635 9850 224 0,'0'0'265'0,"0"0"-151"16,0 0-66-16,0 0-38 0,0 0-3 15,0 0-5-15,0 7 5 16,0 1 42-16,0 3 20 16,0 3-5-16,2 2-4 15,-2 4 11-15,0 0-13 16,2 2-16-16,-2 0-13 15,0 2-9-15,0-4-4 16,0 0-13-16,2-4 3 16,-2-2-5-16,0-4 6 15,3-3-7-15,-3-2 0 16,0-1-2-16,2-4-10 16,1 0-5-16,-3 0 1 15,2 0-3-15,0 0-2 0,0 0 2 16,3 0 12-16,-1 0 5 15,5 0 2-15,5-4-1 16,5-1-1-16,1 3 1 16,5-3 0-16,0 1 1 15,4 2 0-15,2 1-1 16,4-2 1-16,1 1 0 16,-1 2 1-16,1-2 5 15,-5 0-5-15,-2 0 0 16,-4-2 0-16,-3 0 1 15,-2 0-2-15,-2-3 1 16,-3 0 5-16,-1 1 17 0,-3-1 16 16,-1-2 32-16,-4-1 12 15,-2-1 1-15,1 3-1 16,-3-5-21-16,0 1-15 16,0 1-7-16,0 4-9 15,-2 2-31-15,2 4-9 16,10 1-91-16,-1 0-148 15,3 0-309-15</inkml:trace>
  <inkml:trace contextRef="#ctx0" brushRef="#br0" timeOffset="19032.64">20605 9785 7 0,'0'0'397'16,"0"0"-217"-16,0 0-99 15,0 0 13-15,0 0 17 16,0 0-33-16,0 0-5 16,47 102-30-16,-41-71 10 0,-1 0-11 15,-1-4-23-15,0-2 0 16,-2-2 0-16,1-3-18 16,-1-4 0-16,1-4 9 15,-1-2-9-15,0-2 5 16,3-4-6-16,-1 1-16 15,-2-5-11-15,2 0-2 16,3 0 11-16,5 0 12 16,3 0 6-16,9 0 1 15,5-6 9-15,7 0-4 16,2-1-4-16,4 5-2 16,5 2-2-16,4 0-4 15,1 0-15-15,1 6 6 16,0 0-5-16,-1-3-3 15,-4-3 2-15,-2 0 10 0,-7-5 11 16,-1-11 1-16,-7-5 28 16,-4 0 6-16,-7-3 7 15,-4 0 16-15,-9 1 8 16,-5 6-6-16,-2 1-12 16,0 6-36-16,0 1-12 15,0 2-47-15,0 1-128 16,0-1-363-16</inkml:trace>
  <inkml:trace contextRef="#ctx0" brushRef="#br0" timeOffset="25132.5">23978 9818 287 0,'0'0'93'0,"0"0"-86"16,0 0 68-16,0 0 16 15,0 0 4-15,0 0 2 16,0 0-5-16,-9 112-14 0,9-88-20 16,-2 2-10-16,2 1-11 15,0 0-2-15,0-1-19 16,0-2-3-16,0-2-13 16,0-4 2-16,0-2-1 15,0-2 6-15,0-4-6 16,0-2 1-16,0-4-1 15,0-2 8-15,0-2-3 16,0 0 2-16,0 0-2 16,0 0 3-16,0 0-8 15,4 0 7-15,3-3 3 16,2-1 4-16,4-3-8 16,5 3-7-16,5 2-1 0,3 0-6 15,8 2 6 1,8 0-5-16,2 0 5 0,8 0 0 15,1 0 1-15,-2 0 0 16,-2 0 0-16,-9 0 1 16,-3-2-1-16,-11-3 1 15,-4-1 0-15,-8 0 0 16,-5 0 9-16,-3-3 13 16,-2-3 16-16,-1-4-10 15,-1-4-1-15,0-3-4 16,0 0-11-16,-2-4 8 15,0 4 22-15,0-1-6 16,0 4-5-16,0 5 2 16,-2 5-9-16,-2 7-25 0,1 3-4 15,1 0-47-15,0 0-112 16,0 6-201-16,2 4-312 0</inkml:trace>
  <inkml:trace contextRef="#ctx0" brushRef="#br0" timeOffset="26582.31">17995 9106 75 0,'0'0'0'15,"0"0"20"-15,0 0 93 16,0 0-73-16,0 0-17 15,0 0 21-15,-129 57-1 16,105-40 12-16,-3 2-22 0,-5 4 13 16,1 1 12-16,0 6-6 15,0 0-19-15,5 2-11 16,4 0-2-16,5 1-13 16,7 1 0-16,5 0-6 15,3 2 0-15,2 0 0 16,0-3 1-16,9 2 9 15,9-3 2-15,1-4 0 16,8 2 9-16,5-2 2 16,-1-1-5-16,4 0 1 0,-1-3-18 15,-1-2 11 1,1-1-6-16,2-6 3 0,-1-2 0 16,1-4 29-16,-1-2-7 15,-2-5 20-15,-1-2-32 16,-1 0 22-16,0 0 19 15,2-13-26-15,1-1-12 16,0-4-13-16,2-1-3 16,-3-1 2-16,0-3-8 15,-2 2-1-15,-4-2 1 16,-4 2 6-16,-4-4-5 16,-3 1 7-16,-5-2-8 15,-2-2 18-15,-5-2-3 0,-4-2 17 16,0-2 0-16,0 2 1 15,-2-3 9-15,-13 5-11 16,-6-2 3-16,0 3-25 16,-8-1 15-16,-6-1 11 15,0 1-4-15,-7 0-16 16,-2 6 12-16,-3 2-2 16,-1 6-11-16,4 6-14 15,2 5-1-15,1 5 0 16,4 0-21-16,1 19-33 15,5 5-47-15,4 7-62 16,5 8-60-16,7-7-105 16,6-8-179-16</inkml:trace>
  <inkml:trace contextRef="#ctx0" brushRef="#br0" timeOffset="27568.03">19838 9150 59 0,'0'0'48'16,"0"0"-32"-16,0 0 127 16,0 0-76-16,0 0 21 15,-120 96-17-15,95-66 1 16,3 4 18-16,6 2-17 15,6 0-28-15,3 4-19 16,7 1 10-16,0 1-16 0,0 2 2 16,11 0 3-16,9 2 2 15,2-3 6-15,2 0-2 16,6-3 5-16,3-4-3 16,5-1-8-16,4-3-1 15,5-6-12-15,2-2-1 16,-3-4-9-16,2-7 2 15,-4-1-2-15,-3-5 8 16,-4-5-9-16,-1-2 0 16,-5 0 12-16,2-4 13 15,-2-10-1-15,-2-6-5 16,3-5 5-16,-5-2-6 16,-3-4 12-16,1-2 0 0,-6-6 14 15,0-3 0 1,-4-4 0-16,-6-4-13 0,-2-4 3 15,-7-1 11-15,0-1-27 16,-9 2 10-16,-18 4-1 16,-11 0 7-16,-6 4 12 15,-10 4 8-15,-2 7-18 16,-1 2-15-16,1 9 0 16,0 8-3-16,4 6-2 15,4 7-17-15,1 3 0 16,3 11-7-16,3 16-81 15,8 14-43-15,13 29-98 16,8-10-272-16,12-8-67 0</inkml:trace>
  <inkml:trace contextRef="#ctx0" brushRef="#br0" timeOffset="28716.89">22780 9166 65 0,'0'0'59'0,"0"0"-40"16,0 0 161-16,0 0-112 15,0 0-6-15,-90 121 9 16,76-88-9-16,6 3 0 0,4 7-4 16,4-2-14-1,0 4 20-15,0 1-35 0,8-1 0 16,17 3 4-16,4-3-3 16,6-2-8-16,3-4-6 15,5-5-2-15,-1-1 7 16,2-5-3-16,1-6-5 15,-1-4 3-15,-1-3-4 16,-3-4-5-16,-2-7 5 16,-3-2-11-16,0-2 16 15,-2 0 26-15,2-9 1 16,1-6-20-16,-1-5-11 16,1-3-11-16,-3 4 9 15,-4-3-9-15,0-3 8 16,-4 0-8-16,0-4 7 15,-1-3-9-15,-2-5 10 16,-2-6 4-16,-1-5 7 0,-7-4 2 16,-5-2 4-16,-5-1 18 15,-2 1-8-15,-2 4 21 16,-21 4-18-16,-8 4 1 16,-6 4 13-16,-5 4-15 15,-4 4-18-15,-2 6-4 16,1 6 1-16,-2 4-1 15,0 5-5-15,3 9-12 16,-2 0-8-16,2 12-80 16,-19 32-95-16,12-2-145 15,6-3-228-15</inkml:trace>
  <inkml:trace contextRef="#ctx0" brushRef="#br0" timeOffset="42948.91">8194 14954 49 0,'0'0'23'15,"0"0"-11"-15,0 0 8 16,0 0-20-16,0 0-36 16,77-89 17-16,-67 79 19 0,-1 6 58 15,-5 0-8-15,-4 4 18 16,2-4-6-16,-2 4-44 16,3 0-18-16,2-5 0 15,-1 1 0-15,-2 3 0 16,3-3-1-16,-5 4 1 15,0 0 26-15,0 0 53 16,0 0 31-16,0 0 21 16,0 0-14-16,0 0-14 15,0 0-11-15,0 0-12 16,0 0-4-16,0-5-13 16,0-8-30-16,0-4-16 15,0 0 8-15,-2-6 4 0,2 2 10 16,0-4-4-1,0 0 0-15,0-4-1 0,0 4-33 16,2-4 7-16,8 3-8 16,2-2 13-16,1-2-13 15,1-2 6-15,3 1-6 16,2-7 2-16,0 2 6 16,6-2-2-16,2-1 8 15,2 2-13-15,2 1 6 16,4 2-6-16,1 4 0 15,-1 2 1-15,6 2-3 16,-1-1 1-16,0 4-1 16,3-1 1-16,-1 2-1 15,1 0 1-15,-2 1-1 16,1 1 1-16,1 2 0 0,-3 0 1 16,0 0-1-1,-2 3 1-15,-2-2-1 0,-3 3-1 16,1 2 1-16,-3 2-1 15,2 4 1-15,-1-4 0 16,-1 4 0-16,2 0 0 16,-2 0 0-16,3 0 0 15,-3 2-1-15,2-2 1 16,0 4 0-16,1 0 0 16,-3 2-2-16,0 0 2 15,0 0-7-15,0 2 7 16,-2 6-2-16,-2 0 1 0,0 4 0 15,0-4-1-15,0 2 2 16,0 2-1-16,-2-1 0 16,0 6-6-16,2-4 6 15,-2 1 2-15,0 5-2 16,-1-1 1-16,-2 2-1 16,1 0 0-16,-3 1 1 15,-3-2-6-15,1 0 7 16,0 1-1-16,-2 2 0 15,-1 0 0-15,1 2 0 16,-1 2 0-16,1-1-1 16,-1 0 1-16,-1-2 1 15,3-4-1-15,-1 0 0 0,5-2 0 16,-2 1 5 0,2 3-5-16,-1-4-1 0,-1 5 0 15,2-1 0-15,-1 1 0 16,0-3 0-16,-2-1 1 15,-3 2 0-15,-1-1 0 16,-1 1 0-16,-1 0 0 16,-4 0-1-16,1 6 0 15,-5-4-7-15,1 4 8 16,-5 3-1-16,2-2 1 16,-2 1 0-16,0 0 1 15,3-1 6-15,1-5-6 16,-2 0 0-16,0-4 0 15,-2-4 9-15,3-5 6 16,-3 0 4-16,0-8-1 0,0-1-1 16,0 0 18-16,2 0 18 15,-2 0 9-15,0 0-1 16,0 0 3-16,0 0-26 16,0 0-20-16,0-4-9 15,0 3-9-15,0 1 4 16,0 0-5-16,0-5-6 15,0 5-74-15,2 0-121 16,7 0-350-16,0 0-456 0</inkml:trace>
  <inkml:trace contextRef="#ctx0" brushRef="#br0" timeOffset="49432.23">14034 15659 49 0,'0'0'19'16,"0"0"190"-16,0 0-108 16,0 0-52-16,0 0-13 15,0 0-8-15,38-22-8 16,-34 22-7-16,-1 0-12 16,-1 0 9-16,-2 0-4 15,0 0 6-15,0 0 12 16,0 0 12-16,0 0 6 15,0 0 6-15,0 0 10 16,0 0-17-16,0 0-13 0,0 8 5 16,0 8 39-16,0 4-24 15,0 8-18-15,2-2 5 16,2 5-6-16,-2 2-19 16,1 1 9-16,0-2-6 15,-1 2-12-15,-2-2 1 16,2 0-1-16,-2-5 0 15,0-5 0-15,2-4 1 16,-2-8-1-16,2-7-1 16,-2 2-1-16,2-5-18 15,3 0-1-15,-1 0 7 16,2 0 7-16,4-8 5 16,1 2 0-16,3-6-14 0,1 2-3 15,5 2 2-15,7-6-2 16,2 1 2-16,7-1-11 15,3 0 1-15,3 1-30 16,6-5 2-16,1 5 18 16,0 0 14-16,2 0 7 15,-2 7 2-15,0 2 5 16,-3 4-8-16,-1 0 1 16,-5 0-10-16,-6 0 6 15,-5 0 3-15,-5 0 8 16,-5 0 8-16,-7 0 1 15,-3 0 27-15,-5-4 47 16,0-6 27-16,-4-8-24 0,0 0-26 16,0-3 2-1,-4-2 19-15,-4-7-5 0,-3 3 0 16,-1 4-10-16,4-4-30 16,-1 10-9-16,5 3-11 15,-1 0-8-15,3 9-29 16,2 2-86-16,0-1-141 15,0 4-389-15</inkml:trace>
  <inkml:trace contextRef="#ctx0" brushRef="#br0" timeOffset="56064.86">11741 14528 80 0,'0'0'88'0,"0"0"-65"0,0 0-22 15,0 0 32-15,0 0 96 16,0 0-75-16,-29 0 6 15,21 0-19-15,-1 0-12 16,-3 0-3-16,1 0-10 16,-2 0-15-16,-1 0 6 15,-3 0 2-15,1 2-3 16,-2 2 7-16,3 1-2 16,-1-3 1-16,3 3-11 15,0 1 13-15,-3 0-12 16,3 2 5-16,-3 0-6 15,1 2-1-15,-1-1 10 16,-2 4-2-16,4-1 2 16,-1-1-2-16,3 0 0 0,2 1-7 15,-1 0 21-15,-1 1-11 16,4 0 17-16,-3 1-8 16,1 3-11-16,2-2-7 15,1 1 7-15,-3 3 8 16,4-1-4-16,-1 0 1 15,1-1-2-15,2 0 11 16,-4 1-10-16,2 2-1 16,-3 0 12-16,3-3-14 15,1 2 0-15,0-3-9 16,3-1 0-16,0-2 5 16,0 1-4-16,-3 1-2 15,3-2 2-15,-2 3 0 0,-3 2 14 16,2-2 8-16,1 0-9 15,-1-1 8-15,1-2-10 16,2-1-3-16,0 2-1 16,0-3-1-16,-1 2-7 15,3 8 11-15,-2-3-11 16,2 4 12-16,-2 1-7 16,2 4-6-16,0-1 1 15,-2-2 0-15,2-2 10 16,0-2-10-16,0-1 8 15,0 2-9-15,0-2 6 16,0 0 3-16,0 1-9 16,6 0 1-16,1 1-1 0,-1-4 1 15,1 3 1-15,0-2-1 16,2-1 0-16,0-3-1 16,2-1-8-16,2 2 8 15,0-3 0-15,3 6 1 16,3-4 9-16,-4 2-3 15,1 2 2-15,-1-1-8 16,1-2 0-16,-3 3-1 16,2-8 0-16,-1 2 0 15,1 0-2-15,1-2 1 16,-1-1-4-16,1-5 5 16,-1 5 1-16,1 1 10 15,0-6-11-15,0 0-6 0,-1 0-1 16,1-4 7-16,2 0 7 15,-1 0 11-15,2 0-2 16,-2 0-16-16,-1 0 14 16,-1-8 18-16,1-2 10 15,-3 2-26-15,1-5 3 16,1 0-19-16,-1 3 12 16,-1-4-11-16,3 2 1 15,-3-2-1-15,0 0 5 16,1 2-4-16,-3-2 0 15,-3-2 3-15,4-1-4 16,-1 0-1-16,3-4 1 16,-6-1-1-16,3 0 9 15,-1 3-8-15,-4-4 8 0,-2 1-8 16,3 0 10-16,-3 5-9 16,-2-2 5-16,4 1-7 15,-4-4 12-15,0 0 1 16,0 0 0-16,-2-2 0 15,2 0-6-15,-2 0 5 16,0 2-2-16,0-4 3 16,0 2 2-16,0 2-5 15,-2 0 7-15,-4-1-11 16,-2 1-4-16,0-4-1 16,-1 2-1-16,-1-2 1 15,0-6 9-15,-1 3-10 16,-1-4 0-16,-1 1 1 0,-3 2 0 15,1-5 17-15,-5 4-12 16,0-1-5-16,-5 1 7 16,1-1 4-16,-5-4-11 15,0 4 7-15,0 2-8 16,2 2 0-16,0 6-8 16,5 5 8-16,4 4-16 15,1 5 4-15,3 4-7 16,5 4-78-16,-1 2-105 15,0 14-132-15,3 1-177 0</inkml:trace>
  <inkml:trace contextRef="#ctx0" brushRef="#br0" timeOffset="60784.85">10612 15462 3 0,'0'0'15'0,"0"0"-13"16,0 0-1-16,0 0 6 0,0 0-6 15,0 0 0-15,-14 6 1 16,12-1 7-16,2-5-8 15,-2 0 0-15,2 4 1 16,-2-4-2-16,0 0 1 16,-1 3 13-16,-1-3 22 15,2 0-5-15,-1 0-18 16,-1 3-13-16,1-2 1 16,-1 1-1-16,2-2-1 15,0 0-12-15,2 2-6 16,-2-2 16-16,-3 0-3 15,3 0 6-15,-2 0 13 16,-1 0-11-16,0 0-1 16,1 0 6-16,0 2-7 15,1 2-1-15,1-4 0 0,2 6-12 16,0-2-2-16,0 4-7 16,0 1-7-16,38 10 12 15,-3 2-7-15</inkml:trace>
  <inkml:trace contextRef="#ctx0" brushRef="#br0" timeOffset="62399.24">13470 15293 75 0,'0'0'35'15,"0"0"1"-15,0 0 1 16,0 0-29-16,0 0-8 16,0 0 0-16,0 0 60 15,-60 0 70-15,47 5-83 16,0-5-17-16,1 4-11 16,1-2-10-16,5 0-9 15,-2 0 1-15,4 0 0 16,4-2 5-16,-2 2 2 15,2-2 2-15,0 0 9 16,0 0 17-16,0 0 12 0,0 0-22 16,9 0-16-16,5 0 14 15,6 0 1-15,1 0-3 16,6 0 1-16,2 0 1 16,3 0-14-16,-1 0 9 15,-2 0-12-15,2 0-6 16,-4 0 1-16,-5 0-1 15,-2 0 6-15,-6 0-7 16,-8 0 0-16,-2 0-12 16,-4 0 3-16,0 0 9 15,0 0 23-15,0 0 9 16,0 0 14-16,0 0-43 16,-8 0-3-16,-6 0-11 15,1 0-1-15,-5 0 12 16,-2 0 0-16,0 0-6 0,-3 0-5 15,4 4 2-15,-1 0-1 16,4 0-3-16,0-4 4 16,6 2-5-16,0 1 12 15,6-3 2-15,-1 0 0 16,5 1 0-16,0-1-1 16,0 0-33-16,3 4-79 15,8-1-69-15,4 1-80 0</inkml:trace>
  <inkml:trace contextRef="#ctx0" brushRef="#br0" timeOffset="69184.27">18248 15360 38 0,'0'0'568'0,"0"0"-452"16,0 0 28-16,0 0-13 16,0 0-60-16,0 0-4 15,-21 0-1-15,19 0 8 16,2-8-14-16,-2-1-23 15,0-1 4-15,-3-3-2 16,3-5 12-16,-3 0-25 16,3-4-13-16,-2 0-7 0,2 0 14 15,-1 3 12 1,1-4-5-16,0 2-4 0,0-1-10 16,0 0 3-16,2-2-4 15,0-2 1 1,0-6-3-16,0 2 3 15,0-3-1-15,0 0 0 0,6-1-4 16,3 3 0-16,0 0 2 16,4 5-10-16,-2-1 8 15,3 9-8-15,-3-5 2 16,5 7-2-16,-1-9 0 16,3 6 0-16,2-2-1 15,5-1 1-15,-1 0-1 16,5 0 0-16,5-4 1 0,-1-1 1 15,0 2-1 1,3-3 0-16,-5 2 0 0,0 2 0 16,-4-1 0-16,2 6 1 15,-2-4 0-15,0-1 0 16,2 2 6-16,2 0-6 16,2 0-1-16,3 0 0 15,-1 2 0-15,1 0-7 16,-1 4 7-16,0 0 0 15,-4 4-1-15,0 1 1 16,-3 4-1-16,3-1 0 16,3 4-5-16,0 0 6 15,3 2-2-15,5 2 1 16,1 0 1-16,1 0-1 16,4 0 1-16,-6 0-2 0,-2 0-6 15,-5 4 7-15,-4 4 0 16,-2 3 0-16,-4-3 0 15,-3 1 0-15,1 1 0 16,-4-2 1-16,2 1-1 16,-1-1 1-16,0 1 0 15,0 1 0-15,-3 0 0 16,4 3 0-16,-3-6-7 16,-3 3 7-16,3 0 0 15,-3 2-1-15,1-1 0 16,-3-3-3-16,1 3 4 15,-1-1 2-15,-2 2-2 16,-1-2-9-16,0 0 9 0,-1 3 0 16,3-4 0-16,-4 2-1 15,1-4 1-15,1 2-1 16,-2-1-1-16,1 2 2 16,1-5 0-16,-2 7 0 15,3-3-2-15,-2 5 1 16,0-4 0-16,-2 1-7 15,1 4 1-15,-3-5 1 16,2 4 5-16,-3 2-9 16,1-4 9-16,-1 3-9 15,0-3 9-15,1 1-7 16,-1 1 6-16,-1 1 1 0,1 2-8 16,1 1 1-1,-3-2 2-15,2 8 6 16,-2-2-1-16,1 2 0 0,-3 1 0 15,2-2 0-15,2-1-1 16,-2 1 1-16,3-11 0 16,0-3-7-16,-3 0 8 15,-2-7 0-15,2-2 18 16,-2 0-2-16,0 0 0 16,0 0-4-16,0 0-2 15,0 0-10-15,0 4-29 16,0 6-118-16,0 24-138 15,-2 1-95-15,-10 0-415 0</inkml:trace>
  <inkml:trace contextRef="#ctx0" brushRef="#br0" timeOffset="73200.06">23813 15873 29 0,'0'0'62'0,"0"0"-50"16,0 0-11-16,0 0 237 15,8 103-150-15,-8-86-26 16,0-6 27-16,0-3-5 16,0-4-25-16,0-2-6 15,0-2 1-15,0 0 27 16,0 0-44-16,0-5-37 15,4-4-36-15,0-5-95 16,0 4 7-16,-2 2 40 0,-2-1 58 16,0 4 26-1,0 1 37-15,0-1 30 0,0-2 1 16,-4 1 2 0,0-7-16-16,-2 3-8 0,2 2 22 15,0-1 14-15,0-4 30 16,-1 5 9-16,3 2 1 15,2-4-9-15,0 6-20 16,0-3-27-16,0 2-19 16,0 1-15-16,0 2-13 15,0 2-18-15,0 0 1 16,0 0-2-16,0 0 1 16,0 0 0-16,0 0-1 15,0 0 0-15,0 0-2 16,0 0 2-16,0 0-1 0,0 0 1 15,0 0 0 1,0 0-11-16,0 6-32 0,0 6 25 16,0 8 18-16,0 4 22 15,0 4 3-15,0-1-8 16,0 0 2-16,0 4-17 16,7-6 5-16,-3 4-6 15,2-3-1-15,2-2 2 16,-2 2-2-16,3-4 0 15,0-5-1-15,0 2 1 16,0-9-1-16,-3-2-10 16,4 0 10-16,-2-8-1 0,1 0-11 15,2 0 13 1,5 0 8-16,-1 0-7 0,5 0 0 16,1 0 1-16,1 0 0 15,4 0-2-15,1 0-1 16,6 0 0-16,8 0-6 15,3 0 6-15,8 0 0 16,-1 0-5-16,0 0-13 16,-4 4 0-16,-2 0-7 15,-6 2 13-15,-2 2 7 16,-4-6 5-16,-4 0 1 16,-1-2 0-16,-5 0 1 15,-3 0 0-15,-3 0 0 16,-3-4 11-16,-5-4-2 15,0-2-7-15,-4 3 10 0,-1-6 5 16,-2 3-8-16,1-4-4 16,-1-4-5-16,2-4 0 15,-2 0 1-15,2 0 6 16,1-1 8-16,-2 2 12 16,-3 0 12-16,0 6 8 15,0 1-17-15,0 2 8 16,0 6-21-16,0 2-18 15,0 4-24-15,0 0-92 16,0 0-116-16,2 0-262 16,0 0-175-16</inkml:trace>
  <inkml:trace contextRef="#ctx0" brushRef="#br0" timeOffset="76164.78">20228 15069 64 0,'0'0'40'16,"0"0"-27"-16,0 0 9 0,0 0 89 16,0 0-33-16,0 0-47 15,-127 77 7-15,107-64-21 16,0 0-10-16,0 2-5 15,0 3 8-15,5 3 4 16,-4 1-5-16,7 0-2 16,-2 6-5-16,5-2 9 15,3 0-1-15,0 3-2 16,6 0-8-16,0 3 2 16,3 1-2-16,17-4-8 15,2 3-1-15,5-5 8 16,4 0-2-16,5 0 3 15,-1-9 11-15,5-4-10 0,1-2 12 16,1-6 10-16,-2-3 5 16,-2 2-15-16,-4-5-12 15,-7 0 11-15,-6 0-11 16,-3 0 3-16,-5 0-2 16,-1 0 4-16,1-5 12 15,3-4-4-15,-1-9-7 16,1-2-5-16,2-3-2 15,0-1-13-15,-3-2-3 16,-1 2-1-16,-1 0 14 16,1 4-3-16,-6-2 6 15,1 4-10-15,-3-4-2 0,-3 4 1 16,-3 1-1 0,0-6-4-16,0 0-3 0,-11 6-21 15,-16-5 7-15,2 8-62 16,1 0-205-16</inkml:trace>
  <inkml:trace contextRef="#ctx0" brushRef="#br0" timeOffset="77748.53">23262 15230 15 0,'0'0'20'0,"0"0"-7"0,0 0 160 16,0 0-120-16,0 0-20 16,0 0 24-16,0 0-10 15,10 13-12-15,-10-10-9 16,2 0 3-16,0 6 5 15,1-5-3-15,-1 6-2 16,0 2 2-16,0 2 4 16,0 0-8-16,2 4 5 15,1 2-4-15,2 4 8 16,-2 2-19-16,-1 4-4 16,-2 2-4-16,0-4-9 15,0 3 0-15,-2-9 0 16,0-3 2-16,2-2-2 0,-2-9 9 15,0-2-9 1,3-6 0-16,-3 0 7 0,0 0-1 16,0 0-6-1,0 0-4-15,2 0-45 0,0 0-52 16,1 0-70-16</inkml:trace>
  <inkml:trace contextRef="#ctx0" brushRef="#br0" timeOffset="78216.09">23136 15386 13 0,'0'0'48'15,"0"0"-22"-15,0 0 88 16,0 0-74-16,0 0-20 15,0 0 29-15,0 0 19 0,33 14-13 16,-13-14 0-16,3 0 0 16,6 0 1-16,0 0-7 15,2 0-26-15,2 0-3 16,-4 0-8-16,0 0 1 16,-7 0 6-16,-2 0 1 15,-5 0 1-15,-3-4 0 16,-3 4-4-16,-3-5-11 15,-3 4-6-15,-1-2 0 16,3 0-44-16,-1 2-77 16,1-3-46-16</inkml:trace>
  <inkml:trace contextRef="#ctx0" brushRef="#br0" timeOffset="133731.1">9696 16179 222 0,'0'0'212'0,"0"0"-121"16,0 0-68-16,0 0 11 16,0 0 23-16,0 0 46 15,0 0 48-15,0 0 10 16,0 0-14-16,0 0-29 15,0 0-36-15,0 0-32 0,0 0-36 16,0 0-14 0,0 0-21-16,0 7-100 0,0-1-209 15,0-2-192-15</inkml:trace>
  <inkml:trace contextRef="#ctx0" brushRef="#br0" timeOffset="141080.48">14986 14530 224 0,'0'0'112'16,"0"0"-28"-16,0 0-13 0,-128-40 12 15,102 27-16-15,-1 0-1 16,3 2-17-16,-5-2-23 16,-5 5-14-16,-3-1-4 15,-9 5 4-15,-2 4-3 16,-4 0-1-16,-1 0 1 16,-5 3 4-16,-3 11 7 15,-3-1-1-15,-3 10-2 16,-2-2-11-16,1 6 6 15,0 0-2-15,3 5 0 16,5-1-9-16,3-2 6 16,3 4 2-16,1-3 5 0,-1 4 6 15,1 2-5 1,-1 3 5-16,3-3 3 0,2 4-8 16,4 4-15-1,8 0 0-15,6 2 0 0,4-2-1 16,6-4 0-16,4-4-5 15,1 5 6-15,3-10 0 16,2 5 1-16,2 1-1 16,-2-3 0-16,0 2 1 15,-1-1 5-15,4 4 7 16,1 4 3-16,7-4-9 16,0 1-6-16,7 5 6 0,19-4 9 15,10 6-2-15,8 3-8 16,10-2 19-16,6 2-15 15,5-8 12-15,3 1-6 16,4-6 2-16,-1 1-2 16,0-5-4-16,1-5 7 15,-3 2 1-15,4-4-3 16,1-5-1-16,2 0-7 16,0 0 0-16,-3-13-8 15,-2 1 9-15,-6-9-9 16,-1 0 15-16,-1-9-1 15,0-16-2-15,-1-2 1 16,-3-9 2-16,0 1-14 16,-8-1 5-16,-7 0 3 15,-3-1-1-15,-3-3-9 0,-5-4 6 16,-2-6 3-16,0-6-8 16,-2-4 8-16,-2-6-8 15,-2-2 0-15,-3 1-1 16,-6-4 1-16,-8 0 6 15,-1-1-6-15,-4-4 12 16,-3-5 0-16,0 1-1 16,-3-5 0-16,-15 10-2 15,-4 0 13-15,-5 11 12 16,-8 7-3-16,-5 12 10 16,-5 5 8-16,-4 4-27 0,-2 2-9 15,4 6-6 1,0 4-8-16,7 6 0 0,-1 7-11 15,6 11-61 1,-7 4-94-16,7 19-98 0,8-3-319 16</inkml:trace>
  <inkml:trace contextRef="#ctx0" brushRef="#br0" timeOffset="145984.73">19852 15661 35 0,'0'0'215'16,"0"0"-90"-16,0 0-51 15,0 0 1-15,0 0-23 16,0 0 0-16,0 0 4 16,65-82 31-16,-63 82 18 15,-2-5-18-15,0 5-16 16,0 0 10-16,0 0-9 16,0 0 2-16,0 0-18 15,0 0-12-15,0 0-18 16,0 0-10-16,0 0-1 15,4 10-14-15,7 8 36 16,3 9 30-16,3 6-9 16,-1 9-22-16,1-3-14 0,-1 3-12 15,-1 2-4 1,-1-4 2-16,-1-4-7 0,-3-1 2 16,-1-3-3-16,-5-8 8 15,0-4-8-15,-2-6 2 16,1-4-2-16,-1-2-1 15,0-4-12-15,-2-4-4 16,2 0 8-16,-2 0-7 16,3 0 14-16,-1 0 1 15,3 0 0-15,1 0-12 16,5 0 7-16,7 0 6 16,11 0 8-16,4-4 0 15,12-7-8-15,4 4 7 16,7-1-7-16,6-2 6 15,1-4-4-15,3 6-2 0,1-2 0 16,0 3-1-16,0 6-12 16,2 1-6-16,-2 0-6 15,-3 0-6-15,-1 0 2 16,-7 0-4-16,-8 0 1 16,-7 0 4-16,-8 0 14 15,-6 0 12-15,-5 0-5 16,-4 0 7-16,0-9 1 15,-3 0 11-15,1-8-12 16,-1-1 15-16,1-5-7 16,-3-4-2-16,0-3-5 15,-1-3 12-15,-3 4 8 0,-3-3 0 16,-2 3 1-16,0-2 19 16,-2 7 10-16,-2 1-15 15,0 8 5-15,0 7-2 16,0-2-2-16,0 7-20 15,0 2-1-15,0 1-16 16,0 0-4-16,0 0-15 16,0 0-52-16,0 0-58 15,0 10-90-15,6 2-114 16,-4 2-48-16</inkml:trace>
  <inkml:trace contextRef="#ctx0" brushRef="#br0" timeOffset="151147.51">24775 14646 140 0,'0'0'199'0,"0"0"-130"16,0 0 34-16,0 0 22 15,0 0-28-15,0 0-15 16,-129-86 4-16,98 78-21 16,-5-4-3-16,-8 6 10 15,-7 0 6-15,-9 4-18 16,-9 0-18-16,-5 2-15 16,-4 0-7-16,2 0 9 15,3 0-8-15,2 0-11 16,6 0-3-16,5 4-5 0,2 2 5 15,4 1-7 1,-4 5 1-16,-2 5 0 0,-2-1-1 16,-7 8 0-16,-4-1-2 15,-4 4 2-15,2-1 1 16,1 0 8-16,3 1 1 16,4-4 3-16,5 4-3 15,2-5 5-15,8 1-1 16,8 0-12-16,8-3 4 15,7 0-6-15,9-1-1 16,2 6 0-16,5 5-8 16,2 7 9-16,4 4 2 0,0 12 10 15,5-1 8-15,2 6 2 16,0 0-11-16,0 1 5 16,4-2-3-16,8-2 1 15,1 2-7-15,2 2 0 16,3-5 0-16,3-4 9 15,-4 1 0-15,3 3-5 16,1-5 2-16,0-3-2 16,4 2 1-16,4-8 1 15,2 1-6-15,7-1 1 16,5-4 9-16,5-4 1 16,6 1 5-16,4 0 2 15,2-7-18-15,5-2 2 16,2-2-2-16,7-6 8 0,-1-1-14 15,4-11 11-15,2 1-10 16,-2-5 8-16,-3 0-10 16,-7 0 1-16,-3 0 10 15,-8 0-11-15,-2-9 9 16,-8 0-9-16,-1 1 1 16,-3-2 0-16,0 0 7 15,1-2-8-15,1-2 2 16,2-9 17-16,0 2 11 15,3-8 11-15,-5 0-27 16,2 1-3-16,-5 2-10 16,-5 0 6-16,-3 2-7 15,-4 2 6-15,-4 0-5 16,0-1 9-16,-1 1-4 0,0-6-5 16,1-1 10-16,2-7-9 15,0-1 9-15,-3-5-11 16,3 0 1-16,-5-2 0 15,0-5 0-15,-3 4 0 16,-2 0 0-16,-3-1 0 16,-1 3 0-16,-3-1 5 15,0-2-6-15,-3 0 7 16,-5-1-7-16,-2-3 12 16,0-4 10-16,0-5 0 15,-11-3 21-15,-9-4-12 16,-7-2-4-16,-2 5 24 15,-5 6-12-15,1 8-38 16,-3 11 36-16,1 8-28 0,2 6-9 16,1 8-2-16,3 3 1 15,3 2-21-15,1 1-23 16,4 6-58-16,6 4-65 16,-7 13-69-16,7 14-264 15,-4 6-118-15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29:23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3736 3517 430 0,'0'0'261'0,"0"0"-91"16,0 0-70-16,0 0-50 15,0 0 7-15,0 0 41 16,-40 10 14-16,29-2-2 15,-1-1-22-15,-1 2-2 16,-1 1-7-16,4 4-27 16,-3 0-17-16,-1 4-6 15,3 2-11-15,-1 1-5 16,4 2-11-16,1-1 6 16,3 1-6-16,2-1 5 15,2 0-5-15,0-3-1 16,0 2 1-16,10-1 7 0,4-2 1 15,4-4 0-15,0 0 3 16,-1-2-11-16,4-4 7 16,-3 0-9-16,1 1-9 15,4-6 0-15,-1 1 8 16,-2-1 0-16,0-3 1 16,-3 0 1-16,-3 0 6 15,-1 0 6-15,-1-10 30 16,-1-1-7-16,3-3-12 15,-4-1-14-15,1-2-3 16,-1-1 4-16,-2 0-1 16,-1-3 11-16,-3 2 10 15,-2-5 2-15,-2 1-10 0,0-1 5 16,0 1-3-16,0-2-8 16,-2 6-1-16,-6-2-11 15,-3 2-5-15,-3 4-6 16,-3 1 0-16,-4 3-66 15,-1 5-22-15,-7 5-48 16,-2 1-36-16,-7 0-58 16,9 7-96-16,4 4-206 0</inkml:trace>
  <inkml:trace contextRef="#ctx0" brushRef="#br0" timeOffset="782.73">3763 3871 240 0,'0'0'206'15,"0"0"-47"-15,0 0 27 16,0 0-45-16,0 0-19 16,0 0-9-16,0 0-13 15,-100 43-12-15,87-33-18 16,-4 0-11-16,1 4-18 16,1 4-5-16,2 0-4 15,-1 2-13-15,6 2-4 16,-1 3-14-16,2-3-1 0,5 0 11 15,-1 0-10 1,3-2 4-16,0 0-5 16,0-2-9-16,9-2 1 15,5 2 2-15,1-4 6 0,5 2-8 16,3-4 6-16,0 0-12 16,-2-2 5-16,2-4 7 15,-5 0 2-15,-1-5 0 16,-3-1 1-16,-1 0 7 15,0 0 0-15,1 0 3 16,-1 0-3-16,1-5 7 16,1-7-6-16,1-2 18 15,1-2 27-15,-1 0 3 16,-1-3 5-16,1 0 2 0,-5 1-10 16,-2-3-16-16,1 2-9 15,-4-1-7-15,-2-3-8 16,-4-1 6-1,0 2 4-15,0-2 4 0,0 0 7 16,-8 1-13-16,-8 2-22 16,-4 1-37-16,-2 4-41 15,-5 4-33-15,2 4-37 16,-4 2-62-16,7 2-130 16,6 0-298-16</inkml:trace>
  <inkml:trace contextRef="#ctx0" brushRef="#br0" timeOffset="1566.7">4471 3571 240 0,'0'0'324'0,"0"0"-32"16,0 0-6-16,0 0-50 15,0 0-47-15,0 0-36 16,0 0-30-16,0-16-40 15,0 16-18-15,0 0-20 16,0 0-19-16,0 0-15 16,0 6-11-16,0 12 0 15,0 8 25-15,0 10 15 16,0 11-14-16,0 4-6 16,-2 10-3-16,2 2-9 15,-2 2-2-15,2-3 1 0,0-1-6 16,0-11 1-16,0-6-1 15,0-10 5 1,0-6-5-16,0-8 0 0,0-5 0 16,0-6-1-16,0-5 1 15,0-2 8-15,0-2 11 16,0 0-2-16,0 0 0 16,0 0-18-16,0 0-63 15,0 0-82-15,0-9-89 16,2 0-262-16,2-3-319 0</inkml:trace>
  <inkml:trace contextRef="#ctx0" brushRef="#br0" timeOffset="1949.72">4224 3910 139 0,'0'0'265'16,"0"0"-87"-16,0 0-51 15,0 0-5-15,0 0 27 0,0 0 49 16,0 0 5-16,118 20-32 15,-76-14-41 1,3 2-13-16,-1-2-31 0,1 1 2 16,-3-4-11-16,-6 3-24 15,-5-2-20-15,-9-3-18 16,-3 4-15-16,-8-1 0 16,-3-2-8-16,-1 0-29 15,-2 0-56-15,1 0-38 16,14-2-56-16,0 0-99 15,1 0-298-15</inkml:trace>
  <inkml:trace contextRef="#ctx0" brushRef="#br0" timeOffset="2716.15">5256 3615 456 0,'0'0'195'0,"0"0"-15"16,0 0-35-16,0 0-50 15,0 0 44-15,0 0 32 16,0 0-40-16,-65 97-25 16,41-67-45-16,-3 1-8 15,-2 3-14-15,-2 1-16 16,-3-1-14-16,3 0-7 0,2-2-2 16,4-4-10-16,3-4-35 15,7-4-18-15,1-4-6 16,7-8-3-16,3-2 6 15,2-4 15-15,2-2 15 16,0 0 14-16,0 0 4 16,0 0-11-16,4 0 27 15,5 0 1-15,0-5-1 16,2-2 2-16,3 3 12 16,-1 2 6-16,5 0-10 15,-3 2 0-15,6 0-1 16,-4 0 2-16,3 2-8 0,3 8 1 15,-2-2 19-15,4 3 5 16,0-2 17-16,2-2 4 16,2-6-6-16,0-1 11 15,2 0-2-15,-2 0-14 16,0 0-21-16,-5 0-7 16,-4-4-8-16,-4 0-8 15,-5 1-48-15,-4 0-49 16,-3 0-47-16,-2-8-84 15,-2 2-175-15,0-2-344 0</inkml:trace>
  <inkml:trace contextRef="#ctx0" brushRef="#br0" timeOffset="3181.78">5252 3702 372 0,'0'0'306'0,"0"0"0"16,0 0-57-16,0 0-52 15,0 0-31-15,0 0-38 16,0 0-30-16,-14-36-29 15,14 36-19-15,-3 0-9 16,3 0-13-16,0 0-16 0,0 0-12 16,0 10-15-1,0 9 15-15,0 7 22 0,0 10-15 16,-2 9 1-16,0 5-7 16,-2 4 8-16,0 4-8 15,-4 1 0-15,4-1-1 16,2-7-12-16,-1-4-14 15,3-7-8-15,0-8 6 16,0-8 6-16,0-7 10 16,0-4 6-16,0-5 5 15,0-4 1-15,0-2 1 16,0-2 9-16,0 0 8 0,0 0-18 16,0 0-47-1,9 0-153-15,5-4-200 0,-1-2-471 0</inkml:trace>
  <inkml:trace contextRef="#ctx0" brushRef="#br0" timeOffset="5101.96">5657 4101 159 0,'0'0'280'16,"0"0"-120"-16,0 0-39 0,0 0-11 16,0 0-15-16,0 0-10 15,0 0-34-15,-18 56-13 16,15-49-8-16,3 0-13 15,0-3-9-15,0-2-1 16,0-2 4-16,0 0 24 16,0 0 33-16,0 0 60 15,0 0-21-15,5-4-15 16,-1-5-38-16,-2 4 17 16,-2-3 1-16,0 2-24 15,0 2-14-15,0 2-34 16,0 0-20-16,0 2-75 0,0 0-122 15,0 0-93 1,0 0-265-16</inkml:trace>
  <inkml:trace contextRef="#ctx0" brushRef="#br0" timeOffset="6349.63">5900 3689 358 0,'0'0'255'0,"0"0"-38"16,0 0-45-16,0 0-25 15,0 0-27-15,0 0-38 16,0 0-8-16,-8 0-13 16,13 0-11-16,4-1 9 0,4-5 9 15,6 0-27 1,3-1-16-16,2 1-2 0,3 2 5 15,0 2-9-15,-1 0-12 16,-1 2-6-16,-3 0-1 16,-2 0-1-16,-2 0 0 15,0 0-1-15,-5 4-4 16,-4 4-2-16,-2 1-10 16,-5 0-4-16,-2 4-7 15,0 2 11-15,0 4 18 16,0 1 0-16,-13 1 0 15,-3 2-5-15,-4-2 5 0,0 2 0 16,-3-4-1 0,2-2-6-16,-2-3-2 0,1-1-14 15,1-3-5-15,4-3-5 16,6-3-10-16,2-2 14 16,6 0 3-16,1-2 4 15,2 0 11-15,0 0 11 16,0 0-10-16,0 0-2 15,0 0-3-15,5 0-12 16,1 0 25-16,4 0 2 16,3 0 12-16,1-2 1 15,-1-4 26-15,3 2 8 16,-1 1-5-16,-1 0-17 0,-1 2-11 16,-3 1-8-1,0 0-6-15,-1 0-1 0,-1 0-6 16,1 5-2-16,0 5 8 15,0 4 1-15,0 1 10 16,0 2-9-16,-2 1-1 16,1 3-2-16,-1 0 1 15,-5 2-6-15,0-2 6 16,-2 0 0-16,0-3 0 16,0-3 0-16,0 2 0 15,-4-1 1-15,-7-2 0 16,0 0 0-16,-5 0 0 15,3-2 0-15,-3 0 6 16,1-4 11-16,-3-1-4 16,1-3 21-16,-2-2 15 15,1-2-5-15,1 0-2 16,-1 0 4-16,0 0-7 0,2 0-7 16,-1-3-5-16,1-3-5 15,3-4-5-15,1 2-8 16,6 0-9-16,-1-2-50 15,7 3-81-15,0-4-98 16,0 1-177-16,2 2-258 0</inkml:trace>
  <inkml:trace contextRef="#ctx0" brushRef="#br0" timeOffset="15983.05">5705 4118 49 0,'0'0'119'0,"0"0"-30"15,0 0-23-15,0 0-9 16,0 0-10-16,0 0 5 16,-2 0-13-16,-2 0-9 15,0 0-17-15,-1 0-11 0,3 0 34 16,0 3-4-16,0-3 12 16,2 0 31-16,0 0 11 15,0 0-10-15,0 0-8 16,0 0-10-16,0 0-9 15,0 0-19-15,0 0-30 16,0 0-58-16,2 0-122 16,2 0-163-16</inkml:trace>
  <inkml:trace contextRef="#ctx0" brushRef="#br0" timeOffset="29667.11">6592 3994 307 0,'0'0'280'16,"0"0"-79"-16,0 0-13 16,0 0-45-16,0 0-30 15,-49 0-12-15,45 0-37 16,1 0-36-16,1 0-12 15,2 0-5-15,0 0 11 16,0 0 1-16,0 0 2 16,0 0 13-16,0 0 23 15,0 0 4-15,0 0-24 16,0 0-31-16,7 0 9 0,11 0-17 16,11 9 18-1,11 1 15-15,5 1 6 0,3 2-16 16,0-2-10-16,-4 0-2 15,-7-6-4-15,-5 1 1 16,-8-2 9-16,-8-4 6 16,-3 3-3-16,-6-3-3 15,-2 0-7-15,-5 0-12 16,2 0-7-16,-2 0-69 16,5 0-122-16,-1 0-206 15,0-7-353-15</inkml:trace>
  <inkml:trace contextRef="#ctx0" brushRef="#br0" timeOffset="30316.68">7216 4034 300 0,'0'0'326'16,"0"0"-30"-16,0 0-67 0,0 0-111 15,0 0-42-15,0 0-7 16,0 0 17-16,10-74-9 15,-6 58-40-15,0-2-11 16,0 1-3-16,3-2-5 16,-1 2-8-16,4 0-4 15,-4 1 17-15,1 2 9 16,-3 2 13-16,-2 2 4 16,1 4-8-16,-3 0-2 15,0 3-8-15,0 2-2 16,0 1-11-16,0 0-12 15,0 0-6-15,0 0-12 16,0 0-1-16,0 0-17 0,0 0-8 16,0 10-3-1,0 6 38-15,0 6 3 0,0 6 30 16,0 6-13-16,0 2 4 16,0 6-11-16,0 0 2 15,0 3-3-15,0-4-1 16,-3-4-2-16,-1-5-5 15,0-7 1-15,4-4-1 16,0-6 5-16,0-4-5 16,0-5 0-16,0-4 9 15,0-2 2-15,0 0 6 16,0 0 4-16,0 0-4 16,0 0-18-16,0 0-13 15,0 0-88-15,0 0-69 0,0-8-142 16,8-1-418-16</inkml:trace>
  <inkml:trace contextRef="#ctx0" brushRef="#br0" timeOffset="31182.74">7579 3762 186 0,'0'0'137'16,"0"0"-1"-16,0 0-15 16,0 0-23-16,0 0 25 15,0 0-6-15,0 0-14 0,-58 114-18 16,52-90-14-1,1 2-19-15,3 1-14 0,2 0 6 16,0 2-12-16,0 0-11 16,0 1-4-16,0-2-14 15,0-1 10-15,11-8 0 16,1 0 2-16,1-5 1 16,0-4 4-16,3-3 12 15,1-1 17-15,3-1 21 16,3-1 10-16,0-4-20 15,-2 0-22-15,2 0-16 16,-3 0-9-16,-3 0-1 0,2 0-2 16,-4 0 2-1,1-4 2-15,-1-3 0 0,-1 2-3 16,1-4 4-16,-1 2 3 16,-1-5 9-16,1 0 0 15,-1-4-2 1,-3-2 7-16,0-4 4 0,-1-3-11 15,-1-1-11-15,-3-2 2 16,-3 0-4-16,-2 3 1 16,0-4-3-16,0 4 11 15,-2 0-9-15,-7 1-11 16,-2 0 7-16,-1 2-2 16,-1 0 10-16,1 1-16 15,-2 3 9-15,-5 3-9 16,0 0-2-16,-1 1 1 0,-5 4-5 15,1 2-10 1,-1 2 10-16,3 3-2 0,-1 0 7 16,4 3-17-16,-4 0-16 15,1 0-38-15,-5 0-7 16,3 3-9-16,-1 8-63 16,1 3-61-16,6 11-74 15,7-4-208-15,4-3-180 0</inkml:trace>
  <inkml:trace contextRef="#ctx0" brushRef="#br0" timeOffset="34115.96">8410 3559 374 0,'0'0'258'0,"0"0"-86"16,0 0-19-16,0 0-26 15,0 0-14-15,0 0-33 16,0 0-34-16,-4 0-7 16,4 2-20-16,0 12 3 15,-2 10 34-15,0 6 3 16,0 10-17-16,-1 7 6 0,1 3 11 15,0 1-21 1,-1 3-20-16,3-1-8 16,0-6 2-16,0-2-6 0,0-7 4 15,0-10 0-15,0-6 9 16,0-8 12-16,0-5-2 16,0-5 3-16,0-4 5 15,0 0 14-15,0 0 2 16,0 0-9-16,0 0-12 15,0 0-32-15,0-4-80 16,7-10-115-16,0 4-177 16,-3-1-416-16</inkml:trace>
  <inkml:trace contextRef="#ctx0" brushRef="#br0" timeOffset="34549.35">8230 3844 172 0,'0'0'307'0,"0"0"-51"0,0 0-47 15,0 0-93-15,0 0-44 16,0 0 3-16,0 0 31 16,58 2 42-16,-31 0-1 15,2 0-38-15,-2-2-21 16,-3 0-17-16,-4 0-24 15,-6 0-25-15,-4 0-12 16,-3 0-8-16,-3 0-2 16,-4 0-1-16,2 0-23 15,-2 0-44-15,0 0-18 16,0 0-22-16,0 0-48 0,16 0-80 16,-1-6-152-1,6-4-270-15</inkml:trace>
  <inkml:trace contextRef="#ctx0" brushRef="#br0" timeOffset="35215.94">8843 3621 354 0,'0'0'223'0,"0"0"-55"15,0 0-60-15,0 0-26 16,0 0-4-16,0 0-26 15,0 0 19-15,8 5 31 16,8-5 9-16,9 0 36 16,6 1-3-16,5 1-45 15,3 1-32-15,1-1-19 0,-3 2-17 16,-8-3-19-16,-6 3-12 16,-6-2-1-16,-9 1-59 15,-3 0-50-15,-5 1-49 16,0 3-96-16,0-2-46 15,-7-1-41-15,-6-2-192 0</inkml:trace>
  <inkml:trace contextRef="#ctx0" brushRef="#br0" timeOffset="35932.01">8876 3605 152 0,'0'0'271'0,"0"0"-71"16,0 0-68-16,0 0-73 16,0 0-50-16,0 0 17 15,0 0 49-15,-54 29-15 16,41-14-18-16,2 3-13 15,2-1-16-15,5 1-4 16,-1-4-3-16,3-1-5 16,2 0 0-16,0-3 0 15,0 0-1-15,0-5 0 16,0-1-2-16,0 1 2 0,0-5 9 16,0 0 2-16,0 0 0 15,0 0 0-15,9 0 15 16,2 0 16-16,2 0-4 15,3 0-1-15,0 0 0 16,0-3-16-16,-3 3-3 16,1 0 2-16,-2-2 5 15,-1 2-2-15,1 0 3 16,1 0 0-16,-2 0-8 16,1 0-12-16,-2 0-6 15,4 6 0-15,-3 3 0 0,0 3 0 16,-2 0-9-1,0 1 9-15,-5 2-6 16,-2 1-5-16,1 0-7 0,-3 2 7 16,0 3 11-16,0-2 0 15,-3 1 7-15,-5-1-7 16,-4 2-4-16,-3 0 2 16,-1-4-8-16,-3-1 10 15,-2 1 0-15,2-6 15 16,-2-3-4-16,5-4 17 15,3-4 31-15,-1 0 26 16,1 0 1-16,3 0-31 16,-4-8-26-16,1-2-12 15,1-1-17-15,1-1 0 16,3-3-30-16,3 2-44 0,3-4-34 16,2-8-53-1,2 7-175-15,11-1-222 0</inkml:trace>
  <inkml:trace contextRef="#ctx0" brushRef="#br0" timeOffset="36750.89">9335 3814 274 0,'0'0'143'0,"0"0"-29"16,0 0-32-16,0 0-47 16,0 0-15-16,0 0 3 15,0 0 12-15,-17 66 43 16,17-66 29-16,0 0 20 15,0 0-4-15,0 0-12 16,0 0-11-16,0 0-14 0,0 0-5 16,0 0-30-1,0-2-29-15,0 0-7 0,0 2-15 16,0 0-21-16,0 0-54 16,0 0 8-16,0 0-17 15,0 8 44-15,0 2 27 16,0 2 3-16,0-4-4 15,6 2-9-15,5-4 23 16,5-4 7-16,-1-2 39 16,1 0 27-16,-3 0-25 15,-2 0 5-15,-1-6 19 16,-4-4 15-16,-2 0-5 16,-4-2-2-16,0-2-10 0,0 1-21 15,0 5-8-15,0 1-9 16,0 1-18-16,-6 2-14 15,-3 2-11-15,0 0-55 16,-2 2-41-16,2 0-45 16,4 0-94-16,5 0-154 15,0 0-218-15</inkml:trace>
  <inkml:trace contextRef="#ctx0" brushRef="#br0" timeOffset="37932.69">9404 3846 195 0,'0'0'176'16,"0"0"-118"-16,0 0-48 0,0 0 19 16,0 0 7-1,0 0-10-15,0 0-13 0,-17 42-6 16,17-38-6-16,0-2 1 16,0-2 6-16,0 2 4 15,0-2 25-15,0 0-3 16,0 0-4-16,0 0 23 15,0 0-4-15,0 0 3 16,-3 0 9-16,1 0-6 16,-3 0-29-16,3 0-26 15,-3 2 3-15,1 3-3 16,2-2 0-16,0 1-3 16,2 0-32-16,0-4-1 15,0 0 32-15,0 0 4 16,0 0 65-16,6 0 29 0,-1-1-58 15,-3-6-9-15,0 4 30 16,1-2 15-16,-3 1-2 16,0 2-1-16,0 0-18 15,0 2-28-15,0 0-23 16,0 0-18-16,0 0-15 16,0 0-108-16,0 0-80 15,0 0-179-15</inkml:trace>
  <inkml:trace contextRef="#ctx0" brushRef="#br0" timeOffset="38601.68">9651 3529 16 0,'0'0'186'0,"0"0"-79"15,0 0-12-15,0 0 0 16,0 0 9-16,0 0-1 15,0 0 12-15,-2 13-8 16,24-13 12-16,8 3 4 16,9-2-3-16,6 2-4 15,6-3 12-15,1 0-11 16,-5 0-13-16,-9 0-40 16,-7 0-32-16,-12 0-18 15,-7 0-13-15,-6 0-1 16,-1 0-27-16,-5 0-49 15,0 0-73-15,0 0-83 0,-9 2-180 16,-9 4 8-16</inkml:trace>
  <inkml:trace contextRef="#ctx0" brushRef="#br0" timeOffset="39300.12">9696 3545 217 0,'0'0'138'0,"0"0"-25"16,0 0-24-16,0 0-18 15,0 0-31-15,0 0-4 16,-56 117 8-16,52-97-16 16,2-4-19-16,2-2 3 15,0-5-12-15,0-3-1 16,0 1 1-16,0-6 15 16,0 2-7-16,0-3-8 15,0 0 0-15,2 0 0 16,4 0 42-16,1 0 4 15,5-3-21-15,-4-5 18 16,1 1 22-16,1-4 2 16,-2 1 5-16,1 2 18 15,-1 1-16-15,2 0-7 0,-1 3-24 16,-1 4-29-16,2 0-14 16,1 0-14-16,4 0 14 15,3 9 8-15,0 2-7 16,0 3-1-16,0 2 0 15,-5 0-18-15,-1 2-9 16,-4 4-4-16,-1 1-11 16,-3 3 6-16,-2 0 13 15,-2 2-3-15,0 0-22 16,0 0 15-16,-2-2 8 16,-9 0 5-16,-5-2 19 0,1-4 1 15,-3-3-1 1,3-4 1-16,1-4 59 0,-1-4 44 15,-1-5 10-15,-2 0 1 16,0 0-20-16,1 0-23 16,-1-5-29-16,-1-5-11 15,4-2-19-15,-1-2-12 16,3 1-11-16,5 2-66 16,0 1-60-16,8-7-62 15,5 5-93-15,10 2-291 0</inkml:trace>
  <inkml:trace contextRef="#ctx0" brushRef="#br0" timeOffset="39949.39">10353 3757 270 0,'0'0'151'0,"0"0"-38"0,0 0 7 16,0 0-11-16,0 0 4 15,0 0-12-15,0 0-7 16,-33 3-3-16,39-3-24 15,15 2 26-15,6 2 33 16,6 0-20-16,7-1-38 16,5 1-27-16,-1 1 0 15,-4-3-3-15,-7 0-21 16,-8 0-9-16,-7-1-8 16,-9-1 0-16,-3 3-24 0,-1 1-53 15,-2-2-47-15,-3 2-92 16,0 0-137-16,0 0-25 15</inkml:trace>
  <inkml:trace contextRef="#ctx0" brushRef="#br0" timeOffset="40350.86">10367 4009 140 0,'0'0'215'16,"0"0"-69"-16,0 0 15 15,0 0-12-15,0 0-7 16,0 0-24-16,117 33-6 16,-92-31-10-16,-2-2 4 15,-1 2-29-15,-2 0-16 16,-2 1-10-16,-7-3-19 16,-2 2-14-16,-2-2-11 15,-5 0 3-15,-2 0-2 16,0 0-8-16,0 1-80 0,0 2-67 15,0-1-122-15,0-2-234 16</inkml:trace>
  <inkml:trace contextRef="#ctx0" brushRef="#br0" timeOffset="93933.01">5038 4339 126 0,'0'0'245'16,"0"0"-78"-16,0 0-24 16,0 0-30-16,0 0-8 15,-4 0-20-15,4 0-11 16,0 0 13-16,0 0-7 16,0 0-11-16,0 0-27 0,0 0-31 15,0 3-11-15,0 4-20 16,0 1 17-16,0 2 3 15,0 5 20-15,0-2-2 16,0 3-8-16,0 1 4 16,-4-2-12-16,0 1 4 15,-3 3-5-15,-1-4 7 16,0 2 0-16,0-1-8 16,3-3-5-16,1-2-7 15,2-5 3-15,2-2-7 16,0-4-11-16,0 1 2 15,0-1 25-15,0 0 0 16,0 0 9-16,0 0-8 16,0 0 7-16,6 0-1 15,7 0-6-15,6-1 5 16,1-3-6-16,1 0 0 0,2 0 1 16,0 2-1-16,-1-1 0 15,0 3 0-15,2 0-1 16,1 0 1-16,2 0 0 15,0 0 0-15,0 0 0 16,1 0 0-16,-1 0-8 16,2 0 1-16,0 0 7 15,2 0-8-15,0 3 6 16,0 1 2-16,-2-2-1 16,2-2 1-16,-4 2-6 15,2 0 5-15,-4-1-1 16,2-1 1-16,-3 3-6 0,-2-2 6 15,1 2-12-15,-3-1 7 16,0 2 6-16,0-1-2 16,0 2 2-1,4-1 0-15,1 0-1 0,-1 0-5 16,1 2 0-16,0-2-1 16,-4 0-1-16,2 1 7 15,-3 0-8-15,-2-2 9 16,0 2-9-16,-3-1-7 15,1-2-13-15,-1 2 2 16,-1-2 2-16,1 0 11 16,1 0-1-16,-3-2 8 0,3 0 6 15,-3 0 1-15,1 0 0 16,-1 0 1-16,0 0 0 16,1 0 0-16,-5 0 5 15,-1-4-6-15,2 0 0 16,-2-3 0-16,1 4 1 15,1-3-1-15,-2 1 0 16,-1-2 0-16,1-1 1 16,-2 0 8-16,-2 0 4 15,0 0 11-15,-4-2 2 16,0 2 2-16,0-5-6 16,0 2-1-16,0-1 1 15,0-2-21-15,0 1 7 16,0 2 27-16,0 3 20 0,0-1-1 15,0 1 17-15,0 4 12 16,0 0-13-16,0 2-10 16,0 2-6-16,0 0-27 15,0 0-27-15,0 0-13 16,0 0-10-16,0 0-41 16,3 0-102-16,3 9-62 15,0-5-186-15</inkml:trace>
  <inkml:trace contextRef="#ctx0" brushRef="#br0" timeOffset="95531.85">8753 4137 2 0,'0'0'291'0,"0"0"-170"16,0 0-47-16,0 0 1 16,0 0 24-16,0 0-18 15,0 0 3-15,0 59-13 16,0-44-11-16,0-1-5 16,-2 2-16-16,0 0 0 15,0 0-8-15,-2 2-4 16,-1 0-12-16,3-2-14 15,-2-2 9-15,1 0-9 16,0-4 9-16,3-2-4 16,0-1-5-16,0-3-1 0,0-4-8 15,0 0 8 1,0 0 0-16,0 0 1 0,3 0 13 16,11 0 10-16,6-4-10 15,2-5-11-15,4 1-3 16,3 0 0-16,3 1 0 15,-3 3 0-15,-3 1-2 16,1 0-4-16,0 3 6 16,-3 0 0-16,1 0 0 15,2 0-1-15,2 0-6 16,4 0 0-16,5 6 7 0,2 3 1 16,2-1 0-1,-2 0-1-15,-4 1 0 0,-2-1 0 16,-6-1 0-16,-1 1-1 15,-2-2 1-15,-1 2 0 16,1-2 0-16,4 1 0 16,2-1 1-16,2-2 0 15,1 3-1-15,1 2 0 16,1-4 1-16,-3 1 0 16,0 1 0-16,-3-4-1 15,-4 2 1-15,-1-5-1 16,-2 1 2-16,-2-1-2 15,-3 0 1-15,1 0-1 16,-4 0 1-16,1 0 5 16,-1-3-5-16,1-6 1 0,-3 1-1 15,3-2-1-15,-5 2 2 16,2-1-2-16,-1-2 1 16,-4 1 5-16,-1 0 3 15,-5 0 4-15,0 1 6 16,0-2 11-16,-2 1 9 15,0 2-7-15,0 0 0 16,0 2 16-16,0 1 0 16,0 3-4-16,0 2-28 15,0 0-16-15,0 0-40 16,5 0-118-16,0 0-210 16,-1 2-189-16</inkml:trace>
  <inkml:trace contextRef="#ctx0" brushRef="#br0" timeOffset="111331.79">3633 5490 286 0,'0'0'135'0,"0"0"-19"15,0 0 2-15,0 0-51 16,0 0-7-16,-62 48 25 16,51-36-1-16,2 2-30 15,0 3 2-15,0 0 5 16,3 3-11-16,-1 3-3 15,0 0 9-15,3-1-31 16,2 1-5-16,2-1-13 16,0-5 6-16,0 2 16 15,13-5-1-15,5-4 1 0,7-3 10 16,1-2 14-16,2-5-3 16,5 0-16-16,-5 0-15 15,3 0-10-15,-2-11-2 16,-4 0 6-16,-1-3-6 15,-3-2 2-15,-4-1-2 16,-1-2-1-16,-5-4 6 16,-5-1 4-16,-4 1 0 15,-2-5-10-15,0-1-6 16,0 1-1-16,-15 2 1 16,-5 3-15-16,-5 6-5 15,-1 5-46-15,-5 6-78 16,-10 6-95-16,10 0-85 15,4 0-165-15</inkml:trace>
  <inkml:trace contextRef="#ctx0" brushRef="#br0" timeOffset="112133.93">3644 5775 266 0,'0'0'213'16,"0"0"-9"-16,0 0-31 15,0 0-56-15,0 0-29 0,0 0-11 16,0 0-5 0,-69-2-17-16,61 2 2 0,-1 11-7 15,-3-3 7 1,2 7-9-16,1 1-18 0,-1 3-1 16,4 0-8-16,2 4-8 15,1-4 6-15,3 3-8 16,0-2-9-16,0 1 20 15,7 1-6-15,6-3 1 16,3 2-4-16,-1-3-2 16,5 0-10-16,-1-3 8 15,0-1-3-15,1-1 1 16,1-3 2-16,0 0-8 0,0-4 6 16,1-2-1-1,0-2 0-15,-2-2-4 0,-1 0 6 16,0 0-2-16,1 0 1 15,1-2 8-15,-2-8 1 16,2-5 9-16,-3 0 6 16,-1-6 20-16,1-2-1 15,-3-6 4-15,-3-1-7 16,-1 0 6-16,-7 1-2 16,-2-2-5-16,-2 3 1 15,0 4-1-15,-6 2-25 16,-8 2-21-16,-1 6-8 15,-3 3-7-15,0 0-17 16,0 5-60-16,-3 0-33 16,-2 6-49-16,-2 0-52 0,-8 0-98 15,6 2-210-15,5 4-80 16</inkml:trace>
  <inkml:trace contextRef="#ctx0" brushRef="#br0" timeOffset="116731.58">4913 5681 323 0,'0'0'244'15,"0"0"13"-15,0 0-34 16,0 0-14-16,0 0-36 15,0 0-47-15,0 0-62 16,21-24-36-16,-7 14-15 0,1-2 3 16,2-3-10-1,-5 1-3-15,5-1-2 0,-4 1 0 16,-3-2 0-16,2 3 0 16,-3 1 0-16,-3 2 0 15,-2 2 5-15,0 1-6 16,-4 5 16-16,2-1 2 15,-2 3-1-15,0 0-7 16,0 0-4-16,0 0-6 16,0 0-22-16,0 0-11 15,0 0-7-15,0 10 32 16,0 4 8-16,0 4 23 16,0 7 5-16,0 2-8 0,0 9 6 15,0 3-8 1,-6 3-3-16,0 2-7 0,-3 2 3 15,3-2-9-15,-4-2 5 16,4-6-1-16,2-4-6 16,-1-5 1-16,3-9 0 15,2-7 24-15,0-3 22 16,0-5 20-16,0-3 18 16,0 0 14-16,0 0-8 15,0 0-27-15,0 0-33 16,0 0-12-16,0 0-19 15,0 0-62-15,0 0-98 0,13-6-89 16,5 0-153 0,3-3-414-16</inkml:trace>
  <inkml:trace contextRef="#ctx0" brushRef="#br0" timeOffset="117631.86">5302 5617 252 0,'0'0'186'0,"0"0"-8"15,0 0-11-15,0 0-31 16,0 0-35-16,0 0-11 16,0 0-18-16,94-79-21 15,-80 77-18-15,1 0-7 16,1 2-3-16,1 0 8 15,-1 0 14-15,-1 0-6 16,-1 0 0-16,-1 0 2 16,-4 4-25-16,0 11-16 15,-4 2-8-15,-3 8 6 16,-2 4-5-16,0 4-5 16,0 1 7-16,-9 2 5 15,-11 2 1-15,-5-2-1 16,-2 2 9-16,-4-2 0 15,0-4 1-15,0-3-1 0,4-6-2 16,5-4-7-16,4-9-10 16,5-3 0-16,3-3 9 15,6-4 1-15,2 0 7 16,0 0 17-16,2 0 3 16,0-2-27-16,0-6-27 15,0 0 14-15,0 2 13 16,4 3-1-16,10-2-5 15,1 4-7-15,6 1-1 16,5 0 6-16,1 0 7 16,1 0-9-16,-1 7 4 0,0 5 5 15,-4 0-2 1,-1 1-6-16,-2-1 8 0,-2-5 1 16,2-1 9-16,0-2 10 15,2-1 1-15,5-3 5 16,0 0-6-16,2 0 1 15,-5-13-8-15,-4 1-12 16,-7 1 0-16,-6 0-54 16,-2 1-77-16,-5 4-138 15,0 2-284-15</inkml:trace>
  <inkml:trace contextRef="#ctx0" brushRef="#br0" timeOffset="120931.37">4496 5584 333 0,'0'0'244'0,"0"0"-32"0,0 0-47 16,0 0-45-16,0 0-24 15,0 0-33-15,0-30-2 16,0 29 3-16,0 1-8 16,0 0-5-16,0 0-6 15,0 0-8-15,0 0-4 16,0 0-10-16,0 0-23 15,-2 0-8-15,-1 8-13 16,-1 12 21-16,-3 2 33 16,-2 7 5-16,0 6 9 15,1 2 5-15,-4 6-11 16,1 1-9-16,3 1-2 0,-2 4-7 16,4-5-7-16,-1-1-7 15,3-5-8-15,-1-5 5 16,2-4 0-16,-1-8 1 15,2-3-6-15,2-7-1 16,0-3 11-16,0-6 9 16,0 0-1-16,0-2 0 15,0 0-7-15,0 0 3 16,0 0-15-16,0 0 0 16,0 0-62-16,0-4-92 15,2-4-153-15,2 0-377 0</inkml:trace>
  <inkml:trace contextRef="#ctx0" brushRef="#br0" timeOffset="121448.45">4224 5757 91 0,'0'0'195'0,"0"0"-41"16,0 0-37-16,0 0-9 16,0 0-12-16,0 0-27 15,0 0-14-15,-27-2-5 16,27 2-37-16,0 0-12 16,10 0 30-16,5 0 44 15,7 6 33-15,9 0 21 16,9-2-3-16,12 0-12 15,-2-1-36-15,2-2-12 16,-5 1-15-16,-11 1-31 0,-9-2-10 16,-10 0-2-16,-3 2 0 15,-8-1-6-15,1-2 8 16,-5 0-9-16,0 0 1 16,0 0-2-16,-2 0-7 15,0 1-76-15,0 8-95 16,0-1-137-16,0 2-173 0</inkml:trace>
  <inkml:trace contextRef="#ctx0" brushRef="#br0" timeOffset="124183.19">5946 5757 232 0,'0'0'215'16,"0"0"-83"-16,0 0-10 15,0 0-55-15,0 0-50 16,0 0 9-16,0 0 49 16,-4 0 26-16,10 0 9 0,6 0 23 15,5 0 2-15,10 2-10 16,9 4-17-16,9 0-15 15,3-2-14-15,2 0-9 16,-4-4-12-16,-5 2-24 16,-10-2-11-16,-12 0-8 15,-7 0-14-15,-5 0-1 16,-7 0 0-16,0 0-46 16,0 0-99-16,2 4-124 15,2 2-255-15,2-2-246 0</inkml:trace>
  <inkml:trace contextRef="#ctx0" brushRef="#br0" timeOffset="124814.23">6603 5847 16 0,'0'0'398'16,"0"0"-168"-16,0 0-73 16,0 0-37-16,0 0-38 15,0 0-31-15,0 0-25 0,31-74-7 16,-21 60 11-16,-4 0 9 15,1 0 9-15,-1-2 3 16,2-1 8-16,-2-2 2 16,1-1-12-16,-3 0-2 15,2-1 4-15,-3 6 5 16,2 0 10-16,-3 5 4 16,-2 5-18-16,0-2-8 15,2 5-4-15,-2 2-14 16,0 0-8-16,0 0-18 15,0 0-11-15,0 0-20 16,0 4-10-16,0 9 3 16,0 6 29-16,0 8 9 0,0 3 15 15,0 5-1-15,0 7-4 16,0-3-9-16,0-1 5 16,0 0-4-16,0-3 8 15,0-6-9-15,0-1 0 16,0-3 1-16,2-6 4 15,1-1-6-15,-3-4 1 16,0-6 1-16,2-1 5 16,-2-4 3-16,2-3 3 15,-2 0-2-15,2 0 0 16,-2 0 1-16,0 0-12 16,2 0-1-16,0 0-80 15,14 0-61-15,-1 0-135 16,4 0-335-16</inkml:trace>
  <inkml:trace contextRef="#ctx0" brushRef="#br0" timeOffset="125465.58">6929 5691 199 0,'0'0'156'0,"0"0"-51"15,0 0-28-15,0 0-28 16,0 0 3-16,0 0 3 16,0 0-2-16,-42 82 12 15,42-64 20-15,0 2-17 16,0 3-7-16,0 0-15 16,0 1 5-16,11 0-3 15,2-1-1-15,3 1-6 16,-1-4-8-16,3-3-2 0,5 0-8 15,-2-3-4-15,6-2-3 16,4-2-5-16,0-5 5 16,-2 0-7-1,-2-3-8-15,-2-2 8 0,-3 0-6 16,-2 0 9-16,-2-11 1 16,-1-4-2-16,-1-3 2 15,3-7-5-15,-4-1-7 16,-4-2 22-16,-4-4 31 15,-3 0 22-15,-4-1-16 16,0-4-5-16,-8 3-7 16,-11-2-14-16,-5 1-9 15,-1 3 11-15,-2 4-28 0,1 5-8 16,-1 6-1-16,1 7-7 16,-6 6-3-16,1 4-39 15,-2 0-51-15,0 13-81 16,-13 27-111-16,13-3-112 15,4-1-172-15</inkml:trace>
  <inkml:trace contextRef="#ctx0" brushRef="#br0" timeOffset="128981.36">8117 5654 196 0,'0'0'306'16,"0"0"-58"-16,0 0-61 16,0 0-70-16,0 0-43 0,0 0-37 15,0 0 1 1,46-23 7-16,-28 16 11 0,-3 3-18 16,-1 2-19-16,-1 2-8 15,0 0-9-15,1 0-1 16,-1 0 1-16,3 0 6 15,-1 13-8-15,-1-2 0 16,-3 7-1-16,-2 4-6 16,-4 3-12-16,-5 2 3 15,0 2 6-15,-3-1 6 16,-10 2 4-16,-5-2 6 16,-2-2 0-16,-2-2-5 15,-3-1-1-15,-2-6 9 0,1-1-8 16,-1-1 0-16,7-6-1 15,5-3 0-15,3-3 0 16,8-2 13-16,2-1 7 16,2 0 12-16,0 0 0 15,0 0-14-15,0 0-18 16,0 0-1-16,4 0-1 16,4-1-12-16,4-2-17 15,6 2 1-15,0 1 14 16,4 0 7-16,2 0 9 15,3 0-1-15,2 0 1 16,0-3 9-16,2 3 24 16,-2-2 18-16,-2 1 6 0,-4-2 14 15,-6 1-3 1,-3 1-5-16,-6 1-13 0,-3-2-5 16,-1 2-19-16,0 0-17 15,2 0-9-15,0 0-7 16,-2 0-44-16,3 0-52 15,-1 0-45-15,13-4-80 16,-1-1-135-16,-3 1-245 0</inkml:trace>
  <inkml:trace contextRef="#ctx0" brushRef="#br0" timeOffset="129465.32">8535 5641 345 0,'0'0'202'0,"0"0"-29"15,0 0-46-15,0 0-21 16,0 0 1-16,0 0 21 15,0 0 4-15,129 0-23 16,-90 0 1-16,3 0-18 16,-2 0-26-16,0 0-20 15,-2 0-15-15,-5 0-11 16,-4 0-12-16,-4 0-7 16,-10 0 5-16,-4 0-6 15,-8 0-13-15,-3 0-48 16,0 0-65-16,-12 0-131 0,-10 0-134 15,-2 4-103-15</inkml:trace>
  <inkml:trace contextRef="#ctx0" brushRef="#br0" timeOffset="130048.2">8624 5627 142 0,'0'0'199'0,"0"0"-91"16,0 0-13-16,0 0 2 16,0 0-38-16,0 0-19 15,0 0-5-15,-98 82-13 16,96-73-5-16,2-2-11 15,0-3 7-15,0-4 37 16,0 0 12-16,0 0-1 16,0 0-2-16,11 0-4 15,7 0-1-15,4 0-28 16,3-2-17-16,-1-3 1 16,1 1-2-16,-2 3 8 15,-4 1-1-15,-1 0-4 16,2 0-5-16,-2 0-4 15,2 0-1-15,-2 5 0 0,0 7-1 16,-3-1 0-16,1 1-1 16,-3 4 1-16,1 0-2 15,-3 2 1-15,-3 3 0 16,2-2-6-16,-4 3 6 16,-1 0 0-16,-5 0-8 15,0-1-3-15,0-3 1 16,0-4 10-16,-11-1 1 15,-3 0 4-15,-1-3 15 16,-3-2 14-16,2-4 9 16,-4-2 2-16,0-1-1 0,0-1 10 15,-4 0-29 1,-1 0-24-16,2 0-27 0,0-6-88 16,6-2-120-1,7 0-365-15</inkml:trace>
  <inkml:trace contextRef="#ctx0" brushRef="#br0" timeOffset="131681.57">7769 5584 232 0,'0'0'198'0,"0"0"-18"16,0 0 8-16,0 0-29 15,0 0-33-15,0 0-8 16,0 0-5-16,0-18-34 16,0 18-26-16,0 0-53 15,0 8-5-15,0 16-33 16,0 10 38-16,0 7 11 16,0 4 6-16,0 2 1 0,0-5-12 15,0-2 2 1,2-3-6-16,2-5-1 0,3-7 1 15,0 0 5-15,-3-6-6 16,1-2 9-16,-3-8 0 16,0 0 0-16,0-6-2 15,0-3-7-15,1 0 12 16,-3 0 0-16,0 0-13 16,0 0-39-16,5 0-42 15,-1-3-90-15,-2-7-234 0</inkml:trace>
  <inkml:trace contextRef="#ctx0" brushRef="#br0" timeOffset="132066.84">7584 5803 292 0,'0'0'180'0,"0"0"-17"15,0 0-33-15,0 0 14 0,0 0-2 16,0 0-12-16,0 0 12 15,93 0-30-15,-57 0-34 16,2 0-27-16,-2 0-19 16,-3 0-14-16,-4 0-17 15,-2 0 1-15,-10 0 7 16,-1 0-9-16,-5 0-6 16,-4 0-49-16,-2 0-49 15,-3 0-84-15,-2 6-93 16,0 4-57-16,0 0-289 0</inkml:trace>
  <inkml:trace contextRef="#ctx0" brushRef="#br0" timeOffset="133748.32">9337 5751 129 0,'0'0'189'15,"0"0"-70"-15,0 0 4 16,0 0-3-16,0 0-21 15,0 0-9-15,0 0-15 16,-46 8 4-16,46-8-8 16,0 0-24-16,0 0-11 15,4 0 14-15,11 0 1 16,10 0-9-16,10 0 31 0,13 0-11 16,5 0-20-16,2-4-16 15,-3-3-17-15,-8 4-7 16,-10-1 0-16,-12-1-1 15,-10 5-1-15,-8-1-32 16,-2 1-39-16,-2 0-51 16,0 0-72-16,0 0-78 15,0 0-48-15</inkml:trace>
  <inkml:trace contextRef="#ctx0" brushRef="#br0" timeOffset="134132.29">9268 5992 235 0,'0'0'149'16,"0"0"-8"-16,0 0-8 16,0 0 10-16,0 0-9 15,0 0 34-15,0 0 22 16,56 3-47-16,-22-3-16 16,1 0-23-16,5 0-6 15,3 0-25-15,-1-2-29 0,-5-6-22 16,-3 1-11-16,-7 1-11 15,-9 1 0-15,-10 4-20 16,-5 1-56-16,-3 0-76 16,0 0-105-16,0 1-271 15,-9 10-39-15</inkml:trace>
  <inkml:trace contextRef="#ctx0" brushRef="#br0" timeOffset="154802.44">10355 5486 87 0,'0'0'21'15,"0"0"174"-15,0 0-69 16,0 0 48-16,-37 8 14 15,35-8-5-15,-1 0-6 16,1-2-11-16,2-2-18 16,0-2-23-16,0 2-27 0,0-4-46 15,13 2-30 1,10-2-21-16,6 2 6 0,2 4-7 16,2 2-1-1,1 0-8-15,-5 0 8 0,0 0 0 16,-3 6-6-16,-3 4 7 15,-6 4-14-15,-6 0 0 16,-3 5-12-16,-8 2 2 16,0 3-3-16,-5 2 18 15,-13 1 0-15,-7-4 9 16,-2-1 0-16,1-5 0 16,0-3-1-16,1-4-15 15,0-2 9-15,7-4-11 16,3 0-1-16,1-4-2 15,5 0 0-15,3 0 1 16,4 0 7-16,0 0 13 16,2 0 0-16,0 0 9 0,0 0 0 15,0 0-9 1,8 0-10-16,10-4 10 0,0 0 0 16,6 1 0-16,1 3 13 15,2 0-12-15,2 0 14 16,-2 0-14-16,-3 0 7 15,-2 7-7-15,-1 1-1 16,-6 2-2-16,-4 4 1 16,-2 0-1-16,-5 4-5 15,-4 0 7-15,0 4-6 16,0-2 5-16,-13 0-5 0,-5 1 6 16,-2-4 1-1,0-1 0-15,-2-4 9 0,-1 0 1 16,-1-5 8-16,2 2 3 15,-3-5 6-15,1-1 2 16,1-3 13-16,1 0 0 16,2 0-3-16,2 0-14 15,5-5-1-15,0-1-2 16,5-1-8-16,4 1-15 16,2 1-29-16,2-1-119 15,0 2-131-15,2 2-348 0</inkml:trace>
  <inkml:trace contextRef="#ctx0" brushRef="#br0" timeOffset="155397.85">10859 5460 430 0,'0'0'269'0,"0"0"-49"16,0 0-57-1,0 0-6-15,0 0-11 0,0 0-33 16,125-6-23-16,-89 6-17 16,-1 0-20-16,1 0-21 15,-5 5-13-15,2 0-8 16,-2-2-10-16,1 2 8 15,-3-1-8-15,-5-2-1 16,-3 0-12-16,-8 0-12 16,-3-2-30-16,-4 2-37 15,-6 0-53-15,-14 4-127 16,-13 2-214-16,-2-2 96 0</inkml:trace>
  <inkml:trace contextRef="#ctx0" brushRef="#br0" timeOffset="156097.96">10946 5432 309 0,'0'0'163'15,"0"0"-68"-15,0 0-18 16,0 0-54-16,0 0-15 16,0 0 10-16,0 0 18 0,-63 21 17 15,48-8 8 1,-1 1-5-16,3 4-11 0,0 2-16 16,1 0-7-16,4 1-7 15,3-2-9-15,3-2-6 16,2-3 2-16,0-5-1 15,0 0 14-15,0-5-7 16,0-3 21-16,11-1 33 16,2 0 12-16,3 0-20 15,2 0-28-15,0 0-12 16,-2 0-14-16,-3-4 6 16,0 3-6-16,0-2 2 15,0 3-2-15,4 0 15 0,-2 0-13 16,1 0-1-16,-1 4-1 15,-1 3 0-15,-1 3 0 16,-2-2-8-16,0 3 8 16,2 2 0-16,-1-1 0 15,1-1 1-15,-1 4-2 16,-2-1 1-16,-1-1 0 16,-3 2 0-16,-2-1-6 15,-4 1 5-15,0 0-7 16,0 1 8-16,0 1 0 15,-14-2 0-15,-1-1 8 16,-6 1 8-16,-1-2 21 16,-3-3 13-16,-1 0 7 0,1-4 4 15,-1-1 9 1,3-5-15-16,3 0 8 0,0 0-8 16,4 0-14-16,1 0-13 15,3 0 0-15,4-3-14 16,-1-3-14-16,-2-2-28 15,-5-4-74-15,3 4-153 16,-1-2-365-16</inkml:trace>
  <inkml:trace contextRef="#ctx0" brushRef="#br0" timeOffset="169030.88">3464 3230 9 0,'0'0'121'0,"0"0"71"16,0 0-133-16,0 0-43 16,0 0 1-16,0 0 16 15,14-20 29-15,-12 17 42 16,-2-2 16-16,0 1 7 0,2 0-24 16,0 0-9-16,5-4-28 15,2 0-17-15,2-3-15 16,2-2-1-16,1-1 15 15,1-1-5-15,1 2 1 16,-1 1-5-16,1-1 3 16,1 1-16-16,2 1-10 15,3-1-10-15,1 0-3 16,3-1-3-16,3 2-1 16,0-2 1-16,4 3 0 15,-2-2 1-15,3 2 0 16,0 0 14-16,-1 1-14 0,1-1 6 15,1 1-7-15,1 1 0 16,-1 0 7-16,-2 0-6 16,3 2 8-16,0 2-2 15,0 0 6-15,-1 1 0 16,1 0 15-16,1 1-18 16,-1 2-1-16,3 0-9 15,-2 0 1-15,-1 0 1 16,-1 0-2-16,-1 0 0 15,-3 0 1-15,-4 6-1 16,-1 0 2-16,-3 0-1 16,-1 2-1-16,-2 0 0 15,0 1 0-15,-2 0-9 16,2 4 9-16,0-2-1 16,0 3 1-16,5 1 0 0,-3 0 5 15,1-1-5-15,-2 1 0 16,-3 1-1-16,0-2 0 15,0 1 1-15,-5 2 0 16,1 2-1-16,-1 0 1 16,-1 1 0-16,-2 2 1 15,1 2 0-15,-1-2-1 16,-4 0 1-16,1 0-1 16,-3-2 0-16,-2-2 0 15,-2-4 0-15,2 1 8 16,-2-5-2-16,0 0 3 15,2-4-9-15,-2-3 6 16,0 0-5-16,0-2 0 0,0-1 6 16,0 0-6-1,0 0-1-15,4 0-42 0,-4 0-54 16,6 0-97-16,-2 0-111 16,1 0-267-16</inkml:trace>
  <inkml:trace contextRef="#ctx0" brushRef="#br0" timeOffset="169732.86">4908 3301 150 0,'0'0'339'0,"0"0"-196"15,0 0 1-15,0 0-21 0,0 0-55 16,0 0-35-16,0 0-15 16,-5-19-18-16,5 19 0 15,0 2-2-15,0 10 2 16,5 2 10-16,2 3-8 16,2-3 7-16,-3 2-8 15,1-4-1-15,0-3 1 16,-3-2-1-16,1-3 0 15,-3-2 0-15,0-2 0 16,0 0 1-16,2 0 9 16,1 0 3-16,4-2 3 15,2-9-15-15,0 0 9 16,3-2 12-16,-3 4-20 16,-1-2 8-16,2 4 3 15,-1 0 3-15,-1 3-16 0,-2 1 0 16,1 0 0-16,-1 2 0 15,0 1 0-15,-6-2 1 16,0 2 12-16,-2 0 3 16,0 0 23-16,0 0 30 15,0-3 30-15,0 0 8 16,0-2 11-16,0-3-41 16,0-2-42-16,0-2-6 15,-6 0-21-15,3 2-8 16,-2 2 0-16,3 4-1 15,2 4-80-15,0 0-129 16,2 2-338-16,12 10-83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33:34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3074 3252 5 0,'0'0'2'15,"0"0"9"-15,0 0 312 16,0 0-140-16,0 0 2 16,0 0 8-16,23-1-34 15,-23 1-37-15,0 0-34 16,0 0-32-16,0 0-18 16,0 0-38-16,0 0-1 15,0 6-21-15,0 13 22 16,0 7 32-16,2 10 8 15,0 7-3-15,3 8-14 16,-3 6 3-16,0 3-8 16,0 2-7-16,0 0 1 15,-2-1-11-15,0-6 5 0,0-4-3 16,0-9-2-16,0-8 0 16,0-8 10-16,0-8-11 15,0-8 12-15,0-6 5 16,0-2 33-16,0-2 30 15,0 0 3-15,0 0-26 16,0-5-57-16,0-6-29 16,2-13-168-16,3 2-153 15,2 0-323-15</inkml:trace>
  <inkml:trace contextRef="#ctx0" brushRef="#br0" timeOffset="416.18">3308 3226 77 0,'0'0'477'15,"0"0"-241"-15,0 0-32 16,0 0-43-16,0 0-64 16,0 0-79-16,0 0-9 0,0 43-9 15,0-5 70 1,0 12-1-16,0 14 0 16,0 6-10-16,0 6-21 15,0 2-15-15,0-3-4 0,0-7-3 16,0-10-3-16,0-8-11 15,0-12 9-15,0-12 1 16,0-8 7-16,0-10-1 16,0-4-4-16,0-4 8 15,0 0 6-15,0 0-28 16,0-20-34-16,0-4-171 16,0-2-319-16</inkml:trace>
  <inkml:trace contextRef="#ctx0" brushRef="#br0" timeOffset="683.44">2992 3757 472 0,'0'0'253'0,"0"0"-36"16,0 0-41-16,0 0-62 16,0 0-43-16,0 0-24 15,145-8-31-15,-112 2-16 0,5-2-15 16,-1-1-60-16,6 0-61 16,-1-2-83-16,10-10-90 15,-12 3-229-15</inkml:trace>
  <inkml:trace contextRef="#ctx0" brushRef="#br0" timeOffset="1132.38">3446 3671 123 0,'0'0'117'0,"0"0"-35"0,0 0 6 16,-18 129-26-16,18-95-25 15,0-1-12-15,2-2 18 16,14-3-8-16,-1-4-22 16,8-4 4-16,-3-4 11 15,3-4 9-15,-1-3-2 16,-2-7 5-16,-3-2 19 15,4 0 32-15,-3 0-18 16,-1-13 2-16,1-5 12 16,-3-3-19-16,2-4 3 15,-7-1 4-15,0 0-8 0,-6 0-12 16,-4-2-4 0,0 0 0-16,0 1-3 15,-7 2-19-15,-6-1-4 0,-5 4-18 16,0 3-7-16,-2 6 0 15,1 0-2-15,-6 8-58 16,2 0-14-16,3 5-36 16,3 0-92-16,3 0-90 15,7 0-104-15</inkml:trace>
  <inkml:trace contextRef="#ctx0" brushRef="#br0" timeOffset="2033.31">3874 3623 261 0,'0'0'120'15,"0"0"-29"-15,0 0-15 0,20 126-25 16,-17-83 1-16,-1-3 1 15,-2-5-17-15,0-6-8 16,2-8-7-16,-2-6 4 16,0-5-8-16,0-4-1 15,0-4 0-15,0-2 4 16,0 0 2-16,0 0 5 16,0 0 25-16,0 0 54 15,-4-12-31-15,-1-5-47 16,2-4-8-16,1-6 31 15,0 0 2-15,2-5-6 16,0 0 18-16,0 2 2 16,0 4-15-16,4 2-7 0,6 6-7 15,3 3-23 1,0 8-15-16,1 4-10 0,3 3-12 16,1 0 3-1,1 12 3-15,-4 12-9 0,1 4-14 16,-3 2 4-16,-3 5 6 15,0-3 10-15,-6-4-7 16,1-5-6-16,-3-4 2 16,0-6 7-16,-2-6 5 15,0-3-8-15,0-2 2 16,0-2 24-16,0 0 5 16,0 0 17-16,0-2 7 15,0-9-29-15,0-6 0 0,0-5-9 16,0-2-4-1,0-6 13-15,0-3 10 0,6 2 22 16,4 1 5-16,1 3-13 16,0 7-1-16,0 6-12 15,0 4-11-15,3 6-9 16,1 4-5-16,8 0 5 16,2 0 2-16,-2 8-3 15,4 10-12-15,-4 8-8 16,-3 4-2-16,-5 3 3 15,-4 0 13-15,-4 1 15 16,-2-3-5-16,-3-7 6 16,0-4 10-16,-2-4-9 15,0-6 8-15,0-2-9 16,0-4-10-16,2-4-100 0,0 0-136 16,0 0-106-16</inkml:trace>
  <inkml:trace contextRef="#ctx0" brushRef="#br0" timeOffset="2516.23">4448 3648 276 0,'0'0'132'0,"0"0"-22"15,0 0-12-15,0 0-11 16,-50 123-29-16,50-87-11 16,0 1-11-16,0-1-8 15,9-2 8-15,9-4-17 16,3-7 1-16,4-4 20 15,0-2-17-15,-1-7-4 16,1-7-4-16,-3-3-5 16,2 0-4-16,-3 0 5 15,-2-9-4-15,-1-10 5 0,-5-2 7 16,-1-4-3-16,-3-3 0 16,-5-2 23-16,-2-2 8 15,-2-3 10-15,0 2 10 16,-6-2-25-16,-12 6-18 15,0 2 2-15,-2 10 5 16,1 3-22-16,-2 7-9 16,3 5-31-16,3 2-104 15,1 0-104-15,7 2-96 16,3 6-61-16</inkml:trace>
  <inkml:trace contextRef="#ctx0" brushRef="#br0" timeOffset="3066.63">4799 3712 218 0,'0'0'84'15,"0"0"27"-15,0 0-39 16,-18 114-17-16,18-86 4 16,0-2-1-16,6-3 12 15,6-6 10-15,3-5-17 16,1-6-5-16,4-4 43 16,0-2-5-16,2 0-12 15,3-6-19-15,-3-11-10 16,0-2-13-16,-3-3-10 15,-4-4 19-15,-7-1-5 16,-2 0-7-16,-6-2-4 16,0 5 9-16,-3 1-21 0,-15 2-11 15,-7 6-6-15,-4 2-6 16,-6 8-19-16,2 5-39 16,-3 0-43-16,7 1-87 15,2 17-93-15,7-1-95 16</inkml:trace>
  <inkml:trace contextRef="#ctx0" brushRef="#br0" timeOffset="3449.35">4984 3651 292 0,'0'0'340'15,"0"0"-86"-15,0 0-109 16,0 0-80-16,0 0-33 16,0 0 44-16,0 0-16 15,15 97-23-15,-5-59-16 16,-4 5-7-16,1 4-1 16,-3-2-6-16,0 4 1 15,-2-5-7-15,-2-1-1 16,0-5-7-16,0-5-38 0,-2-4-3 15,-9-5-10 1,-2-4-7-16,-3-6 36 0,-2-2 29 16,-1-5 15-1,-2-5 11-15,-1-2 27 0,0 0-9 16,-3 0-18-16,1-11-13 16,-1-3-13-16,3-1-40 15,4-2-52-15,0-9-88 16,7 1-131-16,5 4-356 0</inkml:trace>
  <inkml:trace contextRef="#ctx0" brushRef="#br0" timeOffset="4099.39">5191 3707 13 0,'0'0'263'0,"0"0"-141"16,0 0 23-16,0 0 5 0,0 0-15 16,0 0-18-1,0 0-27-15,65 42-31 0,-50-39-2 16,1-3-4 0,-5 0-6-16,2 0 2 0,1 0-33 15,-4-9-3-15,2 1 1 16,-3-4 5-16,-1 1 4 15,-1-2-4-15,-5-1-4 16,-2-2-1-16,0 2-2 16,0 0 1-16,0 2-8 15,-9 2-4-15,-1 0 26 16,-6 6-21-16,-2 2-6 0,0 2-16 16,-1 0 5-1,0 0 0-15,1 10 3 0,1 6-2 16,1 4-1-16,5 4 0 15,0 5 1-15,4 1 9 16,3 0-12-16,4 1 7 16,0-3-7-16,2-1 4 15,14-4 3-15,1 0 6 16,6-4 13-16,-1-4-6 16,1-3 2-16,-2-6 1 15,4-4-10-15,2-2 0 16,-2 0-49-16,1 0-72 15,-2-16-84-15,1-13-109 16,-7-1-79-16,-7 5 75 0</inkml:trace>
  <inkml:trace contextRef="#ctx0" brushRef="#br0" timeOffset="4566.14">5494 3582 396 0,'0'0'312'0,"0"0"-75"15,0 0-178-15,0 0-49 16,0 0-10-16,0 0 42 16,-3 102-11-16,11-63-18 15,-2 2-3-15,-1-5-2 16,-1-4-2-16,-2-8-4 16,-2-9 6-16,0-2-7 15,0-7 0-15,0-4 9 16,0-2 7-16,0 0 1 15,0 0-4-15,0 0 12 0,-2-14-1 16,-2-4-15-16,-3-4-10 16,5-4 0-16,0-2-6 15,2-3 6-15,0 1 33 16,0 0 29-16,2 4-17 16,9 7-1-16,0 0 7 15,2 9-28-15,5 4-19 16,0 6-4-16,5 0-13 15,-2 6-1-15,-1 14-11 16,1 7-20-16,-6 5 0 16,-3 2 10-16,-4 0 21 0,-3-2 1 15,-3-4 12 1,0-6 1-16,-2-4 1 0,0-6 0 16,0-6-1-16,2-4-36 15,2-2-155-15,1 0-140 16,0-13-352-16</inkml:trace>
  <inkml:trace contextRef="#ctx0" brushRef="#br0" timeOffset="5082.88">5844 3706 195 0,'0'0'219'16,"0"0"-85"-16,0 0-46 15,0 0 9-15,0 0 71 16,0 0-1-16,0 0-22 16,48 7-44-16,-34-7-34 15,-1 0-25-15,-3 0-16 16,-1 0-5-16,-1-4-5 15,-4-3 4-15,-1-2-4 16,-3 1-10-16,0 0-6 16,0-2-18-16,-9 2 5 15,-4 0 13-15,-3 0 1 0,-2 3 0 16,-2 1 6-16,0 2-7 16,3 2-3-16,1 0-6 15,3 2-7-15,1 12 5 16,5 5-7-16,3 3-1 15,4 5 8-15,0 0 9 16,0 0 2-16,2 1 1 16,9-5 22-16,3-2 18 15,-1-3 10-15,3-5 2 16,1 0 4-16,1-3-19 16,0 0-6-16,0-3-32 15,0-4-1-15,4-2-98 0,16-1-79 16,-6-8-133-1,-7-9-267-15</inkml:trace>
  <inkml:trace contextRef="#ctx0" brushRef="#br0" timeOffset="5665.21">6276 3592 7 0,'0'0'521'0,"0"0"-280"16,0 0-31-16,0 0-67 0,0 0-58 16,0 0-43-16,-125-27-16 15,101 31-3-15,-1 12-10 16,2 6-13-16,6 5-8 15,3 5 7-15,4 1-4 16,5 2 3-16,5-3-13 16,0-2-1-16,0-5-7 15,15-4 0-15,6-4 23 16,1-9 10-16,3-2 6 16,-1-3-9-16,-2-3 2 15,1 0 5-15,-6-6 7 16,1-10-7-16,-5-2 3 15,1-6-6-15,-5-4-4 0,-3-4-6 16,0-4 14-16,-4-1 14 16,-2 6 43-16,0 4 37 15,0 9-2-15,0 7-27 16,0 8-23-16,0 3-57 16,0 0-19-16,0 3-41 15,2 18 31-15,4 7 16 16,-1 7 13-16,3 2 0 15,0 6 1-15,-4-3 0 16,0-7 1-16,-1 1 5 16,1-11-1-16,-2-5-5 15,0-2-1-15,0-6-7 16,3-4-50-16,4-4-87 0,4-2-111 16,-2-2-289-1,3-8-143-15</inkml:trace>
  <inkml:trace contextRef="#ctx0" brushRef="#br0" timeOffset="6114.92">6619 3505 547 0,'0'0'310'0,"0"0"-70"15,0 0-78 1,0 0-52-16,-125 4-31 0,101 12-27 16,3 1-1-16,8 4-32 15,5 1-19-15,8 0-1 16,0 0-9-16,0 0 5 16,21 4 5-16,6-1 9 15,4 0 4-15,1 4 11 16,-1-3-24-16,-2-1-33 15,-7 2-12-15,-3-2-16 16,-9-2 9-16,-3-5 21 16,-5-2 15-16,-2-4 13 15,0-2 3-15,0-2 51 16,-13-1 52-16,-5-1 18 16,-5-2 3-16,0-3-1 0,-2-1-13 15,0 0-31-15,3 0-29 16,0-1-25-16,2-8-25 15,3 1-8-15,5 0-110 16,-1-9-130-16,3 5-300 16,6-3-303-16</inkml:trace>
  <inkml:trace contextRef="#ctx0" brushRef="#br0" timeOffset="7251.09">14346 3716 266 0,'0'0'346'16,"0"0"-102"-1,0 0-22-15,0 0-20 0,0 0-62 16,0 0-40-16,0 0-33 15,0-13-24-15,0 13-43 16,0 6 0-16,0 14-21 16,0 11 21-16,0 9 50 15,-6 8-9-15,-2 4 7 16,2 1 1-16,1-3-11 16,1-5-3-16,2-2-13 15,2-10-5-15,0-6-16 16,0-5 9-16,0-6-8 0,0-7-2 15,0 0-15-15,0-3-41 16,0-4-71-16,0-2-55 16,0 0-57-16,9-17-87 15,-1 0-418-15</inkml:trace>
  <inkml:trace contextRef="#ctx0" brushRef="#br0" timeOffset="7564.54">14548 3663 146 0,'0'0'402'0,"0"0"-75"16,0 0-25-16,0 0-105 16,0 0-113-16,0 0-84 15,0 0 0-15,6 76 32 16,-6-11 21-16,0 7-14 15,0 2-11-15,-6-4 2 16,2-8 1-16,0-13-15 16,-1-12 3-16,3-13 0 15,0-7-9-15,2-9-1 16,0-4-2-16,0-4 15 16,0 0-22-16,0 0-18 15,0-18-127-15,0-3-214 16,0-2-480-16</inkml:trace>
  <inkml:trace contextRef="#ctx0" brushRef="#br0" timeOffset="7766.24">14306 3959 421 0,'0'0'333'0,"0"0"-41"16,0 0-49-16,122 15-109 16,-81-13-94-16,-1 2-40 15,13-4-110-15,-11 2-174 16,-6-2-285-16</inkml:trace>
  <inkml:trace contextRef="#ctx0" brushRef="#br0" timeOffset="8399.34">14725 3996 103 0,'0'0'238'0,"0"0"-113"15,0 0 41-15,0 0 23 16,0 0-39-16,0 0-24 16,0 0-17-16,85 88-28 15,-63-85-32-15,0-3-18 16,-4 0-8-16,2 0-9 15,-5 0-4-15,2-9 1 16,-5-1-1-16,-3-4 1 16,-1-2 4-16,-4 1 2 15,-4-5-8-15,0-1 14 16,0-2-1-16,-8 0-9 16,-2 1 24-16,-5 4 0 15,1 4-9-15,1 5-13 0,-3 6-15 16,-2 3-6-16,0 0-7 15,0 6 4-15,-2 14-1 16,0 4 3-16,3 6 5 16,-1 6-4-16,5 2-3 15,3 1 2-15,6-4-15 16,4-1-1-16,0-3 6 16,2-8 6-16,12-2 11 15,5-3 2-15,6-7 4 16,2-1 11-16,6-3 6 15,3-5 11-15,3-2 10 0,0 0-21 16,1 0-23-16,-5-9-32 16,1-3-93-16,-5-5-115 15,-8-15-157-15,-7 4-213 16</inkml:trace>
  <inkml:trace contextRef="#ctx0" brushRef="#br0" timeOffset="8699.86">15184 3666 260 0,'0'0'329'0,"0"0"-69"0,0 0-5 16,0 0-53 0,0 0-104-16,0 0-98 0,0 0 5 15,0 25-5-15,0 18 56 16,0 12 17-16,0 10-5 15,2 5-5-15,0 2-16 16,0-8 2-16,-2-10-15 16,2-9-11-16,-2-13 5 15,3-10-10-15,-3-8-5 16,0-5-7-16,2-3 1 16,-2-3-7-16,0-3-26 15,0 0-74-15,0-3-65 16,0-12-124-16,0-1-362 0</inkml:trace>
  <inkml:trace contextRef="#ctx0" brushRef="#br0" timeOffset="8916.25">15061 4016 71 0,'0'0'236'0,"0"0"148"15,0 0-36-15,0 0-36 16,0 0-71-16,0 0-98 16,131 8-84-16,-95-8-56 15,-2 0-3-15,2-6-84 16,-1-2-107-16,17-6-157 0,-8 0-284 16</inkml:trace>
  <inkml:trace contextRef="#ctx0" brushRef="#br0" timeOffset="9399.4">15467 3963 12 0,'0'0'1'16,"0"0"370"-16,0 0-149 16,0 0-44-16,0 0-14 15,0 0 13-15,0 0-8 16,18 41-20-16,-1-36-25 15,3-1-47-15,-1-4-33 0,-2 0-16 16,1 0-17 0,-5 0-3-16,-1 0-8 0,-1-6-7 15,-5-5-6-15,1-1-12 16,-3-2-18-16,-1-3-3 16,-3-2 4-16,0 1 12 15,0 0 12-15,-14 0 18 16,-1 2 11-16,-5 4-5 15,-1 4-6-15,2 4-10 16,-2 4-5-16,3 0 5 16,1 4-2-16,-1 15-4 15,0 4 9-15,5 7-8 16,2 7 5-16,4 0 9 16,7 3-12-16,0-4 11 15,0-1 2-15,9-8 3 16,6-4 29-16,3-3 6 0,0-6-10 15,0-4 8-15,0-2-6 16,-1-4-6-16,4-4-8 16,-1 0 3-16,2 0-19 15,2 0-57-15,7-22-93 16,-6 0-158-16,0 0-267 0</inkml:trace>
  <inkml:trace contextRef="#ctx0" brushRef="#br0" timeOffset="9816.54">15817 3870 264 0,'0'0'189'0,"0"0"-32"15,0 0 21-15,-20 134-48 16,15-92-42-16,5-1-7 15,0-7-36-15,0-7-16 16,0-8-18-16,0-7-5 16,0-5-4-16,0-4 6 15,0-3 11-15,0 0 39 16,0 0 35-16,0 0 4 16,0-10-46-16,0-8-42 0,0-4-9 15,0-7-1 1,0 0 1-16,0-6 16 15,0 5 19-15,9 2 23 0,0 6-30 16,2 2-28-16,4 6-7 16,4 2-8-16,5 2-29 15,5 6-41-15,3 2-13 16,1 2-31-16,0 0-44 16,-2 0-56-16,-4 0-41 15,-7 0 2-15,-6 0-42 16</inkml:trace>
  <inkml:trace contextRef="#ctx0" brushRef="#br0" timeOffset="10184.34">16113 3904 223 0,'0'0'179'0,"0"0"-65"0,0 0-30 16,0 0-47 0,0 0-5-16,0 0 13 0,-44 36 11 15,39-16-1-15,0 4 13 16,3 5-12-16,0 0-8 15,2 2-16-15,0-1-3 16,2-2-21-16,14-5 14 16,-1 0 4-16,5-8-14 15,-1-3-11-15,0-3 9 16,1-5 0-16,-1-4 5 16,0 0 1-16,-3 0 20 15,1-8 26-15,-3-6 11 16,-1-4-25-16,-4-6 10 15,-2-2 3-15,-2-5-15 16,-5-2 2-16,0-4-4 0,0 1-19 16,-7 0-5-16,-9 2 12 15,-2 6-32-15,-4 7-9 16,-2 9-42-16,1 3-93 16,4 9-52-16,-2 0-77 15,5 6-61-15,5 8-82 0</inkml:trace>
  <inkml:trace contextRef="#ctx0" brushRef="#br0" timeOffset="10716.22">16447 3900 166 0,'0'0'150'16,"0"0"-46"-16,0 0-9 0,0 0 6 16,0 0-20-16,0 0-6 15,0 0-14-15,-102 116-11 16,92-94-18-16,6 3-12 16,4-6-10-16,0 0-9 15,0-6 18-15,12-3 33 16,3-2 23-16,5-3 15 15,5-3 11-15,1-2-3 16,3 0-4-16,-2-7-30 16,0-8-18-16,-3-7-16 15,-3-5-1-15,-6 0 6 16,-4-4 1-16,-4 1-10 0,-7 3 6 16,0 0-23-16,-7 7-9 15,-13 4-9-15,-7 8-49 16,-2 8-96-16,-8 0-87 15,8 4-144-15,4 8-141 0</inkml:trace>
  <inkml:trace contextRef="#ctx0" brushRef="#br0" timeOffset="10854.03">16447 3900 547 0</inkml:trace>
  <inkml:trace contextRef="#ctx0" brushRef="#br0" timeOffset="11133.02">16447 3900 547 0,'156'-22'361'0,"-156"22"-122"0,0 0-120 0,0 0-119 0,0 16 5 16,0 7-5-16,6 13 28 16,4 3-12-16,-1 7 1 15,-3 0-2-15,-4-2-7 16,-2-1-8-16,0-7 1 15,0-7-1-15,0-2-1 16,-10-5-1-16,-4-4-14 16,-2-2-8-16,-2-3 4 15,1-4-6-15,-3 1 26 16,-3-4 16-16,4-4-15 16,0 0 12-16,2-2 1 15,-1 0-3-15,2 0-1 0,1-6 0 16,2-7-4-16,1 3-5 15,8-5-1-15,2-1-33 16,2 0-81-16,0-6-103 16,12 4-161-16,5 2-229 0</inkml:trace>
  <inkml:trace contextRef="#ctx0" brushRef="#br0" timeOffset="11750.32">16734 4051 192 0,'0'0'131'16,"0"0"-1"-16,0 0-16 15,0 0-30-15,0 0-3 16,0 0 2-16,0 0-16 16,118 56-1-16,-99-56-19 15,-2-4-4-15,1-8-4 16,-3-2-17-16,-1-4-2 0,-3-3-3 15,-5 1 5-15,0 0 11 16,-4-2-4-16,-2 5 16 16,0 0-1-1,-2 1 5-15,-12 4-20 0,-1 4-29 16,-1 2-7-16,-2 6-12 16,0 0 8-16,3 0 2 15,1 0 0-15,-1 6 3 16,1 5-1-16,1 4 1 15,1 3-2-15,2-1-7 16,3 6 4-16,3 0 10 16,2 1 1-16,-2 2 0 0,4-2 1 15,0-2 12 1,0-3 23-16,6-2 15 0,5-5 17 16,4-2 9-16,3 0 6 15,0-5 13-15,4-2 0 16,0-2-12-16,1-1-49 15,-1 0-35-15,-2 0-25 16,2 0-115-16,10-19-96 16,-8-2-248-16,-7 2-266 0</inkml:trace>
  <inkml:trace contextRef="#ctx0" brushRef="#br0" timeOffset="12216.33">17051 3896 67 0,'0'0'258'0,"0"0"-45"16,0 0-81-16,0 0 32 15,0 0-11-15,0 0-60 16,0 141-24-16,0-101-15 16,0-4-19-16,0-7-12 15,0-7-7-15,0-5-5 16,0-7-5-16,-2-6-3 15,0-3 4-15,-1-1 6 16,-2 0 3-16,3 0 9 16,-2-1 39-16,2-12-31 15,0-5-24-15,2-4-9 16,0-7 0-16,0-6 0 0,0-1 7 16,13 4 32-16,1 4 28 15,1 6-5-15,1 8-28 16,1 8-29-16,1 2-5 15,5 4-1-15,2 0-8 16,0 8 8-16,2 11-7 16,-2 2 0-16,-2 8-2 15,-11 0-6-15,-3 2 2 16,-4-3-4-16,-5-2 12 16,0-2 6-16,0-7 2 15,0-3-1-15,0-4-1 16,0-1-29-16,0-7-122 0,0-2-154 15,0 0-272-15</inkml:trace>
  <inkml:trace contextRef="#ctx0" brushRef="#br0" timeOffset="12734.48">17423 4041 124 0,'0'0'189'0,"0"0"-46"16,0 0 23-16,0 0-46 15,0 0-42-15,0 0-12 16,0 0 21-16,123 47-31 15,-108-47-14-15,-1 0 15 16,-3 0-24-16,-3-10 0 16,0-2-8-16,-4-1-9 15,-4-3 0-15,0-1 7 16,0 0-16-16,-2 2 41 16,-14 1-31-16,-1 0-17 15,-4 2 0-15,-1 6-1 16,1 2-9-16,2 4-8 15,-2 2-5-15,4 17 10 16,1 6 1-16,3 5 12 0,6 2 32 16,4-1 16-16,3-4 17 15,0-3 26-15,10-4 7 16,10-4 26-16,6-1-15 16,1-3-18-16,0-5 0 15,-4-1-33-15,-4-1-40 16,-1-3-16-16,-3 0-2 15,1-2-71-15,5 0-75 16,10 0-113-16,-5-10-270 16,1-1-507-16</inkml:trace>
  <inkml:trace contextRef="#ctx0" brushRef="#br0" timeOffset="13283.36">17955 3938 349 0,'0'0'338'16,"0"0"-133"-16,0 0-85 15,0 0-65-15,-113-38-29 0,89 38-15 16,-1 6-10-1,0 14-1-15,5 4-1 0,5 6-10 16,3 4 3-16,8 3 7 16,4-6-6-16,0 0 7 15,4-7 6-15,12-7 4 16,5-7 29-16,-2-3 19 16,4-5 3-16,1-2 0 15,-4 0-10-15,2-2-12 16,-4-10-12-16,-2-2-3 15,-2-7 3-15,-4 0 1 16,1-5 17-16,1 0 28 16,-4-1-14-16,-1 6 17 15,-5 6-8-15,0 7-19 16,0 6-38-16,-2 2-11 16,0 0-37-16,0 18-33 0,4 12 39 15,0 7 21-15,-2 3 10 16,0-1 0-16,-2-2 1 15,0-7-1-15,0-8 1 16,0-7-1-16,0-2 0 16,0-5-10-16,0-4-18 15,2-2-49-15,5-2-69 16,9 0-83-16,-3 0-151 16,0-8-301-16</inkml:trace>
  <inkml:trace contextRef="#ctx0" brushRef="#br0" timeOffset="13699.34">18332 3876 315 0,'0'0'329'0,"0"0"-129"15,0 0-42-15,0 0-53 16,-127-13-48-16,107 13-18 16,7 4-25-16,4 11-13 15,7 3-2-15,2 6-7 16,0 2 8-16,17 4 12 16,6 4 3-16,1 3 1 15,-1-4-8-15,-2 0 3 0,-4-4-11 16,-7-7-1-16,-5-1-6 15,-3-7-5-15,-2-4 12 16,0-2 13-16,-7-2 45 16,-10-2 41-16,-6 0 29 15,-1-3-13-15,-1-1-32 16,-2 0-32-16,3 0-25 16,4 0-26-16,6 0-6 15,10-13-118-15,2 3-168 16,2 0-414-16</inkml:trace>
  <inkml:trace contextRef="#ctx0" brushRef="#br0" timeOffset="13866.38">18404 4309 52 0,'0'0'0'0</inkml:trace>
  <inkml:trace contextRef="#ctx0" brushRef="#br0" timeOffset="18483.11">2688 4909 16 0,'0'0'52'0,"0"0"115"0,0 0-73 16,0 0-65-16,0 0-2 16,0 0 30-16,0 0 23 15,-12 16 24-15,9-16 25 16,3 0-1-16,0 0-37 16,0 0-37-16,0 0-41 15,3 0-13-15,9 0 0 16,9 0 29-16,1 0 24 15,7 0-21-15,-3 4-12 0,3-2-5 16,-2 2-2 0,-2 0-13-16,-3-2 6 15,-2-2-5-15,-2 1 0 16,-2-1 8-16,-5 0-8 0,-5 0 7 16,-1 0 1-16,-1 0 0 15,-2 0-9-15,4 0 2 16,-2 0-2-16,2 0-45 15,3-6-71-15,-3-1-70 16,2-1-76-16,-6 0-139 0</inkml:trace>
  <inkml:trace contextRef="#ctx0" brushRef="#br0" timeOffset="19065.93">2929 4851 18 0,'0'0'34'0,"0"0"-14"16,0 0 293-16,0 0-142 15,0 0-92-15,0 0-40 16,0 0-12-16,-13 2 9 15,13-2 12-15,0 0 13 16,0 0-15-16,0 0-27 16,0 3-19-16,7 1 18 15,1 3 0-15,4 3-16 0,1-1-1 16,0 2 6-16,-1-4-7 16,1 2 6-16,-1-1-4 15,-2-2 5-15,-1-1-6 16,-3-1 1-16,0 1-1 15,-4-1-1-15,-2-2-1 16,0-1-9-16,0 2 9 16,0 0 0-16,0 0 0 15,0-1 0-15,0 0 1 16,0 0 0-16,0 0-1 16,0 0-6-16,0 2 1 15,0 0 6-15,-10 2 1 16,0 2 6-16,-3 1 3 0,-4 2-8 15,2-1-1-15,1 0 1 16,4-4 6-16,0 0 12 16,6-5 26-16,2 2 5 15,-1-3 17-15,3 0 4 16,0 0-18-16,0 0-32 16,0 0-22-16,0 0-118 15,14 0-190-15,-7 0-378 0</inkml:trace>
  <inkml:trace contextRef="#ctx0" brushRef="#br0" timeOffset="20582.33">2665 6719 25 0,'0'0'10'0,"0"0"-10"15,0 0 114-15,0 0 55 16,0 0-77-16,0 0-14 0,0 0 22 15,-39 23-14-15,35-22-12 16,-1 1 1-16,3 0-16 16,0-2-28-16,2 2-8 15,0-2 13-15,0 0-9 16,2 0-27-16,11 0 0 16,5 0 39-16,5 0 55 15,8 0-13-15,3 0-19 16,1 0-11-16,-2 0-21 15,-1-4-2-15,-8 2-12 16,-4 1 6-16,-2-2-1 0,-2-1 13 16,-5 3 5-16,-3-2-4 15,-1 3-7-15,-2-2-7 16,-3 2-9-16,-2 0-10 16,0 0-2-16,0 0 0 15,0 0-43-15,3-1-54 16,7-10-58-16,-1 1-97 15,1-2-161-15</inkml:trace>
  <inkml:trace contextRef="#ctx0" brushRef="#br0" timeOffset="21315.91">2869 6641 28 0,'0'0'1'15,"0"0"130"-15,0 0-21 16,0 0-39-16,0 0 25 16,0 0-18-1,0 0-14-15,-6 32 2 0,6-30 13 16,0 2 7-16,0 1-3 15,10-3 13-15,2 3-12 16,3 1-21-16,3-1-24 16,0 0-11-16,2-1-2 15,1 1-9-15,-2-2-5 16,1 1-11-16,-1 1 7 16,-4 1-8-16,-2-5 0 15,-4 3 2-15,-4-1-4 16,-1-2 2-16,-4 1-6 0,0 0-9 15,0 0-4-15,0-2-2 16,0 3 3-16,0-3 11 16,0 0 1-16,0 0 6 15,0 1-2-15,-2 2 1 16,-3 1 1-16,-3-1 7 16,-4 6 3-16,-1-2-2 15,-3 3-6-15,3 3-1 16,-1-2-1-16,1 4 0 15,2-1 6-15,0 0 17 16,2-1 11-16,0 2 11 16,4-5 2-16,1-4-6 15,-1 0 13-15,5-2-3 0,0-4-11 16,0 0-6 0,0 0-18-16,0 0-16 0,0 0-10 15,7 0-139-15,5-10-213 16,-4 0-446-16</inkml:trace>
  <inkml:trace contextRef="#ctx0" brushRef="#br0" timeOffset="33982.16">3000 7044 13 0,'0'0'173'0,"0"0"55"16,0 0-66-16,0 0-41 16,0 0-66-16,0 0-35 15,0 12 28-15,0-8 21 0,0 2 19 16,0 2-14-16,0 2-2 15,0 0-4 1,0 6-13-16,-2 2 0 0,-2 4-23 16,2 5-7-16,-5-1-5 15,3-2-13-15,0 0 1 16,-2-1-1-16,2-5-1 16,-3 3-6-16,3-5 0 15,0 0-14-15,2-6-2 16,-3-2 1-16,3-2 4 15,2-3-5-15,0-1 3 16,0-2-2-16,0 0-2 16,0 0-2-16,0 0-4 0,0 0 13 15,0 0 10-15,11 0 7 16,4 0-6-16,3-5-1 16,7 1 1-16,2 0-1 15,0 0 0-15,6 2 0 16,0-2 0-16,3 2 0 15,2-2 0-15,1 4 0 16,4 0 0-16,-1 0-7 16,3 0 6-16,-3 0-1 15,-2 0 1-15,-4 6-1 16,-5 0 1-16,-2-2 1 16,-2 0 0-16,-3-2 0 15,-1 0 1-15,-4 1 0 0,-2-3 0 16,-7 0 0-1,0 0 0-15,-6 0 6 0,1 0 1 16,-3 0 12-16,0 0 10 16,-2 0-9-16,2-11-13 15,0 1-6-15,0 0 18 16,-2-2 6-16,0 0 3 16,2 0 22-16,-2 2-10 15,0 1-2-15,0 6 0 16,0-1-8-16,0 0-30 15,0 4-1-15,3 0-83 16,2 0-116-16,-1 0-323 0</inkml:trace>
  <inkml:trace contextRef="#ctx0" brushRef="#br0" timeOffset="35433.39">5296 7077 187 0,'0'0'196'16,"0"0"-43"-16,0 0 5 15,0 0-28-15,0 0-15 16,0 0-8-16,0 0-1 16,0-13-5-16,0 13-17 15,0 0-26-15,0 0-20 16,-3 0-38-16,3 0 0 15,-2 0-31-15,2 10 18 0,0 4 13 16,-2 2 6 0,0 7 1-16,-2 0-6 0,-2 2 0 15,0 0 0 1,-1 0 14-16,1-3-14 0,2-2 12 16,-2-4-13-16,2-4-13 15,2-2-9-15,2-4-5 16,0-2-12-16,0-4 0 15,0 0 20-15,0 0 19 16,0 0 0-16,6 0 0 16,6 0 0-16,5-8 0 15,4 2-18-15,1-3-2 16,3 3 6-16,-3 1 1 0,0 1 11 16,1 4 1-16,0 0-7 15,2 0 6-15,4 0-4 16,2 0 5-16,3 0-1 15,1 0 1-15,4 6-10 16,-4-3-11-16,-1 3-11 16,-3 1-24-16,-4 1-5 15,-7 0 0-15,-3-2 12 16,-6 1 18-16,-1-3 16 16,-4-1 9-16,-1-3 7 15,-1 0 0-15,0 0 31 16,4 0 32-16,-4-10-16 15,0-2 18-15,1 0 28 16,-5-3-9-16,0 3-19 16,0-4-19-16,0 2-9 0,0 3-3 15,0-1-16-15,0 2-18 16,-5 3-1-16,3 3-42 16,-2 3-95-16,-1 1-118 15,0 0-275-15</inkml:trace>
  <inkml:trace contextRef="#ctx0" brushRef="#br0" timeOffset="38266.18">2771 3509 224 0,'0'0'182'16,"0"0"-90"-16,0 0-39 16,0 0-2-16,0 0-30 15,0 0-8-15,0 0 18 16,0 0 18-16,0 0-4 15,0 0 9-15,-4 8 17 16,0 2-12-16,-6 1-11 16,4 0 0-16,-3 1-15 15,2-2-13-15,0-2-8 16,5-3-11-16,0-1-1 16,2-4 1-16,0 0 10 15,0 0 14-15,0 0 18 0,2-6 17 16,12-9-34-1,5-7-23-15,10-4-2 0,10-5-1 16,9-9 0-16,10-1 0 16,11-7 0-16,7-2 1 15,2-2 16-15,2-1 15 16,-6 9 6-16,-12 4-2 16,-10 8-3-16,-15 10-15 15,-12 4-7-15,-9 8-9 16,-7 4-2-16,-7 1 1 15,-2 5-1-15,0 0-6 16,0 0-43-16,0 0-60 16,0 0-74-16,0 11-51 15,0 1-10-15,-9 0-111 0</inkml:trace>
  <inkml:trace contextRef="#ctx0" brushRef="#br0" timeOffset="57582.53">14299 7231 123 0,'0'0'99'0,"0"0"-22"16,0 0 8-16,0 0 10 15,0 0-1-15,-7 0 13 16,7 0-18-16,0 0-17 16,0 0-20-16,0 0-21 15,0 0-7-15,0 0-11 16,0 0 0-16,0 0-7 15,-2 0-6-15,-2 4 0 16,0 5 0-16,-4 4 26 16,2-1-5-16,-3 4 5 0,3 0-1 15,-4 0-6-15,1 2-12 16,1 0-7-16,1-2 5 16,3 0-5-16,-1-4 0 15,3-2 0-15,-1-4-1 16,3-2-4-16,0-2-5 15,0-2 4-15,0 0 6 16,0 0 1-16,0 0-1 16,0 0-1-16,16 0 1 15,2 0 1-15,2-4 2 16,5 0-2-16,0 0-1 16,0 0 1-16,7 0-1 15,-1 2 0-15,0 2 0 16,5 0-1-16,-2 0 0 15,1 0 0-15,-1 0 1 0,1 0 0 16,1 4 0-16,-3 2 0 16,0-2-2-16,-4 0 2 15,-2-2-9-15,-6 3 2 16,-3-3 5-16,-5-2 1 16,-2 0 1-16,-4 0 2 15,-1 0-2-15,-3 0 8 16,-1 0-2-16,0 0 4 15,-2 0 0-15,0-7 3 16,0 1 13-16,0-4-7 0,0 2 22 16,0-3-2-1,0 1 6-15,0-1-5 16,0-3 11-16,0 2-4 0,0 2-24 16,-2 0-10-16,2 2-13 15,0 4-10-15,0-2-51 16,0 4-99-16,8-1-380 0</inkml:trace>
  <inkml:trace contextRef="#ctx0" brushRef="#br0" timeOffset="58818">16567 7341 271 0,'0'0'280'0,"0"0"-137"0,0 0 29 16,0 0-28-16,0 0-42 16,0 0-1-1,0 0-40-15,11-28-35 0,-11 28-26 16,0 0-10-16,0 2-11 15,0 12 21-15,0-1 0 16,0 6 7-16,0-1-5 16,0 0 12-16,0 0 1 15,0-2-14-15,0 0 8 16,0-2-3-16,0-1 2 16,0-2-8-16,0-3 1 15,0 1 0-15,0-4 0 16,0-1-1-16,0-2-1 15,0-2-8-15,5 0 8 0,8 0 1 16,8 0 8-16,0 0-6 16,6 0-2-16,-2-6 0 15,2 2-7-15,-2 0-7 16,-2 4 7-16,2 0-8 16,2 0 4-16,0 0-4 15,6 0 14-15,3 7-9 16,-1 0 10-16,4 4-2 15,-2-3 1-15,-1-1 1 16,-5 1-1-16,-4-2 1 16,-5 1-1-16,-2-4 1 15,-4 1 0-15,-3-4 1 16,1 0-1-16,-1 0 1 0,0 0-1 16,3-4 0-1,-5-7-1-15,3-3-15 0,-6-5-7 16,-1-1 4-16,-3 0 18 15,-2 0-4-15,-2 0 5 16,0 3 6-16,0-2 18 16,0 5 13-16,0 4 3 15,0 3 18-15,0 0-17 16,0 5-15-16,0 0-26 16,0 2 0-16,0 0-32 15,0 0-83-15,-11 2-141 16,-4 10 1-16,1-1 8 0</inkml:trace>
  <inkml:trace contextRef="#ctx0" brushRef="#br0" timeOffset="60865.89">13887 3592 538 0,'0'0'330'15,"0"0"-187"-15,0 0-57 16,0 0-31-16,0 0-32 16,0 0-12-16,0 0-5 15,4 3 20-15,-4 13 25 16,0 0-16-16,-2 5 2 15,-4-3-9-15,-4 0-9 16,4-3-13-16,-3-2 7 0,5-4 0 16,2-3-7-16,2-4 2 15,0-2 13-15,0 0 5 16,0-2-4-16,17-18-1 16,12-8-15-16,14-12-4 15,12-8-2-15,15-5 1 16,5-8 9-16,5 1 25 15,-2 2 11-15,-4 8 4 16,-14 7-14-16,-11 11-20 16,-14 7 5-16,-8 4-1 0,-7 3-1 15,-2 4 9 1,-2 2 11-16,-8 4-11 0,0 4-9 16,-4-1-8-1,-2 4-11-15,-2 1 2 0,3 0-2 16,-3 0-7-16,0 0-43 15,0 0-67-15,2 0-76 16,2 14-83-16,2 6-6 16,-1 0-63-16</inkml:trace>
  <inkml:trace contextRef="#ctx0" brushRef="#br0" timeOffset="75015.27">4184 6119 33 0,'0'0'32'0,"0"0"301"16,0 0-216-16,0 0-58 15,0 0 3-15,0 0 6 16,15-8-19-16,-13 7-7 16,0 1 12-16,-2 0-5 15,4 0 4-15,-4 0-5 16,2 0 13-16,-2 6-14 16,0 4-15-16,2 4-12 15,-2 2 6-15,0 4-1 16,0 2 0-16,0 0 4 15,0 0-2-15,0 0-1 16,-8 0-7-16,2-2 6 16,-1 1-25-16,1-6 1 15,-1-1 1-15,2-2-1 0,1-2 5 16,2-3-6-16,2-3 0 16,-2-2-8-16,2-2 7 15,0 0-8-15,0 0 8 16,0 0-16-16,0 0 1 15,0 0-2-15,2 0 11 16,0 0 6-16,2 0-7 16,6 0-2-16,1 0 10 15,7 0 5-15,3 0-4 16,4 0-1-16,0 0 0 0,4-2-1 16,0 2 1-16,2 0-5 15,0 0 4-15,5 0-13 16,1 0 4-16,2 0-1 15,1 0 11-15,0 0-1 16,-3 0-1-16,2 0 1 16,-8 0 0-16,-4 0 0 15,-5 0-12-15,-4 0 1 16,-5 0-10-16,-7 0 15 16,2 0 0-16,-6 0 7 15,-2 0 2-15,0 0 11 16,0 0 10-16,0 0 10 15,0 0 9-15,0 0-20 16,0 0-6-16,0-7 3 16,0-1-2-16,0-2-11 0,0 0 4 15,0-3 0-15,0-1-2 16,0-3 3-16,0-1 7 16,0-2 14-16,0 1 0 15,0 0 23-15,2 1-14 16,0 2 12-16,-2 4 3 15,2 6-1-15,-2 2-23 16,0 2-23-16,0 2-9 16,0 0-29-16,0 0-65 15,0 14-96-15,0 5-53 16,0 0-103-16</inkml:trace>
  <inkml:trace contextRef="#ctx0" brushRef="#br0" timeOffset="81182.22">6151 5577 234 0,'0'0'200'15,"0"0"-112"-15,0 0 15 16,0 0-31-16,0 0 15 16,0 0 82-16,29 4 1 0,-2-4-38 15,-1 1-31 1,3-1-32-16,0 0-14 0,5 0 1 16,4 0 0-1,6 0 5-15,6-8-6 0,-2 0-5 16,-5-2-18-16,-7 4 0 15,-12 0-16-15,-9 3-1 16,-8 0-3-16,-5 3 4 16,-2 0-2-16,0 0-12 15,0-2-2-15,0 2-5 16,0 0-55-16,0 0-80 16,0 0-68-16,0 0-117 15,-4 8-231-15</inkml:trace>
  <inkml:trace contextRef="#ctx0" brushRef="#br0" timeOffset="81798.64">6235 5784 286 0,'0'0'127'0,"0"0"-59"16,0 0-18-16,0 0 3 15,0 0 5-15,0 0 7 16,0 0 16-16,-19 1-16 16,19 0-29-16,0 2-17 0,0 0-9 15,11 2 33-15,13-4 77 16,12 2-7-16,4-3 0 16,3 0-10-16,-3 0-27 15,-5 0 2-15,-2 0-4 16,-6-6 17-16,-4 0-20 15,-8 2-24-15,-3 3-21 16,-8-2-17-16,-2 3-4 16,-2 0-5-16,0 0-1 15,0 0-32-15,0 0-91 16,2 0-96-16,19 5-99 16,-2 7-28-16,6-1-421 0</inkml:trace>
  <inkml:trace contextRef="#ctx0" brushRef="#br0" timeOffset="83465.07">7170 5781 5 0,'0'0'297'16,"0"0"-157"-16,0 0-55 15,0 0-38-15,0 0-19 0,0 0-5 16,0 0-4-1,-5 0 2-15,5 0 1 0,0 0 2 16,0 0 18-16,0 0 54 16,13 3 5-16,8-3-3 15,0 0-11-15,4 0-22 16,2 0-7-16,0 0-13 16,-3 0 1-16,-1-3-7 15,1 0-4-15,-2 0-9 16,3-1-4-16,0 2-10 15,4 0-11-15,0 0 9 16,2 0-9-16,-3 0 14 16,-1 2-9-16,-3-2 7 15,-1 2 1-15,-6-2 12 16,2 0 6-16,-1 0 6 0,-3 2-6 16,5 0-14-1,-3-2-2-15,4 2-15 0,1 0 9 16,2 0-7-16,3 0 2 15,4 0-4-15,6 0 4 16,2 0-4-16,3 0 0 16,4-3 5-16,0 3-5 15,3 0-1-15,-2 0 0 16,-2 0 4-16,-3 0-3 16,-5 0-2-16,-3 0 0 15,0 0 1-15,-1 0 0 16,3 0 0-16,1 0 0 15,5 5 1-15,1-1 4 0,1-2-4 16,4 2 5-16,-4 0-5 16,-1-2-2-16,-3-2 1 15,-3 2 0-15,1-2 0 16,-3 0 0-16,4 0 0 16,1 0 1-16,2 0 4 15,1 2-5-15,-1-2 1 16,0 2-1-16,-2-2 0 15,-4 3-1-15,-3 0 1 16,-4 0 0-16,0-2-1 16,0 0 1-16,0-1 1 15,0 0 6-15,3 0-7 0,-1 0 0 16,0 0 0-16,0 0 0 16,0 0-1-16,0 0 1 15,-1 0-1-15,1 0 2 16,-2 0-1-16,2 0 1 15,2 0 0-15,5 0 0 16,4 0-2-16,1 0 1 16,-3 0 0-16,-3 3 0 15,-1-3 1-15,-7 0-1 16,-2 0 0-16,0 0 1 16,-1 0 1-16,3 0-1 15,5 0-1-15,-1 0 1 16,0 0 4-16,-6 0-4 15,-4 0-2-15,-8 0 2 16,-5 0 6-16,-6 0 7 0,-2 0 34 16,-2 0 1-16,0 0-8 15,0 0-16-15,0 0-8 16,0 0 1-16,0 0-9 16,0 0-3-16,0 0-6 15,0 0 3-15,0 0-3 16,0 0-86-16,0 0-127 15,0 0-141-15,0 0-424 0</inkml:trace>
  <inkml:trace contextRef="#ctx0" brushRef="#br0" timeOffset="87366.79">8562 6184 2 0,'0'0'7'0,"0"0"101"0,0 0-4 15,0 0-36-15,0 0-8 16,0 0-11-16,0 0 5 15,-69 6 2-15,59-6 16 16,2 0 12-16,-1 0-13 16,3 0 14-16,-2 0 17 15,6 0 11-15,0 0-7 16,2 0-12-16,0 0-10 16,0 0-7-16,0 0-11 15,0 0-19-15,0 0-1 16,0 0 10-16,0 0-5 15,18 0 0-15,9 0-18 16,11 0-15-16,9 0-1 0,8 0 1 16,3 0 11-16,4 0-7 15,-1 4 1-15,-3 0-2 16,-7-2-8-16,-5 2-6 16,-5-2-7-16,-10 1 2 15,-7-3-2-15,-6 1 2 16,-7-1-1-16,-7 0-1 15,0 0-17-15,-4 0-58 16,0 0-64-16,-8 1-50 16,-9 4-123-16,-1-1-242 0</inkml:trace>
  <inkml:trace contextRef="#ctx0" brushRef="#br0" timeOffset="88248.31">8502 6188 46 0,'0'0'261'15,"0"0"-4"-15,0 0-68 16,0 0-53-16,0 0-58 16,0 0-45-16,0 0-17 15,-38 15 7-15,24 4 6 16,1 7-4-16,-3 2-9 15,3 5-8-15,0-1 0 16,1-5-7-16,4-3 6 16,1-6-6-16,5-6 0 15,2-5 0-15,0-4 0 16,0-3 0-16,0 0 25 0,0 0 5 16,0 0 21-1,7 0-12-15,8-10-15 16,3 2-15-16,0-2-9 15,0 3 6-15,0 1-7 0,-3 1 6 16,1 1 1-16,-3 3 1 16,3-3 2-16,1 1 16 15,1 3-3-15,2 0 6 16,2 0-1-16,1 0-15 16,0 0 7-16,-2 0-11 15,4 11-3-15,-3-4-5 16,3 5 21-16,-3-2-8 15,-2 3-8-15,0 1-5 16,-2-2-1-16,-2 2 1 16,-1 3-1-16,1-4 0 0,-3 3 1 15,-1 0-1 1,-6 2-5-16,-2 0 3 0,-1 2-6 16,-3 0 2-1,0 3 4-15,-3-2-5 0,-7 2 6 16,-6-6 0-16,1 1 0 15,-4-2 1-15,-1-1 1 16,-4-4 0-16,-3 0 13 16,-2-4 28-16,-4-1 6 15,0-1 11-15,-4-5 8 0,4 0 16 16,-1 0 11 0,1-9 11-16,2-3-9 0,0-3-46 15,2 1-26-15,4-1-2 16,6 4-22-16,5 0-3 15,5 5-58-15,5 5-58 16,4 1-93-16,8 0-135 16,13 5-342-16</inkml:trace>
  <inkml:trace contextRef="#ctx0" brushRef="#br0" timeOffset="97648.19">7481 5009 10 0,'0'0'286'0,"0"0"-96"16,0 0-45-16,0 0-24 16,0 0-16-16,-20-12-9 15,18 10 11-15,2 2 14 16,0-3 12-16,0 3-8 0,0-1-19 16,0-1-10-1,0-1-16-15,0 1 4 0,4-5-4 16,14-3-36-16,5-3-37 15,8 1-7-15,0 1 1 16,3 1-1-16,-3 2 5 16,-2 4-4-16,-2 2-2 15,-4 2 1-15,0 0 0 16,-3 0-10-16,-2 10 0 16,-4 2-9-16,-6 4-8 15,-3 0-3-15,-5 2 3 16,0 1 7-16,-5 2-1 15,-15 2 20-15,-6 0 0 16,-3 1 0-16,0-2-25 0,2-2 4 16,2-2-14-16,3-4-1 15,5-1 11-15,0-4-10 16,7-3 5-16,1-2 1 16,6-4 14-1,1 0 16-15,2 0 10 0,0 0 10 16,0 0 12-16,0 0-14 15,5-2-17-15,6-6 0 16,6 1 0-16,3-2-1 16,3 1 0-16,2 4 3 15,-2 0-3-15,2 2 0 16,0 2-1-16,-3 0-2 16,0 0 3-16,1 0-2 0,-5 10 1 15,-3 1-12-15,-1 1 13 16,-6 2-7-16,1-1-2 15,-5 2 2-15,0 1-2 16,-2-1 2-16,-2 1-3 16,0-1 1-16,0-1-3 15,-8 1 12-15,-3 2 0 16,-5-3 1-16,-1 2 7 16,-1-4 0-16,1 0-7 15,-2-4 22-15,0 0 5 16,3-3-2-16,-2-3 6 15,5-2-6-15,0 0 15 16,1 0-6-16,1 0-7 0,3-7-28 16,-2-1-22-1,3 0-86-15,7-2-77 0,5 2-124 16,13 2-448-16</inkml:trace>
  <inkml:trace contextRef="#ctx0" brushRef="#br0" timeOffset="98348.8">8426 4892 426 0,'0'0'248'15,"0"0"-53"-15,0 0-21 16,0 0-40-16,0 0-28 16,0 0-52-16,0 0-18 15,0-6-16-15,0 6-18 16,0 6 6-16,0 12-8 16,0 11 47-16,0 5 17 15,0 10-9-15,0 4-14 16,0 4-8-16,-2 3 17 15,2-1-9-15,0-1-24 0,0 0 6 16,0-7-12-16,0-8-3 16,0-8 6-16,2-9 0 15,1-4 10-15,-3-9-5 16,2-6 4-16,-2 1 1 16,0-3 18-16,0 0-7 15,0 0-10-15,0 0-25 16,0 0-6-16,0-9-118 15,0 1-158-15,0 0-345 0</inkml:trace>
  <inkml:trace contextRef="#ctx0" brushRef="#br0" timeOffset="98714.76">8429 5186 780 0,'0'0'722'0,"0"0"-597"15,142 0-30-15,-93 0-21 16,-14 0-33-16,-12 0-14 16,-10 0-26-16,-9 0-1 15,-4 3-22-15,0 1-114 16,-6 5-107-16,-17-2-141 15,0 0-161-15</inkml:trace>
  <inkml:trace contextRef="#ctx0" brushRef="#br0" timeOffset="100198.18">8377 5111 16 0,'0'0'82'15,"0"0"-56"-15,0 0 28 16,0 0 0-16,0 0-9 15,0 0 3-15,0 0 8 16,-31 8 0-16,24-8-4 16,3 3-13-16,-3-3 13 15,0 0-13-15,1 0-22 0,-1 0-16 16,1 0-1-16,-4 0-36 16,4 1-34-16,-1-1-52 15,7 0-22-15,0 3-36 16</inkml:trace>
  <inkml:trace contextRef="#ctx0" brushRef="#br0" timeOffset="100349.6">8377 5111 7 0</inkml:trace>
  <inkml:trace contextRef="#ctx0" brushRef="#br0" timeOffset="100466.08">8377 5111 7 0,'-162'50'64'0,"159"-48"-22"0,3 1-21 0,0-2-10 0,0 1-11 0,0 1 0 16,0-3 0-16,0 0-22 16,0 0 22-16,3 0 23 15,7 0-23-15,-1 0-1 16,3 0-33-16,-1 0-77 15</inkml:trace>
  <inkml:trace contextRef="#ctx0" brushRef="#br0" timeOffset="100814.76">8228 5184 24 0,'-9'0'86'15,"2"1"28"-15,3-1-4 16,-1 0-5-16,3 0-23 15,0 0-8-15,2 0-16 16,-3 0-15-16,3 0 5 16,0 0 20-16,0 0 25 15,0 0-9-15,0 0-9 16,19 0-33-16,2 0-10 16,6 0 3-16,2 0 14 15,0 0 2-15,0 0-18 0,0 0 5 16,-2 0-2-1,-2 0 15-15,-1 0-12 0,-4 0-8 16,-4 0-17-16,-5-1-7 16,-3 1-7-16,0 0 0 15,-2 0 0-15,-1 0-7 16,-1 0-10-16,0 0-18 16,-2 0-17-16,3 0-95 15,6 0-71-15,0 1-167 16,1 3-227-16</inkml:trace>
  <inkml:trace contextRef="#ctx0" brushRef="#br0" timeOffset="102050.92">9322 4957 230 0,'0'0'187'16,"0"0"-61"-16,0 0-21 15,0 0-3-15,0 0-25 16,0 0-32-16,0 0-2 16,-118-28-5-16,93 28 8 15,-2 0-4-15,0 0-5 16,-4 12-9-16,0 1-2 16,0 6 9-16,0 0-6 15,2 4 10-15,7-2-10 0,2 6 1 16,7 2 3-16,5 5-4 15,8-1-1-15,0 1 1 16,0 1-6-16,21-2 5 16,6-1 4-16,6 1 13 15,4-5-10-15,1-2-11 16,3-6-13-16,-3-4-4 16,-5-6-7-16,-2-2 1 15,-2-6 26-15,0-2-6 16,-4 0-13-16,2 0 3 15,-4-4-10-15,-2-8 8 0,-1 1 1 16,-5-6-2 0,-4 1-8-16,-3 0 7 0,-4-2-7 15,-4-1 2-15,0 3 10 16,0 1 5-16,0 1 27 16,-2 2 0-16,-10 2-3 15,-5 2-24-15,-2 2-17 16,-2 2 0-16,-4 4-1 15,-2 0-1-15,0 1-11 16,-4 16 12-16,0 5-8 16,0 4 8-16,4 2-8 15,4 4-33-15,6-2-62 16,5 2-49-16,8 1-43 16,4 5-83-16,2-9-71 15</inkml:trace>
  <inkml:trace contextRef="#ctx0" brushRef="#br0" timeOffset="103282.16">4319 4942 341 0,'0'0'151'0,"0"0"-59"16,0 0-34 0,0 0-30-16,0 0-11 0,0 0-3 15,0 0 12-15,-8 0-14 16,8 0-11-16,0 0 6 15,0 0-7-15,0 0-6 16,6 0 6-16,19 0 52 16,13 0 14-16,11 0-22 15,11 0-11-15,7 0 10 16,4 0-8-16,1 0-3 16,-8 0-15-16,-9 0 3 15,-12 0 5-15,-12 0-8 0,-10-1 3 16,-8-1-9-1,-5 2 0-15,-3 0-10 0,-5 0 6 16,2 0-7-16,-2 0-1 16,0 0-9-16,0 0-20 15,0 0-38-15,0 0-30 16,0 0-38-16,0 0-66 16,0 0-80-16</inkml:trace>
  <inkml:trace contextRef="#ctx0" brushRef="#br0" timeOffset="103834.16">4859 4860 126 0,'0'0'115'0,"0"0"-20"16,0 0-23-16,0 0-15 15,0 0 3-15,0 0-6 16,0 0-4-16,-6 0-15 16,6 0-16-16,0 0-19 15,0 0 24-15,15 4 41 16,3 5-7-16,1 0-9 15,4 1-23-15,2 1-7 0,-3-1-11 16,-2 0-1-16,0-2-7 16,-7 0 0-16,-1 0-1 15,-6-2-8-15,-4-2 9 16,1 0-6-16,-1-2 4 16,-2 2-6-16,0 0 7 15,0 0-9-15,0 0 9 16,0 2-8-16,0 1 2 15,-2-1-1-15,-5 3-3 16,-5-1 11-16,2-2 1 16,-1 1 8-16,-1-1 0 15,3-1-1-15,1-2 13 16,3 2 2-16,0-4-6 0,1-1-8 16,4 3 1-16,0-3-9 15,0 0 9-15,0 2-10 16,0 6-52-16,0 0-154 15,0 2-152-15</inkml:trace>
  <inkml:trace contextRef="#ctx0" brushRef="#br0" timeOffset="106465.21">10149 5367 166 0,'0'0'108'15,"0"0"5"-15,0 0-37 0,0 0-2 16,0 0 30-16,0 0-5 16,0 0 37-16,11 0-9 15,9 3-5-15,4-1-9 16,5-1-24-16,6 2-25 15,6 1-6-15,1-2-17 16,3 2 0-16,-1 0-8 16,-4 0-17-16,-4 0 0 15,-10-2-15-15,-3 2 7 16,-10-2-8-16,-4 1 0 16,-4-2-12-16,-5-1-37 15,0 1-69-15,0 2-60 16,0 5-58-16,-2 0-15 15,-10 0-37-15</inkml:trace>
  <inkml:trace contextRef="#ctx0" brushRef="#br0" timeOffset="106949.57">10126 5548 107 0,'0'0'151'0,"0"0"-29"15,0 0-37-15,0 0 7 16,0 0 45-16,0 0 12 16,0 0-18-16,63 6-19 15,-28-6-11-15,3 0-4 16,5 0-22-16,-1 0-5 15,-3 0-15-15,-5 0-3 16,-5 0-17-16,-9 0-13 0,-7 0-12 16,-3 0-8-16,-6 0-1 15,-4 0-1-15,2 0 0 16,-2 0-10-16,0 0-19 16,0 0-60-16,0 0-54 15,2 0-77-15,1 12-48 16,-3 0-68-16</inkml:trace>
  <inkml:trace contextRef="#ctx0" brushRef="#br0" timeOffset="109681.14">11251 4859 74 0,'0'0'330'0,"0"0"-108"16,0 0-46-16,0 0-46 16,0 0-36-16,0 0-37 0,0 0-12 15,-109-32-12-15,93 32 10 16,3 0-4-16,-5 4-11 15,1 7-21-15,-4 3 0 16,6 4-1-16,1 0-6 16,6 3 0-16,3-2 0 15,5 2-6-15,0-3-1 16,5 0-5-16,12-4-62 16,3-4 70-16,5-2 4 15,0-4 17-15,-2-4-1 16,4 0-3-16,-2 0 5 15,0-6-8-15,-5-6 3 16,0-3-12-16,-4 0 7 16,-6 1-2-16,-1-1 9 0,-5 2 8 15,2-1 13-15,-2 0 24 16,-2 2 2-16,0-1-4 16,0 4 9-16,1 0 7 15,-3 4-9-15,0-1 0 16,2 1 1-16,-2 4-12 15,0-4-7-15,2 5-13 16,-2-1-14-16,0 1-20 16,0 0-6-16,0 0-18 15,0 0-7-15,0 7-14 16,0 12 26-16,0 9 13 16,0 8 5-16,-7 6 1 15,1 6 1-15,2 2 0 0,-2 1 0 16,2-4 0-16,2-3-1 15,0-5 0-15,2-9 0 16,0-8 1-16,0-6-2 16,0-7 2-16,0-2 0 15,0-5 0-15,0-2 7 16,-2 0-8-16,2 0-63 16,-5 6-83-16,-1 2-173 15,2 1-344-15</inkml:trace>
  <inkml:trace contextRef="#ctx0" brushRef="#br0" timeOffset="110314.27">10968 5459 136 0,'0'0'151'0,"0"0"-18"0,0 0-18 16,0 0-5-16,0 0-29 15,0 0-28 1,0 0 14-16,-67 7-12 0,67-7 8 16,0 0-4-16,16 0-5 15,20 1 18-15,15 4-15 16,15-1-20-16,11-2-3 15,5 0 34-15,-2 0-3 16,-6-2-1-16,-9 0-2 16,-15 0 0-16,-13 0-10 15,-16-4-14-15,-9 2-19 16,-6 0-9-16,-3 2-10 16,-3 0-4-16,0 0-84 15,-7 0-127-15,-11 12-164 16,-5 2-177-16</inkml:trace>
  <inkml:trace contextRef="#ctx0" brushRef="#br0" timeOffset="110915.98">11026 5757 327 0,'0'0'169'0,"0"0"4"16,0 0-8-16,0 0 5 15,0 0-25-15,131 0-51 16,-88 0-38-16,1 0-12 15,2 0-21-15,-4 0-10 16,-7 0-12-16,-6 0-1 16,-6 0-1-16,-8 0-21 0,-1 0-34 15,-8 0-25 1,-6 0-48-16,0 0-107 0,0 0-268 0</inkml:trace>
  <inkml:trace contextRef="#ctx0" brushRef="#br0" timeOffset="111581.36">11095 5761 126 0,'0'0'148'0,"0"0"-34"0,0 0 19 15,0 0-44-15,0 0-6 16,0 0-24-16,0 0-29 16,-69 106-10-16,63-82-7 15,1 1-5-15,5-5-1 16,0-3 0-16,0-4 3 15,0-6 6-15,9-1 26 16,2-4 46-16,5-2 5 16,-1 0-20-16,3 0-23 15,3 0-8-15,0-2-5 16,0-2-14-16,1 1-2 16,-2 1-10-16,0 2 5 0,-2 0-3 15,2 0 0-15,-2 0-7 16,1 0-5-16,-1 8 6 15,1 3-6-15,-2 2 0 16,-1 2-1-16,-1 3 1 16,-1 4 1-16,-1 3-1 15,-2-1 1-15,-2 4-1 16,-2-2 0-16,-5-2 0 16,-2 1-1-16,0-2-13 15,-2-2 5-15,-12-2 1 16,-1 1 6-16,-6-3-7 15,-2-4 8-15,-4-3 8 16,-2-1 55-16,-4-6 0 0,-1-3 31 16,-2 0-6-16,0 0-25 15,1-2-15-15,1-8-23 16,5-2-8-16,2-4-4 16,5 3-13-16,5-4-11 15,3 3-80-15,14 2-88 16,0 4-145-16,0 4-409 0</inkml:trace>
  <inkml:trace contextRef="#ctx0" brushRef="#br0" timeOffset="116947.79">1857 7922 221 0,'0'0'257'0,"0"0"-122"16,0 0-37-16,0 0-40 15,0 0-33-15,0 0-17 16,0 0 13-16,-2 31 16 16,-2-13 17-16,0 2-18 15,-3 2-3-15,-2-4-13 16,2 0-5-16,3-2-14 16,-1-2 0-16,3-5 6 0,0-2-7 15,2-3 1-15,0-2 1 16,0-2 11-16,0 0 0 15,0 0 0-15,20-15 23 16,9-6-16-16,13-9-11 16,9-8-8-16,9-6 1 15,10-5-2-15,5-2 1 16,-1-2 8-16,-2 6 10 16,-10 4 10-16,-8 7 14 15,-15 6 21-15,-5 8-13 16,-12 6-11-16,-9 6 4 15,-6 4 15-15,-3 2-22 16,-4 1-7-16,3 3-2 16,-3 0 1-16,0 0-16 15,0 0-6-15,0 0-7 0,0 0 0 16,0 0-6-16,0 0-35 16,0 0-18-16,0 0-62 15,0 9-86-15,0 5-81 16,0 2-64-16</inkml:trace>
  <inkml:trace contextRef="#ctx0" brushRef="#br0" timeOffset="121081.82">8236 4747 176 0,'0'0'160'16,"0"0"-79"-16,0 0 1 15,0 0-7-15,0 0 19 16,0 0-9-16,0 0-5 16,0 0 9-16,0 0-11 15,0 0-14-15,0 0 1 16,0-3-16-16,0-1-21 0,0-4-18 15,8-2-3-15,0-1 5 16,5-2-5-16,3-3 0 16,-1 1-6-16,4 1-1 15,1-1 10-15,-3 0-3 16,-1 6-5-16,2-1 9 16,-4 4-10-16,-1 0-1 15,3 2 0-15,-1 0-1 16,5-1 0-16,3 4 2 15,-2 1-3-15,2 0-1 16,-1 0 2-16,-2 0-12 16,-2 4 12-16,-3 4-6 15,1 2-2-15,-1 0 9 16,-3 0-7-16,-1 0 6 16,-3 0 1-16,2 3-1 0,-6-2-12 15,1 3 12-15,-5 2-10 16,0-1 10-16,0 0 1 15,0-1 0-15,0-4 1 16,0-1 0-16,0-5 12 16,0 1-12-16,0-3 19 15,0 0-7-15,0-2 6 16,0 0-3-16,0 0-14 16,0 0 4-16,0 2-6 15,0 4-58-15,0 14-86 16,2-2-145-16,2 0-319 0</inkml:trace>
  <inkml:trace contextRef="#ctx0" brushRef="#br0" timeOffset="123431.78">7024 13196 332 0,'0'0'95'0,"0"0"-21"15,0 0-11-15,0 0-21 16,0 0-6-16,0 0 6 15,0 0 1-15,-12 4-2 0,9-4-11 16,3 0 0-16,0 0 12 16,0 0 3-16,0 0 3 15,0 0-8-15,11 0 28 16,10 0 3-16,2 0-30 16,8 0-20-16,1 0-11 15,2 0 1-15,-6 0-11 16,-1 0 2-16,-7 0-1 15,-5 0 5-15,-1 0-6 16,-7 0 0-16,-1 0 1 16,-1 0 9-16,0-2 6 15,-1 2-6-15,-2-2-2 16,0 0-8-16,1 2 0 16,-3 0-16-16,0 0-47 0,0 0-83 15,-7 9-125-15,-9-1-280 16</inkml:trace>
  <inkml:trace contextRef="#ctx0" brushRef="#br0" timeOffset="123914.39">6958 13397 209 0,'0'0'195'16,"0"0"-139"-16,0 0 6 15,0 0 2-15,0 0 63 16,0 0-3-16,0 0-17 0,60 6-16 16,-35-6-33-1,-2 0 11-15,2 0 1 0,-2 0 2 16,-3 0-17-16,-5 0-21 15,-1 0-11-15,-3 0-23 16,-5 0 8-16,-1 0-7 16,-1 0-2-16,-1 0 0 15,1 0 0-15,3 0-41 16,-1 2-64-16,13 7-51 16,-4-2-117-16,1-3-323 0</inkml:trace>
  <inkml:trace contextRef="#ctx0" brushRef="#br0" timeOffset="125081.8">8138 13401 93 0,'0'0'199'16,"0"0"-129"-16,0 0-8 16,0 0-33-16,0 0-4 15,0 0 2-15,0 0 9 16,0 7 0-16,0-7 32 15,12 1 27-15,10 1 15 16,11-2-16-16,10 0-45 16,11 0-8-16,8 0-21 15,11 0 19-15,12 0 6 16,9-3 2-16,24-4-28 16,24-1 12-16,28-2-5 15,1-1 3-15,-13 4 11 16,-33 1-18-16,-38 4-10 0,-23 2-12 15,-10-2 9-15,6 2-9 16,2 0 0-16,5 0-1 16,-5 0 1-16,-1 0 1 15,-3 0 10-15,0 0 42 16,0 0-8-16,0 0 11 16,-4 0-22-16,-8 0-1 15,-9 4-11-15,-10 1-6 16,-6-3-1-16,-10 1 1 15,-3-3 16-15,0 2 12 16,-2-2 13-16,1 0-8 0,1 1-3 16,2-1-18-16,-4 0-5 15,1 3-10-15,-5-3 2 16,0 0-2-16,-2 0 2 16,0 0 1-16,0 0-16 15,0 0-27-15,-13 2-108 16,-12 2-183-16,-4 0-480 0</inkml:trace>
  <inkml:trace contextRef="#ctx0" brushRef="#br0" timeOffset="126097.84">8825 14102 396 0,'0'0'165'15,"0"0"-107"-15,0 0 2 16,0 0-28-16,0 0-22 0,0 0 9 16,0 0-3-16,96-81 5 15,-83 62-19-15,-2 0 9 16,-2-2-3-16,0-1-1 16,-3 0 25-16,1 0 20 15,-2 0 17-15,-3 2-10 16,1 6 22-16,-1 2-19 15,-2 4-14-15,2 6-6 16,-2 0-19-16,0 2-23 16,0 0-21-16,0 0 2 15,0 12 19-15,0 6 0 16,0 4 24-16,2 6 18 16,-2 6-5-16,0 4 8 0,0 5-11 15,0 1-2-15,0 2 2 16,0-2-15-16,0 0 7 15,0-2-6-15,-2-4 6 16,-2-2-7-16,1-4 5 16,-1-10 10-16,1-4 19 15,3-4-2-15,0-6-1 16,0 1 10-16,0-8-5 16,0 4-5-16,0-5-20 15,0 0-5-15,0 0-16 16,0 0-9-16,0 0-9 15,3 0-109-15,10-9-178 16,2 1-462-16</inkml:trace>
  <inkml:trace contextRef="#ctx0" brushRef="#br0" timeOffset="127151.95">9270 13966 222 0,'0'0'256'16,"0"0"-164"-16,0 0 38 15,0 0-20-15,0 0-50 16,0 0 21-16,0 0-16 16,92-89-17-16,-65 80-5 15,-3 1-25-15,5 0-1 16,0 3-1-16,0 4-9 16,2 1-7-16,-4 0 0 15,-3 0 1-15,-1 1-1 0,-3 8 12 16,-5 1-11-1,-2 2 6-15,-3 1-6 0,-4 6 14 16,-6 4-1-16,0 1 8 16,0 3 4-16,-8 4 16 15,-13 2-13 1,-3 3-3-16,-3 2-3 0,-4-1-15 16,-1-1 5-16,-1-2-12 15,2-2 9-15,4-6-10 16,5-4 0-16,4-4 0 15,5-6 0-15,6-4-1 16,0-3-7-16,5-2-20 16,2-3 8-16,0 0 20 0,0 0 11 15,0 0 0 1,0-3-11-16,0-6-1 0,0 3-15 16,11-4 7-16,7-1 7 15,3 3-6-15,5-3 7 16,0-1-5-16,3 6 6 15,0-4-1-15,-4 6 0 16,2 4-8-16,-4 0 9 16,-2 0-3-16,2 0-4 15,1 1 7-15,1 8 0 16,4 1 10-16,0-2 4 16,0 1-2-16,2-3-2 15,-2-3 2-15,-1-3 8 16,5 0 6-16,-5 0-10 0,3-12-9 15,-4-4 0-15,-3-1-6 16,-8 0-1-16,-5-1 1 16,-4 3-1-16,-7 7-13 15,0 1-22-15,-9 5-78 16,-9 2-256-16</inkml:trace>
  <inkml:trace contextRef="#ctx0" brushRef="#br0" timeOffset="129231.12">8161 12659 25 0,'0'0'210'0,"0"0"-125"16,0 0 57 0,0 0 4-16,0 0-24 0,18 102-34 15,-1-84 6-15,6-1-4 16,4-5-14-16,2-5-9 16,2-1-11-16,0-4-14 15,0-2-5-15,3 0-20 16,-3 0 3-16,-2-8-11 15,-2-4-3-15,-3 0-6 16,-4-4 6-16,-2-1 6 16,-3-2-11-16,-3-4 11 15,-8 2-12-15,-4-3 11 16,0 2 2-16,0-2 13 16,-20 2 5-16,-3-3 7 15,-3 6-12-15,-6 1-17 16,1 5-9-16,-4 7-16 0,-5 6-53 15,0 0-66-15,-18 22-50 16,11 0-79-16,7 1-94 0</inkml:trace>
  <inkml:trace contextRef="#ctx0" brushRef="#br0" timeOffset="129897.96">8337 12856 323 0,'0'0'153'0,"0"0"-43"15,0 0 4-15,0 0-43 16,0 0-1-16,0 0 17 16,0 0-26-16,-116 108-32 15,110-86 0-15,1 4 4 16,5 1-10-16,0-4 9 16,5 1-5-16,14 0 12 15,6-1 24-15,4-6 8 16,2-1-18-16,2-4-18 15,-2-4 0-15,1-1 4 16,-1-7 11-16,2 0-15 16,1 0-8-16,2-7-12 15,-3-7 1-15,1-4-9 0,-3-2 9 16,-2-4 6 0,-4-2 3-16,-6-4 8 0,-3-2 32 15,-5-4-7-15,-5 2-23 16,-6 0-4-16,0-1 4 15,-4 5 3-15,-16 5-16 16,-4 3-18-16,-7 3-4 16,0 7-26-16,-8 3-79 15,1 9-62-15,-20 0-112 16,10 15-276-16,3 1-344 0</inkml:trace>
  <inkml:trace contextRef="#ctx0" brushRef="#br0" timeOffset="130848.92">4008 12679 163 0,'0'0'144'15,"0"0"-76"-15,0 0-13 16,0 0-29-16,0 0-1 16,0 0 24-16,0 0 36 15,-3 0 46-15,20 0 55 16,12 0-45-16,10 0-26 15,17 0-22-15,13 0-39 16,11 0-12-16,7-4-12 16,2-2-1-16,-6 1-19 0,-12 2-1 15,-13 1-9-15,-18 2-1 16,-13 0 1-16,-9 0-6 16,-10 0 6-16,-3 0 0 15,-3 0-1-15,-2 0 0 16,0 0-48-16,0 0-37 15,0 0-32-15,0 0-86 16,-2 0-130-16</inkml:trace>
  <inkml:trace contextRef="#ctx0" brushRef="#br0" timeOffset="131365.2">4554 12614 129 0,'0'0'189'0,"0"0"-136"15,0 0 6-15,0 0-6 16,0 0 1-16,0 0 1 15,0 0 24-15,15 27 32 16,5-19 0-16,7-2-25 0,2 3-34 16,0-4-22-1,-2 3-14-15,-3-2-15 0,-2 0 0 16,-1 0 0-16,-6 0-1 16,1 1-1-16,-7-4 1 15,-1 0-1-15,-3-2 1 16,-2 0 0-16,-3 2-1 15,0-3-6-15,0 3 1 16,0 2-14-16,0 3 9 16,0 2 11-16,-8 3 1 15,-3-2 20-15,-4 3 4 16,-1 2 8-16,1-1-21 16,-1-1 4-16,1-1-2 0,-1 2 5 15,0-2-2 1,3 0-8-16,2-1-2 0,1-4-6 15,4-1-1-15,2 3-76 16,1-1-104-16,3-1-124 0</inkml:trace>
  <inkml:trace contextRef="#ctx0" brushRef="#br0" timeOffset="133198.25">9025 12806 143 0,'0'0'254'15,"0"0"-124"-15,0 0 7 16,0 0-29-16,0 0-14 16,0 0 6-16,0 0-12 15,-15 0 9-15,15 0-13 16,5 0 10-16,21 0 10 0,14 0 14 16,14 0-19-1,8-3-26-15,1-1-22 0,-8 2-25 16,-8-2-5-16,-10 2-5 15,-10 0 12-15,-8 0-1 16,-9 0 9-16,-3 2-4 16,-5-2-4-16,-2 2-12 15,0 0-6-15,0 0 5 16,0 0-15-16,0 0-8 16,0 0-24-16,0 0-62 15,0 0-80-15,0 0-52 16,0 0-120-16,0 6-295 0</inkml:trace>
  <inkml:trace contextRef="#ctx0" brushRef="#br0" timeOffset="134081.51">10033 12483 195 0,'0'0'206'0,"0"0"-83"15,0 0-18-15,0 0-20 16,0 0-10-16,0 0-1 15,-139-11 7-15,114 14-6 16,4 8-21-16,-2 6-8 16,3 5-1-16,3 4-2 15,-2 6 5-15,2 6-10 16,3 5 17-16,6 2-7 16,5 4-9-16,3 1-13 15,7-2-6-15,18-4-2 16,6-7-2-16,4-2-2 0,3-5-1 15,3-6 5-15,-6-6-10 16,-1-4 4-16,-3-2-11 16,-2-6 7-16,-5-4-7 15,-2-2 4-15,1 0 2 16,-1-2 2-16,-2-14 4 16,0-3-3-16,-4-2 2 15,-3-2-3-15,-2 2 7 16,-2-2-2-16,-4 2 1 15,-3-2 0-15,-2 1 28 16,0 4 1-16,0 1-15 16,-5 2 4-16,-11 6-8 15,-3 2-9-15,-8 7-16 0,-8 0-9 16,-4 7-2 0,-3 8 10-16,4 7-11 0,3 0-73 15,6 5-39 1,2 11-90-16,9-6-157 0,5-4-440 0</inkml:trace>
  <inkml:trace contextRef="#ctx0" brushRef="#br0" timeOffset="134697.29">10792 13171 408 0,'0'0'186'16,"0"0"-14"-16,0 0-48 15,0 0-46-15,0 0-6 0,0 0-5 16,0 0 37-16,54-7 32 16,-19 7-21-16,6 0-48 15,1 0-21-15,-5 0-27 16,-5 0-19-16,-3 0-7 16,-7 0-64-16,-5 0-54 15,0 4-101-15,-9 0-133 16,-6 1-343-16</inkml:trace>
  <inkml:trace contextRef="#ctx0" brushRef="#br0" timeOffset="134930.74">11039 13327 732 0,'0'0'661'0,"0"0"-555"16,0 0-83-16,0 0-23 16,0 0-68-16,0 0-125 15,123-15-204-15</inkml:trace>
  <inkml:trace contextRef="#ctx0" brushRef="#br0" timeOffset="135865.26">10841 13284 406 0,'0'0'116'0,"0"0"-35"15,0 0-26-15,0 0-25 16,0 0 4-16,0 0-3 15,0 0 4-15,-4 23 20 0,15-23 59 16,16 0-7 0,4 0-45-16,9 0-39 0,0 0-7 15,0 0-1-15,-4 0 8 16,-7 0-12-16,-5 0-2 16,-5 0 1-16,-4 0 0 15,-2 0 3-15,-2 0-7 16,2-6 1-16,-1 2-7 15,-1 1 0-15,-5 3-94 16,1 0-82-16,-5 0-159 16,1 0-272-16</inkml:trace>
  <inkml:trace contextRef="#ctx0" brushRef="#br0" timeOffset="137847.47">11766 12789 116 0,'0'0'376'16,"0"0"-159"-16,0 0-66 16,0 0-27-16,0 0-51 15,0 0-4-15,0 0 11 16,29-58-8-16,-11 43-2 16,2 2-14-16,4 1-6 15,1 0-24-15,2 4-10 16,0 1-15-16,1 1 7 15,-1 3-8-15,-3 3-2 16,-1 0 2-16,-3 0-6 0,-7 6 0 16,-2 10-7-16,-9 8 11 15,-2 6 2-15,0 8 1 16,-21 4 5-16,-13 6 1 16,-7 1-1-16,-3-1 0 15,-1-4 0-15,1-3-5 16,4-6 4-16,2-5-5 15,6-8-22-15,3-4-23 16,8-6-15-16,3-6-5 16,5-2 16-16,3-4 4 15,6 0 23-15,4 0 21 16,0-2-14-16,0-10-2 16,6-3-2-16,10-2 18 0,7 3 1 15,2 2 0-15,0 5 16 16,4 4-4-16,3 3-5 15,-1 0-7-15,0 0 1 16,0 11-1-16,0 2 6 16,-2-1 3-16,-2-1 20 15,-2-4 16-15,-5-6 36 16,0-1-4-16,0 0-12 16,1 0-14-16,0-11-22 15,-3-5-9-15,3-2-11 16,-8 2-9-16,-2 0-10 15,-2 4-66-15,-9 6-75 16,0 4-89-16,0 2-278 0</inkml:trace>
  <inkml:trace contextRef="#ctx0" brushRef="#br0" timeOffset="138364.51">11405 13361 348 0,'0'0'117'15,"0"0"-29"-15,0 0 9 16,0 0-8-16,0 0 27 15,0 0 10-15,0 0 12 16,56-2-7-16,-11 2-31 16,15 0-16-16,11 0-42 0,12 0-20 15,7 0-12-15,7 0 13 16,-2-2-1-16,-3-3 14 16,-15 2-1-16,-12-1-1 15,-18 2-8-15,-16 0-19 16,-14 2-2-16,-7 0-5 15,-8 0-16-15,-2 0-77 16,0 6-131-16,-14 11-161 16,-3 0-245-16</inkml:trace>
  <inkml:trace contextRef="#ctx0" brushRef="#br0" timeOffset="139048.57">11412 14007 362 0,'0'0'277'15,"0"0"-140"-15,0 0-11 16,0 0-25-16,0 0-41 16,0 0-26-16,107-107 5 15,-91 87-19-15,-6 4 0 16,3-7-5-16,-1 8 1 16,-3-1 27-16,-3 3-1 0,1 6 10 15,-5 3-2 1,1 2 8-16,-3 2-18 0,0 0-22 15,0 0-18-15,0 0 0 16,0 0-16-16,0 6 9 16,0 10 7-16,0 8 30 15,0 6 9-15,0 4-14 16,0 5-5-16,0 0-12 16,0 1-2-16,0-4-4 15,-3-4-1-15,1-3 7 16,0-7 5-16,2-4 16 15,-3-2-3-15,3-4-11 16,0-6-2-16,0-2 4 16,0 0-8-16,0-4-7 15,0 2 6-15,0-2-2 16,0 0-6-16,0 0-45 0,0 0-107 16,0 0-165-16,0 0-402 15</inkml:trace>
  <inkml:trace contextRef="#ctx0" brushRef="#br0" timeOffset="139764.79">11797 13886 380 0,'0'0'202'15,"0"0"-40"-15,0 0 5 16,0 0-31-16,0 0-45 16,0 0-4-16,0 0-20 15,104-62-22-15,-85 62-8 16,-3 0-21-16,1 6 0 0,3 8-7 16,-2 6-8-16,-2-1 0 15,-6 6 5-15,-3 1-6 16,-4 2 0-16,-3 0 7 15,0 3-6-15,-16-5 9 16,-9 1-10-16,-2 0 10 16,-2-1-10-16,-2-2-13 15,2-6-33-15,5-4-20 16,4-4 4-16,2-4-19 16,7-2 16-16,0-4 0 15,7 0-5-15,-1 0 11 16,5 0 10-16,0-2 4 15,2-6 18-15,16-4 8 0,5 2 12 16,6-2 6-16,2 0 1 16,2 2 0-16,3 0 16 15,1 5 19-15,1 4-5 16,1 1-12-16,0 0-5 16,-1 0 14-16,0 0 6 15,-2 0 6-15,-5 0 38 16,-2 0 29-16,-7 0-1 15,-6-10-21-15,-5 0-18 16,-5 2-30-16,-4-1-36 16,-2 2-28-16,-4 4-111 15,-15 3-181-15,-6 0-367 0</inkml:trace>
  <inkml:trace contextRef="#ctx0" brushRef="#br0" timeOffset="182431.08">11568 14650 10 0,'0'0'19'16,"0"0"-7"-16,0 0-4 15,2-104-8-15,2 70-9 0,5-10-1 16,5-1 2-1,-1-1 8-15,0-8 10 0,1 2-9 16,-1 0 5-16,1 2-6 16,-4 2-26-16,1 7 15 15,-1 9 9-15,-4 11 2 16,-1 9 0-16,-3 5 0 16,0 7 0-16</inkml:trace>
  <inkml:trace contextRef="#ctx0" brushRef="#br0" timeOffset="186663.7">12603 13253 20 0,'0'0'0'0,"0"0"0"16</inkml:trace>
  <inkml:trace contextRef="#ctx0" brushRef="#br0" timeOffset="186764.22">12603 13253 62 0,'-4'-39'39'16,"4"39"-30"-16,0 0-9 0,0 0 0 16,0 0-28-16,-2 0-54 15</inkml:trace>
  <inkml:trace contextRef="#ctx0" brushRef="#br0" timeOffset="187248.03">12526 13194 137 0,'0'0'407'16,"0"0"-166"-16,0 0-75 16,0 0-43-16,0 0-42 15,0 0-11-15,0 0-21 16,0 0-14-16,17-4-6 15,-3 12 37-15,3 2 17 16,6-2 16-16,4 1-31 16,4-6 15-16,2-1-5 15,3-2-8-15,1 0-20 0,2 0-24 16,-1 0 2 0,-5 0-17-16,-2-8 17 0,-6 2-17 15,-6-2 2-15,-7 4-12 16,-5 3-2-16,-3-2 1 15,-4 3-55-15,0 0-32 16,0 0-58-16,-13 0-86 16,-7 0-131-16,-3 0-270 0</inkml:trace>
  <inkml:trace contextRef="#ctx0" brushRef="#br0" timeOffset="187562.73">12688 13315 424 0,'0'0'866'15,"0"0"-716"-15,0 0-46 16,0 0 36-16,0 0-31 16,136 6-44-16,-95-6-39 0,-6-2-19 15,-4-2-6-15,-8-2-1 16,-10 2-14-16,-7-3-48 16,-6-2-75-1,0 0-120-15,-10 1-435 0</inkml:trace>
  <inkml:trace contextRef="#ctx0" brushRef="#br0" timeOffset="188297.26">11552 13178 734 0,'0'0'352'0,"0"0"-201"16,116-87-62-16,-29 24 7 15,36-24-17-15,28-13-13 16,-11 8-3-16,-26 22 0 15,-43 26-24-15,-28 18 6 16,-5 4-26-16,-5 0-1 16,-2 5-18-16,-10 8-12 15,-4 7-64-15,1 2-48 16,1 0 5-16,0 0-4 16,-11 7-57-16,-3 8-110 15,-5-2-68-15</inkml:trace>
  <inkml:trace contextRef="#ctx0" brushRef="#br0" timeOffset="189346.19">13370 13039 146 0,'0'0'345'16,"0"0"-153"-16,0 0-34 15,0 0 0-15,0 0-19 16,0 0-48-16,0 0-39 16,54-31-10-16,-46 13-20 15,1-2-11-15,1-3-9 16,-2-1 7-16,1 1-2 15,0-1-6-15,0 0 0 0,-2 1 5 16,-3 3-3-16,0 4 20 16,1 2 0-16,-2 6 1 15,-3 2 16-15,2 2-18 16,-2 4 10-16,0 0-30 16,0 0-2-16,0 0-17 15,0 0 3-15,0 0-7 16,0 14 19-16,0 8 2 15,0 6 16-15,0 8 19 16,0 9 10-16,-10 7 18 16,2 4-27-16,-1 0 9 15,2-2-15-15,0-6 0 16,3-9 7-16,-1-10-21 0,3-4 0 16,0-12-14-16,2-2 21 15,0-6-23-15,0-2 0 16,0-3-10-16,0 0-66 15,0 0-93-15,0 1-188 16,0 3-374-16</inkml:trace>
  <inkml:trace contextRef="#ctx0" brushRef="#br0" timeOffset="189814.25">13143 13461 142 0,'0'0'495'0,"0"0"-296"0,0 0-104 16,0 0-31-16,0 0-31 16,0 0-8-16,0 0 63 15,111 0 29-15,-53 0 1 16,9 0-34-16,5 0-14 15,1-3 14-15,-2-6-23 16,-4-3-32-16,-10 2 8 16,-7-2-17-16,-15 2-1 15,-10 4-13-15,-9 0-6 16,-9 2 0-16,-5 4-23 16,-2-2-76-16,-7 2-96 15,-15 0-166-15,-7 0-421 0</inkml:trace>
  <inkml:trace contextRef="#ctx0" brushRef="#br0" timeOffset="190514.18">11186 14297 183 0,'0'0'289'0,"0"0"-156"15,0 0-27-15,0 0 1 16,0 0-1-16,0 0-40 16,0 0-12-16,38 0-15 15,-7 0 42-15,21-8-6 16,35-23-1-16,44-22-18 0,41-21-6 16,15-9 24-16,-11 6 19 15,-42 16-13-15,-49 23-48 16,-35 16-14-16,-16 6-18 15,-5 2 9-15,-5 2-9 16,-3 1-1-16,-13 10 0 16,-5 1-63-16,-3 1-118 15,0 18-133-15,-7-1-59 0</inkml:trace>
  <inkml:trace contextRef="#ctx0" brushRef="#br0" timeOffset="191582.65">13417 14047 5 0,'0'0'1162'16,"0"0"-1013"-16,0 0-116 15,0 0-11-15,0 0-21 16,119 46 12-16,-100-46-5 16,-1 0 3-16,-1 0-9 0,2-4 9 15,-6-8-5-15,-2-4-5 16,0-1-1-16,-4 1-18 16,-5-1-8-16,0-1-35 15,-2-1 17-15,0 3 5 16,0-1 30-16,0 3 5 15,0-1 4-15,-4 3 13 16,-1 2 12-16,1 4 20 16,0 0-11-16,2 2 14 15,-1 0 3-15,1 2 3 16,-3 2-38-16,-2 0-10 16,1 0-6-16,-3 0-13 15,0 0 12-15,-2 0-8 0,-6 0-75 16,-2 0-232-16,7 0-662 15</inkml:trace>
  <inkml:trace contextRef="#ctx0" brushRef="#br0" timeOffset="193780.64">13524 13632 16 0,'0'0'338'16,"0"0"-198"-16,0 0-58 16,0 0-14-16,0 0-9 15,0 0-4-15,-27-10 5 16,25 10-8-16,-3 0 10 15,-1 0-11-15,-6 0-18 16,-1 1 6-16,-2 8-11 16,-1 0-4-16,-2 3-5 0,1 3 9 15,-2-3-7-15,2 4-2 16,1 2-7-16,1 0-12 16,1 2 2-16,3 0-2 15,3-1 10-15,0 4-9 16,2-1 0-16,3 0 6 15,1-2 3-15,0 0 15 16,2 0 4-16,-2-2-8 16,2 0-15-16,-2 0 9 15,0-1-1-15,2-2 9 16,0 2-17-16,0-5 12 16,0-1-17-16,0 0 11 0,0 0-4 15,0 1-8 1,0-1 1-16,0 1 1 0,6-2 15 15,7 0 1-15,1 0 9 16,3 0-8-16,-1-6-3 16,5 0 0-16,-4-2-3 15,3 0 2-15,3-2-7 16,-1 0 10-16,0 0-9 16,-2 0-3-16,0 0-5 15,-2-4 4-15,-3-2-4 16,-1 4 1-16,-1-4 4 15,-1-1-6-15,-1 1 0 16,-3 3 0-16,-1-1-1 0,0 0-6 16,0-2 7-16,-1-4 6 15,1-1 1-15,0-1-7 16,-3 1 2-16,-1-3 4 16,-1 0-6-16,-2 2 0 15,0-7 0-15,0 3 1 16,0 2 0-16,-7-1 6 15,-5-1-7-15,0 3 1 16,0 1 4-16,-3 0-4 16,2 2 0-16,-3 2-1 15,1 0 13-15,-4 2-3 16,3 2-1-16,1 0-9 16,-3 4 0-16,1 0 0 15,-2 0-8-15,-3 0 7 16,0 0-7-16,-2 4 7 0,1 8-5 15,4 2 6-15,0 4-13 16,3 4 12-16,8 2-12 16,1 2 4-16,7 1-37 15,0-4-69-15,15 5-102 16,12-7-133-16,0-7-209 0</inkml:trace>
  <inkml:trace contextRef="#ctx0" brushRef="#br0" timeOffset="199813.72">2279 15766 67 0,'0'0'206'0,"0"0"-98"16,0 0-59-16,0 0-19 16,0 0-5-16,0 0-2 15,0 0-6-15,0 0 5 16,0 0 1-16,0 0-13 16,2 11-3-16,0 5 28 15,0-3 1-15,0 6-14 16,3-5-12-16,-2 2-3 15,1-6-7-15,1-2 2 16,-1-2-2-16,0-4 1 16,3 0-1-16,2-2 0 15,6 0 25-15,8-14 31 16,6-3-21-16,4-16-19 0,7-3-10 16,5-8-4-1,6-4 17-15,7-10 45 0,2-1 47 16,0 6 19-16,-4 5-28 15,-10 11-50-15,-12 11-33 16,-12 12-1-16,-8 5-6 16,-10 6-3-16,-1 3-9 15,-1 0 0-15,-2 0-1 16,0 0-15-16,0 0-15 16,0 0-74-16,0 20-88 15,-2 3-15-15,-10-4-173 0</inkml:trace>
  <inkml:trace contextRef="#ctx0" brushRef="#br0" timeOffset="-159467.2">15593 6747 13 0,'0'0'51'0,"0"0"120"16,0 0-78-16,0 0-36 15,0 0-2-15,152 20-12 0,-103-18 25 16,5 1-7 0,3-2-29-16,-1-1 40 0,0 0-10 15,-4 0-7-15,-4 0-26 16,-3 0 2-16,-9 0-6 15,-5-4 1-15,-9-2 7 16,-7 3 3-16,-3-1-11 16,-5 1-18-16,-3-1 6 15,-2 2-13-15,9-3-21 16,1-2-123-16,-4 1-133 0</inkml:trace>
  <inkml:trace contextRef="#ctx0" brushRef="#br0" timeOffset="-158332.53">15629 14057 205 0,'0'0'130'15,"0"0"-88"-15,0 0-2 16,0 0-7-16,0 0-2 16,0 0-3-16,0 0 3 15,-11 5 5-15,11-5-19 16,16 0-4-16,11 0 20 16,13 0-8-16,6 0 14 15,10-1-7-15,0-8-15 16,-2 5-6-16,-6 0-10 0,-5 3 8 15,-7 1-9 1,-7 0 0-16,-10 0 0 0,-3 0-1 16,-7 0 1-16,-3 0-9 15,-4 0-2-15,1 0-32 16,-3 0-37-16,0 0-71 16,0 0-74-16</inkml:trace>
  <inkml:trace contextRef="#ctx0" brushRef="#br0" timeOffset="-152883.72">17671 5878 13 0,'0'0'111'16,"0"0"97"-16,0 0-116 16,0 0 6-16,0 0-23 15,0 0-17-15,0 0 26 16,-56 17 4-16,47-17-3 15,-3 0-10-15,4 0-30 16,-1 2-7-16,-1-2-11 16,4 0-9-16,-1 2-1 15,3-2-4-15,-2 0-12 16,0 2 11-16,4-2-11 16,0 0 14-16,2 2-4 15,0-2 5-15,0 0 3 16,0 0-4-16,0 0-5 0,0 0-3 15,2 0 6-15,14 2 0 16,11 0 12-16,11 2 12 16,6 1 4-16,5-2 7 15,1 1-9-15,-6-2-11 16,-6-2-9-16,-7 3-5 16,-7-3-2-16,-3 0 2 15,-6 0-2-15,-1 1-11 16,-3-1-1-16,-7 0-1 15,-2 0-54-15,0 0-42 16,-2 0-83-16,0 0-154 16,0 0-157-16</inkml:trace>
  <inkml:trace contextRef="#ctx0" brushRef="#br0" timeOffset="-152383.64">17577 6038 25 0,'0'0'11'0,"0"0"15"16,0 0 172-16,0 0-106 16,0 0 12-16,0 0-10 15,0 0-25-15,-39 12-13 16,39-10-1-16,0-2 6 15,0 0-2-15,0 2 18 16,8-2 40-16,11 0 61 16,6 2-26-16,6-2-20 15,0 0-26-15,0 0-27 16,-1 0-11-16,-6 0 1 0,1 0-21 16,-6 0-23-1,0 0-16-15,-4 0-9 0,1 0-1 16,-1 4-38-1,1 3-41-15,-1 1-53 0,12 1-65 16,-5-1-99-16,-1-3-213 0</inkml:trace>
  <inkml:trace contextRef="#ctx0" brushRef="#br0" timeOffset="-149467.61">18637 6003 26 0,'0'0'0'16,"0"0"25"-16,0 0-15 15,0 0 170-15,0 0-82 16,0 0-17-16,0 0-12 16,0 14-17-16,0-11-14 15,0-3-5-15,0 0-10 16,2 2 10-16,12-2 6 15,1 1 0-15,6-1-19 16,1 2-5-16,4-2-5 16,5 3-4-16,6-3-5 15,-2 0 0-15,5 0 7 16,2 0-1-16,3 0 12 0,1 0 6 16,6 0 11-1,0 0-3-15,-2 0-5 0,6 0-13 16,-2 0-7-16,2 0-7 15,2 0 0-15,-3 0 2 16,3 0-3-16,0 0 2 16,0 0-1-16,2 0 0 15,0 0-1-15,3 0 1 16,1 0-1-16,3 4-1 16,-5-1 0-16,3 1-6 15,-5-1 7-15,2-2 0 16,3 2 1-16,7-3 0 15,7 1-1-15,6-1 0 0,7 0 2 16,-3 0-1 0,-2 0-1-16,-7 0 1 0,-4 0 1 15,-7 0 5-15,-7 0-6 16,-4-4 6-16,-2 0 3 16,0 0 1-16,2 3 5 15,1-1 0-15,7 2-10 16,-2 0-4-16,-2 0-1 15,-3 0 0-15,-7 0 6 16,-4 3 5-16,-15 0 4 16,-6-2 21-16,-12 2 12 15,-3-3 31-15,-2 1 10 16,-1-1-18-16,3 3-13 16,-1-3 7-16,-3 1 0 15,2-1-6-15,-4 0-6 0,-1 0 8 16,-5 0-5-1,2 0 8-15,-2 0 2 0,0 0-14 16,2 0-11-16,-2 0-18 16,0 0-10-16,0 0-14 15,0 0-60-15,-2-9-92 16,-13 0-114-16,-8 0-468 0</inkml:trace>
  <inkml:trace contextRef="#ctx0" brushRef="#br0" timeOffset="-146701.56">14764 7359 12 0,'0'0'10'15,"0"0"189"-15,0 0 26 16,0 0-69-16,0 0-13 15,0 0-42-15,0 0-26 16,-2 0 3-16,2 0 6 16,0 0 10-16,0 0-15 15,0 0-13-15,0 0-13 16,0 0-11-16,-2 2-16 16,2-2-7-16,0 0-7 15,0 2-11-15,0 0 0 16,-2 2-1-16,2 2 16 15,-2 1 16-15,0 2 14 16,0-1-8-16,-1 0-7 0,3 0-8 16,0 2 3-1,0-2-4-15,0 4-12 0,0 0-1 16,0 0 7-16,0 2 5 16,0 0-11-16,0-1 3 15,3 1 5-15,1-3 14 16,0 1-9-16,4 1-8 15,-2-1 2-15,3-1 2 16,2 2 6-16,0 1-3 16,0-2 5-16,0-2-14 15,1 2 2-15,-2-2-5 16,2 2-8-16,-1-2 9 0,2 2-4 16,1-1 0-1,1 0-6-15,1 1 11 0,1 2-10 16,1-1 5-16,1-2-4 15,-2-1 6-15,1 0-3 16,-1 0 0-16,4 0 4 16,-1 0-3-16,0-2 2 15,2 2 4-15,-1-2-4 16,0-1-3-16,0 0 6 16,-1-1-3-16,-1 2 0 15,0 0-3-15,0 1-5 16,1-4-1-16,3 3 0 15,0 1 1-15,-2-4-1 16,2 1 1-16,1-2 9 16,-1 3-4-16,-1-4-6 0,0 1 0 15,-2 0 1-15,2-2-1 16,1 3 1-16,1-4 0 16,3 2 9-16,2-1-9 15,2-1 1-15,1 2-1 16,-1-2 0-16,0-1 0 15,-4 3 0-15,2-3 0 16,-3 0-1-16,1 0 2 16,-1 0 7-16,-1 0-9 15,2 0 0-15,0 0 6 16,-2 0-6-16,0-4 2 16,0-2 10-16,2 0-11 15,0-3-1-15,0 4 1 0,0-1 5 16,2-1-6-16,0 1-1 15,-1 1 1-15,-1 1 0 16,-1-2 1-16,-3-1-1 16,0 3 2-16,-4-1-2 15,1 0 1-15,-1 0 0 16,-2 1 0-16,3-3 0 16,-5 0 1-16,4 1-1 15,-4-5 5-15,-1 3-4 16,1-5 0-16,1 2 7 15,-1-3-9-15,1 0 2 16,-3-2-1-16,1 0 5 16,1 2-6-16,-1-2 0 0,1 0 0 15,1-2-1-15,1 2 1 16,4-2 0-16,-2-2-1 16,4 0 2-16,1 0-1 15,-1-5 0-15,2 3 7 16,-2-2 12-16,2 1 14 15,-2 1 6-15,-3-1 4 16,-5 5 3-16,-2 2-14 16,-3 4-5-16,-6 4-6 15,-2 1-11-15,0 4-10 16,-2 2-41-16,0 1-101 16,-13-3-130-16,-14 3-288 0,-8 0-437 15</inkml:trace>
  <inkml:trace contextRef="#ctx0" brushRef="#br0" timeOffset="-145917.27">15585 7495 28 0,'0'0'43'0,"0"0"244"16,0 0 38-16,0 0-96 16,0 0-21-16,0 0-73 15,0 0-48-15,0 0-32 16,0 0-16-16,0 0-15 15,6 2-23-15,8 11 15 16,3 2 56-16,8 6 9 16,2 0-23-16,2 5-27 15,0 3-15-15,-2-1 4 16,0 0-9-16,-6-2-10 0,2 2 9 16,-1-4-9-16,-2-2 7 15,0-3 6-15,-1-5 14 16,-2-1 4-16,-3-3-1 15,-4-1 1-15,-1-5 9 16,-1-2-7-16,-4-1-10 16,-4-1-1-16,2 0 0 15,-2 0 1-15,0 0-8 16,0 0-9-16,0 0-6 16,0 0-1-16,2 0-43 15,0 0-48-15,5-7-83 16,-3-6-122-16,-2-1-272 0</inkml:trace>
  <inkml:trace contextRef="#ctx0" brushRef="#br0" timeOffset="-145384.27">15926 7472 240 0,'0'0'258'0,"0"0"-34"15,0 0 1-15,0 0-68 16,0 0-44-16,0 0-50 16,0 0-24-16,-5 0-2 15,1 2-9-15,2 2 8 16,-5 6 5-16,-4 5 45 16,-7 7 5-16,-2 6-12 15,-3 7-25-15,-3 5-3 16,-4 2-11-16,5-1-17 15,2 1-7-15,3-7-8 16,2-5 14-16,7-4 13 0,0-6 1 16,4-6-1-16,3-4 12 15,-1-5 5-15,3-4 4 16,-1-1 18-16,3 0-2 16,0 0-8-16,-2 0-22 15,2 0-19-15,0 0-23 16,-2 0-1-16,2 0-94 15,-2 0-112-15,-9 6-125 16,2-2-258-16,-4 2-108 0</inkml:trace>
  <inkml:trace contextRef="#ctx0" brushRef="#br0" timeOffset="-140667.52">19277 6356 15 0,'0'0'11'0,"0"0"224"16,0 0-33-16,0 0-47 15,0 0-15-15,0 0-19 16,0 0-26-16,-89 0-11 15,78 0-1-15,3 0-8 0,4 0-27 16,0 0-11 0,4 0-18-16,0 0-9 0,0 0-8 15,0 0-1-15,0 0 1 16,0 0 9-16,0 0-10 16,8 0 0-16,11 0 25 15,7 0 65-15,10 4-9 16,6-1-26-16,3-3-2 15,-1 1-20-15,-1-1-12 16,-3 0 4-16,-5 0-14 16,-8 0-5-16,-4 3-7 15,-10-3 1-15,-1 0-1 16,-8 1 0-16,-2-1-26 0,-2 0-19 16,0 0-34-1,0 0-47-15,0 2-80 0,0-2-126 16,-4 0-26-16</inkml:trace>
  <inkml:trace contextRef="#ctx0" brushRef="#br0" timeOffset="-139317.75">19161 6389 7 0,'0'0'143'0,"0"0"153"15,0 0-84-15,0 0-17 16,0 0-82-16,0 0-58 15,0 0-28-15,-5 8-24 16,3 4 26-16,-2 4 43 16,0 7 5-16,-6 6 0 15,1 5-25-15,1-3-25 16,1 5-16-16,0-5 0 16,0-4-4-16,3-2-6 15,0-7-1-15,2-4 2 16,-1-4-1-16,3-6 5 15,0-2-4-15,0-2 12 0,0 0 2 16,0 0 4-16,0 0 1 16,0 0 12-16,0 0-4 15,3 0-19-15,-1-4-9 16,2-4-1-16,3 2-10 16,-1-4 2-16,6 2 1 15,-1-2 6-15,5-2 1 16,-1 2 0-16,3 0 8 15,1 2 4-15,0 0 4 16,-1 2 12-16,-3 2-5 16,1 0-10-16,-1 4-6 15,1 0-6-15,-1 0-1 16,1 0-2-16,2 8-5 16,0 5 1-16,-3 1-1 15,1 5 0-15,-3 1 6 0,-1 2 0 16,-6-2-8-16,1 2 8 15,-5-1-5-15,2-2 6 16,-2 2 0-16,-2-4-1 16,0 0 0-16,0 1 0 15,0-4 1-15,0 2-2 16,-10 0 0-16,-4-3 1 16,-1 2 1-16,-6-3 1 15,0 0 6-15,-2-2-6 16,-2-3 5-16,3 0 1 15,0-5-5-15,2 0 23 16,2-2 5-16,0 0 8 16,-2 0-4-16,3-4-8 0,-2-10-13 15,3 0-7-15,6-4-6 16,1 0-42-16,5 0-62 16,4-13-97-16,6 8-185 15,9 2-259-15</inkml:trace>
  <inkml:trace contextRef="#ctx0" brushRef="#br0" timeOffset="-138633.22">19852 6702 1 0,'0'0'1'15,"0"0"233"-15,0 0-49 16,0 0-44-16,0 0 60 15,0 0 23-15,0 0-20 16,33 71-51-16,-9-48-47 0,1 0-24 16,2 4-24-16,-3-1-19 15,-1 0-4-15,1-2-7 16,-4-2-6-16,0-3-3 16,-2 0-6-16,-2-4-12 15,-3-6 7-15,-4-4 0 16,-2 0-1-16,-3-3-7 15,-4-2-21-15,2 0-48 16,3 0-71-16,-3-12-167 16,0 0-404-16</inkml:trace>
  <inkml:trace contextRef="#ctx0" brushRef="#br0" timeOffset="-138283.74">20083 6661 293 0,'0'0'271'0,"0"0"-119"15,0 0-47-15,0 0-12 0,0 0 50 16,0 0-6-1,0 0-24-15,-93 124-24 16,72-84-33-16,2-2-8 16,-2-1 4-16,6-5-14 0,-1-5-16 15,3-4-3-15,4-6-7 16,2-5-2-16,1 1 3 16,1-7-7-16,3 0 1 15,0-4-5-15,2-2-2 16,0 0-35-16,0 0-88 15,4 0-86-15,7-8-157 0</inkml:trace>
  <inkml:trace contextRef="#ctx0" brushRef="#br0" timeOffset="-137202.18">20430 6459 14 0,'0'0'1'0,"0"0"409"15,0 0-156-15,0 0-59 16,0 0-55-16,0 0-68 15,0 0-13-15,56-42 14 16,-31 35 1-16,2 1 8 16,2 2 0-16,0 2-14 15,0 2-19-15,0 0-25 16,-5 0-13-16,-4 0-11 16,-4 0 0-16,-7 0-5 15,-5 6-10-15,-4 7-27 16,0 1 1-16,-8 3 36 15,-13 7 5-15,-6 1 8 16,0 1-8-16,-4-2-16 16,4-2-36-16,2-5 0 15,2-2-18-15,3-5-9 0,4-4 15 16,5 0 9-16,2-4 9 16,3-2 7-16,3 0 10 15,3 0 22-15,0 0 6 16,0 0 0-16,3-2-13 15,7-6 14-15,2 0 8 16,1 0 1-16,3 0-2 16,1 2 2-16,6 2 2 15,-4 1 7-15,4 0 9 16,2 1 18-16,-5 2 6 16,-1 0 4-16,-2 0-6 0,-2 0-27 15,-4 0-9 1,2 8-12-16,-2 2 10 0,1 2-9 15,-1 2-1 1,0 3 1-16,-4-2-2 0,-1 5 0 16,-3-3-2-16,-3 4-5 15,0-3 6-15,0 4 1 16,0-2 1-16,-13 5 13 16,-3-1-8-16,-2 0 3 15,-4-3-8-15,-1-2 5 16,-2-5-4-16,1-4 9 15,2-4 1-15,2-3 25 0,-1-3 19 16,4 0-11 0,-1 0-10-16,3-4-14 0,3-9-5 15,1-1-16-15,5-1-18 16,4-6-80 0,-1 3-175-16,3 3-414 0</inkml:trace>
  <inkml:trace contextRef="#ctx0" brushRef="#br0" timeOffset="-131967.41">14916 5288 293 0,'0'0'221'0,"0"0"-103"16,0 0-18-16,0 0-22 15,0 0-13-15,0 0 7 16,0 0 20-16,0 8 21 16,0-8-7-16,0 0-24 15,0 2-38-15,0-2-22 16,0 2-21-16,0 2 0 16,0-1 0-16,0 4 38 15,0-4-1-15,2 2-2 0,0-4 2 16,2 4-6-16,-2-1 2 15,0 0-10-15,2 2 11 16,-2 0-8-16,3 2-10 16,1 0-2-16,2 1 5 15,0 2 9-15,1-1-1 16,2 2 1-16,0-1-14 16,2 2-6-16,1-1 3 15,1 5 5-15,4-2-9 16,-2 1 2-16,1 3-9 15,-1-2 5-15,2 4-4 16,-1-4-1-16,-1 3 6 16,1-1-7-16,0-2 6 15,2-1-5-15,-2 1 5 0,-1-3 3 16,4 0-2-16,1 0 6 16,-2-2-7-16,2 2 8 15,1-1-4-15,-4-2-3 16,4 1 4-16,-1 2 0 15,0-1-11-15,1-2 1 16,1 3 1-16,3 5-1 16,0-2 0-16,4 3 1 15,-2 1 5-15,2 0-7 16,-2 1 0-16,0-2 0 16,-3 3 6-16,1-3-6 15,0 2 1-15,-4-4-1 16,-1 0 1-16,-2-2 0 15,2-3-1-15,1 0 1 16,-2 1 5-16,2-1 2 0,-1 2-8 16,-1-3 0-16,-2 2-1 15,-1-4 1-15,-3 2 0 16,2 0 0-16,-2 0 0 16,1-1 0-16,1 6 0 15,1-1-2-15,0 0 2 16,0 4 0-16,2 0-1 15,-5 1-10-15,3-1 11 16,-5 0 1-16,3-1-1 16,-3-1 0-16,1-1 0 15,-1 1 6-15,1-3-6 0,-1 2 0 16,0-2-5-16,3 4 5 16,-5-1 1-16,3 0 0 15,-1 0-1 1,1 2 1-16,-1-4-1 0,0 2 0 15,1-2 2-15,-2 0-1 16,2 0-1-16,2 4 1 16,0 2-1-16,-1 0 1 15,-1 0-1-15,-4-3-1 16,1-6 1-16,-3-3 1 16,-6-6 0-16,0-1 12 15,0-3 12-15,-2 0 47 0,0 0 20 16,0 0-14-1,0 0-13-15,0 0-23 0,0 0-14 16,0 0-12-16,0 0-16 16,0 0-7-16,0 0-70 15,0-8-117-15,0-5-147 16,0 1-485-16</inkml:trace>
  <inkml:trace contextRef="#ctx0" brushRef="#br0" timeOffset="-131196.72">16395 6782 7 0,'0'0'394'15,"0"0"-163"-15,0 0-110 16,0 0-56-16,0 0-42 16,0 0-14-16,0 0 23 15,10 11 36-15,1-1 3 16,5 0-12-16,-1 2-16 0,5 3 2 16,0-1-20-16,0-1-18 15,3 0-6-15,-4-3 0 16,-3 0 5-1,-3-4-5-15,-1-3 11 0,-3-2-4 16,-3-1 10-16,1 0-1 16,-2 0 2-16,-1 0-10 15,1 0-8-15,-3 0 7 16,0 0 2-16,0-4 15 16,0-6 13-16,-2-4 8 15,0-2 4-15,0-3-4 16,0 1-7-16,0 0 12 0,0 0 6 15,0 4 6-15,0 2 1 16,0 5 11-16,-4-1-2 16,2 3-6-16,2 1-22 15,0 4-43-15,0 0-2 16,0 0-32-16,0 0-79 16,0 0-74-16,0-1-129 15,0-6-275-15</inkml:trace>
  <inkml:trace contextRef="#ctx0" brushRef="#br0" timeOffset="-126768.33">18742 5528 90 0,'0'0'285'0,"0"0"43"0,0 0-93 16,0 0-21-16,0 0-46 16,0 0-30-16,0 0-14 15,-7 10-11-15,7-10-12 16,0 0-16-16,0-6-13 15,4-4-42-15,4-3-29 16,0-4 8-16,1 1-8 16,1-1 0-16,0-2-2 15,1 1 2-15,1 0-1 16,-1 2 0-16,-3 0 2 16,2 3-1-16,-4-2 0 15,-1 7 6-15,-1 0 12 16,-4 3 10-16,2 4 2 0,-2-1-1 15,0 2-7-15,0 0-8 16,0 0-13-16,0 0 6 16,0 0-8-16,0 0-1 15,0 0-12-15,0 0-5 16,0 14-9-16,0 6 27 16,0 10 5-16,2 9 10 15,1 10 7-15,-1 3-6 16,0 5-6-16,1-6-2 15,-1-2-2-15,2-8-4 16,3-2-1-16,-1-9 5 16,1-2 1-16,0-6 4 15,0-4 0-15,-5-5 1 0,0-6 6 16,0-2 6-16,-2-4 5 16,2-1 7-16,-2 0 2 15,0 0-14-15,0 0-6 16,0 0-18-16,0 0-17 15,0 0-100-15,5 0-91 16,1 0-147-16,0-4-290 0</inkml:trace>
  <inkml:trace contextRef="#ctx0" brushRef="#br0" timeOffset="-126283.12">19074 5675 361 0,'0'0'310'0,"0"0"-95"16,0 0-75-16,0 0-34 0,0 0-32 16,0 0-34-16,0 0 34 15,27 28 35-15,-5-9-23 16,5 6-1-16,2-1-25 15,4 0-9-15,-2-2-13 16,-1-3-9-16,-4 0-11 16,-4-5-9-16,-2-2-1 15,-7-4-6-15,-3-2-1 16,-4-2 5-16,-3-4 3 16,-3 2-9-16,0-2-24 15,0 0-52-15,0 0-61 16,-3 0-106-16,-7-6-250 0,-4-4-300 0</inkml:trace>
  <inkml:trace contextRef="#ctx0" brushRef="#br0" timeOffset="-125935.64">19302 5603 175 0,'0'0'342'15,"0"0"-104"-15,0 0-71 0,0 0-89 16,0 0 0 0,0 0 61-16,0 0-36 0,-65 122-22 15,45-86-11-15,-1-2-23 16,2 0-13-16,3-4-16 15,3-3-6-15,1-6 4 16,6-5-8-16,-1-4-6 16,3-4 5-16,2-4-5 15,2-2-1-15,0-2 8 16,0 0 3-16,0 0-12 16,0 0-41-16,0-6-43 15,0-8-177-15,8-4-413 0</inkml:trace>
  <inkml:trace contextRef="#ctx0" brushRef="#br0" timeOffset="-125001.28">19533 5430 367 0,'0'0'264'0,"0"0"-93"15,0 0-32-15,0 0-6 16,0 0-39-16,0 0-17 15,0 0 14-15,85-64 14 0,-58 57-28 16,2-2-16 0,-3 5-9-16,-2 4-29 0,-1 0-16 15,-5 0-7-15,-5 8-6 16,-7 5-8-16,-4 6-7 16,-2 5 4-16,0 2-1 15,-6 5 18-15,-9 2-8 16,-5 1 8-16,-1-4-16 15,0-2-5-15,0-6 2 16,4-1-4-16,1-8 3 16,7-4-2-16,0-2 6 15,6-4 6-15,1-2 0 16,2-1 10-16,0 0 5 16,0 0 13-16,0 0 0 15,2-1-2-15,8-7-10 0,-1-3-5 16,1-1 1-16,7 3-1 15,-2 0 1-15,5 1 14 16,-2 2-4-16,2 0 10 16,0 5-15-16,-3-1 3 15,-1 2 2-15,0 0-11 16,-3 0-1-16,-2 0 0 16,-1 3-7-16,1 8-4 15,-3 4 3-15,4 2 6 16,-3 2 1-16,-3 2-9 15,-2-4-4-15,-1 3-1 16,-3 1 3-16,0-1 2 16,0 0 2-16,-9-1 8 15,-7 2 11-15,1-4-1 16,2-2-8-16,-3-3 14 0,5-2 17 16,-1-4 11-16,4-1 8 15,1-5 8-15,-3 0 9 16,0 0 2-16,-5 0-27 15,-4-3-44-15,-3-3-9 16,-12-10-113-16,5 2-184 16,6 3-551-16</inkml:trace>
  <inkml:trace contextRef="#ctx0" brushRef="#br0" timeOffset="-123384.41">15899 5570 23 0,'0'0'39'0,"0"0"234"16,0 0-169-16,0 0-45 16,0 0-7-16,0 0-12 15,0 0-17-15,-109 0-10 16,91 0 9-16,-3 8 4 16,2 0 1-16,-1 1 5 15,0 0 1-15,-2 1-2 16,-1 0-4-16,-2 5-5 15,-1-1-2-15,2 0-10 0,-1 1 9 16,0 0 1-16,3 1-8 16,0 0-11-16,0 0 6 15,1 0-7-15,4 1 1 16,1-3 0-16,5 1-1 16,5-3 0-16,-2 3 0 15,4-2 0-15,0 5 16 16,-3 1-6-16,1 0 6 15,-4 3 2-15,4-2-9 16,4 2 3-16,-1 0-12 16,3 0 0-16,0 2-7 15,7-2 7-15,9 3 13 16,3-1 16-16,4 2 6 16,-1 1-15-16,0-2-8 0,-2 1-11 15,1-2 0-15,-4 1 5 16,6-2 1-1,-1-1-1-15,3-2 6 0,1 0-11 16,3-1 12-16,2-1 6 16,0-5 8-16,0 2-6 15,-4-3 0-15,0-1-2 16,-2 1-10-16,2-2-8 16,4 1 6-16,2-1 0 15,3-1 6-15,1-4 6 16,2-2 0-16,-6 2-3 15,-4-5 6-15,-3 1-6 0,-1-1-5 16,-3 0-2 0,3 0-2-16,2 0-6 0,2 0 5 15,4 0 1-15,1-7-1 16,1-5 0-16,1-2 9 16,-3-4 19-16,-2-2 1 15,-2 2-1-15,-4-5-5 16,-3 1 6-16,0-4-5 15,-4-3-8-15,1-4 5 16,-4-1-6-16,-2-4 1 16,-4 1-3-16,-5 2 2 15,-4-4 4-15,0 3-8 16,0-1-2-16,-4-2 1 16,-12-1-8-16,-1 2-7 0,-6 2 17 15,3 4-12 1,-5 0 14-16,4 7-7 0,-4-2-1 15,0 5-4-15,-2 0-7 16,-2 4-1-16,-4 2 0 16,-3 0 6-16,-3 4-6 15,-9-1-9-15,2 8 2 16,-3-2 7-16,-2 4 18 16,2 0-17-16,1 3 1 15,4 0-2-15,2 0-5 16,4 3-40-16,2 11-36 15,5 3-87-15,-15 21-75 16,10-2-240-16,0-1-87 0</inkml:trace>
  <inkml:trace contextRef="#ctx0" brushRef="#br0" timeOffset="-122034.04">20301 5417 12 0,'0'0'60'16,"0"0"219"-16,0 0-129 16,0 0-32-16,0 0 38 15,0 0 3-15,0 0-20 0,0 86-25 16,0-48-4-16,0 3-29 16,0 5-21-16,5 1-12 15,4-4-11-15,0-2-8 16,0-2 1-16,-3-2-1 15,4-5-9-15,-2-2-1 16,-1-5-2-16,-1-8 2 16,0-3-1-16,-4-6 8 15,0-3 9-15,-2-4 5 16,0-1 5-16,0 0 6 16,0 0-10-16,0 0-11 15,0 0-29-15,0 0-1 16,0 0-85-16,0 0-80 0,0-1-112 15,0-8-365-15</inkml:trace>
  <inkml:trace contextRef="#ctx0" brushRef="#br0" timeOffset="-121601.02">20146 5781 359 0,'0'0'221'16,"0"0"-8"-16,0 0-28 16,0 0-3-16,0 0-34 15,149-8-23-15,-97 2 6 16,-2 2-25-16,2-2-32 16,-3 2-2-16,-7-2 10 15,-4-2 1-15,-9 3-11 0,-7 0-22 16,-7 1-7-1,-7 1-17-15,-4 2-12 16,-4 1-14-16,0-3 0 16,0 3-52-16,0 0-51 0,0-3-65 15,-12-1-102-15,-5 0-382 0</inkml:trace>
  <inkml:trace contextRef="#ctx0" brushRef="#br0" timeOffset="-120234.27">15059 6822 15 0,'0'0'7'0,"0"0"228"15,0 0-71-15,0 0-54 16,0 0 17-16,0 0-13 16,0 0 0-16,-102 98-7 0,79-84-19 15,3 2-14-15,3-3-9 16,-2 2 6-16,2-3 9 15,1 1-28-15,5-5-4 16,2-1 17-16,2-3-12 16,5-4-12-16,2 0-5 15,0 0-5-15,0 0-2 16,0 0-7-16,0 0 16 16,0 0 17-16,4-6 4 15,6-6-2-15,5-6-14 16,10-9-24-16,6-9-10 15,7-3 15-15,9-7 8 16,3-4 2-16,6 0-1 16,2-3-8-16,5 2-8 15,3-5-6-15,11-3-10 16,7-7-1-16,30-19 1 0,29-17-1 16,25-14-7-16,-16 13 7 15,-36 26 0-15,-47 29 0 16,-34 23 6-16,-3 1-6 15,-6 2 2-15,-1 5-1 16,-10 2 17-16,-3 7 11 16,-5 2 2-16,-3 2-10 15,-2 1-10-15,0 3-4 16,-2 0-6-16,0 0-1 0,0 0 1 16,0 0 1-1,0 0-2-15,0 0 0 0,0 0-12 16,0 0-28-16,0 0-16 15,0 0-33-15,0 0-18 16,0 0-33-16,0 0-30 16,0 0-92-16,0 0-243 15,0-1-164-15</inkml:trace>
  <inkml:trace contextRef="#ctx0" brushRef="#br0" timeOffset="-119550.85">16187 5834 286 0,'0'0'262'0,"0"0"-113"0,0 0-25 16,0 0-46-1,0 0-10-15,0 0 30 0,0 0-8 16,-10 1-16 0,10-1-22-16,10 0-20 0,3 0 0 15,5 0 11-15,6 0 17 16,7 0-27-16,2 0-5 16,4 0-3-16,-4-6-1 15,-4-2-12-15,-2 2-3 16,-10 2-8-16,-1 0 7 15,-7 0 5-15,-5 2 8 16,-2 2 12-16,-2 0 4 0,0 0-8 16,0 0-13-1,0 0-15-15,0 0 0 0,0 0-1 16,0 0-1-16,0 0 0 16,0 0-12-16,0 0-3 15,-2 2-7-15,-4 8-11 16,-1 6 34-16,-4 6 12 15,0 5-9-15,2-2 9 16,-1 1-2-16,4-6-10 16,4-3 0-16,0-5 0 15,2-6 0-15,0-5 15 16,0-1 5-16,0 0 1 16,0 0-21-16,0 0-28 15,-13 0-103-15,-1 0-236 16,-7 0-388-16</inkml:trace>
  <inkml:trace contextRef="#ctx0" brushRef="#br0" timeOffset="-117450.15">20933 5372 9 0,'0'0'0'0,"0"0"11"16,0 0 165-16,0 0 21 15,0 0-30-15,0 0-21 16,0 0-3-16,-70 10-18 16,68-10-9-16,2 0-19 15,0 0-7-15,0 0-2 16,0 0-12-16,0 0-26 0,7 0-19 16,8 0 1-16,10 0 17 15,10 0 30-15,9 0-6 16,6 0-15-16,-3 0-14 15,-3 0-25-15,-6-2 0 16,-7-2-13-16,-4 1-4 16,-5 2 3-16,-6-1-5 15,-5-1-22-15,-6 3-25 16,-3 0-17-16,-2 0-50 16,0-1-92-16,-13-1-184 15,-10 2-195-15</inkml:trace>
  <inkml:trace contextRef="#ctx0" brushRef="#br0" timeOffset="-116766.98">20843 5373 163 0,'0'0'224'0,"0"0"-122"0,0 0 9 16,0 0-14-16,-64 105-48 16,52-80-27-1,3-6-1-15,3 0 0 0,6-7-13 16,0-6-6-1,0-4 12-15,0-2 24 0,0 0 25 16,0 0 21-16,11 0 12 16,5 0-14-16,1-5-41 15,6-3-24-15,-1 2-10 16,0 0-6-16,-2 2 9 16,3-2 2-16,-4 2 10 15,1 2 7-15,-1 0 13 16,-2 0-6-16,-1 2-6 0,-1 0-6 15,1 0-7-15,-3 0-5 16,3 0-11-16,-3 8 6 16,1 2-6-16,-3 3 5 15,2 0-5-15,-4 5-1 16,0 1 0-16,-5 2-2 16,-1 2 2-16,-3 0-1 15,0 4 2-15,0-3-1 16,-3 2 1-16,-10-2 7 15,-5 0-8-15,-2 0 2 16,-2-2 4-16,0-2 7 16,-1-3-3-16,2-5-3 15,0-5 3-15,1-3 4 0,5-4 29 16,-4 0 42 0,4 0-1-16,-3-4-13 0,-2-8-26 15,0-2-24-15,0-2-20 16,5 1-1-16,5-2-31 15,8 3-74-15,8-4-76 16,24 2-115-16,1 4-266 0</inkml:trace>
  <inkml:trace contextRef="#ctx0" brushRef="#br0" timeOffset="-115801.47">21286 5647 39 0,'0'0'201'0,"0"0"11"16,0 0-42-16,0 0 12 15,0 0-13-15,0 0-32 16,0 0-38-16,131 68-10 15,-94-44-29-15,-2 0-5 16,-1-2 3-16,-5 0 5 0,-2-4-15 16,-8-4-2-1,-1-4 1-15,-5-2-2 0,-3-4-16 16,-1-2-10-16,-5 0-6 16,0-2-13-16,0 0-54 15,-1 0-82-15,-3 0-99 16,0-4-175-16,-3-6-528 0</inkml:trace>
  <inkml:trace contextRef="#ctx0" brushRef="#br0" timeOffset="-115484.72">21556 5534 13 0,'0'0'364'0,"0"0"-126"16,0 0-82-16,0 0-26 15,0 0-12-15,-93 125-8 16,68-81-25-16,-2 0-18 16,2-2-3-16,4-6-25 15,2-8-17-15,9-8-2 16,3-7 3-16,2-4-1 15,5-5 0-15,0-2-2 16,0-2-1-16,0 0 2 16,0 0-21-16,0-8-72 15,7-7-139-15,6-4-338 0</inkml:trace>
  <inkml:trace contextRef="#ctx0" brushRef="#br0" timeOffset="-114801.77">21797 5454 415 0,'0'0'240'16,"0"0"-38"-16,0 0-22 15,0 0-52-15,0 0-28 16,0 0-9-16,0 0-16 15,89-60-15-15,-69 60-27 16,0 9-21-16,0 8-11 16,0 7 8-16,-4 2 1 15,-3 7-10-15,-5 2 0 16,-8 4-1-16,0 1 1 0,0-3 1 16,-15 0 7-16,-3-6 2 15,-3-2-5-15,-4-7-5 16,0-3-21-16,0-2-9 15,4-3-24-15,0-3-3 16,8-4-15-16,4-1 2 16,5-4 30-16,4-2 15 15,0 0 24-15,0 0 1 16,0 0 9-16,13 0 40 16,5 0-21-16,6 0-8 15,8 0 6-15,5-2 15 0,8-3 14 16,4 2 16-1,0-1-3-15,0 0 5 0,-4 1 9 16,-8-2-5 0,-3 1 9-16,-10 0 10 0,-3 2-22 15,-8 0-24-15,-5 0-20 16,-3 0-17-16,-3 2-6 16,1 0-7-16,-3-2-53 15,0 2-73-15,0-10-74 16,0 1-134-16,0 2-457 0</inkml:trace>
  <inkml:trace contextRef="#ctx0" brushRef="#br0" timeOffset="-101317.4">21748 6073 36 0,'0'0'77'16,"0"0"-57"-16,0 0-20 15,0 0-30-15,0 0 30 16,0 19 140-16,0-19-49 15,0 1-26-15,0-1-29 16,0 3-20-16,0-2-15 16,0-1 8-16,0 3-2 15,0-3 9-15,0 0-2 0,4 0 24 16,0 2 14-16,6 0-12 16,-2 3-17-16,3-4-5 15,5 0-1-15,-1-1 10 16,6 3 1-16,1-3-2 15,5 0 3-15,2 0 17 16,5 0-14-16,1 0-3 16,1 0-6-16,-1 0 1 15,-2-4-9-15,-6 0-5 16,-4 2-2-16,-8 2 3 16,-3-2-10-16,-6 2 8 0,-2 0-8 15,-1 0 15 1,-1 0 3-16,0 0-6 0,-2 0-2 15,2 0-2 1,-2 0 0-16,0 0-9 0,0 0 0 16,0 0-8-16,0 0 0 15,0 0-6-15,0 0-3 16,-4 0-28-16,-1 0-20 16,-3 0-36-16,1 0-44 15,-2 0-142-15</inkml:trace>
  <inkml:trace contextRef="#ctx0" brushRef="#br0" timeOffset="-94251.14">21745 6035 177 0,'0'0'118'15,"0"0"-46"-15,0 0 6 16,0 0-19-16,0 0 0 16,0 0 11-16,-10 0 3 15,10 0-6-15,0 0-17 16,0 0 9-16,0 0 1 15,0 0-16-15,0 0-12 16,0 0-4-16,0 0-15 16,0 0-13-16,4 0 10 0,5 0 32 15,4 0 2-15,3 0-7 16,2 3-12-16,1-2-14 16,4 2-9-16,-3 1-1 15,2-3 0-15,0 4 0 16,1-3 1-16,2 1-1 15,-2 1-1-15,2 1 7 16,2-4 2-16,-2 4 11 16,1-4-11-16,1 1 7 15,0 2-6-15,-3-1-1 16,3 1-8-16,-5-2 1 16,-1 2-1-16,-4-3 1 15,-3 2-1-15,-3-3 8 0,-5 1-8 16,-2-1 0-1,-4 0 11-15,0 0-12 0,0 0-11 16,0 0-81-16,0 0-74 16,-8 0-113-16,-1 0-241 0</inkml:trace>
  <inkml:trace contextRef="#ctx0" brushRef="#br0" timeOffset="-93783.87">21795 6014 10 0,'0'0'160'0,"0"0"19"15,0 0-65-15,0 0 7 16,0 0 9-16,0 0-14 16,118 24 1-16,-96-20-12 15,-2-3-40-15,-5 3-37 16,-1 1-22-16,-5-1-6 16,-1 0-20-16,0 2-78 15,-2 0-40-15,3 0-12 16,-3 0-35-16,6-6-74 15,-3 0-42-15</inkml:trace>
  <inkml:trace contextRef="#ctx0" brushRef="#br0" timeOffset="-89685.04">22672 5895 45 0,'0'0'200'15,"0"0"43"-15,0 0-64 0,0 0-19 16,0 0-37-16,0 0-31 16,0 0-11-16,-4 6 9 15,17-6 11-15,1 2-2 16,6 0-26-16,2-2-11 15,5 2-12-15,2-2-11 16,0 0-16-16,2 2-7 16,-4-2-14-16,-1 0 6 15,-4 0-8-15,-6 0-18 16,-3 0-29-16,-5 0-41 16,-6 0-43-16,-2 0-94 0,0 0-99 15,-5 0-249-15</inkml:trace>
  <inkml:trace contextRef="#ctx0" brushRef="#br0" timeOffset="-89283.96">22684 6022 178 0,'0'0'190'0,"0"0"-27"0,0 0 41 15,0 0-4-15,0 0-45 16,0 0-15-16,115 10-6 15,-79-10-8-15,-2 0-13 16,-1 0-14-16,-2 0-31 16,-4 0-23-16,-10 0-28 15,-6 0-15-15,-3 0-2 16,-6 0 0-16,-2 0-12 16,0 0-5-16,0 0-37 0,0 0-43 15,0 0-12-15,0 0-45 16,-4 0-104-1,-6 0-26-15,-3-4-76 0</inkml:trace>
  <inkml:trace contextRef="#ctx0" brushRef="#br0" timeOffset="-86468.47">23249 5598 82 0,'0'0'166'15,"0"0"51"-15,0 0-95 16,0 0 0-16,0 0 2 15,0 0-19-15,119-25-14 16,-102 25-20-16,-3 0-26 16,1 0-20-16,1 0 2 15,-1 1 14-15,3 6 12 0,-2 0-1 16,-3 0-7-16,-2 1-13 16,-4-1-9-16,-5 1-6 15,-2 2-17-15,0 4-13 16,-2 3 5-16,-11 3 8 15,-5-2 9-15,-2 0-9 16,-5-2-2-16,1 0-11 16,-1-4-13-16,-2-2-17 15,6-1-15-15,-2-3-16 16,3-4 22-16,5 3 7 16,4-5-6-16,3 1 19 15,8-1 24-15,0 0 8 0,0 0 0 16,0 0 0-1,8 0 31-15,5-3 18 0,2-2-28 16,5-4-8-16,1 3 11 16,0 0 0-16,0 2 11 15,-1 2-15-15,-3 2-11 16,1 0-9-16,-3 0-3 16,4 0-2-16,-3 6 4 15,-1 4 1-15,-4 2-6 16,-2 0-3-16,-4 2-5 15,-3 0 6-15,-2 2 8 16,0 0 1-16,0 0-1 16,0 0 2-16,0 0-1 15,-7-2 0-15,-4 2 13 16,0-2 12-16,-5-2 4 0,1 0 5 16,-4 3 7-16,2-6-16 15,-3 1 0-15,2-3 5 16,0-5-3-16,2-2 18 15,3 0 27-15,0 0-18 16,-3 0-24-16,3-10-31 16,-1-1-8-16,4 0-89 15,7-10-89-15,3 5-159 16,0 0-526-16</inkml:trace>
  <inkml:trace contextRef="#ctx0" brushRef="#br0" timeOffset="-85734.13">23838 5584 75 0,'0'0'241'16,"0"0"40"-16,0 0-94 15,0 0-72-15,0 0-51 16,0 0 11-16,0 0 23 15,-3 61 4-15,3-29-18 16,0 2-18-16,0 3 1 16,0 1-20-16,0 1-7 15,0-3-8-15,0 0-6 16,0-5-11-16,0-6-3 16,0-3 8-16,0-5 15 0,0-7 3 15,0-6-2-15,0-3 7 16,0-1 1-16,0 0-2 15,0 0-11-15,0 0-24 16,0 0-7-16,0 0-86 16,5-5-123-16,1-8-190 15,-1 3-354-15</inkml:trace>
  <inkml:trace contextRef="#ctx0" brushRef="#br0" timeOffset="-85367.95">23657 5765 49 0,'0'0'244'15,"0"0"1"-15,0 0-5 16,0 0 0-16,0 0-39 0,133 14-26 16,-90-12-17-16,-3-2-50 15,-7 0-51-15,-8 0-29 16,-7 0-21-16,-9 3-7 15,-3-3-14-15,-1 1-50 16,-3 3-45-16,2-2-41 16,-1 2-78-16,-3-4-119 15,0 2-151-15</inkml:trace>
  <inkml:trace contextRef="#ctx0" brushRef="#br0" timeOffset="-77802.53">24101 5805 323 0,'0'0'171'0,"0"0"-70"16,0 0-12-16,0 0-25 16,0 0-17-16,0 0 15 15,28-44 5-15,-23 31-4 0,2 4-9 16,-3-3-1-16,3 2-1 16,-5-3-4-16,2 4 6 15,-1-1-1-15,-3 2 7 16,0-1-1-16,2 4 2 15,-2 1 2-15,0-1-5 16,0 5-19-16,0 0-7 16,0 0-5-16,0 0-13 15,0 0-14-15,0 0 0 16,0 0-19-16,0 9-14 16,0 7 15-16,0 8 18 15,0 7 13-15,0 2 3 16,0 3-1-16,0-3-9 0,0 3-5 15,0-9 0 1,0-1 1-16,0-8-1 0,0-2 2 16,0-5 3-16,0-3 1 15,0-2 8-15,0-2-1 16,0-4-5-16,0 0 0 16,0 0-1-16,0 0-8 15,0 0-66-15,0 0-75 16,7-3-141-16,-1-4-287 0</inkml:trace>
  <inkml:trace contextRef="#ctx0" brushRef="#br0" timeOffset="-77250.92">24319 5671 29 0,'0'0'186'15,"0"0"-13"-15,0 0-65 0,0 0 28 16,0 0-38 0,0 0-46-16,-70 124-11 0,68-96 19 15,0 0-3-15,2-1-24 16,0-4-3-16,0-1-2 16,14-4 19-16,5-4 20 15,2-2 11-15,1-4-7 16,0-4 0-16,3-2-7 15,-5-2-25-15,3 0-1 16,-4 0-12-16,4-3-6 16,-3-9 2-16,2-2 6 15,-4-4-9-15,0 0 4 16,-3-5 19-16,-4-1 15 0,-1 0 8 16,-8-2-5-1,-2 2-11-15,0-2-11 0,-2-1-4 16,-19 0-16-16,-4 1-18 15,-4-3 0-15,-8 5-25 16,-1 8-69-16,-18 10-105 16,10 6-123-16,5 0-320 0</inkml:trace>
  <inkml:trace contextRef="#ctx0" brushRef="#br0" timeOffset="-76418.59">23270 6130 286 0,'0'0'160'0,"0"0"-53"16,0 0-16-16,0 0-21 15,0 0 5-15,0 0 18 16,0 0 1-16,-27 4 0 16,27-4-16-16,11 0-39 15,14 0-38-15,14 0 42 16,19 0-9-16,34 0-13 16,37 0 1-16,36 0 10 15,13 0 13-15,-6 0 16 16,-19 0-15-16,-41 0-5 0,-28 0-13 15,-26 0-17-15,-15 0-5 16,-3 0-5-16,-7 0-1 16,-1 0 0-16,-14 0-1 15,-10 0 1-15,-3 0-6 16,-5 0-3-16,0 0-14 16,0 0-59-16,0 0 1 15,0 0-13-15,-9 0-119 16,-5 0-129-16,-3-4-309 0</inkml:trace>
  <inkml:trace contextRef="#ctx0" brushRef="#br0" timeOffset="-74802.75">23539 6607 140 0,'0'0'111'16,"0"0"208"-16,0 0-71 15,0 0-48-15,0 0-56 16,0 0-37-16,0 0-70 16,0-10-27-16,9-1-10 15,2 0 1-15,-2-1 0 16,3-3 5-16,-4 2-4 16,3-1-2-16,-1 0 12 15,-2 1 16-15,-1 3 9 0,-1-3 14 16,-2 3 6-16,2 3-5 15,-4 1-2-15,-2 5-4 16,0 1-14 0,0 0-8-16,0 0-11 0,0 0-13 15,0 0-28-15,0 7-16 16,0 11 17-16,0 11 27 16,0 5 1-16,0 4 6 15,0 2 2-15,0 0 4 16,0-4-12-16,0-2-1 15,0-5 2-15,0-3 9 16,0-7 7-16,0-5 5 16,0-3-4-16,0-5 0 15,0-2-1-15,0-4-4 16,0 0-1-16,0 0-1 0,0 0-12 16,0 0-35-1,0 0-89-15,19-3-90 0,0-9-175 16,1 2-658-16</inkml:trace>
  <inkml:trace contextRef="#ctx0" brushRef="#br0" timeOffset="-74319.13">23882 6486 245 0,'0'0'189'16,"0"0"-59"-16,0 0 13 0,0 0 42 15,0 0-23-15,0 0-6 16,0 0-26-16,103 11-27 15,-70-10-15-15,3-1-13 16,-5 0-27-16,0 0-17 16,-4 0-16-16,-5 0-13 15,-2 0-2-15,-2 0-7 16,-5 0-38-16,-1 0-57 16,-8 0-61-16,-4 0-148 15,0 0-238-15</inkml:trace>
  <inkml:trace contextRef="#ctx0" brushRef="#br0" timeOffset="-73735.15">23873 6471 149 0,'0'0'150'0,"0"0"-77"15,0 0-11-15,0 0-13 16,0 0-23-16,0 0 2 16,0 0 4-16,-96 90 7 15,96-86-6-15,0-2 1 16,0 0 13-16,0 0 23 0,7-2 36 15,9 2 11-15,1 0-39 16,6 1-26-16,1-3-9 16,1 0-8-16,-1 1-13 15,-2-1-8-15,1 0-8 16,0 2-5-16,-4 1-1 16,1-1 1-16,-1 3 9 15,-4-1-2-15,-2 2 1 16,-2 0-8-16,-2 2 1 15,0 2 0-15,0 1 17 0,2 6-9 16,-2-1-4 0,0 4-6-16,-4 0 0 0,-3 0-2 15,-2 0-9-15,0 0 10 16,-9 0 1-16,-11-2 0 16,-5-2 20-16,0-1-14 15,-2-7 15-15,-1-4 19 16,2-4 28-16,-1 0 2 15,0 0-7-15,2-8-28 16,0-5-16-16,6 0-19 16,1-1-11-16,3-4-53 15,3 3-156-15,8 6-429 0</inkml:trace>
  <inkml:trace contextRef="#ctx0" brushRef="#br0" timeOffset="-68769.14">22722 7622 237 0,'0'0'222'16,"0"0"-65"-16,0 0-4 15,0 0-42-15,0 0-31 16,0 0-9-16,-5 2-2 15,5-2-5-15,0 0-3 16,7 0 4-16,4 2 4 16,5-2 13-16,3 0-11 15,6 2-13-15,2-2-22 0,2 0-15 16,-5 0-13 0,1 0-6-16,-6 2-2 0,0 0 1 15,-2 2-1-15,-3-2-10 16,-1 2-21-16,-1-2-43 15,-4 0-58-15,-1 1-104 16,-7-3-146-16,0 0-307 16</inkml:trace>
  <inkml:trace contextRef="#ctx0" brushRef="#br0" timeOffset="-68334.23">22703 7743 240 0,'0'0'189'16,"0"0"-67"-16,0 0 77 16,0 0 21-16,0 0-49 15,0 0-34-15,0 0-9 16,139 14-2-16,-110-14-12 15,-5 0-28-15,-6 0-16 16,-5 0-35-16,-3 0-22 16,-4 0-13-16,-4 0-8 15,-2 0-63-15,0 0-83 16,0 0-90-16,0 0-24 16,0 0-94-16</inkml:trace>
  <inkml:trace contextRef="#ctx0" brushRef="#br0" timeOffset="-66668.35">23337 7770 251 0,'0'0'333'0,"0"0"-38"16,0 0-67-16,0 0-55 15,0 0-98-15,0 0-40 16,0 0-5-16,29-32 9 16,-19 20-14-16,1-1-12 15,-1 3 3-15,-2-5 0 0,1 1 6 16,-3-3 13-1,2 4 1-15,-2-1 8 0,-1 0-2 16,-1 4 15-16,0 1 12 16,-2 4-8-16,2 1-3 15,-4 2-7-15,0 2-3 16,0 0-11-16,0 0-28 16,0 0-9-16,0 4-46 15,0 16-20-15,0 14 52 16,0 8 14-16,0 6 9 15,0 2 0-15,0-4-8 16,0-6 7-16,0-7-8 0,0-9 1 16,0-8-1-16,0-6 0 15,0-5 0-15,0-2 2 16,0-3 6-16,0 0 2 16,0 0-10-16,0 0-28 15,0 0-73-15,8 0-73 16,3-7-136-16,3 0-398 15</inkml:trace>
  <inkml:trace contextRef="#ctx0" brushRef="#br0" timeOffset="-65901.56">23669 7628 499 0,'0'0'217'0,"0"0"-31"0,0 0-21 16,0 0-29-16,0 0-35 16,0 0-18-16,129-26-35 15,-110 26-28-15,2 4-7 16,-3 6 0-16,-3 4 2 15,-1 0-2-15,-8 2-4 16,-4 2-9-16,-2 3-8 16,0-4-2-16,-11 3 10 15,-13-2 14-15,-3-2-14 16,-2 0 0-16,0-3-6 16,4-2-31-16,5-3-23 15,5-2 1-15,4-3-4 16,6-2 31-16,3 1 32 0,2-2 8 15,0 0 21 1,0 0 24-16,5 0-12 0,6 0 17 16,2-3-35-16,5-2-21 15,2 1-2-15,4 2 9 16,1 2-3-16,-1 0 1 16,1 0-7-16,-5 0-1 15,-2 4-9-15,-3 4 4 16,-3 0-1-16,-4 3 7 15,-3 0 0-15,-3 1 0 16,-2 3-9-16,0 0 7 16,0 2-5-16,-13-2 7 0,-3 3 12 15,-2-3 11-15,-2-1-1 16,3-5 0-16,-4 0-3 16,3-5-8-1,1 0-1-15,3-4-10 0,1 2-10 16,4-2-39-16,-4 0-70 15,4 0-155-15,0-2-333 0</inkml:trace>
  <inkml:trace contextRef="#ctx0" brushRef="#br0" timeOffset="-65302.29">23131 8095 264 0,'0'0'212'15,"0"0"-52"-15,0 0-21 16,0 0-18-16,0 0-24 16,0 0-26-16,0 0 23 15,63 4-22-15,-12-2-1 16,14 2-23-16,28 2-13 15,36 1 1-15,27-1 18 16,-9-4 1-16,-30 1 19 0,-44-3-4 16,-38 0-43-1,-2 0-19-15,-6 0-6 0,-4 0-1 16,-10 0 0-16,-8 0-1 16,-5 0-1-16,0 0-63 15,0 2-60-15,-16-1-75 16,-6 3-140-16,-8-1-219 0</inkml:trace>
  <inkml:trace contextRef="#ctx0" brushRef="#br0" timeOffset="-63617.95">23392 8486 355 0,'0'0'185'15,"0"0"-99"-15,0 0-15 16,0 0 0-16,0 0-6 15,0 0 1-15,0 0-5 16,55-70 4-16,-53 60-9 16,4-2 2-16,-4 1-3 15,0 4 3-15,-2 0 13 0,0 4-7 16,2 0-16-16,-2 3-18 16,0 0-19-16,0 0-11 15,0 0-10-15,2 0-6 16,-2 0-11-16,3 6 9 15,1 13 18-15,-2 3 8 16,0 10 5-16,-2 4 9 16,0 4-9-16,0 2-13 15,0-2 6-15,0-3-5 16,0-6 0-16,0-5 0 16,0-5 0-16,0-7 19 15,0-5 6-15,0-3 16 16,0-3-4-16,0-1-2 15,0-2-8-15,0 0-5 0,0 0-12 16,0 0-11-16,0 0-27 16,0 0-111-16,7 0-113 15,7-8-281-15</inkml:trace>
  <inkml:trace contextRef="#ctx0" brushRef="#br0" timeOffset="-63202">23646 8360 481 0,'0'0'235'0,"0"0"-75"15,0 0 9-15,0 0-20 0,0 0-16 16,0 0-11-1,131 6 3-15,-99-4-27 0,-3 2-38 16,2-2-36 0,-4-2-10-16,0 0-7 0,-6 0-7 15,-3 0-26-15,-5 0-32 16,-3 0-41-16,-6 0-79 16,-4-5-103-16,-2-1-240 15</inkml:trace>
  <inkml:trace contextRef="#ctx0" brushRef="#br0" timeOffset="-62568.78">23709 8374 191 0,'0'0'157'15,"0"0"-68"-15,0 0 17 16,0 0-23-16,0 0-6 16,0 0-5-16,0 0-14 0,-75 68-24 15,69-60-22 1,4-2-11-16,0 0-1 15,2-5 0-15,0-1-7 16,0 0 7-16,0 0 23 16,8 0 79-16,6 0 0 0,1 0-49 15,6 0-14-15,1 0 5 16,0 0-8-16,-2-3 0 16,-2 0 13-16,0 3-17 15,-2 0-11-15,-1 0-8 16,1 0-6-16,1 0-7 15,-1 6 1-15,-1 3 5 16,-1 1-4-16,-1 2-2 16,-4 0 0-16,1 0-14 15,-6 2 2-15,0 3-5 0,0 0 17 16,-1 1 1 0,-1-1-1-16,-2 2-6 0,0-1-12 15,0-2-2-15,-9 1 3 16,-6-3 15-16,-3-3 2 15,-5 0 9-15,-1-3 17 16,-2-2 26-16,-1-5 11 16,2-1 2-16,5 0 3 15,0 0-5-15,2-4-21 16,3-7-21-16,1-2-21 16,3 0-5-16,2-4-72 15,2 3-95-15,5 5-386 0</inkml:trace>
  <inkml:trace contextRef="#ctx0" brushRef="#br0" timeOffset="-46166.98">17394 13265 267 0,'0'0'294'16,"0"0"-58"-16,0 0-44 15,0 0-90-15,0 0-41 16,0 0 16-16,60 0 13 15,-38 0-5-15,3 0-6 16,-1 0-1-16,1 0-17 16,2 0-23-16,-2 0-12 15,-2 0-8-15,2 0-11 0,-7 0-6 16,-3 0-1 0,-6 0-3-16,-1 0-42 0,-6 0-45 15,-2 0-61-15,0 0-116 16,0 0-250-16</inkml:trace>
  <inkml:trace contextRef="#ctx0" brushRef="#br0" timeOffset="-45782.21">17450 13439 196 0,'0'0'168'16,"0"0"15"-16,0 0 49 15,0 0-32-15,0 0-25 16,0 0 3-16,0 0-17 16,33 2-32-16,-6-2-35 15,7 0-4-15,3 0 1 16,-1-4-16-16,-3 0-27 16,-6 0-18-16,-2 2-13 15,-8 0-16-15,1 2-1 16,-5-3-7-16,1 3-78 0,5 0-104 15,0 0-124-15,-3 0-303 0</inkml:trace>
  <inkml:trace contextRef="#ctx0" brushRef="#br0" timeOffset="-41652.5">18298 13357 97 0,'0'0'174'0,"0"0"-67"0,0 0-19 16,0 0-23-16,0 0-12 16,0 0 4-16,0 0-2 15,-12 4 1-15,12-4-24 16,0 0 8-16,0 0 11 16,0 0-14-16,2 0-1 15,11 0 31-15,3 0-2 16,5 0-12-16,6 0 1 15,2 0 4-15,4 0 4 16,6 0-11-16,3 0-3 16,4-4-22-16,10 2 0 15,2-2-16-15,9 2 5 16,3-2 2-16,1 2 6 16,2 2-2-16,1-2-10 0,-1 0 8 15,-4 0-6-15,1-1-4 16,-1 0 0-16,-3-1-3 15,1 2-5-15,2-1 6 16,3 2-6-16,1 1-1 16,8 0 6-16,-2 0-5 15,4 0 9-15,0 4-10 16,-6-1 1-16,-6 0 0 16,-3-1 0-16,-8-2 1 15,-5 0-1-15,1 0 7 16,2 0-6-16,2-5 12 0,0 4-5 15,0-1 10-15,-4-1 2 16,-7 3 8-16,-8 0 9 16,-10 0 3-16,-12 0 7 15,-7 0-10-15,-6 0-3 16,-1 0-13-16,-5 0-4 16,0 0-17-16,0-1 5 15,0 1-6-15,0-2-29 16,0-1-81-16,-23-2-134 15,2-1-254-15,-6-2-553 0</inkml:trace>
  <inkml:trace contextRef="#ctx0" brushRef="#br0" timeOffset="-40268.86">14953 14536 157 0,'0'0'211'0,"0"0"-56"16,0 0 17-16,0 0-20 15,0 0-32-15,0 0-5 16,0 0-19-16,0 4-21 16,0-4-17-16,0 1-12 15,0 5-21-15,0 0 1 16,0 3 12-16,6 3 5 16,3 0-19-16,1 2-10 15,2 0 5-15,1-1-1 16,1-1 8-16,-1 1-10 15,3-1 3-15,1 3-3 16,4 0-6-16,3 3 2 16,0 0 7-16,3-4-5 15,2 4-1-15,2 0 6 0,0-1-4 16,1-2 4-16,-1 2-10 16,0-3-1-16,2-2-2 15,3 1 0-15,2 0-3 16,0-1-2-16,6-4 11 15,1 0-5-15,4-6 8 16,0 2-6-16,1-4 0 16,-2 0-9-16,-1 1 7 15,2-1-6-15,-2 0-1 16,-1 0 6-16,-1 0-5 16,-1-7 1-16,-3-3 5 15,-1-2-6-15,-2-3 0 0,-3-2 11 16,3-1-11-1,-2-7 9-15,0 2-9 0,-3-9 0 16,3 2 11 0,-5-6-11-16,-2 3 2 0,-4 2-2 15,-6 0 7-15,-1 5-8 16,-5-1 5-16,-1 10-5 16,-3 3-1-16,-5-1 0 15,0 11-24-15,-4 0-25 16,0 4-48-16,0 0-68 15,0 7-146-15,0 9-17 16,0 0-33-16</inkml:trace>
  <inkml:trace contextRef="#ctx0" brushRef="#br0" timeOffset="-39618.26">16331 14520 316 0,'0'0'178'15,"0"0"-85"-15,0 0-15 16,0 0-19-16,0 0 6 16,0 0 41-16,0 0 33 15,23 2 10-15,-3-2-28 16,1-2-45-16,2-6-36 15,2-2-15-15,-1 1-18 16,-4 2 1-16,-2-2-8 16,-3 4 0-16,-3 1 2 15,-3 0 4-15,-5 2 2 0,0 2 3 16,-4-3-4 0,0 3-6-16,0 0 4 0,0 0-5 15,0 0-8-15,0 0 1 16,0 0-3-16,0 0-12 15,0 13 13-15,0 1 9 16,0 6 9-16,0 2 3 16,0 2 1-16,0 0 4 15,0 0 9-15,0-4 2 16,0-1-6-16,0-8-2 16,2-1 9-16,2-2 2 15,-4-8-3-15,2 4-5 16,-2-4-3-16,2 0-8 0,-2 0 7 15,2 0-19 1,2 0-38-16,11 0-119 0,1-4-180 16,2-4-514-16</inkml:trace>
  <inkml:trace contextRef="#ctx0" brushRef="#br0" timeOffset="-37918.35">19034 13780 204 0,'0'0'226'0,"0"0"-34"0,0 0 6 16,0 0-55-1,0 0-32-15,0 0-13 0,0 0-9 16,44-27 5-16,-17 21-11 16,4 0-21-16,2 4-5 15,4 2-9-15,-4 0-12 16,-2 0-15-16,-9 0-14 15,-2 0-2-15,-9 5-4 16,-1 4-2-16,-8 4-7 16,-2-3 6-16,0 4-10 15,0 4 6-15,-14 2 6 16,-8-1 1-16,-4 2 13 16,-1 0-12-16,0-4 7 0,2-1-9 15,0-5-13-15,6-3-16 16,1 1-20-16,3-5 1 15,3 0 11-15,3-4 8 16,7 0 29-16,0 0 14 16,2 0-4-16,0 0-10 15,0-1 0-15,0-6 9 16,6-2-9-16,8 2 0 16,1 1 9-16,6 0-7 15,0 2 11-15,2 2 1 16,-3 2 1-16,0 0-14 15,-2 0 0-15,0 0 0 16,-5 0-1-16,1 8 1 16,-1 4-1-16,-4 0 0 15,0 2-2-15,-2 1 1 0,-3 1-8 16,-4-1 8-16,0 4-9 16,0 1 10-16,0-2 2 15,-11 0 17-15,-3 0 11 16,1-4 0-16,-3-1-16 15,3 0-2-15,-1-3 7 16,-1-2 19-16,-1-3 5 16,3-3 1-16,-1-2 6 15,4 0-6-15,-1 0-15 16,1 0-5-16,2 0-10 16,1 0-14-16,1-2-25 15,0-3-44-15,2-3-59 0,4 2-83 16,0 2-97-16,2-4-228 15</inkml:trace>
  <inkml:trace contextRef="#ctx0" brushRef="#br0" timeOffset="-37052.39">19424 13836 266 0,'0'0'215'0,"0"0"-41"0,0 0-18 16,0 0-40-16,0 0-35 16,0 0 2-16,0 0 4 15,62-34 10-15,-37 32-14 16,-1 2-34-16,1 0-20 16,-3 0-14-16,1 0-14 15,-6 6 5-15,-1 2-6 16,-3 2 0-16,-4 5 0 15,0 2 0-15,-2 5 6 16,-7 4 0-16,0 3-6 16,0 0 2-16,-7 2 11 15,-9-3-12-15,-1-2 8 16,-4-2-9-16,-1-2 1 0,-3-1 0 16,4-4 12-16,0-1-13 15,6-4 0-15,3-2 0 16,4-7-16-16,3 2 16 15,5-5 0-15,0 0 29 16,0 0-4-16,0-5-12 16,5-3-13-16,6-3-1 15,5-1-8-15,1 2 2 16,3 1 6-16,5 6-14 16,2 3 8-16,0 0-2 15,1 0 2-15,-4 3-16 16,1 10-5-16,-4-1 14 0,-2 0 12 15,-3-6 1-15,-1 0 1 16,3-5 24 0,1-1 17-16,-4 0 2 15,3 0-12-15,-5-3-5 0,-2-7-13 16,-2-8-10-16,-4 1-3 16,-3 0-38-16,-2 1-42 15,0 2-68-15,0 3-113 16,-2 6-152-16</inkml:trace>
  <inkml:trace contextRef="#ctx0" brushRef="#br0" timeOffset="-35518.46">15026 12731 35 0,'0'0'239'0,"0"0"-15"16,0 0-74-16,0 0-43 0,0 0-12 15,0 0 44-15,0 0-32 16,51 25-25-16,-25-6 14 15,11 5-6-15,5 9-9 16,9 7-3-16,4 7-17 16,5 10-27-16,10 7-9 15,-1 4-12-15,4 4-3 16,-1 1-9-16,-3-4-1 16,-7-4 2-16,-8-7-2 15,-8-10 1-15,-4-8 1 16,-5-8 4-16,-6-8-6 15,0-4 7-15,0-6-1 16,-4-1 3-16,-3-8 7 16,-4-2 16-16,-2-3 14 15,-7 0-13-15,-2 0-3 0,-5 0-17 16,-4 0-5-16,2 0-8 16,-2 0 6-16,0 0-5 15,0 0-1-15,0 0-10 16,0 0-25-16,0 0-47 15,0 0-68-15,-4 0-68 16,0 0-157-16,-1 0-303 0</inkml:trace>
  <inkml:trace contextRef="#ctx0" brushRef="#br0" timeOffset="-34801.23">15946 13622 599 0,'0'0'190'0,"0"0"-61"16,0 0-47-16,0 0-43 16,0 0-8-16,0 0 11 15,116 18-9-15,-92-3-16 0,-2 3-16 16,-1-4 0-1,-6-2 7-15,-3-2-7 0,-4-5 0 16,-3-1 5-16,-1-4 10 16,-2 0 17-16,0 0 47 15,3 0-8-15,-2-9-44 16,1-3-8-16,-2 1-3 16,-2-3 4-16,0 0-2 15,2-3 5-15,-2 3 8 16,0 1 29-16,0 1-7 15,0 3 13-15,0 3-11 16,0 5-9-16,0 1-23 16,0 0-24-16,0 0-10 15,0 0-18-15,0 0-1 16,0 0 11-16,0 3 17 16,2 8 0-16,1-2 0 15,-3 4-96-15,4 2-99 0,-2-2-113 16,-2-4-202-16</inkml:trace>
  <inkml:trace contextRef="#ctx0" brushRef="#br0" timeOffset="-33035.84">18410 12959 29 0,'0'0'312'15,"0"0"2"-15,0 0-87 16,0 0-32-16,0 0-34 16,0 0-35-16,0 0-16 15,-12-51-7-15,12 34-10 16,0-1-28-16,0-2-14 16,4 0-5-16,4-2-8 0,1 0-21 15,5-1-10 1,-3 2-1-16,2 1 4 0,-2 4 12 15,-4 2 1-15,-1 2 5 16,-1 6-9-16,-3 1-7 16,0 4-12-16,-2 1-1 15,0 0-18-15,0 0-10 16,5 14-5-16,-1 12 22 16,1 8 12-16,3 6 9 15,1 8 1-15,1 1-9 16,-2 1 0-16,1-4 0 15,1-6 5-15,-6-4 6 16,0-10 13-16,-2-4 3 16,0-6-7-16,-2-4 6 15,0-6-2-15,3-1-2 0,-3-2-9 16,0-3-4 0,0 0-3-16,0 0 5 0,0 0-6 15,0 0-6-15,0 0-87 16,8 0-80-16,2-4-123 15,1-2-425-15</inkml:trace>
  <inkml:trace contextRef="#ctx0" brushRef="#br0" timeOffset="-32384.98">18702 12818 153 0,'0'0'277'0,"0"0"-112"16,0 0-4-16,0 0 2 15,0 0-41-15,0 0-14 16,0 0-2-16,56-110-15 16,-32 101-21-16,3 5-16 0,2 4 1 15,2 0-22-15,-2 0-7 16,0 10-17-16,-3 7 0 16,-3 8-8-16,-7 1 0 15,-5 4 6-15,-5 4-6 16,-6 1 14-16,0-1-5 15,0 0 4-15,-11 0-6 16,-9-2 6-16,-3 2-13 16,0-4 7-16,-4-3 2 15,2-2-10-15,5-7-13 16,2-4-16-16,10-6 3 16,0-4-9-16,8-4 35 15,0 0 19-15,0 0 9 0,0 0-17 16,0 0-11-1,8-4-7-15,9-5-9 0,8-3 14 16,6 4-2-16,7-1 4 16,-1 1 9-16,4 2 11 15,-3 2-13-15,-3 2-1 16,-1-2 15-16,-3-2 19 16,0-2 26-16,-2-2-3 15,-4 2-12-15,-5 0-7 16,-7 2-13-16,-7-1-19 15,-1 4-12-15,-5 0-2 16,0 2-102-16,-15 1-153 16,-8 0-530-16</inkml:trace>
  <inkml:trace contextRef="#ctx0" brushRef="#br0" timeOffset="-31252.35">15797 13156 142 0,'0'0'125'15,"0"0"-51"-15,0 0-15 16,-119 0-3-16,90 6-4 0,0 6 17 16,-2 3 9-1,0 3-9-15,0 2-4 0,0 4 32 16,2 2-10-16,4 2-21 16,3 4-2-16,2 3-22 15,5 4 16-15,3 3-18 16,6 0 14-16,1 0-6 15,5-2-16-15,0 1-5 16,0-1-5-16,15-2 1 16,10-2 5-16,6-6 7 15,7-3 17-15,9-4 11 16,2-2-2-16,4-7-20 16,3 3-22-16,0-7-2 0,0-1-7 15,-5-2-8-15,-4-3 4 16,-5 0-6-16,-5-2 0 15,-2-2 0-15,-4 0-1 16,0 0 2-16,2-4-2 16,1-8 1-16,1-6-1 15,1-2 0-15,-3-2-10 16,0-6 10-16,-4 0 1 16,-2-1 1-16,-4-5-1 15,-6 2 7-15,-3 0-6 16,-3-1 0-16,-5-6 0 15,-6 1 7-15,0-2-8 16,0-4 1-16,-6 0-1 16,-11 0 17-16,-10 1 20 0,-2 2-18 15,-7 2 23-15,-2 10-14 16,-4 2-6-16,-4 11-19 16,2 8-2-16,-5 6-1 15,1 2-5-15,-6 0 4 16,2 14-20-16,4 8-26 15,3 9-57-15,5 6-57 16,7 30-38-16,8-7-122 16,10-8-252-16</inkml:trace>
  <inkml:trace contextRef="#ctx0" brushRef="#br0" timeOffset="-30185.92">19576 12914 10 0,'0'0'6'0,"0"0"232"0,0 0-91 15,0 0-36 1,0 0-4-16,0 0-6 16,0 0 7-16,-87 16 35 15,87-16 1-15,0 0-30 0,0 0-42 16,6 0-31-16,19 0 5 16,12 0-5-16,15 0 1 15,10 0 7-15,5 0 15 16,-5 0-24-16,-8 0-1 15,-12-2 2-15,-9-3-5 16,-10 1 14-16,-6 1 6 16,-3-1-2-16,-3 0-6 15,-5 2-10-15,0-1-26 0,-4 3-3 16,-2-1-9 0,0 1-50-16,-2 0-104 0,-14 0-195 15,-5 0-391-15</inkml:trace>
  <inkml:trace contextRef="#ctx0" brushRef="#br0" timeOffset="-28802.35">15028 13864 214 0,'0'0'181'16,"0"0"-28"-16,0 0 28 16,0 0-9-16,0 0-31 15,0 0-19-15,0 0-35 16,-98 75-11-16,96-74-32 15,2 0-9-15,0 2 2 16,0-3 19-16,0 0-16 0,6 0 8 16,19-11 8-16,15-14 5 15,14-6-32-15,14-13-1 16,15-6 5-16,26-19-2 16,25-12 4-16,-9 6 6 15,-14 6-13-15,-14 7-26 16,-20 10 4-16,8-8-6 15,6-4-1-15,-9 6 0 16,-8 6-10-16,-9 8 9 16,-10 9 1-16,-6 7-1 15,-9 6 1-15,-4 6 1 16,-7 2-1-16,-3 2 1 16,-6 1-1-16,-7 5 1 0,-5 3 1 15,-4 0 0-15,-4 3-1 16,0 0-1-16,0 0-9 15,0 0-10-15,0 0-27 16,0-1-10-16,0 1-26 16,0-2 7-16,0-1 32 15,-2 2-18-15,-2 1 9 16,2 0 4-16,-6 0 29 16,4 0 20-16,-3 0 0 15,1 0 0-15,1 0 7 16,0 0 1-16,3 1 19 15,2-1-7-15,0 3 36 0,0-3 16 16,0 0-18 0,0 0 3-16,0 2 9 15,0 2-36-15,0-1-21 0,0 6 1 16,0-1-4-16,0 2-6 16,0 1-3-16,2 0-141 15,6-3-228-15,0-6-826 0</inkml:trace>
  <inkml:trace contextRef="#ctx0" brushRef="#br0" timeOffset="-27802.7">20275 12729 283 0,'0'0'123'0,"0"0"-14"16,0 0-6-16,0 0-21 15,0 0 52-15,0 0 18 16,0 0-10-16,47 86-15 16,-22-86-15-16,-2 0-31 15,4 0-23-15,0 0-20 16,0 0-18-16,0-9-5 0,0-6-7 15,-5 2 11-15,-5-4 6 16,-6-1 39-16,-5 2 0 16,-6-2-4-16,0 0-11 15,0-2-26-15,-12 0-23 16,-8 2-11-16,-4 1-17 16,-3 10-40-16,-7 3-45 15,-3 4-66-15,-6 10-57 16,7 12-118-16,12 0-147 0</inkml:trace>
  <inkml:trace contextRef="#ctx0" brushRef="#br0" timeOffset="-27218.33">20430 12897 7 0,'0'0'178'16,"0"0"152"-16,0 0-63 15,0 0-37-15,0 0-42 0,0 0-48 16,0 0-66-16,-25-18-53 16,17 18-21-16,-3 0 0 15,-2 7 3-15,-3 4 21 16,0 8-3-16,1-1-10 16,-1 4 1-16,7 0-11 15,1 2 8-15,6 0-2 16,2 2-1-16,0-4 3 15,2 0-2-15,15-2 0 16,8-2 4-16,2-4 0 16,6-4 4-16,0-4 8 15,6-4 15-15,-4-2 0 16,-1 0-9-16,-1 0-1 0,-2-12-2 16,-4-3 8-16,0-4 5 15,-3-5-5-15,-4-2 11 16,-4-4 4-16,-5-2-13 15,-4 0-16-15,-7 0-2 16,0 0-11-16,-9 2-7 16,-12 4-10-16,-3 3-38 15,-5 9-72-15,-7 14-66 16,7 0-70-16,6 0-331 0</inkml:trace>
  <inkml:trace contextRef="#ctx0" brushRef="#br0" timeOffset="-26364.59">21024 13134 61 0,'0'0'169'15,"0"0"123"-15,0 0-64 16,0 0-69-16,0 0-39 16,0 0-7-16,0 0 12 15,96 0-17-15,-50 0-9 16,-1 0-34-16,-5 0-28 15,-5 0-23-15,-10 0-12 16,-7 0-2-16,-5 0-33 0,-6 0-98 16,-3 0-135-1,-4 7-233-15,0 2-110 0</inkml:trace>
  <inkml:trace contextRef="#ctx0" brushRef="#br0" timeOffset="-26086.15">21128 13278 5 0,'0'0'349'0,"0"0"-64"0,0 0-19 16,0 0-30-16,0 0-66 15,145 0-27-15,-113 0-34 16,-6 0-28-16,-2 0-23 15,-6-1-12-15,-7-4-29 16,-1 2-2-16,-4-1-15 16,-1 1 0-16,-1 2-31 15,-4 1-55-15,0 0-75 16,0 0-109-16,0 0-219 16,-11 0-241-16</inkml:trace>
  <inkml:trace contextRef="#ctx0" brushRef="#br0" timeOffset="-22718.53">22316 12671 324 0,'0'0'290'0,"0"0"-129"16,0 0-111-16,0 0 4 15,0 0 61-15,0 0-1 16,0 0 2-16,-47 81-22 15,30-60-7-15,-4 2 7 16,-3 0-18-16,-5 1-24 16,0 1-20-16,-5-2-17 15,3 2-4-15,2-4-9 16,2 0 8-16,8-5-10 16,0-4-2-16,9-4-14 15,2-2-9-15,4-4-2 16,4-2-27-16,0 1-3 15,0-1 11-15,0 0 8 16,0 0 0-16,0 0 38 0,0 0 9 16,12 0-8-1,3 0-1-15,7 0 1 0,3-3-1 16,4-1 6-16,4-1 24 16,5 3 11-16,2-1 17 15,3 1 0-15,-1 0-16 16,-2 0-13-16,-5 2-17 15,-6 0-3-15,-4 0-8 16,-7 0 5-16,-5 0-5 16,-1 0-1-16,-1 0-9 15,-3 0-42-15,-1 0-79 0,0 0-84 16,-5 0-131 0,-2-4-217-16</inkml:trace>
  <inkml:trace contextRef="#ctx0" brushRef="#br0" timeOffset="-22285.85">22285 12699 347 0,'0'0'235'15,"0"0"-24"-15,0 0 3 16,0 0-61-16,0 0-36 0,0 0-5 16,0 0-16-1,-5-8-5-15,5 8-11 0,0 0-23 16,0 2-12-16,0 14-20 16,0 8 60-16,0 8-6 15,3 6-16-15,1 9-15 16,-4 0-8-16,0 6-13 15,0-3-11-15,0-4 6 16,0-6-4-16,0-6 4 16,0-8-2-16,0-6 1 15,0-6-6-15,0-5 4 16,0-4-10-16,0-3-2 0,0-2 4 16,0 0-5-16,0 0-6 15,0 0-23-15,0 0-101 16,5 4-125-16,-1 4-249 15,0 0-341-15</inkml:trace>
  <inkml:trace contextRef="#ctx0" brushRef="#br0" timeOffset="-21769.81">21877 13355 201 0,'0'0'200'0,"0"0"-73"16,0 0 7-16,0 0-43 16,0 0 3-16,0 0 9 15,-116-3-6-15,114 3-11 16,2 0-6-16,0 0-9 16,0 0-7-16,0 0-6 15,15 0-18-15,19 0 23 0,17-1 24 16,20-3 60-16,31 0-20 15,-3-2-6-15,6 0-28 16,-1 0-23-16,-19-3-16 16,6 2-17-16,-10-4-7 15,-12 4-8-15,-16 0-3 16,-11 6-4-16,-15-2-9 16,-12 3-6-16,-5 0-8 15,-6 0-5-15,-2 0-30 16,1 0-76-16,-3 3-46 15,0 11-81-15,-11 1-65 16,-5 0-258-16</inkml:trace>
  <inkml:trace contextRef="#ctx0" brushRef="#br0" timeOffset="-20818.29">21953 13640 477 0,'0'0'188'0,"0"0"-50"0,0 0-26 16,0 0-23-16,0 0 12 16,0 0 18-16,0 0-10 15,135-63-27-15,-103 61-32 16,-3 2-23-16,-5 0-14 15,-3 0-11-15,-4 8-2 16,-3 5 1-16,-3 0-1 16,-7 1 1-16,-4 0 1 15,0 2 5-15,-7 0 0 16,-17 2 19-16,-3 0-15 16,-4 3 2-16,0-6 4 15,2 0-8-15,2-5-9 16,5-2-39-16,4-2 13 15,7-3-19-15,7-3 25 0,2 0 20 16,2 0 0 0,0 0-47-16,0-7 40 0,15-1 6 15,5-2 1-15,5-1 2 16,1 4 14-16,1 1 1 16,2 2-5-16,0 1-3 15,0 3-2-15,0 0-1 16,-3 0-5-16,-1 0 0 15,-5 7-1-15,-4 3 0 16,-8-1 0-16,-1 4-11 16,-5-1 10-16,-2 4-6 0,0 0 2 15,0 0 5-15,-11-1 2 16,-2 2-1-16,-5-3 5 16,0-2 9-16,0-2 22 15,-4 0 14-15,3-4-7 16,-2-2-8-16,1-2-2 15,2 0-8-15,0-2-7 16,0 0-6-16,1 0-2 16,-1 0-11-16,2 0-13 15,2-2-32-15,4-4-44 16,5 0-53-16,5-4-102 16,7 2-125-16,11 0-487 0</inkml:trace>
  <inkml:trace contextRef="#ctx0" brushRef="#br0" timeOffset="-20082.96">22465 13668 62 0,'0'0'266'16,"0"0"-20"-16,0 0-77 15,0 0 2-15,0 0-66 16,0 0-24-16,0 0 9 16,51-66-5-16,-33 60-11 15,2 1-9-15,-2 3-24 16,-1 0-5-16,2 2-18 16,-1 0-17-16,-3 0 0 15,-3 9-1-15,-4 4-6 16,-1 1 6-16,-5 4 0 0,-2 3 13 15,0 1 6 1,0-1-3-16,-17 6 1 0,-4-1-8 16,-3 0 3-1,-3 0-11-15,0-2 0 0,0-6 0 16,3-2-1-16,4-4-14 16,5-3-10-16,5-7-3 15,6-2-2-15,4 0 29 16,0 0-8-16,0 0-2 15,0 0-12-15,2-5-17 16,14-3 7-16,1-2 9 16,6 0 3-16,4 2-2 15,0 2 10-15,2 1 4 0,0 2 8 16,-3 3-1-16,0 0-7 16,-1 0 6-16,-2 0-4 15,-1 0 6 1,-4 3 0-16,0-2 19 0,-1-1 4 15,-1 0 11-15,-1 0 3 16,1 0-9-16,-3 0-3 16,-1-7-8-16,-1-2-1 15,-7-3-16-15,-2 6 0 16,-2-3-71-16,0 9-113 16,-6 0-191-16,-5 0-454 0</inkml:trace>
  <inkml:trace contextRef="#ctx0" brushRef="#br0" timeOffset="-15913.69">23123 13153 22 0,'0'0'32'0,"0"0"-25"16,0 0 159-16,0 0-39 16,0 0-28-1,0 0 60-15,0 0-25 0,-21-14-20 16,17 11 5-16,0 1-1 16,1 1-21-16,1 1-30 15,0 0-9-15,0 0-8 16,2 0 0-16,0 0 2 15,0 0 6-15,0 0-1 16,0 0-13-16,0 0-21 16,11 0-13-16,13 0-1 15,12 0 42-15,4 0-23 16,5 0-9-16,-1 0-6 0,-4 0-13 16,-4 0-25-16,-5 1-31 15,-7 1-22-15,-6 1-55 16,-9 2-80-16,-9 1-159 15,0 0-232-15</inkml:trace>
  <inkml:trace contextRef="#ctx0" brushRef="#br0" timeOffset="-15552.58">23165 13284 87 0,'0'0'284'0,"0"0"-88"15,0 0 2-15,0 0-32 16,0 0-17-16,0 0-22 16,0 0-28-16,124-9-5 15,-103 5-30-15,-4 2-25 16,-3-1-24-16,-3 2-8 0,-5-2-7 16,-1 3-41-16,0 0-72 15,-3 0-132-15,0 0-102 0</inkml:trace>
  <inkml:trace contextRef="#ctx0" brushRef="#br0" timeOffset="-14869.24">22645 12578 310 0,'0'0'182'15,"0"0"-114"-15,0 0-46 16,0 0-2-16,0 0 79 0,0 0 24 16,-77 109-36-1,30-65-14-15,-9 4-15 0,-5 2 7 16,-1 0-7-16,5-3 7 16,3-1-15-16,11-6-24 15,10-5-3-15,9 1-10 16,4-7-7-16,7-1-5 15,6-6-1-15,0-1-26 16,7-8-64-16,0-1-42 16,0-2-62-16,14-3-77 15,8-7-124-15</inkml:trace>
  <inkml:trace contextRef="#ctx0" brushRef="#br0" timeOffset="-13802.46">23726 12872 339 0,'0'0'191'0,"0"0"-30"0,0 0-19 15,0 0-54-15,0 0-14 16,0 0-9-16,118-39-5 16,-95 39-18-16,-3 0-11 15,-3 0 6-15,-1 4-16 16,-3 6-14-16,-4 4-7 15,-2 1 6-15,-2 0 2 16,-5 3 7-16,0 1 5 16,0 0-1-16,0 4 1 15,-12-2-4-15,-3 2-3 16,-3-1-11-16,0-4 5 16,-2-2-6-16,3-3-1 0,1-5-28 15,3-3-31-15,-1-1 17 16,5-4 10-1,0 0 15-15,2 0-11 0,3 0 22 16,4 0 6-16,0 0-13 16,0-4 4-16,0-2 8 15,0 0 1-15,8 0-13 16,2 2-6-16,1 2-11 16,-1 2 13-16,4 0 1 15,2 0 7-15,0 0 8 16,2 0 1-16,1 0 0 15,4 0 26-15,2 0 25 16,1 0 12-16,-2 0 7 16,1 0 11-16,-3-2-8 15,-4 0-39-15,-4 2-23 0,-4 0-11 16,-5 0 0 0,0 0 0-16,-3 0-16 0,0 0-67 15,-2 0-99-15,0 2-149 16,0 6-163-16</inkml:trace>
  <inkml:trace contextRef="#ctx0" brushRef="#br0" timeOffset="-13319">23580 13266 152 0,'0'0'153'16,"0"0"-58"-16,0 0-33 15,0 0-6-15,0 0-11 16,0 0-15-16,0 0 110 16,54 0 41-16,-13 5-41 0,10-1-17 15,9-2 22-15,5-2-6 16,7 0-20-16,-4 0-36 15,-5 0-9 1,-10 0-22-16,-13-2-16 0,-13-2-20 16,-9 2-14-16,-9 2 3 15,-3 0-5-15,-3 0-1 16,-3 0-49-16,0 0-107 16,0 6-141-16,-3 8-28 15,-9 2-80-15</inkml:trace>
  <inkml:trace contextRef="#ctx0" brushRef="#br0" timeOffset="-12619.44">23669 13644 312 0,'0'0'286'15,"0"0"-107"-15,0 0-14 16,0 0-35-16,0 0-51 16,0 0-25-16,0 0-15 15,73-62 0-15,-62 51-19 16,0 1 3-16,-2-2 11 15,0 2-10-15,-1-4 5 16,0 3 2-16,-2 0 20 16,-1-1 11-16,-1 6 1 0,-2 0-9 15,-2 4 1 1,2 2-31-16,-2 0-24 0,0 0-12 16,0 0-17-16,0 0-2 15,0 12 21-15,0 2 9 16,0 6 1-16,0 3 1 15,0 0 0-15,0 5 7 16,0 1 5-16,-2-3-13 16,-2-1 0-16,-1 0 1 15,3-7 1-15,-2-2-2 16,2-3 0-16,0-2 0 16,-1-3 0-16,0-4 1 15,3 0 0-15,0-4 0 0,-2 2 6 16,2-2 2-16,0 0-2 15,0 0-7-15,0 0-36 16,0 0-92-16,0 2-84 16,0 2-130-16,2-4-240 0</inkml:trace>
  <inkml:trace contextRef="#ctx0" brushRef="#br0" timeOffset="-11735.88">24074 13483 150 0,'0'0'117'0,"0"0"-10"16,0 0-42-16,0 0-16 16,0 0 4-16,0 0 5 15,0 0-3-15,-25-4 0 16,21 4-5-16,-2 0-17 16,-2 0-2-16,2 2-18 15,-1 6 14-15,-1 2-8 16,0 0-5-16,-1 2 5 15,1 0-9-15,1 2-3 16,-2-2-6-16,2 2 1 16,1 0-1-16,-1 1 9 15,2 1-2-15,3-2 2 16,0 1-10-16,2 2 7 0,0-4-1 16,0 4-5-16,0-3 0 15,0-2 0-15,2 0 8 16,5-4-9-16,-4-1 0 15,1-2 1-15,0-1 16 16,3 0 37-16,4-2 31 16,2-2-7-16,3 0-21 15,0 0-34-15,-4 0-15 16,0 0-2-16,-1 0-6 16,-2 0 1-16,0 0-1 15,0 0 9-15,-1-2-2 0,2-6-6 16,-1 2 11-1,-3-1-12-15,1-2 7 0,0 1-1 16,-3 0-4-16,1-1 5 16,-3 1 7-16,-2-2 8 15,0 3 10-15,0-1 2 16,0 0-13-16,0 2-5 16,-4 0-14-16,-10 1-1 15,1 4-1-15,-3-1-1 16,-2 2-11-16,2 0 5 15,-1 0 5-15,-1 2-12 16,-2 5 7-16,0 2-2 16,0 1-10-16,2 0-30 15,0 4-64-15,5-2-126 16,4-2-153-16</inkml:trace>
  <inkml:trace contextRef="#ctx0" brushRef="#br0" timeOffset="-10819.12">22082 13866 149 0,'0'0'255'0,"0"0"-41"0,0 0-22 16,0 0-35 0,0 0-43-16,114-70-37 0,-61 40-2 15,12-2 1-15,4-6-14 16,2 0 16-16,-4 2 33 15,-9 5-20-15,-19 9-21 16,-10 8-32-16,-15 6-27 16,-5 7-11-16,-7 1-6 15,2 0-28-15,-1 0-75 16,2 7-6-16,-3 5-32 16,-2 10-67-16,0-1-49 15,0-6-35-15</inkml:trace>
  <inkml:trace contextRef="#ctx0" brushRef="#br0" timeOffset="-9017.78">23530 13084 157 0,'0'0'272'15,"0"0"-93"-15,0 0-15 16,0 0-63-16,0 0-33 15,0 0 22-15,0 0-28 16,79-30-9-16,-29 10 37 16,10-2 14-16,7 0-12 15,1-2-22-15,-4 4-15 16,-7 2-12-16,-7 2-15 16,-8 4-3-16,-11 2 7 15,-9 3-19-15,-6 2-6 0,-7 3-7 16,-7 2-30-1,0 0-114-15,-2 7-123 0,0 12-47 16,0-2-73-16</inkml:trace>
  <inkml:trace contextRef="#ctx0" brushRef="#br0" timeOffset="-8468.86">24346 13262 59 0,'0'0'365'0,"0"0"-171"15,0 0-18-15,0 0-12 16,0 0-62-16,127-8-42 16,-110 8-26-16,-5 0-26 15,-3 0-8-15,-5 0-36 16,-4 0-133-16,0 4-191 0</inkml:trace>
  <inkml:trace contextRef="#ctx0" brushRef="#br0" timeOffset="-8186.13">24386 13403 385 0,'0'0'99'0,"0"0"14"16,0 0 54-16,0 0-32 15,0 0-40-15,0 0-44 0,0 0-12 16,100 6-23-16,-91-6-16 16,0 0 0-16,-2 0-90 15,-3 0-179-15</inkml:trace>
  <inkml:trace contextRef="#ctx0" brushRef="#br0" timeOffset="-7536.15">24716 13153 22 0,'0'0'241'16,"0"0"-158"-16,0 0-2 15,0 0-25-15,0 0-18 16,0 0 8-16,0 0 3 15,40-109 26-15,-38 93 9 16,0 2 10-16,-2 0 4 16,0 4-5-16,0 2-20 15,2 4-23-15,-2 2-14 16,0 2-4-16,2 0-19 16,-2 0 1-16,0 0-13 15,0 0-1-15,0 0-6 0,0 2-18 16,0 11 22-16,0 8 2 15,3 6 12-15,-1 0-6 16,-2 7 2-16,2 0-7 16,0 0 6-16,3 1-7 15,0-4 0-15,-3-3 2 16,2-6-2-16,-2-1 0 16,3-10 0-16,-3 0 1 15,0-5-1-15,0-2-13 16,-2-2-52-16,0 0-88 15,0 2-127-15</inkml:trace>
  <inkml:trace contextRef="#ctx0" brushRef="#br0" timeOffset="-7168.93">24640 13387 189 0,'0'0'250'0,"0"0"-102"0,0 0 2 15,0 0 1-15,0 0-20 16,0 0 12-16,151-4-2 16,-99 2-6-16,-2-1-10 15,2 2-15-15,-6-1-46 16,-5 2-37-16,-10-3-26 16,-4 3-1-16,-10 0-50 15,-5 0-56-15,-12 0-109 16,0 0-139-16,0 3-482 0</inkml:trace>
  <inkml:trace contextRef="#ctx0" brushRef="#br0" timeOffset="-6602.59">23590 13884 3 0,'0'0'192'15,"0"0"-32"-15,0 0 36 16,0 0-21-16,0 0 7 16,0 0-35-16,0 0-24 15,136-60 35-15,-76 32-23 0,10-2 2 16,3-4-5-16,0-1-31 16,-1 6-28-16,-7 2-27 15,-9 5-17-15,-12 5-20 16,-9 4-2-16,-8 6-7 15,-9 2 1-15,-7 3-1 16,-7 0-15-16,-4 2-52 16,0 0-96-16,0 13-150 15,-2 4-50-15,-9 2-187 0</inkml:trace>
  <inkml:trace contextRef="#ctx0" brushRef="#br0" timeOffset="-5885.3">24727 13632 101 0,'0'0'156'0,"0"0"-16"16,0 0-15-16,0 0-2 15,0 0 21-15,0 0 1 16,0 0-32-16,93 26-8 15,-64-26-9-15,-2-6-6 16,-2-5-11-16,-4-1-5 16,0 1 3-16,-6-2-11 15,-3 1-18-15,-4-2-6 16,-3 0-5-16,-3 1-11 16,-2-2-1-16,0 1-12 0,0 5-13 15,-15 0-23-15,-6 7-3 16,-6 2-18-16,-4 0-54 15,-4 8-47-15,-9 16-71 16,5-4-58-16,13 0-88 0</inkml:trace>
  <inkml:trace contextRef="#ctx0" brushRef="#br0" timeOffset="-5319.54">24901 13646 320 0,'0'0'172'0,"0"0"-22"16,0 0-52-16,0 0-53 15,0 0-16-15,0 0 10 16,0 0 10-16,-74 6-6 0,59 6-11 16,-1 1-7-1,0 4-9-15,3-2-15 0,2 2 0 16,4-2 0-16,2 4 12 15,3-5-2-15,2 2 12 16,0 0-7-16,0-4 0 16,0 0 3-16,12-3 10 15,1-2 32-15,5-3 31 16,1-2-12-16,4 0-35 16,1-2-13-16,1 0-12 15,0 0 8-15,-6-7 2 16,2-4 8-16,-4-1-3 15,-1-6-1-15,-3-2-11 16,-1 0-11-16,-6-2 8 16,1 0 2-16,-7-3 0 15,0 5-5-15,0 2-17 0,-5 3 0 16,-13 4-39-16,-17 11-89 16,3 0-177-16,3 0-209 0</inkml:trace>
  <inkml:trace contextRef="#ctx0" brushRef="#br0" timeOffset="4663.81">13965 8205 421 0,'0'0'141'0,"0"0"-63"16,0 0 61-16,0 0-42 16,0 0-63-16,0 0-12 0,3-14-15 15,-3 14 6-15,0 14-1 16,0 5 27-16,-6 2-9 16,-2 3-2-16,-3 4-8 15,-1 0-7-15,1 1 0 16,1-3-13-16,2-5 7 15,4-4-4-15,2-5-3 16,2-8 0-16,0-4-3 16,0 0-4-16,16-8 7 15,15-12 11-15,13-8-10 16,10-7-1-16,4-1 0 16,4-2 2-16,3 0-2 15,-3 4 6-15,-2 0-6 0,-4 3 7 16,-3 4 6-1,-1 1 6-15,-10 4 20 0,-6 1-14 16,-9 9 1-16,-12 3-13 16,-9 5 7-16,-3 1-20 15,-3 3-13-15,0 0-81 16,0 16-107-16,-7 5-117 16,-6 3-169-16</inkml:trace>
  <inkml:trace contextRef="#ctx0" brushRef="#br0" timeOffset="5830.6">13852 15825 385 0,'0'0'378'16,"0"0"-192"-16,0 0-54 16,0 0-18-16,0 0-36 0,0 0-24 15,0 0-37-15,10-10-16 16,-10 20 0-16,0 13 18 15,0-2 33-15,0 8-4 16,-8 0-7-16,-6-2-22 16,3-4-4-16,0-7-15 15,4-1 0-15,5-11 0 16,2-4 1-16,0 0 17 16,0 0-1-16,14-8 30 15,15-16-4-15,10-7-22 16,15-9-21-16,6-10 11 15,9 2-10-15,4-7 15 0,4 3 20 16,-6 7 8-16,-11 4 1 16,-11 10-33-16,-15 9 1 15,-12 9-12-15,-11 4 5 16,-5 4-6-16,-1 5-7 16,-5 0-22-16,2 0-60 15,-2 0-82-15,0 0-86 16,0 0-351-16</inkml:trace>
  <inkml:trace contextRef="#ctx0" brushRef="#br0" timeOffset="44797.37">28403 5829 38 0,'0'0'86'0,"0"0"-55"0,0 0-31 15,0 0-13-15,0 0-13 16,0 0 7-16,0 0-30 15,0 0 49-15,0 0 189 16,0 2-25-16,0 1-1 16,0-3-33-16,0 1-39 15,0-1-27-15,0 0-21 16,0 0-11-16,0 1-3 16,0-1 5-16,0 3 10 15,0-1-4-15,0-1 11 16,14 4 34-16,3-1 11 15,8 2-32-15,1 0-15 16,6 0-24-16,1 0-7 16,0-2-3-16,1 2-14 0,-5-2 4 15,-2-2-5-15,-7 2-24 16,-7-2-77-16,-2-2-103 16,-6 0-107-16,-5 0-38 0</inkml:trace>
  <inkml:trace contextRef="#ctx0" brushRef="#br0" timeOffset="45196.61">28432 6007 7 0,'0'0'2'15,"0"0"200"-15,0 0-39 16,0 0 19-16,0 0 40 15,0 0-11-15,0 0-39 16,95 49-42-16,-59-44-14 16,5 1-40-16,-4-1-17 0,-1 1-19 15,-5-5-16 1,-6 2-18-16,-7-1 0 0,-5-2-6 16,-7 0-34-16,-1 0-57 15,-5 0-79-15,0 0-143 16,0-11-270-16</inkml:trace>
  <inkml:trace contextRef="#ctx0" brushRef="#br0" timeOffset="46330.6">26462 5084 13 0,'0'0'13'0,"0"0"219"15,0 0-112-15,0 0-82 0,0 0-8 16,0 0-14-16,0 0 16 15,-33 33 40-15,33-31 46 16,0 2 9-16,0-1 9 16,4-1 10-16,14-1-14 15,9 1-17-15,9 1-22 16,8-2-16-16,12-1-13 16,6 0-1-16,5 0 2 15,-5 0-21-15,-4 0-15 16,-9 1-2-16,-9-1 5 15,-6 3-10-15,-10-3 4 16,-3 2-7-16,-8-2-7 16,-3 0-5-16,-2 0-6 15,-4 0 5-15,-2 0-5 16,-2 0 0-16,0 0-1 0,0 0-30 16,0 0-50-16,0 0-27 15,-6 0-105-15,-8-7-151 16,-1-5-280-16</inkml:trace>
  <inkml:trace contextRef="#ctx0" brushRef="#br0" timeOffset="47031.1">26881 5034 225 0,'0'0'150'0,"0"0"-42"15,0 0 39-15,0 0-10 16,0 0-1-16,0 0 9 15,0 0-30-15,54 69-29 16,-28-57-36-16,3 2-26 16,-2 0-11-16,0 0-3 15,-5-2-9-15,-1 0 0 16,-6-2-1-16,-2 1 0 16,-2-2-1-16,-2 2 0 15,0-2 1-15,-4-1-6 16,-1-2-4-16,-2-2-2 15,-2-1 1-15,0-2 3 16,0-1-3-16,0 3 3 0,0 1 8 16,-2 2 11-1,-7 0-2-15,-4 1-8 0,0 6 11 16,-5-1 5-16,-1 0 1 16,0 1-2-16,-1 4 4 15,1-4 10-15,4 0 7 16,2-3-11-16,4-4 0 15,2 0 2-15,5-2-11 16,0-4-8-16,2 2-2 16,0-2-7-16,0 0-13 15,0 0-92-15,0 0-128 16,0 0-335-16</inkml:trace>
  <inkml:trace contextRef="#ctx0" brushRef="#br0" timeOffset="48046.14">26493 6873 16 0,'0'0'19'16,"0"0"251"-16,0 0-41 0,0 0-93 15,0 0-25 1,0 0-43-16,0 0-21 0,-64 19 5 15,64-19 16-15,0 2 23 16,0-2-1-16,0 2-15 16,18 0-14-16,9 3 9 15,10 1-5-15,10-2-7 16,6 5-13-16,6-3-1 16,-1-4 10-16,0 0 9 15,-6-2 7-15,-4 0-6 16,-6 0-4-16,-9 0 6 15,-4-2-12-15,-7-5-10 16,-5 1-10-16,-4 2-16 16,-7 2-11-16,-4 1-7 15,-2 1-1-15,0 0-57 0,0 0-77 16,0 0-56-16,0 0-83 16,-6 0-70-16,-3 0-162 0</inkml:trace>
  <inkml:trace contextRef="#ctx0" brushRef="#br0" timeOffset="48713.62">26828 6779 172 0,'0'0'226'0,"0"0"-102"15,0 0-14-15,0 0-2 16,0 0-14-16,0 0-23 16,0 0-13-16,55 43 7 15,-34-33 0-15,-2-2-7 16,0 2-12-16,-2-1-10 0,-1-2-21 16,-1 0-8-16,1 2-7 15,-3 1 2-15,-1-2-2 16,-1 1 0-16,-3-2 1 15,0-1-1-15,-2 0 2 16,1 0-1-16,-3-2 4 16,0 2-5-16,0-2-7 15,-4-2-8-15,4 2-2 16,-4 1 0-16,0-4-1 16,0 2 8-16,0 4 4 15,0-1 6-15,-12 2 2 16,-3 2 9-16,-8 0-1 15,1 4 21-15,-1-2 11 0,-1 0-3 16,2 0 23 0,4-2-4-16,2-2-10 0,6-2-6 15,2-2-4-15,4 0-10 16,2-2-14-16,2-2-13 16,0 3 0-16,0-2-1 15,0 4-70-15,0 1-66 16,0-3-89-16,0 4-178 0</inkml:trace>
  <inkml:trace contextRef="#ctx0" brushRef="#br0" timeOffset="49931.1">26770 8504 41 0,'0'0'39'16,"0"0"142"-16,0 0-57 15,0 0-76-15,-123 16 2 16,92-6-11-16,0 0 16 16,-1 0 30-16,6 0-2 15,4-2-11-15,6-2-10 16,7-2-4-16,5-4 8 15,2 2 1-15,2-2 30 0,0 0 10 16,8 0-10 0,17 0-25-16,13 0-24 0,11 0 24 15,4 0-7-15,5 0-1 16,0-4-10-16,-6 4-6 16,-6 0-23-16,-3 0-9 15,-10 0-5-15,-4 0-11 16,-5 0 1-16,-6 0-1 15,-3 4 0-15,-3 0 0 16,-3-1 0-16,-3-2 1 16,-2-1-2-16,2 0 1 15,-6 3-12-15,2-3-37 16,-2 0-70-16,0 0-70 16,0 0-92-16,0-7-243 15,-2-1-149-15</inkml:trace>
  <inkml:trace contextRef="#ctx0" brushRef="#br0" timeOffset="50382.06">26944 8463 9 0,'0'0'19'16,"0"0"168"-16,0 0 27 16,0 0-83-16,0 0-46 0,0 0-39 15,0 0-15 1,-14 9 3-16,14-3 54 0,0 2 39 16,7 0-15-16,6 2-18 15,3 2-20-15,4 0-37 16,0 3-21-16,0-2-6 15,0 1-9-15,-2 3 5 16,-1-4-5-16,-1 0 0 16,-3-2 0-16,-3-3-1 15,-1 1-1-15,-5-4 1 16,-2-1 0-16,0-1-1 16,-2-2 0-16,0 2 1 0,0-2 10 15,0 1 4-15,-2 2 18 16,-7 0 23-1,-4 0-13-15,0 2-20 0,0 3-12 16,-3-2-10-16,-1 3-10 16,-4 7-75-1,3-3-131-15,3 0-180 0</inkml:trace>
  <inkml:trace contextRef="#ctx0" brushRef="#br0" timeOffset="51147.02">26493 10317 65 0,'0'0'19'0,"0"0"285"0,0 0-100 15,0 0-56-15,0 0-25 16,0 0-62-16,0 0-21 15,-44 15 17-15,44-10 29 16,0-1 32-16,11 0 13 16,14 2-17-16,10 0-20 15,12-2-14-15,11 0-20 16,5-1-21-16,1-3-14 16,-1 1-6-16,-8-1-4 15,-8 0 1-15,-12 2-2 16,-6 1-5-16,-8-2-8 15,-8 3-1-15,-5-1-1 16,0 4-12-16,-4-3-33 0,-2 0-54 16,-2 0-71-16,0-4-91 15,0 0-132-15,0 0-103 0</inkml:trace>
  <inkml:trace contextRef="#ctx0" brushRef="#br0" timeOffset="51496.83">26928 10249 58 0,'0'0'13'0,"0"0"368"0,0 0-204 16,0 0-66-1,0 0-17-15,0 0-46 0,0 0 1 16,-58 52 19-16,58-36 11 15,13-1 10-15,12 4-23 16,4-1-6-16,5-5-31 16,-3 0-11-16,0-3-10 15,-6-2-7-15,-8 0-1 16,-3 0-1-16,-8-2-5 16,-1 2-2-16,-5 2 8 15,0-1 1-15,0 3 12 16,-13-3-2-16,-8 3 2 15,-1 0-13-15,-1-4 0 0,4-2-75 16,-2-6-103-16,8 0-133 16,4-8-55-16</inkml:trace>
  <inkml:trace contextRef="#ctx0" brushRef="#br0" timeOffset="52879.2">29256 5947 20 0,'0'0'158'16,"0"0"93"-16,0 0-119 15,0 0-6-15,0 0-35 16,0 0-23-16,0 0-3 16,-104 10-2-16,97-8 1 15,2-2-22-15,3 2 0 16,2-2 16-16,0 0 13 0,0 0-6 16,0 0 3-16,0 0-16 15,0 0-20-15,0 0-22 16,11 0-10-16,16 0-6 15,18 0 6-15,17 0 10 16,36 0-9-16,41 0 0 16,48 0 9-16,17-4 5 15,1-1-2-15,-24 0 1 16,-54 5-8-16,-36-2-5 16,-33 0 0-16,-20 0 6 15,-7 0 7-15,-2-1 31 0,-8 2 25 16,-11 0 10-1,-7 1-13-15,-3 0-20 0,0 0-25 16,0 0-22-16,0 0-52 16,0-3-78-16,-13 3-187 15,-8-2-292-15</inkml:trace>
  <inkml:trace contextRef="#ctx0" brushRef="#br0" timeOffset="54296.56">29428 5403 10 0,'0'0'0'0,"0"0"354"16,0 0-103-16,0 0-33 15,0 0-3-15,0 0-38 16,0 0-2-16,76-27-17 15,-76 27-34-15,0 0-45 0,0 0-79 16,0 0-12-16,-7 10-23 16,-5 8 31-16,-5 4 4 15,-8 5 19-15,-1 0-6 16,-4 2-13-16,-1-4 0 16,0 1-32-16,2-4-6 15,0-4-19-15,8-1-35 16,0-7-5-16,5-2-10 15,7-2-24-15,5-5-10 16,2-1 58-16,2 0 51 16,0 0 32-16,0 0-7 15,0 0 7-15,9-3 20 16,2-1-12-16,7 0-7 16,6 1 0-16,7 2 16 15,5 1 2-15,2 0 33 0,0 0 24 16,-2 0 18-16,-3 0-21 15,-6 0-21-15,-8 0-20 16,2 0-23-16,-5 0-3 16,-1 0-6-16,-2 0-27 15,-3-3-28-15,-4-3-54 16,-6-8-47-16,-2 1-169 16,-14-4-388-16</inkml:trace>
  <inkml:trace contextRef="#ctx0" brushRef="#br0" timeOffset="54629.66">29448 5367 32 0,'0'0'294'16,"0"0"120"-16,0 0-129 15,0 0-17-15,0 0-86 16,0 0-78-16,0 0-52 15,0-11-52-15,0 19-13 16,2 12 13-16,2 7 29 16,1 12 15-16,0 3-2 15,-5 7-8-15,0-2 2 16,0 1 14-16,0-3-12 16,0-9-12-16,0-6-11 15,0-8 0-15,0-5-7 16,0-5 0-16,0-1-7 0,0-5 7 15,0-2-8-15,0 0-21 16,0-4-69-16,0 0-69 16,6 0-112-16,1 0-235 15,-1-2-99-15</inkml:trace>
  <inkml:trace contextRef="#ctx0" brushRef="#br0" timeOffset="55063.64">29682 5586 234 0,'0'0'333'0,"0"0"-90"15,0 0-12-15,0 0-34 0,0 0-63 16,0 0-31-16,0 0-31 15,118 68-30-15,-98-43-6 16,-2-1-10-16,-1 0-10 16,-3-4-15-16,-3-4 5 15,-1-4-4-15,-4-3-2 16,-2-4-8-16,-2-3-47 16,1-2-67-16,-3 0-61 15,2-6-101-15,-2-4-238 0</inkml:trace>
  <inkml:trace contextRef="#ctx0" brushRef="#br0" timeOffset="55346.16">29863 5561 186 0,'0'0'286'0,"0"0"-163"16,0 0-11-16,0 0 2 16,0 0-37-16,-63 114 12 15,47-89-16-15,3 0-11 16,-1-5-16-16,6-6-13 16,-1-2-12-16,-1-2-8 15,4-5-5-15,2 1-8 16,2-3 0-16,2-3-97 15,0-3-86-15,6-5-149 0</inkml:trace>
  <inkml:trace contextRef="#ctx0" brushRef="#br0" timeOffset="56146.11">30050 5492 318 0,'0'0'324'0,"0"0"-83"15,0 0-28-15,0 0-73 16,0 0-27-16,0 0-13 0,0 0-27 15,37-64-25-15,-24 53-25 16,1 4-5-16,1 1-7 16,4 5-10-16,-2 1 0 15,1 0 0-15,0 0 8 16,0 0-8-16,-2 11-1 16,-3 5-1-16,-5 4-15 15,0 6 6-15,-8 2 10 16,0 4 2-16,0 2-1 15,-12 0 7-15,-5-2-2 16,-6 0-6-16,3-5-33 16,-2-5-11-16,2-3-4 15,4-4-4-15,3-3-3 16,6-4 0-16,3-4-18 16,2-1 11-16,2-3 42 0,0 0 20 15,0 0 23-15,6-5-7 16,7-5 5-16,3 0 1 15,2 2-10-15,0 2-12 16,2 3 0-16,2 3-1 16,0 0-5-16,3 0 5 15,0 0-1-15,-2 3 2 16,2-1 10-16,-2-1 25 16,-3 2 26-16,-3-3 14 15,-3 0-6-15,-1 0-11 16,0 0 4-16,-3 0 16 15,-2-4 9-15,1-8-8 16,-2 0-39-16,-2-1-24 16,-3 1-16-16,-2 2-77 0,0 1-97 15,-14 0-220-15,-3 5-409 0</inkml:trace>
  <inkml:trace contextRef="#ctx0" brushRef="#br0" timeOffset="57380.3">29308 6311 10 0,'0'0'110'0,"0"0"245"15,0 0-106-15,0 0-25 0,0 0-33 16,0 0-43-16,0 0-16 16,93 13-17-16,-53-10-21 15,4 0-18-15,-1-3-25 16,-5 0-22-16,-5 0-17 15,-6 0-11-15,-6 0-1 16,-6 0-4-16,-5 0-54 16,-10 0-87-16,0 0-171 15,0 0-332-15</inkml:trace>
  <inkml:trace contextRef="#ctx0" brushRef="#br0" timeOffset="57896.32">29385 6332 36 0,'0'0'0'0,"0"0"290"16,0 0-136-16,0 0-36 15,0 0-17-15,0 0-54 16,0 0-14-16,-79 77-6 15,73-69-9-15,2 0-11 16,4-4-6-16,0-1 5 16,0 1 13-16,10-1 46 0,7-3 53 15,8 0-37 1,2 0-23-16,-1 0-4 0,1 0-4 16,-1 0 13-16,-1 0-5 15,0 0-22-15,-3 2-27 16,-2 4-9-16,-4 1 0 15,-3 4-1-15,-2-1-9 16,-4 1-3-16,-5 4 4 16,-2-1 9-16,0 2 5 15,0 1-3-15,0 4 6 16,-2-5-2-16,-7 0 1 16,-3-4 1-16,2-2-7 0,-6-2 17 15,0-4 19-15,-2 0 20 16,5-2-7-1,3-2-16-15,-2 0-15 0,5 0-8 16,3 0-11 0,-3 0-15-16,2-5-48 0,5-12-78 15,0 1-127-15,0-1-255 16</inkml:trace>
  <inkml:trace contextRef="#ctx0" brushRef="#br0" timeOffset="58313">29818 6435 261 0,'0'0'224'15,"0"0"-32"-15,0 0 50 16,0 0-90-16,0 0-33 0,122 101-8 15,-95-80-41-15,-4-3-22 16,-6-4 10-16,-1-2-23 16,-5-2-22-16,-3-2-7 15,-2-4-5-15,0 1-1 16,-4-4-8-16,3 1-47 16,-1-2-67-16,-4 0-111 15,0 0-154-15</inkml:trace>
  <inkml:trace contextRef="#ctx0" brushRef="#br0" timeOffset="58630.09">29996 6391 508 0,'0'0'140'0,"0"0"-50"16,0 0 20-16,0 0-25 15,0 0-37-15,-104 116-21 16,79-82-2-16,0-2-2 16,3-4 3-16,4-1 4 15,2-10-4-15,8-3-1 16,-1-4-1-16,7-4-9 15,-1-3-8-15,3-3-7 16,0 0-10-16,0 0-78 0,9-12-105 16,4-3-373-16</inkml:trace>
  <inkml:trace contextRef="#ctx0" brushRef="#br0" timeOffset="59397">30148 6356 318 0,'0'0'275'0,"0"0"-77"15,0 0 8-15,0 0-44 16,0 0-36-16,0 0-2 15,0 0-20-15,133-29-15 0,-102 29-29 16,-2 0-2-16,-4 0-22 16,-3 0-18-16,-6 1-18 15,-7 7 0-15,-5 4-11 16,-4 3-11-16,0 3 13 16,-9 1-8-16,-13 2 1 15,-7-1-17-15,2-4-9 16,0-1-20-16,5-2-10 15,5-4 20-15,5-2 3 16,3-3 8-16,7-2 34 16,2-2 7-16,0 0 41 15,0 0 51-15,4-4-42 16,7-5-17-16,3 0 5 16,-1 3-9-16,1-1-8 15,1 6-10-15,3-2-9 0,2 3-2 16,0 0-6-16,1 0 5 15,-4 9-6-15,-1 0 5 16,-3 6-20-16,-4-1 6 16,-4 2 2-16,-5 1 1 15,0 4 4-15,0-4 8 16,0 4-7-16,-5-5 7 16,-8 0-9-16,2-4 9 15,-3-2 1-15,1-4 7 16,0-1 20-16,1-4 10 0,-1-1-9 15,-1 0 0 1,1 0-9-16,-3-6-19 0,1-8-35 16,-5-16-93-16,3 6-164 15,0-2-344-15</inkml:trace>
  <inkml:trace contextRef="#ctx0" brushRef="#br0" timeOffset="59996.42">30943 5717 329 0,'0'0'313'0,"0"0"-40"16,0 0-24-16,0 0-75 15,129 0-41-15,-93 0-17 16,-3 0-57-16,-2 0-42 0,-4 0-17 15,-6 0-6 1,-4 0-69-16,-3 0-101 0,-12-4-147 16,-2 2-220-16</inkml:trace>
  <inkml:trace contextRef="#ctx0" brushRef="#br0" timeOffset="60230.07">30977 5775 16 0,'0'0'362'0,"0"0"-40"16,0 0-103-16,0 0 7 0,0 0-13 16,0 0-37-16,0 0-57 15,131 30-56-15,-98-30-36 16,-4 0-25-16,2 0-2 15,-2 0-88-15,21-7-131 16,-8-6-158-16,0-1-355 0</inkml:trace>
  <inkml:trace contextRef="#ctx0" brushRef="#br0" timeOffset="60796.09">31739 5316 20 0,'0'0'1'16,"0"0"152"-16,0 0 22 15,0 0-90-15,0 0-14 16,0 0-21-16,-116 80-12 16,107-60-7-16,6 0-6 15,3-2 8-15,0-2 16 16,0-4 2-16,14-2 18 16,6-5 39-16,2-5 15 15,3 0 9-15,-1 0 0 16,3-9-18-16,-2-5-18 0,-6-1-23 15,-3-4-4-15,-5 1-17 16,-4 2-11-16,-5 0-26 16,-2 2-15-16,0 2-37 15,-15 2-64-15,-12 4-45 16,-18 2-96-16,7 4-72 16,2 0-174-16</inkml:trace>
  <inkml:trace contextRef="#ctx0" brushRef="#br0" timeOffset="61297.45">31618 5532 3 0,'0'0'22'0,"0"0"236"16,0 0-160-16,0 0-20 15,0 0-13-15,0 0-15 16,0 0 7-16,-36 107-20 15,36-83 2-15,0-1 0 16,0 2-4-16,12-5 2 0,1-3-2 16,1-2 5-1,-2-5 4-15,5-2 31 0,-5-4 13 16,5-4 25-16,0 0 17 16,3 0-15-16,3 0-21 15,0-6-16-15,4-6-4 16,2-2-4-16,-4-5 0 15,0-6 6-15,-8-2-2 16,-5-5-13-16,-6 0-5 16,-6 0-25-16,0 5-25 15,-2 2-6-15,-18 9-70 16,-7 7-48-16,-24 9-140 0,6 0-237 16,3 0-172-16</inkml:trace>
  <inkml:trace contextRef="#ctx0" brushRef="#br0" timeOffset="61963.92">31509 5842 12 0,'0'0'27'15,"0"0"-5"-15,0 0 164 0,0 0-49 16,0 0-13-16,-114 5 6 16,97-3-28-16,0 0 1 15,9 0-8-15,4-2-10 16,1 2-8-16,3-2 3 16,0 0 7-16,5 0 1 15,19 0-20-15,18 0-11 16,14 2-9-16,15 2-6 15,10-2 18-15,4 2-1 16,-8-2-5-16,-6 1-3 16,-7-3-13-16,-12 0 0 15,-9 0 8-15,-9 0-7 0,-13 0-18 16,-5 0-9-16,-9 0-12 16,-3 0-7-16,-4 0-56 15,0 0-94-15,0 3-115 16,-15 3-125-16,-3 2-270 0</inkml:trace>
  <inkml:trace contextRef="#ctx0" brushRef="#br0" timeOffset="62780.2">31451 6259 493 0,'0'0'365'16,"0"0"-68"-16,0 0-80 0,0 0-114 15,0 0-52-15,0 0-15 16,0 0-20-16,62-48-6 16,-48 37-9-16,-1-3 5 15,-2 0-5-15,0 1 12 16,-2-2 3-16,0 3 16 16,0-1-3-16,-4 4 2 15,-1 3 11-15,-2 4 1 16,-2 0-7-16,0 2-9 15,0 0-10-15,0 0-17 16,0 0-20-16,0 14-15 16,0 10 35-16,0 8 0 0,0 8 13 15,-4 3-3 1,-3 2-3-16,0-2 2 0,3-3-8 16,-1-8 8-16,3-4 3 15,2-8 21-15,-2-4 14 16,2-4-1-16,-2-4-10 15,2-4-14-15,0-2-4 16,0 0-9-16,0-2 2 16,0 0-11-16,0 0-25 15,0 0-80-15,6-2-71 16,3-9-168-16,3 3-539 0</inkml:trace>
  <inkml:trace contextRef="#ctx0" brushRef="#br0" timeOffset="63165.61">31721 6128 39 0,'0'0'183'0,"0"0"184"0,0 0-74 16,0 0-69-1,0 0-45-15,0 0-25 0,0 0-13 16,137 12-7-16,-92-10-27 15,-3-2-31-15,-6 0-26 16,-7 0-28-16,-9 0-16 16,-9 0-6-16,-4 0-1 15,-4 0-24-15,-1 0-31 16,0 0-71-16,-2 0-144 16,-2 2-304-16,-14-2 44 0</inkml:trace>
  <inkml:trace contextRef="#ctx0" brushRef="#br0" timeOffset="63780.05">31810 6126 41 0,'0'0'14'0,"0"0"282"16,0 0-149-16,0 0-32 16,0 0 2-16,0 0-37 15,0 0-33-15,-60 44-2 16,51-30 13-16,1-4-16 16,2 0-12-16,4-4-4 0,2-2-7 15,0-1-10-15,0 0 4 16,0-1-5-16,0 0 7 15,4 0 17-15,10-2 18 16,1 2 10-16,6-2-11 16,1 0-30-16,2 0 0 15,-2 0-1-15,-1 0 9 16,-4 0-3-16,1 0 1 16,-3 0-2-16,1 2 0 15,-3 2-1-15,6 2-20 16,-11 2-2-16,4 3 0 15,-1 0-6-15,-5 1-4 16,1 0 10-16,-2 3 0 16,-3-2-1-16,-2 1 1 0,0 0-8 15,0 0 7-15,0 0 1 16,-12-1 0-16,0-1 1 16,-7-1-1-16,2-3 6 15,-3 1 0-15,-1-1 10 16,2-3 23-16,-2-2 25 15,6-2 15-15,4-1-2 16,0 0-6-16,2 0-10 16,2-1-21-16,0-7-23 15,1-4-17-15,1-1-20 16,3-7-102-16,0 4-162 16,0 2-405-16</inkml:trace>
  <inkml:trace contextRef="#ctx0" brushRef="#br0" timeOffset="78895.88">28514 13134 10 0,'0'0'15'0,"0"0"156"15,0 0-3-15,0 0-76 16,0 0 41-16,0 0-26 15,-33 10-1-15,31-10 7 0,2 2-5 16,0-2 2-16,0 0 12 16,0 0-21-16,0 0-34 15,0 0 0-15,0 0 3 16,0 0-11-16,4 0-5 16,17 0-17-16,5 0 21 15,5 0-17-15,5 0-16 16,-5 0-15-16,-3 0-9 15,-5 4-1-15,-5-1-7 16,-3 0-38-16,-3-1-34 16,-3 0-11-16,-1 0-43 15,-8-2-71-15,0 0-175 16,0 0-229-16</inkml:trace>
  <inkml:trace contextRef="#ctx0" brushRef="#br0" timeOffset="79279.31">28414 13366 286 0,'0'0'274'16,"0"0"-49"-16,0 0 55 16,0 0-38-16,0 0-39 15,0 0-38-15,0 0-50 16,121 21-11-16,-100-17-34 15,-2 0-32-15,-4 0-13 16,-1 0-19-16,-4 1-6 16,-1-2-19-16,-1 1-51 15,2-3-65-15,13-1-66 16,-4-2-133-16,4-13-408 0</inkml:trace>
  <inkml:trace contextRef="#ctx0" brushRef="#br0" timeOffset="80429.4">29207 13369 12 0,'0'0'210'0,"0"0"59"16,0 0-93-16,0 0 29 15,0 0-54-15,0 0-71 0,0 0-32 16,-51 2-22-1,49-1-10-15,2-1-2 0,0 0 22 16,0 0 27-16,0 0 16 16,0 0 3-16,0 0 2 15,0 0-11-15,4 0-6 16,12 0-18-16,8 0 1 16,14 0-15-16,9 0-14 15,11 0-11-15,13 0-1 16,10 0 4-16,27 0 10 15,27 0 2-15,-10 6 10 16,-13-1-7-16,-14 1-9 16,-21-2-11-16,5 2 9 15,4 0-1-15,-9-3-3 16,-11-2 8-16,-10-1 8 0,-12 0 10 16,-5 0-7-16,-13 0 5 15,-8 0-2-15,-5 0 2 16,-3 0-10-16,-4 0-5 15,-4 0-7-15,-2 0-8 16,0 0-6-16,0 0-1 16,0 0 0-16,0 0-8 15,0 0 2-15,0 0-5 16,-4 0-55-16,-2 0-91 16,-17 5-98-16,3 0-58 15,-5 1-307-15</inkml:trace>
  <inkml:trace contextRef="#ctx0" brushRef="#br0" timeOffset="91195.83">25986 12611 22 0,'0'0'49'0,"0"0"187"15,0 0-8-15,0 0-89 0,0 0-11 16,0 0-15 0,0 0-25-16,-19 0-31 0,19 0 6 15,0 0 4-15,0 0-8 16,0 0-20-16,0 0 0 16,0 0-15-16,0 0-23 15,0 3-1-15,0-1 0 16,0 4 4-16,12 3 29 15,1 1 22-15,5 2-2 16,4 0 2-16,3 2-4 16,4 0 4-16,-2 4-31 15,-1-2-11-15,3 2 0 0,-2 2-6 16,1 0 0 0,1 1-1-16,3-2 7 0,2 3-5 15,1-4 2-15,-1 3-3 16,-1-4 6-16,-2 2 2 15,-4-1-15-15,-2 0 6 16,-1 0-4-16,-2 2 9 16,1 0-10-16,-1 0 6 15,2 0-6-15,1 2 5 16,2 2-5-16,-3-2-1 16,3 2 2-16,0-1-1 15,-3-1 5-15,3-1-5 16,-3 1 5-16,1 0-6 15,0 3 0-15,-2-1-1 16,4 2 1-16,2 2 0 16,0-2 1-16,2 2 0 15,3-2 6-15,1-1-5 0,4 0-1 16,1-2 9-16,2-2-9 16,1 2-1-16,-1 1 1 15,-5-1-1-15,-1-1 0 16,-5 3-1-16,-2-4 1 15,-4 2 0-15,-3-1-1 16,-1-1 1-16,-4-4-1 16,1 1 0-16,-3-2 0 15,-1 0 1-15,-1-6-1 16,0 2 1-16,-1 0 0 16,1-2 6-16,3 0 1 0,3 0 12 15,6 3 12 1,4 0 23-16,0 1-14 0,0 0-10 15,-6-2-17-15,-6 0-11 16,-5-6-1-16,-8-2 5 16,-2 0 8-16,-2-4 13 15,0 0 24-15,0 0 7 16,0 0-5-16,0 0-16 16,0 0-37-16,0-5-18 15,0-2-182-15,-2-3-118 16,0 3-230-16,0-2-388 0</inkml:trace>
  <inkml:trace contextRef="#ctx0" brushRef="#br0" timeOffset="92046">27536 13950 46 0,'0'0'26'15,"0"0"-8"-15,0 0 332 0,0 0-184 16,0 0 23 0,0 0-33-16,0 0-39 0,-9-28 9 15,9 22-6-15,0 2-11 16,0 2-12-16,0 0-12 15,5 2-37-15,6 0-48 16,5 0-10-16,6 10 1 16,2 2 1-16,3 2 8 15,0 0 9-15,-3-1-8 16,-3-4 10-16,-6 0-3 16,-4-5 5-16,-2-3-5 15,-4 2 5-15,-1-3-4 16,0 1-1-16,-4-1-2 15,2 0-4-15,-2 0 9 0,0 0 7 16,0 0 23-16,0 0 29 16,0-4-36-16,0-6-33 15,0-2 6-15,0-2-6 16,-2 0 0-16,-2-2-1 16,0 0 6-16,1-2 0 15,1 2 3-15,2-4 7 16,0 1-7-16,0-4 11 15,0 4 10-15,0 2 46 16,2 5 6-16,-2 2-20 0,3 5-19 16,-3 4-27-1,0 1-16-15,0 0-22 0,0 0-71 16,0 0-117-16,2 20-17 16,4-1-107-16,-1-2-286 0</inkml:trace>
  <inkml:trace contextRef="#ctx0" brushRef="#br0" timeOffset="94615.61">25917 14259 38 0,'0'0'267'15,"0"0"-86"-15,0 0-126 16,0 0-29-16,0 0 2 16,0 0-5-16,0 0 7 15,0 2 18-15,0-2 22 0,0 0-5 16,-3 0-4 0,3 0-5-16,-2 0-11 0,2 0-6 15,-3 0 6-15,3 0 1 16,-2 0 3-16,0 0-11 15,0 0 4-15,2 0 4 16,0 0-9-16,0 0-10 16,0 0-8-16,0 0-9 15,0 0-4-15,0 0 6 16,0 0 4-16,0 0 2 16,0 0 4-16,0 0 10 15,0 0-1-15,0 0 1 16,0 0-2-16,0 0-6 0,0 0-8 15,0 0-3-15,0 0 4 16,0 0-5-16,0 0-3 16,0-2-1-16,6-5-7 15,4-2 0-15,-1 1-1 16,1-2 6-16,2 1 4 16,-1 2-4-16,-2-3-5 15,2 2 8-15,2-2-2 16,0-2-5-16,3 2-1 15,5-6 14-15,0-3-2 16,2 2-3-16,4-1 15 16,0-5-3-16,-1 4 6 15,3-4-8-15,-3 1 1 16,3 0-2-16,0-1-5 0,0-1-3 16,5-1-10-16,-1 1 2 15,1-2-3-15,0 2 6 16,-1 0-5-16,-2 0 1 15,3 0-1-15,-3 1-1 16,2 0 0-16,3-2 0 16,1 2 0-16,4-4 0 15,3 0 0-15,6-4 1 16,2 0 5-16,2-6-6 16,-2 3 7-16,-8 2 1 15,-3 4-8-15,-8 2 6 16,-2 2-5-16,-2 0 0 15,0-1 0-15,2 0 6 0,3-1-7 16,1-5 0 0,3-2 1-16,2-2 0 0,5 2-1 15,-5-2 11 1,-3 3 6-16,-3 4 5 0,-5 4 0 16,-9 7 4-16,-5 4 7 15,-1 1-2-15,-1 0 0 16,3-1 0-16,3-3 17 15,6-2-8-15,0 2-7 16,0 0-6-16,-5 5 8 16,-7 3-4-16,-4 1-10 15,-3 4-5-15,-3 1-15 16,-1 2 0-16,0-3-1 16,-2 3 0-16,3 0 0 15,-3 0-1-15,0 0-9 0,0 0-20 16,0 0-19-16,0 0-35 15,0 0-70-15,0 0-45 16,-14 0-117-16,1 0-335 16,-6 3-215-16</inkml:trace>
  <inkml:trace contextRef="#ctx0" brushRef="#br0" timeOffset="95428.95">27586 12856 33 0,'0'0'1'16,"0"0"15"-16,0 0 199 16,0 0-78-16,0 0-24 15,0 0 27-15,0 0-16 16,0 0-29-16,0 0-18 16,4 2-8-16,7-1-8 15,5 4 4-15,1-4-1 16,5 2-8-16,3-2-18 15,-2 2-15-15,-2-2-9 16,0 2-2-16,-1-3-9 0,-3 2-2 16,2-1 0-1,-4-1 5-15,-1 3-5 16,-1-3 6-16,-3 0-1 16,-2 0 4-16,-2 0-1 0,-4 0-6 15,1 0-2-15,-3 0 0 16,0 0-1-16,0 0-1 15,0 0-11-15,0 1-1 16,0-1 12-16,0 3 1 16,0-2-11-16,0 2-8 15,-3 3 10-15,-1 0 9 16,-2 6 1-16,-4 0 12 16,1 3 12-16,-1 3-1 15,-2 3-9-15,3-1-5 0,1-2 3 16,0 0 0-1,2-2 8-15,1-6 13 0,1-2-2 16,4-6 0-16,-2-2 16 16,2 0 12-16,0 0-7 15,0 0-30-15,0 0-23 16,0 0-1-16,0 6-132 16,2 0-226-16,0 1-349 0</inkml:trace>
  <inkml:trace contextRef="#ctx0" brushRef="#br0" timeOffset="101279.87">28191 14114 45 0,'0'0'0'16,"0"0"0"-16,0 0 344 0,0 0-204 15,0 0-31-15,0 0-18 16,0 0-39-16,0 0-26 15,-13 14-4-15,13-14 30 16,0 0 6-16,0 0 18 16,0 0 8-16,0 0 0 15,0 0-1-15,4-4 28 16,14-9-57-16,6-9-38 16,11-6-9-16,4-6 8 15,10-9 2-15,5-7 2 16,6-1-9-16,4-8 8 15,3 1 0-15,3-3 1 16,-1 0-7-16,-1-4 0 0,3 0-5 16,4-8-6-16,2-2 6 15,-1 0-6-15,-3 5-1 16,-6 9-1-16,-13 13 1 16,-17 14 1-16,-14 12 17 15,-12 12 3-15,-6 4-2 16,-5 6-19-16,0 0-9 15,0 0-7-15,0 0-1 16,0 0-21-16,0 0 19 16,0 4 12-16,0 2-25 15,0 0-51-15,-5 0-94 16,3 0-94-16,-1-6-220 0</inkml:trace>
  <inkml:trace contextRef="#ctx0" brushRef="#br0" timeOffset="101895.69">29134 13010 25 0,'0'0'27'16,"0"0"237"-16,0 0-159 0,0 0-22 15,0 0 3-15,0 0-35 16,0 0-27-16,131 52-12 15,-104-46-2-15,0 0-9 16,-5-2 0-16,-5 1 0 16,-5-4 1-16,-3 1-1 15,-7-2 1-15,-2 0-2 16,0 3 0-16,0-2-5 16,0 0 5-16,-6 5 0 15,-8 3 40-15,-1 1 66 16,-2 4 15-16,-2 2-50 15,1 0-31-15,3 0-15 0,1-1-12 16,5-5-7 0,5-5-6-16,2 1 0 0,2-4-39 15,0 3-67-15,0-1-102 16,2-2-166-16</inkml:trace>
  <inkml:trace contextRef="#ctx0" brushRef="#br0" timeOffset="104195.06">29423 12431 172 0,'0'0'138'0,"0"0"80"0,0 0-76 15,0 0 41-15,0 0-43 16,-106 102-30-16,87-73-13 15,2 6-3-15,1 3 0 16,5 2-28-16,5 4-21 16,6 2-5-16,0 3-21 15,0-4-7-15,17-1-7 16,3-6-5-16,1-3-2 16,0-11-11-16,-2-6 1 15,1-3 12-15,-3-9 42 16,4-4 2-16,0 1-18 15,2-3-4-15,1 0-9 16,1 0-3-16,-2-3-4 0,-4-8-5 16,1-3 0-16,-2 0 1 15,-4-4 8-15,-4 0-3 16,-3-1-5-16,-2 2 6 16,-5 1-7-16,0 2-1 15,0 1 1-15,0 2-1 16,-5 0 1-16,-4 2 0 15,-1 0 6-15,-7-1 9 16,2 5 5-16,-5-2-1 16,-5 5-20-16,-4 2-1 15,0 0-7-15,-2 0-5 16,0 6-9-16,5 6-23 16,1 3-54-16,9 2-71 0,3 16-33 15,4-5-105-15,4-3-84 16</inkml:trace>
  <inkml:trace contextRef="#ctx0" brushRef="#br0" timeOffset="104729.39">29769 12890 323 0,'0'0'328'15,"0"0"-107"-15,0 0-68 16,0 0-66-16,0 0-22 16,0 0 30-16,0 0-18 15,88 50-26-15,-55-24-25 16,-5-1 6-16,1 4-12 16,-5-5-8-16,-1-4-11 15,-8-4-1-15,-1-5-5 16,-6-2-45-16,-1-3-21 15,-3-4-35-15,-4-2-82 16,0 0-124-16,0-8-377 0</inkml:trace>
  <inkml:trace contextRef="#ctx0" brushRef="#br0" timeOffset="105012.09">29963 12832 338 0,'0'0'225'0,"0"0"-127"15,0 0 84-15,0 0-17 16,0 0-40-16,-54 127-38 16,39-89-10-16,-3-2-18 0,3-7-14 15,3-2-13 1,1-10-11-16,4-3-7 0,2-6-12 15,5-3-1-15,0-4-1 16,0-1-30-16,0 0-82 16,5 0-124-16,8 0-154 15,0-6-253-15</inkml:trace>
  <inkml:trace contextRef="#ctx0" brushRef="#br0" timeOffset="105379.01">30156 12616 25 0,'0'0'504'15,"0"0"-285"-15,0 0-10 16,0 0-10-16,0 0-24 16,150-21-7-16,-97 15-37 0,1-2-27 15,-3 2-31 1,-4 2-27-16,-9-1-27 15,-9 4-13-15,-12-2-6 0,-5 3-60 16,-12 0-128-16,0 3-179 16,0 3-188-16</inkml:trace>
  <inkml:trace contextRef="#ctx0" brushRef="#br0" timeOffset="105977.52">30212 12622 3 0,'0'0'176'16,"0"0"-65"-16,0 0-47 15,0 0 12-15,0 0-7 16,-85 113-24-16,79-101-12 16,4-6 9-16,2-1 13 15,0-5-22-15,0 0 16 16,8 0 42-16,10 0 26 16,5 0-40-16,3 0-21 15,3 0-8-15,0-2-3 16,-2-1 7-16,0 3 6 15,-3 0 0-15,-1 0-2 0,-4 0-22 16,0 0-11 0,-2 3-11-16,1 5-12 0,-3-1 0 15,-1 5-1-15,1 2 1 16,-1 0 1-16,-3 3-1 16,3-2 1-16,-6 3-1 15,1 0 0-15,-2 3-18 16,-4-2-2-16,-1 3 8 15,-2-1 11-15,0-3 1 16,0-1 0-16,-14 0 0 16,-3-3 2-16,-6-2 9 15,-2-5 39-15,-4 0 17 16,-2-7 21-16,0 0 1 0,0 0-29 16,0 0-10-16,2-8-16 15,2-4-20-15,5 2-14 16,4 0-27-16,4-1-66 15,8-2-97-15,3 1-148 16,3 2-281-16</inkml:trace>
  <inkml:trace contextRef="#ctx0" brushRef="#br0" timeOffset="111745.91">29437 13898 117 0,'0'0'270'16,"0"0"138"-16,0 0-120 16,0 0-54-16,0 0-87 0,0 0-54 15,0 0-15-15,-7 0 10 16,16 0 16-1,2 0-18-15,5-8-39 0,7 1-22 16,2-2-13-16,7-1-11 16,4 2-1-16,-3 2 0 15,1 2 0-15,-7 2-2 16,-6 2-7-16,-5 0-8 16,-5 3-11-16,-5 14-31 15,-3 3 17-15,-3 8 26 16,0 1 9-16,-5 4 7 15,-14 4 15-15,-6-4-14 16,-6 3 13-16,-2-2-6 0,-5-5-8 16,2-3-8-16,-2-6-1 15,7-1-8-15,4-8-2 16,7-3 1-16,7-2-7 16,6-4 18-16,5-2 7 15,2 0 15-15,0 0-8 16,0-2-7-16,9-9-23 15,4 3 17-15,3-5 6 16,6 5-1-16,3 0-7 16,2 4 6-16,6 1-9 15,0 3 3-15,3 0 8 16,-3 0 3-16,-4 0 4 16,-4 3-6-16,-4 3 9 15,-2-2-1-15,-4 0-7 0,1 0-1 16,-5 0-1-16,0-2-47 15,0 1-74-15,7-3-69 16,-2 0-107-16,-6 0-189 0</inkml:trace>
  <inkml:trace contextRef="#ctx0" brushRef="#br0" timeOffset="112029.83">29867 14027 573 0,'0'0'237'16,"0"0"-109"0,0 0-67-16,0 0 46 0,0 0 23 15,0 0-8-15,0 0-21 16,94 104-22-16,-75-84-28 15,-1-2-26-15,0-2-17 16,0-2 0-16,-4-2-8 16,-4-2-1-16,-1-2-54 15,-2-2-51-15,-2-2-76 16,-5-4-98-16,0 0-58 16</inkml:trace>
  <inkml:trace contextRef="#ctx0" brushRef="#br0" timeOffset="112312.21">30050 14011 124 0,'0'0'98'15,"0"0"178"-15,0 0-158 16,0 0-14-16,0 0 62 15,0 0-47-15,0 0-17 16,-83 100-16-16,63-76-5 16,0 0-13-16,4-6-26 0,-1-2-9 15,3-1-12-15,3-7-11 16,3 1-10-16,0-1-2 16,4-2-96-16,4-6-111 15,0 2-129-15,0-2-201 0</inkml:trace>
  <inkml:trace contextRef="#ctx0" brushRef="#br0" timeOffset="112862.4">30310 13886 9 0,'0'0'248'0,"0"0"143"16,0 0-115-16,0 0-32 15,0 0-35-15,0 0-64 16,0 0-17-16,4-18-49 15,-4 18-38-15,0 0-34 16,0 2-7-16,-2 12-7 0,-7 6 7 16,-1-2 3-1,-4 6 22-15,-3-2-16 16,-4 3 4-16,-1-3-13 16,-1-3-6-16,1-1-23 15,0-1-8-15,4-6-15 0,3-2-23 16,6-3-13-16,7 0 8 15,2-6 30-15,0 0 33 16,0 0 10-16,2 0 7 16,9 0 20-16,5 0-13 15,3 0-7-15,6-4 1 16,6 0 16-16,2 0 18 16,3-1-10-16,-5 4-8 15,-2 1-17-15,-6 0 0 16,-3 0-33-16,0 0-30 0,-2 0-67 15,-1-6-100-15,-3-2-121 16,-5 0-303-16</inkml:trace>
  <inkml:trace contextRef="#ctx0" brushRef="#br0" timeOffset="113162.2">30268 13800 564 0,'0'0'335'15,"0"0"-139"-15,0 0-42 0,0 0-154 16,0 0 16 0,0 0-16-16,0 0 55 0,15 134 7 15,-5-82-20-15,-2-1 9 16,1-5-6-16,-3-7-19 15,2-8-8-15,-4-12-5 16,1-6-3-16,-3-7-9 16,0-6 21-16,0 0-22 15,0 0-9-15,0-8-117 16,0-10-215-16,-2 0-760 0</inkml:trace>
  <inkml:trace contextRef="#ctx0" brushRef="#br0" timeOffset="114112.2">28037 13024 536 0,'0'0'206'16,"0"0"1"-16,0 0-21 15,0 0-115-15,0 0-56 16,0 0-4-16,0 0 14 16,25 15 52-16,2 6 21 15,6 9-18-15,14 8-27 16,6 8 24-16,13 8-20 16,2 9-14-16,3 5-21 15,3 2-12-15,0 0-4 16,-6-4-6-16,-5-8 0 15,-5-4 1-15,-7-5 0 16,-6-5-1-16,-6-6 1 0,-7-7-1 16,-8-6 0-16,-5-6 1 15,-7-6-1-15,-3-5 1 16,-4-4 0-16,-2-4 0 16,-1 0 1-16,-2 0 9 15,0 0 4-15,0 0 2 16,0 0-17-16,2 0-42 15,0 0-51-15,-2 0-111 16,0-2-308-16,0-4-395 0</inkml:trace>
  <inkml:trace contextRef="#ctx0" brushRef="#br0" timeOffset="114512.09">28795 13891 26 0,'0'0'61'0,"0"0"380"15,0 0-253-15,0 0 18 16,0 0-94-16,0 0-76 0,0 0 14 16,67-7 11-1,-40 13-13-15,-1 10-12 0,1 0-4 16,-2 3-10-16,-6-2-9 16,0-1-7-16,-6-6-4 15,-2-4 4-15,-2-2 0 16,0-4 14-16,-3 0 52 15,4-5 1-15,-2-12-44 16,-1-1-22-16,-5-2-7 16,-2 0-58-16,0-3-52 15,0 9-136-15,-6 1-302 0</inkml:trace>
  <inkml:trace contextRef="#ctx0" brushRef="#br0" timeOffset="117629.95">30923 13211 309 0,'0'0'296'16,"0"0"-25"-16,0 0-12 16,0 0-64-16,0 0-67 15,125 10-52-15,-103-6-36 16,1-1-19-16,-4 3-14 15,-3-1-7-15,-3 0-30 16,-1-1-68-16,-10-1-93 16,0-1-148-16,-2-2-165 0</inkml:trace>
  <inkml:trace contextRef="#ctx0" brushRef="#br0" timeOffset="117912.15">30972 13395 186 0,'0'0'260'0,"0"0"-58"0,0 0 61 15,0 0-68 1,0 0-65-16,0 0-37 15,113 14-29-15,-92-14-25 16,-3 0-12-16,-3 0-3 0,-4 0-11 16,-4 0-2-16,-5 0-11 15,-2 0-33-15,0 0-83 16,-6 0-125-16,-8-6-265 0</inkml:trace>
  <inkml:trace contextRef="#ctx0" brushRef="#br0" timeOffset="122262.15">31460 12887 46 0,'0'0'159'16,"0"0"111"-16,0 0-58 16,0 0-4-16,0 0-69 15,0 0-58-15,0 0-8 16,5-15-3-16,3 12-24 15,3-2-15-15,7 0-1 0,3-1 22 16,5 0-18-16,7 0 8 16,3 2-1-16,2 0-2 15,0 4-9-15,-3 0-9 16,-4 0-5-16,-4 0-5 16,-4 0-11-16,-8 4-9 15,-6 9-9-15,-2 2-2 16,-7 7-12-16,0 3 4 15,-11 3 27-15,-16-2-1 16,-4 2-2-16,-5-4 4 16,0-6 0-16,5-2-9 15,4-4-5-15,6-4 1 0,2-4 1 16,4-2-1 0,1 0 0-16,6-2-9 0,-1 0 0 15,7 0 3-15,2 0 18 16,0 0-19-16,0-8 0 15,6 0-7-15,9 2 27 16,4-2 0-16,-2 4 1 16,3 2-1-16,1-1 9 15,0 3 0-15,2 0-1 16,-1 0 2-16,1 0-2 16,-4 5 0-16,0 5-8 15,-4 0-7-15,-1 4 6 16,-6 0-1-16,1 2 1 15,-2 1-9-15,-2 0 4 16,-3-1-1-16,-2 2 6 0,0-2-1 16,0 1 1-16,0-1-3 15,-5-3 3-15,-2 0 2 16,-2-4-1-16,3-2 0 16,-3-1 2-16,-5-4 27 15,-1-2 27-15,-7 0-2 16,-3 0-22-16,0 0-19 15,2 0-12-15,2 0 0 16,3 0-1-16,5-5-19 16,2 2-40-16,2-8-81 15,4 1-135-15,3 1-252 0</inkml:trace>
  <inkml:trace contextRef="#ctx0" brushRef="#br0" timeOffset="122881.96">31939 12861 87 0,'0'0'43'0,"0"0"-34"15,0 0 118-15,0 0-9 16,0 0-29-16,0 0 44 15,0 0-13-15,-52 86-19 16,46-61-13-16,-1 0 2 16,3 6-1-16,4-3-9 15,0 0-41-15,0 0 0 16,0 0 3-16,17-4 4 16,8 1-2-16,2-6-11 15,2 0-12-15,-2-6-1 0,-3-5-8 16,-2-2 12-16,1-6-5 15,-3 0 7-15,-1 0 21 16,4-6-21-16,-3-9-14 16,3-6 1-16,-6-2-12 15,1-4 12-15,-7-1 6 16,-2 0 9-16,-7 0-11 16,-2 2-2-16,0 0 4 15,-7 0-16-15,-12 2-3 16,-6 1 0-16,-4 4-9 15,-6 3 9-15,-4 4-40 0,-3 3-66 16,2 9-23 0,-9 0-69-16,13 6-74 15,10 9-126-15</inkml:trace>
  <inkml:trace contextRef="#ctx0" brushRef="#br0" timeOffset="123529.19">31471 13455 273 0,'0'0'163'16,"0"0"1"-16,0 0 12 16,0 0-24-16,0 0-26 15,0 0-22-15,0 0-11 16,-43-4-21-16,43 4-15 15,0 0-11-15,14 0-11 16,11 0-6-16,17 0 12 16,18 0-4-16,18 0-3 15,14 0 1-15,8 0-10 16,2 0 18-16,0 0-11 16,-5 0-10-16,-13 0 5 15,-12 0 3-15,-14 0 5 16,-18 0-10-16,-14-2-6 0,-8 2-8 15,-14 0-10-15,-2 0 0 16,-2 0-1-16,0 0-7 16,0 0-40-16,0 0-26 15,-2 0-37-15,-17 0-117 16,-2 6-86-16,-1 0-88 0</inkml:trace>
  <inkml:trace contextRef="#ctx0" brushRef="#br0" timeOffset="124862.51">31683 13712 127 0,'0'0'68'0,"0"0"-59"16,0 0 45-16,0 0-5 15,0 0 5-15,0 0 12 16,0 0 76-16,87 68 11 15,-70-68-22-15,1-8-30 16,0-8 10-16,-2-1 1 16,-3-6-8-16,1-2-16 15,-10 2 4-15,-2 1-21 0,-2 3-26 16,0 3-16 0,0 5-27-16,-6 0-2 0,-10 4-16 15,-7 0-3-15,-5 5-57 16,-3 2 5-16,-8 0-46 15,2 2-20-15,-13 19-65 16,10-2-127-16,11-1-82 16</inkml:trace>
  <inkml:trace contextRef="#ctx0" brushRef="#br0" timeOffset="125464.01">31747 13744 75 0,'0'0'222'0,"0"0"-122"0,0 0 15 16,0 0-15-16,0 0-35 15,0 0-3-15,0 0-9 16,-95 76 4-16,83-55-17 16,3 6-10-16,5-4 4 15,4 4-8-15,0-4-12 16,6 2 3-16,17-5 2 16,2-4 29-16,4-2 8 15,0-3-14-15,-3-5-4 16,1-5-6-16,-3-1-3 15,1 0 13-15,2 0 9 0,2-13 1 16,2-6-12-16,-2-3-5 16,-2-4 25-16,-6-1-9 15,-4-2 11-15,-9-1-15 16,-6 1-24-16,-2-2-17 16,-2 6-6-16,-20 2-22 15,-5 4-43-15,1 8-66 16,-5 7-35-16,6 4-123 15,11 0-280-15</inkml:trace>
  <inkml:trace contextRef="#ctx0" brushRef="#br0" timeOffset="126245.16">32603 13331 120 0,'0'0'258'0,"0"0"-54"15,0 0 21-15,0 0-81 0,0 0-38 16,0 0-14 0,0 0-12-16,89 0 0 0,-69 0-22 15,0 0-22-15,-5-3-23 16,-3 3-13-16,-3 0-7 15,-3 0-36-15,1 0-39 16,2 0-42-16,-4 9-83 16,-3-1-63-16,-2-4-49 0</inkml:trace>
  <inkml:trace contextRef="#ctx0" brushRef="#br0" timeOffset="126662.03">32567 13466 173 0,'0'0'227'0,"0"0"-83"16,0 0 19-16,0 0-8 16,0 0-24-16,0 0-12 15,0 0-14-15,128 15-3 16,-109-13-34-16,-3-2-38 15,-7 0-15-15,-5 0-14 16,-2 0 1-16,-2 0-2 16,0 0-18-16,0 0-56 15,0 0-58-15,0 0-56 16,0-8-55-16,0-6-302 0</inkml:trace>
  <inkml:trace contextRef="#ctx0" brushRef="#br0" timeOffset="127247.05">32059 12823 201 0,'0'0'163'16,"0"0"-31"-16,0 0 20 0,-100 113-41 16,67-73 6-1,-4 4-9-15,2 0-8 0,2 2-33 16,-1-3 31-16,3-3-21 16,4-5-32-16,0-5-12 15,8-5-17-15,1-6-3 16,3-2-3-16,3-8-10 15,5 0-5-15,3-5-32 16,2-4-22-16,2 0-35 16,4-2-55-16,12-10-208 0</inkml:trace>
  <inkml:trace contextRef="#ctx0" brushRef="#br0" timeOffset="127928.7">33273 13044 439 0,'0'0'216'0,"0"0"-12"16,0 0 46-16,0 0-68 15,0 0-50-15,0 0-7 16,0 0-43-16,0-72-46 16,0 72-36-16,0 0-3 15,0 12-35-15,-4 12 38 16,-5 8 6-16,-2 6 32 16,0 4-12-16,0 2 3 15,0-4-11-15,4-4-2 16,2-5 0-16,1-8 0 15,0-5-3-15,-1-3 0 16,3-5-2-16,0-4-1 16,2 0-9-16,0-4 7 15,0-2 0-15,0 0-8 0,0 0-7 16,0 0-46-16,0 0-53 16,0-8-104-16,0-4-333 0</inkml:trace>
  <inkml:trace contextRef="#ctx0" brushRef="#br0" timeOffset="128312.01">33391 13033 61 0,'0'0'337'0,"0"0"-159"16,0 0 25-16,0 0-16 15,137 0-73-15,-97 0-30 16,-1 0-3-16,-5 0-19 0,-3 0-21 16,-6 0-20-16,-9 0-15 15,-3 0-6-15,-11 0 0 16,-2 0-62-16,0 3-126 16,-11 0-133-16,-14-1 28 15,-2-2-108-15</inkml:trace>
  <inkml:trace contextRef="#ctx0" brushRef="#br0" timeOffset="128812">33454 13028 108 0,'0'0'122'0,"0"0"-27"16,0 0 23-16,0 0-44 16,0 0 8-16,0 0 2 15,-119 90-22-15,109-81-23 16,1-2-15-16,5-2-5 16,4-3-19-16,0-2 1 15,0 3 0-15,2-3 39 16,13 0 54-16,10 0 28 15,4 0-41-15,0 0-38 16,4 0-15-16,0-4-5 0,-4 4-7 16,-4 0 0-1,-2 0-9-15,-10 0-6 0,2 0 4 16,-6 8-5 0,0 2 0-16,-3 3 14 0,1 0-4 15,-2 3-8-15,-3 2-2 16,-2 3 0-16,0-3 0 15,0 0 16-15,-14-2 13 16,-1-2 6-16,-1-4 35 16,1 0-8-16,1-4-12 15,-1-3-10-15,1 0-15 16,1-1-7-16,-5-2-18 16,-1 2-2-16,-6-2-110 15,-15 0-103-15,7 0-279 0,2 0-342 16</inkml:trace>
  <inkml:trace contextRef="#ctx0" brushRef="#br0" timeOffset="129262.11">32841 13475 101 0,'0'0'219'0,"0"0"-102"16,0 0 36-16,0 0-16 15,0 0 8-15,0 0-17 16,0 0-48-16,25 6 10 16,20-6-8-16,15 2 18 15,15 0 3-15,25 0 18 16,29-2-18-16,-8 0-15 16,-10 0-33-16,-15 0-20 15,-23 0-19-15,-1 2-14 0,-12 0-1 16,-26 0 0-1,-19 2-1-15,-8 1-41 0,-7-4-43 16,0 4-46-16,0-2-53 16,0 1-62-16,0-3-133 15,0 2-208-15</inkml:trace>
  <inkml:trace contextRef="#ctx0" brushRef="#br0" timeOffset="129878.63">33510 13694 284 0,'0'0'228'0,"0"0"-104"16,0 0-60-16,0 0-11 0,0 0 21 15,0 0 10-15,0 0-12 16,-127 50-13-16,91-36-14 16,-1-2-15-1,0 2-18-15,2-4-5 0,1 2-1 16,5-2-4-16,8 0-2 16,0-2-17-16,9-2-12 15,8-2-12-15,4-2-11 16,0-2 2-16,0 1 11 15,2-1 39-15,12 0 0 16,1 3 10-16,4-3-9 16,3 0-1-16,2 2-1 15,5-2 0-15,2 0 0 16,2 2 0-16,4-2 1 16,3 2 15-16,-3 0 35 0,3 4 25 15,3-6-9-15,-3 4 7 16,0-2 4-16,-16 2-42 15,-3-1-22-15,-10-2-13 16,-7 1-34-16,-4 1-94 16,0-2-93-16,-11-1-71 15,-7 0-278-15</inkml:trace>
  <inkml:trace contextRef="#ctx0" brushRef="#br0" timeOffset="130211.98">33439 13637 123 0,'0'0'595'0,"0"0"-449"16,0 0-21-16,0 0-51 15,0 0-49-15,0 0 37 16,0 0 16-16,-34 83 12 15,30-47-16-15,-1 2 0 16,0 2-18-16,1-2-6 16,2 0-17-16,0-4 2 15,2-6-17-15,0-2-4 16,0-8-1-16,0-4-11 16,0-1 5-16,0-8-7 15,0-2 0-15,0-2-77 0,0-1-90 16,4 0-133-16,-2-5-235 0</inkml:trace>
  <inkml:trace contextRef="#ctx0" brushRef="#br0" timeOffset="130878.64">32275 13458 35 0,'0'0'281'0,"0"0"-67"16,0 0-7-16,0 0-12 15,-162 100-50-15,92-55-32 16,-5 11-10-16,-10 5-18 16,1-1-11-16,1-4 0 0,12-6-5 15,13-9-8-15,15-10-22 16,14-9-8-16,12-8-17 16,7-6-6-1,8-6-1-15,0-2 2 0,2 0 2 16,0 0 4-16,0 0 8 15,0 0-23-15,0 0-17 16,0 0-97-16,0 0-123 16,2 0-258-16,3 0-198 0</inkml:trace>
  <inkml:trace contextRef="#ctx0" brushRef="#br0" timeOffset="144294.9">30137 15199 129 0,'0'0'242'16,"0"0"-73"-16,0 0 28 15,0 0-28-15,0 0-34 16,0 0-9-16,0-17-28 16,-5 17-21-16,-2 0-28 0,-2-5-7 15,1 5 8 1,-4 0-7-16,-3 0-15 0,-3 0-6 15,-3 0 2-15,2 0 1 16,1 9-9-16,-2 1 2 16,0 2 4-16,2 2-1 15,0 4 4-15,0-4-4 16,1 8-11-16,3-5-10 16,1 6 2-16,1-2-1 15,6 2 5-15,1 0-5 16,5-2-1-16,0-1 0 15,0 0 1-15,0 0-1 16,0-1 2-16,13-2 6 16,1-1-2-16,5 2-5 15,-2-4 7-15,3 0-2 0,2 3-4 16,-2-9 5 0,1-2 3-16,-2-1-9 0,1-1 6 15,1-1 0-15,-2-3 1 16,-1 0-7-16,-3 0 0 15,2 0 1-15,-2-3 8 16,1-2-3-16,-3-9 3 16,-2 2-8-16,0 2 4 15,-4-4-5-15,0 1 1 16,-3 2 5-16,-1 0-6 16,-3-1 0-16,0 0 5 15,0 1 10-15,0 0-5 16,0 3-10-16,-10 0-1 15,-3 2-9-15,-5 3-10 16,-6 2 17-16,-7 1-20 0,-2 0-5 16,-6 0-9-16,3 14-35 15,1-2-43-15,4 5-44 16,0 4-86-16,6-4-151 16,8-4-293-16</inkml:trace>
  <inkml:trace contextRef="#ctx0" brushRef="#br0" timeOffset="144845.62">29655 15761 126 0,'0'0'284'16,"0"0"-143"-16,0 0-28 15,0 0-31-15,0 0-17 16,0 0 13-16,0 0 12 16,-27 16-14-16,43-16 7 15,10 0 18-15,17 0 70 16,15 0-29-16,15 0-37 15,8 0-33-15,3 0-27 16,-1 0-23-16,-5 0-12 16,-9 0-1-16,-9 0-8 15,-11 0 11-15,-9-2 0 16,-11 2-5-16,-7 0 0 16,-6 0-7-16,-7 0 0 15,-7 0-1-15,0 0-14 0,-2 0-43 16,0 0-65-16,-4 0-98 15,-11 0-273-15,-4 0-80 0</inkml:trace>
  <inkml:trace contextRef="#ctx0" brushRef="#br0" timeOffset="145678.61">29905 15990 435 0,'0'0'162'0,"0"0"21"0,0 0-4 15,0 0-50-15,0 0-28 16,0 0-41-16,0 0-30 16,87-41-1-16,-74 41 6 15,5 0-2-15,-3 0-2 16,3 0-8-16,-3 5-4 16,-3 4 8-16,-1 0-5 15,-5-1-10-15,0 2 4 16,-4 4-6-16,-2 0-9 15,0 5 0-15,-6 6 8 16,-11-3 4-16,-7 6 0 0,-1-3-13 16,-4 2-17-1,2-5-8-15,1-4-1 0,1-4 1 16,5-1-1 0,1 0-3-16,2-5-16 0,5-2 10 15,4-2-4-15,4 1-9 16,4-5-1-16,0 0-2 15,4 0 40-15,10-5 11 16,3-5-7-16,4 2 1 16,-1-2 5-16,2 2-9 15,0 5 0-15,3-2 3 16,0 1 5-16,-2 4-9 16,0 0-18-16,-1 0-3 0,-3 0 18 15,-2 9 9 1,1-6 5-16,-3 2 40 0,1 4 1 15,-1-9-12-15,1 4 16 16,0-4 5-16,2 0-11 16,-3 0-5-16,3-4-7 15,-5-5-11-15,-1 1 2 16,-4-5-18-16,-3-5-50 16,-1 3-121-16,-4 2-189 0</inkml:trace>
  <inkml:trace contextRef="#ctx0" brushRef="#br0" timeOffset="147679.99">29165 16427 266 0,'0'0'125'0,"0"0"-35"16,0 0-7-16,0 0 4 15,0 0 5-15,0 0-2 0,0 0 4 16,-23 10-16 0,23-10-6-16,0 0-4 0,0 0-12 15,0 0-12-15,0 0-27 16,3 0 8-16,6 0-15 16,4 0 22-16,7 0-6 15,2 0-14-15,3-6 6 16,2 2 1-16,2 0-1 15,2-1 1-15,0 2-9 16,2-3-3-16,5 2 2 16,3 0-1-16,3 0-6 15,1-5 7-15,1 8-2 16,2-3-1-16,-2 0 1 0,1-1-1 16,-3 2-5-1,1 0 1-15,2 3-1 0,2 0 0 16,2 0 0-16,0 0 1 15,5 0-2-15,0 0 1 16,1 0 0-16,3 0 0 16,0 0 0-16,-2 0-1 15,3 0 1-15,-1 0 0 16,0 0 1-16,2 0-1 16,1 0 1-16,-1 0-1 15,-2 0 0-15,-4 0 0 16,-4 0-1-16,-6 0-2 15,-3 0 1-15,-7-3 1 16,-5-1 1-16,-8-1 0 16,-4 5 31-16,-5-4 22 0,-8 4-3 15,-2 0-12-15,-4 0-15 16,3 0-11-16,-3 0-7 16,0 0 2-16,0 0 7 15,0 0 4-15,0 0 1 16,0 0 13-16,0 0 0 15,0 0-5-15,0 0-7 16,0 0-4-16,0 0-1 16,0 0 0-16,0 0-1 15,0 0-3-15,0 0-11 16,0 0-1-16,0 0-39 16,0 0-103-16,0 0-112 15,-7 13-37-15,-3-4-288 0</inkml:trace>
  <inkml:trace contextRef="#ctx0" brushRef="#br0" timeOffset="148911.73">30194 16648 512 0,'0'0'336'0,"0"0"-128"16,0 0-53-16,0 0-109 15,0 0-46-15,0 0-8 16,0 0 8-16,-53 33 53 16,31-10 21-16,-5 0-27 15,-2 4-24-15,-3-1-6 16,3-4 5-16,3 2-7 16,-1-8-8-16,7-2-6 0,4 0 0 15,5-5-1-15,7-7-10 16,2 1-15-16,2-3-4 15,0 0 6-15,0 0 23 16,0 0 18-16,0 0 0 16,2 0 13-16,2 0-19 15,5 0-12-15,5-3-1 16,3 1-10-16,8-3 11 16,6 1-2-16,5 0 2 0,4-2 2 15,5 2 10 1,-3 4 8-16,0 0-7 0,-6 0-10 15,-3 0-3-15,-6 0 1 16,-7 0-1 0,-2 0 1-16,-7 0-1 0,-2 0 0 15,-2 0-31-15,-3 0-51 16,-4 0-91-16,0 0-87 16,0-8-152-16</inkml:trace>
  <inkml:trace contextRef="#ctx0" brushRef="#br0" timeOffset="149261.37">30196 16598 88 0,'0'0'302'0,"0"0"61"16,0 0-153-16,0 0-60 15,0 0-75-15,0 0-56 16,0 0-17-16,0 35 54 16,0-5 34-16,0 6-6 15,0 8-14-15,0-1-11 16,0 5-15-16,0-1-5 16,0 1-12-16,0-4-14 15,0-9-7-15,0-3-5 16,0-5 8-16,0-10-8 15,0-4 0-15,0-4-1 16,3-4-10-16,-3-1-35 0,0-4-63 16,2 0-76-1,-2 0-110-15,0 0-247 0</inkml:trace>
  <inkml:trace contextRef="#ctx0" brushRef="#br0" timeOffset="149662.31">29831 17142 368 0,'0'0'264'0,"0"0"-60"16,0 0-53-16,0 0-3 16,0 0 17-16,140 0 5 15,-75 0-5-15,9 0-14 16,-3 0-14-16,-4-4-53 15,-7 3-45-15,-9-3-4 0,-9 0-10 16,-8-1-16 0,-5 5-9-16,-7-4 0 0,-7 4-35 15,-3 0-53-15,-5 0-51 16,-5 0-83-16,-2 0-132 16,0 0-241-16</inkml:trace>
  <inkml:trace contextRef="#ctx0" brushRef="#br0" timeOffset="150111.66">29969 17325 335 0,'0'0'196'0,"0"0"15"16,0 0 81-16,0 0-3 0,0 0-28 15,118 4-43 1,-80-4-59-16,-2 0-59 0,-3-4-38 16,-6 0-24-16,-5 4-26 15,-1 0-12-15,-8 0-15 16,-5 0-47-16,-2 0-67 15,-6 0-83-15,0 0-134 16,-10 8-158-16,-9-4 89 0</inkml:trace>
  <inkml:trace contextRef="#ctx0" brushRef="#br0" timeOffset="150662.12">29949 17333 23 0,'0'0'186'15,"0"0"-5"-15,0 0-75 16,0 0 16-16,0 0-10 16,0 0-15-16,0 0-18 15,-36 112-12-15,36-98-12 16,0-1-26-16,0-4-22 15,0-4-6-15,0-2 20 16,14-3 16-16,3 0 63 0,4 0-26 16,4 0-35-1,-4-3-20-15,-1-6 4 16,1 5-1-16,-8-2-12 16,1 6 2-16,-3 0-1 0,-3 0-5 15,4 0 3-15,-3 0-9 16,-1 0 0-16,4 0 0 15,-3 10-7-15,-1-1 6 16,-1 4 1-16,2 0 0 16,-4 1 3-16,-1 3-3 15,-2 6-2-15,-2 3-4 16,0-2-1-16,0 2-15 16,0-4 0-16,-11 0-7 0,-3-4 12 15,-1-4 17 1,-3-1 0-16,3-4 20 0,-3-1 6 15,0-6 8-15,-2 2-12 16,2-4-1-16,-2 0 0 16,0 0-10-16,-3 0-11 15,6-10-32-15,1 2-38 16,3-5-82-16,7-2-139 16,3-1-259-16</inkml:trace>
  <inkml:trace contextRef="#ctx0" brushRef="#br0" timeOffset="158445.75">29780 15341 55 0,'0'0'66'0,"0"0"-2"16,0 0-21-16,0 0-11 16,0 0 7-16,0 0 17 15,31 0 31-15,-31 0 14 16,0 0 43-16,0 0 3 15,0 0-14-15,0 0-20 16,-2 0-19-16,0 0-10 16,0 0-2-16,-3 0-28 15,0 0-23-15,-1 0-24 16,-1 0 0-16,1-4 12 16,-3 4-10-16,-3-3-2 15,-1 2 2-15,-1-2-2 16,-1 2-6-16,-1 1 0 0,1 0-1 15,-3 0 2-15,3 0 7 16,-1 0 11-16,1 0-6 16,-2 0 2-16,5 0-4 15,-5 0-9-15,2 0 3 16,-3 0-5-16,3 0 9 16,-3 0 2-16,1 0-1 15,-2 0-5-15,1 0-5 16,1 0 1-16,-1 1 6 15,2 3 5-15,0-1 0 16,3-3-1-16,-3 4-4 16,3 1-2-16,-3-1 4 15,1 2 5-15,-1-2-8 0,-1-2-5 16,-4 2-1 0,-1 4 0-16,0-3 0 0,-2 0 0 15,1 2 0-15,3 2 7 16,2-3 1-16,0 2-8 15,3-4-1-15,-1 5 1 16,3 0 1-16,-3-4-2 16,1 4 0-16,-3-1 0 15,3 2 1-15,-4 2 0 16,2 2-1-16,-3-1 0 16,1 3 0-16,0-1-1 0,-1 4 1 15,1-2 0-15,2 2 0 16,-1-1-1-1,3 0 1-15,1 4-2 0,-1-5 2 16,1 6 3-16,1-2 4 16,0 2-7-16,3-2 0 15,2 2 0-15,1 0 0 16,1 4 1-16,0-4-1 16,0 2 6-16,2 3-5 15,-1-6 6-15,1 5-6 16,2-4-1-16,0-1 1 15,2 5-1-15,0-5 9 16,0 0-9-16,0 1 0 16,0 4 3-16,2-1 3 0,7 2-5 15,-1-2 7-15,2 4-7 16,-4-6-1-16,1 2 7 16,-3 0-6-16,2-3 1 15,-1 0-1-15,-2 4 7 16,1-1-7-16,1-2 2 15,-3 2-2-15,2-4 7 16,-2 0-7-16,3 0 0 16,-3-8 6-16,2 5-6 15,1-2 10-15,0 1-3 16,-1-1 3-16,0 4-1 16,1-2-4-16,1-2-6 15,-1 1 1-15,0-3 0 0,1 2 0 16,-2-4 0-1,1 1-1-15,-1-5 6 0,0 4 1 16,4-3 2-16,-4 2-7 16,3 2 15-16,-3-4-8 15,0 2 1-15,4-2-8 16,-4 2-1-16,0-2 0 16,3 0 12-16,-3 2-7 15,0-5-4-15,2 4 4 16,-2-1-6-16,2 2 7 15,-1-2-6-15,1 2 5 16,1 2-5-16,0-4 0 16,2 3 5-16,-3-5-6 15,3 5 2-15,1-3-1 0,-4 3 0 16,3-4 0-16,0-1 8 16,0 2-9-1,-1 2 1-15,1-6-1 0,1 6 0 16,-2-2 0-16,-1-2 1 15,2-2 1-15,0 2-2 16,0 1 1-16,-1 0 0 16,0-4 5-16,0 3-4 15,-1 2 0-15,-1-6 0 16,2 1-1-16,-4 4 0 16,3-6 0-16,-3 2 0 15,0-1 0-15,3-2-1 16,-2 2 1-16,1 0 1 15,-1 0-1-15,1 0 8 16,-1-4 4-16,2 6-2 0,2-6-4 16,-3 4-7-16,3 0 2 15,-2-4-1-15,-2 3-1 16,1 2 0-16,-2-4 0 16,1 4-1-16,-1-1-1 15,0 0 0-15,2 0 2 16,-2-4 0-16,2 6 2 15,3-2-1-15,-3-4 7 16,4 4-7-16,-1 1 0 16,-3-3-1-16,4 1 1 15,-2-3 0-15,1 3 0 0,5-3 1 16,-1 0 9-16,3 0-9 16,5 0 8-16,2 0 14 15,0 0 1-15,-2 0-9 16,-3 0-7-16,-5 0-3 15,-1 0 4-15,-5 0 1 16,-3 0-11-16,0 0 7 16,-2 0-7-16,-2 0 0 15,3 0 1-15,0 0-1 16,-3 0-14-16,0 0-39 16,0 0-18-16,0 0-34 15,0 0-61-15,0 0-71 16,0 0-90-16,0 0-170 0</inkml:trace>
  <inkml:trace contextRef="#ctx0" brushRef="#br0" timeOffset="159129.02">29483 17161 201 0,'0'0'233'0,"0"0"-106"16,0 0 0-16,0 0-39 15,0 0-1-15,0 0-3 16,0 0-13-16,-33 0 5 15,33 0-38-15,0 0-6 0,0 4-3 16,0 4-5 0,4-2 23-16,8 2 19 0,1 0-12 15,3-2-21 1,1 2-1-16,1-5-13 0,0 3-9 16,2-1-4-16,-4-1-4 15,-1 0-1-15,-4-4 1 16,-3 4-1-16,-4-4-1 15,-4 0 0-15,0 0-1 16,0 2-1-16,0 2-8 16,0 0-2-16,0 0 12 15,-4 1 55-15,-6 3 25 16,1 1-1-16,-1-3-12 0,-4 2-15 16,3 0-15-1,0-6-12-15,1 7-9 0,2-7-7 16,-3 3-9-16,1-1-6 15,0-2-63-15,-1 2-55 16,1 0-52-16,6-4-87 16,0 0-116-16,4 0-132 0</inkml:trace>
  <inkml:trace contextRef="#ctx0" brushRef="#br0" timeOffset="160478.95">29769 16036 168 0,'0'0'161'0,"0"0"-1"15,0 0-4-15,0 0-3 16,0 0 0-16,0 0-27 0,0 0-20 15,0 0-11-15,0-2-15 16,0 2-24-16,0-4-6 16,-5 0-5-16,1 4-2 15,-1-4-19-15,-3 4-16 16,-1 0-8-16,-1 0-7 16,-3 0 7-16,-1 0 1 15,2 0 7-15,-1 0-6 16,-1 0 8-16,1 0-1 15,1 0-8-15,-1 0 5 16,2 4-5-16,-3 4 1 16,-1-5-1-16,-1 8-1 15,1-3-1-15,-5 6 1 0,1 0-2 16,2-2 2-16,1 4-1 16,1 1 1-1,3-4-2-15,4-1-7 0,-1 2 9 16,0 4 1-16,0-4 8 15,0 4 7-15,3-2-6 16,-1 4-9-16,2 2 12 16,0 4-2-16,3 1-3 15,-2-4-2-15,2 8-5 16,0-5 6-16,2-2-1 16,0 2-5-16,0-4 11 15,0-4 16-15,0 0-14 16,0-4-8-16,0 3-3 15,4-9 3-15,2 7 0 0,6-3 2 16,-1-2 7-16,2 2 0 16,1-2-2-16,-1 0-12 15,1 2 7-15,1-3-7 16,3 0-1-16,-1-1 2 16,2 2-1-16,-1-2 0 15,1 3 7-15,-3-7-2 16,2-1 1-16,-2-3-6 15,-3 0 8-15,3 0 1 16,-3 0-8-16,1 0 8 16,-1 0 11-16,-1 0 4 15,2 0-2-15,-3-3-10 16,-1-1-1-16,-2-1-2 0,-1 1-2 16,-3 2-7-1,3-2-1-15,-2 0 0 0,-3 4-37 16,2 0-29-16,-1 0-50 15,-1 0-91-15,0 0-105 16,-2 0-216-16</inkml:trace>
  <inkml:trace contextRef="#ctx0" brushRef="#br0" timeOffset="160995.29">29666 16579 157 0,'0'0'139'15,"0"0"-57"-15,0 0 16 16,0 0-14-16,0 0 14 16,0 0 19-16,0 0-7 0,29 76-47 15,-15-68-11-15,-3 2 8 16,2-2-10-16,-2 3-14 15,0-4-14-15,-2-2-7 16,0 4-4-16,-2-4-1 16,-3-1-4-16,1 0 1 15,-5 1-7-15,0 0-1 16,0-5-6-16,0 4 7 16,0-1 29-16,-5-3 59 15,-3 0 15-15,-6 0-23 16,3 0-21-16,-2 0-31 15,1 0-28-15,1 0 0 16,3 0-90-16,-2 0-97 0,6 0-161 16,2 0-275-16</inkml:trace>
  <inkml:trace contextRef="#ctx0" brushRef="#br0" timeOffset="167111.49">31083 16120 215 0,'0'0'137'16,"0"0"-33"-16,0 0-9 16,0 0-6-16,0 0-12 15,0 0 5-15,-77 0 19 16,70 0-10-16,2 0-24 16,0 0-5-16,5 0-14 15,0 0-1-15,0 0 3 16,0 0-8-16,0 0-9 0,0 0-21 15,0 0-12-15,7 0 0 16,11 0 10-16,9 4 65 16,6 1 1-16,3-3-9 15,-1-2-11-15,-3 3-18 16,-8-1-23-16,-8-2-14 16,-5 0 0-16,-7 1 0 15,-1-1 1-15,-1 0-1 16,-2 0-1-16,0 0-41 15,0 0-72-15,0 5-56 16,0 3-129-16,0-4-227 0</inkml:trace>
  <inkml:trace contextRef="#ctx0" brushRef="#br0" timeOffset="167594.79">30979 16298 258 0,'0'0'153'15,"0"0"-76"-15,0 0-18 16,0 0-26-16,0 0-3 16,0 0 8-16,0 0 34 15,-27 0 96-15,40 0 28 16,9 0-11-16,7 4-53 15,7-4-17-15,-1 0-10 16,4 0-18-16,-1 0-11 16,-7 0-26-16,-6 0-16 15,-6 0-4-15,-7 0-15 0,-4 0-14 16,-6 0 0 0,-2 0-1-16,0 0-7 0,0 0-35 15,0 0-39-15,0 0-31 16,0 0-47-16,0 0-69 15,-10 4-86-15,0 1-70 0</inkml:trace>
  <inkml:trace contextRef="#ctx0" brushRef="#br0" timeOffset="170979.3">31852 16248 13 0,'0'0'11'16,"0"0"-10"-16,0 0 182 16,0 0-48-16,0 0 22 15,0 0 17-15,0 0-51 16,-121 4-12-16,102-4-38 15,-4 0-27-15,5 0-20 16,1 0 0-16,3 0 16 16,5 0 13-16,3 2-9 15,2-2 5-15,4 0 2 0,0 0-6 16,0 0-9 0,0 0-18-16,6 0-4 15,21 0 9-15,13 0 12 16,18 0-3-16,13 0 1 0,9 0 13 15,3 0-6-15,-3 0-3 16,-6 0-11-16,-12 4-5 16,-11-4-11-16,-8 4 6 15,-10 1-1-15,-8-1 7 16,-8-4-11-16,-3 0-5 16,-8 2-8-16,1 1 0 15,-5-3-2-15,-2 0-20 16,0 0-57-16,0 4-64 15,0-4-72-15,-9 0-153 16,-7 0-227-16</inkml:trace>
  <inkml:trace contextRef="#ctx0" brushRef="#br0" timeOffset="173177.45">31698 15562 373 0,'0'0'218'0,"0"0"-108"16,0 0 23-16,0 0-9 15,0 0-32-15,0 0-25 16,0 0-19-16,103-22-8 0,-90 22-14 15,3 0-11 1,-1 0-2-16,1 3-2 0,-3 6-9 16,-2 0 4-16,-1 4-5 15,-6 0 0-15,-4 1-1 16,0 3-1-16,0 2 1 16,-14-1 0-16,-3 0 0 15,-6 0 0-15,1-5-7 16,-2-1-12-16,-1 3-11 15,-2-5 2-15,5-2-15 16,1-1-21-16,6-2 9 16,5-4 7-16,2-1 38 15,4 0 10-15,4 0 23 16,0 0 6-16,0 0-4 16,0-6-6-16,12 4-2 15,3-9 2-15,5 5 3 0,-1 4 1 16,6-2-3-16,-2 4-19 15,-1 0 5-15,0 0-6 16,-2 0 1-16,-4 4-1 16,-3 0 1-16,-2 6-1 15,-3 0 1-15,-2 6 0 16,-2-2 6-16,-2 3 0 16,-2 2-4-16,0-2 7 15,0 0-3-15,0-1 3 16,-4 1 1-16,-4-7 3 15,-2 1 5-15,-1-6 8 0,5 0 15 16,-6-5-5 0,3 0 19-16,-2 0-2 0,-2 0-12 15,0 0-19-15,-3-4-23 16,-2-2-34-16,4-2-71 16,6 2-102-16,3 3-91 15,5-1-272-15</inkml:trace>
  <inkml:trace contextRef="#ctx0" brushRef="#br0" timeOffset="173761.76">32043 15615 98 0,'0'0'250'16,"0"0"-135"-16,0 0-15 0,0 0-25 16,0 0-32-16,0 0-17 15,-90 116 15-15,82-86 13 16,6-2-7-16,2-2-4 16,0-2 10-16,10-2-5 15,7-2 16-15,6-3 4 16,3-2-8-16,1-1-9 15,4-5 0-15,-3-5-11 16,5 2-3-16,-10-6 5 16,6 0-9-16,-2 0 9 15,-2-10 0-15,0-11 11 16,-4 2 21-16,-3-12-8 16,-1-5 7-16,-7 0-15 15,-5-3 4-15,-5 1-2 16,0 3-10-16,-19 5-20 0,-6 2-24 15,-7 6-6-15,-8 5-51 16,-7 12-97-16,-19 5-100 16,10 0-151-16,8 14-365 0</inkml:trace>
  <inkml:trace contextRef="#ctx0" brushRef="#br0" timeOffset="176761.36">32026 16409 71 0,'0'0'29'15,"0"0"92"-15,0 0-14 16,0 0-14-16,0 0 21 16,0 0 2-16,0 0-4 15,-58 0-16-15,47 6-11 16,-3 2-26-16,1 2-30 16,5 2-10-16,-2 5-9 15,3-2 0-15,5 3-9 16,2-4 0-16,0 2 8 0,2 2-3 15,15-5 5-15,4 2-1 16,2-3-4-16,-1-8 3 16,-2 2-8-16,0-6 10 15,-2 0 4-15,0 0 27 16,0-14 21-16,-1-9-3 16,-1-2-20-16,-1-2 10 15,-3-4-5-15,-6-1-3 16,-1 2-3-16,-5 6-10 15,0 5 0-15,-2 7-29 16,-19 3-6-16,-6 9-37 16,-6 0-107-16,-13 21-112 0,8 8-102 15,5 1-401-15</inkml:trace>
  <inkml:trace contextRef="#ctx0" brushRef="#br0" timeOffset="177261.34">31997 16663 195 0,'0'0'219'0,"0"0"-73"15,0 0-5-15,0 0-77 16,0 0-24-16,0 0-4 16,0 0 5-16,-75 64-1 15,67-42 1-15,6-3 2 16,2 6-5-16,0-2-21 15,0 3-5-15,10-2 2 16,7-3-2-16,3-2 6 16,0-5 13-16,0-3-1 0,0-2 24 15,0-7 18 1,5-2 25-16,1 0 8 16,3-6-3-16,3-12-8 15,-1-8-10-15,-4-6-19 0,-8-2-10 16,-5 1-14-16,-10-2-6 15,-4-1-13-15,0 6-22 16,-18 1 0-16,-10 8-84 16,-19 8-97-16,7 13-117 15,7 0-336-15</inkml:trace>
  <inkml:trace contextRef="#ctx0" brushRef="#br0" timeOffset="178444.94">32394 15538 293 0,'0'0'203'0,"0"0"-21"0,0 0-13 15,0 0-19-15,0 0-18 16,0 0-38-16,0 0-74 15,-50 14-8-15,2 27-9 16,-17 11 14-16,-13 12 9 16,-5-2-14-16,-1 0-5 15,6-8-1-15,11-10-6 16,11-7-33-16,10-9-59 16,11-6-57-16,7-4-80 15,10-6-69-15,7-8-227 0</inkml:trace>
  <inkml:trace contextRef="#ctx0" brushRef="#br0" timeOffset="179045.08">32720 16160 337 0,'0'0'209'16,"0"0"-55"-16,0 0-3 15,0 0-47-15,0 0-29 16,0 0 6-16,0 0-9 16,90-6-18-16,-54 12-30 15,0 2-15-15,-3-2-9 16,-8 6-108-16,-10-2-170 16,-11 2-363-16</inkml:trace>
  <inkml:trace contextRef="#ctx0" brushRef="#br0" timeOffset="179211.33">32803 16280 421 0,'0'0'94'0,"0"0"-94"16,0 0-64-16,0 0-276 0</inkml:trace>
  <inkml:trace contextRef="#ctx0" brushRef="#br0" timeOffset="179628.49">32365 16365 162 0,'0'0'164'15,"0"0"-87"-15,0 0 61 16,-137 90 15-16,73-41-33 16,-10 1-20-16,-1-3-19 15,5 0-19-15,6-9-25 16,10-6 11-16,14-10-28 15,9-4-6-15,8-8-14 16,11-6-69-16,1-4-40 16,1 0-78-16,6 0-122 0</inkml:trace>
  <inkml:trace contextRef="#ctx0" brushRef="#br0" timeOffset="180328.89">32634 16240 411 0,'0'0'151'0,"0"0"-35"15,0 0-43-15,0 0 11 16,0 0 27-16,0 0 4 15,0 0-4-15,136 22 19 16,-103-17-9-16,1-5-18 0,-5 0 7 16,0 0-8-16,0 0-34 15,-7 0-36-15,-2 0-23 16,-4 0-8-16,-6 0-1 16,0 0-62-16,-6 0-66 15,3 0-72-15,-3-5-130 16,0-3-583-16</inkml:trace>
  <inkml:trace contextRef="#ctx0" brushRef="#br0" timeOffset="180895.05">33218 15873 13 0,'0'0'516'0,"0"0"-378"15,0 0 15-15,0 0-46 0,0 0-40 16,0 0-5-16,0 0 1 16,11-111 1-16,-7 98 3 15,-2-5 12-15,3-1-3 16,-3 6-18-16,0 1-12 16,1 2 5-16,-1 1 0 15,-2 6-9-15,5 0-7 16,-5 3-10-16,0 0-25 15,0 0 0-15,0 0-33 16,0 15-14-16,0 12 31 16,0 6 13-16,0 7 3 15,0 4 0-15,0 0 0 16,2-7 0-16,2-3 1 0,-4-2-1 16,0-10-1-16,0-4 1 15,0-4-1-15,0-2 1 16,0-3-1-16,0 0 1 15,0-3 0-15,0 2 0 16,0-4-25-16,0-4-36 16,0 0-41-16,9 0-88 15,5 0-34-15,-4 0-130 16</inkml:trace>
  <inkml:trace contextRef="#ctx0" brushRef="#br0" timeOffset="181412.2">33434 15651 352 0,'0'0'158'15,"0"0"-51"-15,0 0 36 16,0 0-6-16,0 0-20 15,136-14-50-15,-107 14-19 16,-2 0-18-16,-10 0-24 16,-1 0-6-16,-5 0-19 15,-5 0-73-15,-6 6-87 0,0-2-123 16,0 0-268-16</inkml:trace>
  <inkml:trace contextRef="#ctx0" brushRef="#br0" timeOffset="181929.17">33465 15633 283 0,'0'0'98'0,"0"0"-1"16,0 0-34-16,0 0-31 0,0 0-12 15,0 0 2 1,-116 94 5-16,108-84-5 0,0-2-12 16,6 1-10-1,2-7 0-15,0 3 0 0,0 0 12 16,14-5 45-16,8 0 16 16,4 0 10-16,6 0-30 15,-3 0 2-15,0-7-1 16,-9 4-14-16,-3 1-10 15,-1-3-8-15,-3 5-12 16,-1 0-9-16,-1 0-1 16,0 0-2-16,-4 5 1 15,4 2-6-15,-5 7 7 0,4 0 0 16,-1 3 0-16,-7 2 2 16,0 4 6-16,-2 2-7 15,0-2 1-15,0-4 8 16,0 2 6-16,-11-3 7 15,-3-4-6-15,-1-2-2 16,-1-2-4-16,1-7 5 16,-1 0 13-16,3-3-6 15,-1 0-2-15,-1 0-21 16,-3-6-5-16,-7-7-95 16,6 8-91-16,5-4-197 0</inkml:trace>
  <inkml:trace contextRef="#ctx0" brushRef="#br0" timeOffset="182344.54">33171 16150 916 0,'0'0'253'0,"125"4"-120"15,-47 2 35-15,8 2-78 16,-7-3-39-16,-11-1-17 16,-7 0-23-16,-14 1-5 15,-7-1-5-15,-18-4-1 16,-7 2-19-16,-10 0-78 15,-5 8-169-15,-11-2-274 16</inkml:trace>
  <inkml:trace contextRef="#ctx0" brushRef="#br0" timeOffset="182961.58">33289 16321 28 0,'0'0'213'16,"0"0"-100"-16,0 0 1 0,0 0-41 16,0 0-2-1,0 0-15-15,0 0-5 0,-76 102 2 16,76-80-2-16,3-8 31 16,16 0 16-16,6-2 14 15,2-8-18-15,4-2-15 16,-2-2 2-16,2 0-11 15,-4-6-2-15,-3-6-2 16,-6-6-8-16,-2 0-11 16,-7-1-21-16,-7-2-13 15,-2-2-13-15,0 0-6 16,-11 1-17-16,-13-1-40 16,-3 7 1-16,-2 6 5 15,-5 1-16-15,3 9-15 16,0 0-98-16,-2 17-39 0,1 6-51 15,12-1-221-15</inkml:trace>
  <inkml:trace contextRef="#ctx0" brushRef="#br0" timeOffset="183463.81">33264 16517 147 0,'0'0'246'0,"0"0"-114"16,0 0-5-16,0 0-50 15,0 0-28-15,0 0 4 16,0 0 12-16,-79-5-13 16,61 20-16-16,-3 6-8 15,4 2-17-15,3 7-10 16,5-6-1-16,9 2 1 16,0 0-1-16,3-7 1 15,17-2 11-15,5-4-5 16,6-3 8-16,0-3-1 15,2-7 8-15,1 0 5 0,-5 0 8 16,-2 0 14-16,-2-12 16 16,2-1-10-16,-2-6-21 15,-5-3 1-15,0 0-15 16,-6-4-10-16,-8-2 2 16,-6-2 4-16,0 2-6 15,0 6-9-15,-18 0-1 16,-4 8-24-16,-23 14-105 15,8 0-224-15,-3 4-348 0</inkml:trace>
  <inkml:trace contextRef="#ctx0" brushRef="#br0" timeOffset="211344.37">27158 16611 424 0,'0'0'149'0,"0"0"-57"15,0 0 37-15,0 0-21 16,0 0-36-16,-129-112-7 16,90 108-24-16,-1 4-14 15,-8 0-6-15,-6 0-1 16,-2 4 9-16,-2 9-3 16,2 10-9-16,-2-2-8 15,0 6-8-15,3 5 1 16,-1-1-1-16,3 0 0 15,4 1-1-15,6 5 0 16,3 3 0-16,7 8 5 16,4-1-3-16,2 3 4 15,9 5-5-15,5 3 6 0,6-4-7 16,5 4-3 0,2-2 2-16,0 3-1 0,0-1 2 15,0 0-1-15,0 0 1 16,0-4 0-16,0 1 0 15,5-7 0-15,1-4 7 16,5-4-7-16,5-8 1 16,4 0 0-16,2-6 0 15,3-4-1-15,-1 0 0 16,-1 0 0-16,-2-3 1 16,0-6 13-16,-1 1 15 0,0-5-11 15,2-5 6 1,5-4 56-16,6 0-28 0,5 0-31 15,5-9-10-15,-1-4-10 16,2 4-1-16,1-5 1 16,-5 0 0-16,-2 1 0 15,0-8 5-15,-2-3 1 16,1-6 11-16,3-6 1 16,3-3 8-16,-3-6 7 15,0 3 1-15,-5-2 6 16,0 0-14-16,-4-5-8 15,-5-5 0-15,1-4 13 0,-3-8-4 16,1-2-9 0,-6-4 0-16,-5-3 2 0,-12-1 5 15,-2 0 12-15,-24 3 12 16,-23 12-20-16,-11 7-24 16,-6 9-6-16,-1 10-15 15,12 8-50-15,13 17-54 16,11 10-43-16,13 0-107 15,5 14-313-15</inkml:trace>
  <inkml:trace contextRef="#ctx0" brushRef="#br0" timeOffset="-183369.17">25192 14472 409 0,'0'0'400'0,"0"0"-161"15,0 0-169-15,0 0 42 16,0 0-51-16,0 0-60 16,0 18 11-16,0 4 56 15,0 5-3-15,0 4-5 16,0 3-21-16,0 2-1 15,0 4-5-15,2 1-9 16,-2-1-11-16,3-3-5 16,-1-2-8-16,0-3 1 15,2-10-1-15,4-4 0 16,0-8-18-16,1-7-21 0,3-3 30 16,3 0 9-16,5 0 16 15,2-5-10-15,5-3-1 16,4-4-4-16,2 2-2 15,6 1 1-15,3 3-1 16,5-3-5-16,4 2 0 16,0 2 6-16,7-1-3 15,0 2 2-15,5 0 0 16,1 1 1-16,3 3-1 16,-3 0 1-16,1 0 0 15,-1 0-1-15,1 0 1 16,3 0 0-16,-2 4 0 15,3 3 0-15,0-1 0 0,-2-1 0 16,0 0-1-16,-4-3 0 16,-1 0-16-16,-5 2-9 15,1-4 1-15,-2 0 9 16,-2 0 4-16,-3 0 2 16,0 0 4-16,3 3 5 15,1-3-9-15,4 0-7 16,3 0-17-16,2 0-14 15,1 0-1-15,-1 0 39 16,-3 0 8-16,-8 0-4 16,-2 0 6-16,-8 0 0 15,-1 0 0-15,0 0 0 0,3 0 0 16,3 0 1 0,4 0-1-16,-3 0 2 0,-5 0-1 15,-8 0 0-15,-7 0-1 16,-6 0 1-16,-3-3 14 15,-3-5 8-15,6-2-6 16,4-3-4-16,4-3 12 16,9-1-6-16,3 0 4 15,-4-1-14-15,-7 0-2 16,-8 3 0-16,-11-4 24 16,-6 1 24-16,-7-1-11 15,0-6-4-15,0 2-15 16,0-4-7-16,-11 4-7 15,0 2-5-15,-1 4-6 16,2 10-67-16,-7 7-82 0,7 0-170 16,-1 0-481-16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45:43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16206 5536 279 0,'0'0'209'16,"0"0"-120"-16,0 0 45 15,0 0-14-15,0 0-13 16,0 0-6-16,2-50-17 15,1 46-30-15,-3 0 4 16,2 4-19-16,-2 0-22 16,3 0-17-16,1 0-11 0,3 0-2 15,-1 10 6 1,3 6 7-16,5 4 1 0,-4 3 5 16,7 0-6-16,-5 4 12 15,5 0-12-15,0-1 8 16,1-1-7-16,-1-5 0 15,2-4 9-15,1-2-10 16,-3-5 0-16,4-4 1 16,1-3 12-16,4-2-7 15,3 0 5-15,2 0-5 16,6-2 3-16,0-8-9 16,1-2 1-16,0 2-1 15,-3 0 0-15,2-1 0 16,-2 6 1-16,1-1-1 15,-5 6-4-15,0 0 3 0,0 0 0 16,-2 2-7-16,0 10 2 16,0-1 3-16,-2 2 2 15,-1-1-4-15,-3-2 5 16,-1-3 1-16,-2-2 0 16,0-4-1-16,0-1 2 15,3 0 8-15,1 0 0 16,5-9-4-16,4-5-6 15,0-2 1-15,-2 2 1 16,-4 0 4-16,-4 6-6 16,-5 3-1-16,-5 5-13 0,-2 0-5 15,1 0 12-15,1 9-6 16,3 0 12-16,-1 2 0 16,3-4 1-1,-1 2 1-15,1-4 2 0,1-1-3 16,-2 1 0-16,3-3 7 15,0-2-7-15,4 0 5 16,3 0-4-16,5 0-1 16,1 0 1-16,2 0-1 15,2 0-2-15,-4 0 2 16,-2 0-1-16,-2 0-11 16,-5 0 2-16,-4 0-3 15,-1 0 12-15,-2 6-8 16,-1-2 9-16,1-1 0 0,2 2 0 15,0-1 0 1,1-2 0-16,5-2 0 0,2 0 1 16,0 0-1-16,4 0 1 15,0 0 4-15,0 0-4 16,1 0-1-16,-1 0 1 16,2 0 6-16,-4-5-6 15,2 4-1-15,-4 1-1 16,-5 0 0-16,-4 0 0 15,0 0 0-15,-3 0 1 16,3 0 0-16,4 0 8 16,5 4-8-16,4 4 15 15,2-2-5-15,6-2 0 0,-1 0-1 16,2-2-1 0,-1-2-2-16,2 0 1 0,3 0-1 15,-2 0-6-15,3 0 0 16,-5 0-2-16,1 0 1 15,-3 0 1-15,-5 0-1 16,-2 0 1-16,-6 0 0 16,-8 0 7-16,-3 0 0 15,-8 0 12-15,-1 0 0 16,-3 0-5-16,-2 0-13 16,2 0 1-16,-2 0-2 15,2 0-59-15,0 11-90 16,1 1-195-16,-3-1-418 0</inkml:trace>
  <inkml:trace contextRef="#ctx0" brushRef="#br0" timeOffset="7449.03">16000 6561 98 0,'0'0'276'0,"0"0"-76"0,0 0-48 16,0 0-11-16,0 0-61 15,31-50-47-15,4 31-3 16,10 2 21-16,2-4 27 16,-3 3 6-16,-6 4 12 15,-7 6-22-15,-9 4-45 16,-3 4-22-16,-4 0-7 16,-1 8-9-16,1 13 8 15,-1 8-7-15,-6 8 0 16,-6 5 7-16,-2 2-9 15,-2 1 9-15,-18 3 0 16,-5-4 2-16,-2-6 3 16,1-2 6-16,2-9 6 0,3-4-16 15,2-6 9-15,3-4-8 16,1-5-1-16,1-2 16 16,1-2-3-16,-1-1-4 15,5-3-9-15,1 0-23 16,5 0-8-16,0 0-2 15,3 0-26-15,0 0-11 16,0-3 16-16,0-1-38 16,12 0-22-16,11 2 23 15,3 0 36-15,8 2 17 16,1 0 15-16,3 0 16 0,4 0 6 16,1 0 1-16,1 0 25 15,-2 0 36-15,-1 0 28 16,-8-6 31-16,-4-4-4 15,-4 1-8-15,-8 2-31 16,-3-2-33-16,-3 5-28 16,-5-1-16-16,-1 1 0 15,-1 2-45-15,-4 2-74 16,0 0-118-16,0 0-283 0</inkml:trace>
  <inkml:trace contextRef="#ctx0" brushRef="#br0" timeOffset="7932.68">16946 6327 535 0,'0'0'267'0,"0"0"-42"16,0 0-32-16,0 0-96 0,0 0-83 15,0 0-14-15,0 0 0 16,16 67 29-16,-7-14 47 16,1 11 8-16,0 4-17 15,-1 0-5-15,-5-4-12 16,0-6-16-16,1-8-8 16,-2-9-3-16,-1-11-8 15,2-7-2-15,-2-8-4 16,3-5 0-16,-3-6-8 15,-2-2 6-15,0-2-1 0,2 0-6 16,-2 0-49 0,0 0-50-16,0-2-80 0,0-8-72 15,0-5-425-15</inkml:trace>
  <inkml:trace contextRef="#ctx0" brushRef="#br0" timeOffset="8166.81">16686 6731 449 0,'0'0'244'0,"0"0"-19"0,0 0-26 16,0 0-65-16,149-36-52 15,-109 27-56-15,2 4-26 16,25-3-19-16,-9 4-149 16,-5-2-174-16</inkml:trace>
  <inkml:trace contextRef="#ctx0" brushRef="#br0" timeOffset="8932.76">17386 6471 82 0,'0'0'339'16,"0"0"-86"-16,0 0-29 15,0 0-38-15,0 0-61 16,0 0-46-16,121-93-22 15,-84 92-21-15,-4 1-23 0,2 0-3 16,-3 14-10-16,-5 5 0 16,-8 7-2-16,-5 6-5 15,-12 5-2-15,-2-1-7 16,-14 1 5-16,-12-6 3 16,-5-1 7-16,2-8-4 15,4-5-4-15,5-6-10 16,5-7 14-16,3-2 5 15,3-2 22-15,5 0 9 16,4 0-1-16,0-10-10 0,0-3 30 16,0-2-26-16,2 1-13 15,17 0-4-15,0 2-6 16,3 2 14-16,5 4-8 16,-2 4-7-16,-1 2-7 15,-2 0-2-15,1 0 3 16,-4 10-2-16,2 4 0 15,-5 2 1-15,-1 2 7 16,-3 0-6-16,-6 0 5 16,-4 2-15-16,-2 2 2 15,0 0 4-15,0 0 4 16,-12 1 5-16,-3-6-6 16,1 0 7-16,2-6 1 15,-1 1 6-15,-1-8 9 16,1 0 26-16,-1-4 7 0,-1 0-8 15,-4 0-16-15,4 0-19 16,-3 0-6-16,3-1-57 16,1-6-49-16,10-5-65 15,4 3-188 1,0 0-481-16</inkml:trace>
  <inkml:trace contextRef="#ctx0" brushRef="#br0" timeOffset="9248.93">18036 6509 345 0,'0'0'265'0,"0"0"-42"15,0 0-22-15,123-2-42 16,-75-2-36-16,-1-2-52 16,-7 1-42-16,-7 2-15 15,-10 0-14-15,-6 3-43 0,-5 0-126 16,-5 0-164-1,-5 8-80-15</inkml:trace>
  <inkml:trace contextRef="#ctx0" brushRef="#br0" timeOffset="9466.95">18082 6657 46 0,'0'0'380'15,"0"0"-76"-15,0 0-8 16,0 0-41-16,0 0-72 16,129 0-41-16,-90 0-48 15,-3 0-51-15,-3 0-27 16,0 0-16-16,-2 0-24 16,21 0-106-16,-10 0-130 15,-4 0-300-15</inkml:trace>
  <inkml:trace contextRef="#ctx0" brushRef="#br0" timeOffset="9815.78">18842 6353 3 0,'0'0'487'0,"0"0"-259"15,0 0 15-15,167-3-25 16,-102 3-28-16,-5 0-38 15,-6-2-69-15,-15 2-42 16,-7-1-28-16,-12-2-4 16,-9 1-9-16,-4 2-34 15,-5 0-83-15,-2 0-123 16,-4 0-250-16,-12 0-257 0</inkml:trace>
  <inkml:trace contextRef="#ctx0" brushRef="#br0" timeOffset="10331.42">18865 6294 284 0,'0'0'143'16,"0"0"-36"-16,0 0-22 15,0 0-1-15,0 0-19 16,0 0-23-16,0 0-6 0,-56 113-6 16,56-99-10-16,0-3-10 15,0-2-2-15,0-3 2 16,0-5 6-16,7-1 65 16,8 0 44-16,5 0-10 15,3 0-28-15,4-1-29 16,-1-7 0-16,6 0-13 15,-7 2-3-15,4 3-20 16,-4 3-22-16,0 0 0 16,-3 0-10-16,0 13 4 15,-2 5-3-15,1 0 3 16,-4 3-5-16,-1 4 10 16,-1 0-7-16,-1 4 7 0,-1 1 0 15,-4-2-1 1,-2-2 2-16,-3 0 2 0,-4-5-1 15,0-1 8-15,0-4-7 16,-2-5 9-16,-9 0 10 16,-5-4 2-16,-2-1 2 15,-3-1-25-15,-6-4-9 16,-23-1-91-16,6 0-133 16,1 0-323-16</inkml:trace>
  <inkml:trace contextRef="#ctx0" brushRef="#br0" timeOffset="11999.97">18180 6188 58 0,'0'0'146'16,"0"0"-53"-16,0 0 26 15,0 0-36-15,0 0-15 16,0 0 0-16,-115-4-19 16,95 4 4-16,-1 0-24 15,2 0-7-15,1 6 0 16,-1 4-2-16,2 0-4 15,-1 0 7-15,3 2-4 16,-1 3 4-16,1-3 4 16,3 1 8-16,-1 1 2 15,4 0-6-15,-2 0 6 16,2 0-8-16,-2 2-4 0,-1 3-5 16,4-1-10-16,-3 4-9 15,3 2 1-15,2 2-1 16,2 2 0-16,2-2 0 15,2-2 0-15,0 0 7 16,0-1-7-16,0-2 9 16,0 2-1-16,0 0 21 15,0 1 2-15,0 0 2 16,4 0-7-16,2 1-7 16,6-1-1-16,-1 2 2 15,3-1 13-15,1 1-9 16,1-2-2-16,-3 1-5 0,2-4 2 15,1 2-2-15,2 0 0 16,2-2-6-16,0-1 0 16,5 0 7-16,2-2-2 15,-1-2 1-15,3-2-7 16,-2-2 10-16,-1 0-8 16,1-4 3-16,0 1-3 15,0-5-4-15,2 0-1 16,0-3-6-16,4 1 7 15,1-2-8-15,-1 2 6 16,3-2-6-16,-5 0 1 16,-4 0-2-16,-3 0 1 15,-2 0 0-15,-4 0 8 0,2 0-2 16,0-5-6 0,2-3 6-16,3-1-5 0,0-3-2 15,-1 1 0-15,0-2 0 16,-3-2 1-16,1-2-1 15,-2-4 1-15,0 2-1 16,-3-3 1-16,2 0-1 16,-1 0 7-16,-5-1-6 15,0 0-1-15,-2-1 0 16,-2-3 1-16,-2 4 7 16,0-4-8-16,-3 0 1 15,-2-2 0-15,1 1 6 16,-3-1-6-16,0-2 5 15,0 1-4-15,0 0 12 0,0 0 3 16,0 2 5-16,-7 2 0 16,-5 0-7-16,2 2 11 15,-4 1-1-15,1 2 1 16,-6-2-8-16,2 2 0 16,-5-2 8-16,-3 2 12 15,-2-2-13-15,-1 1-24 16,-1 2 21-16,0 2-13 15,0 2 7-15,2 2-7 16,-2 0-4-16,2 4-5 16,0 2-12-16,-4 4 6 15,-2 3-4-15,-5-2 10 16,1 3 0-16,-2 0 0 16,6 0 1-16,1 0-1 15,3 0-37-15,3 5-42 0,0 6-101 16,-3 13-57-16,6-4-115 15,5-2-279-15</inkml:trace>
  <inkml:trace contextRef="#ctx0" brushRef="#br0" timeOffset="18782.78">16726 7192 168 0,'0'0'112'15,"0"0"-80"-15,0 0-24 16,0 0 10-16,0 0 37 15,0 0 5-15,0 2-60 16,0-2-72-16,0 0-225 0</inkml:trace>
  <inkml:trace contextRef="#ctx0" brushRef="#br0" timeOffset="19348.81">16398 7215 51 0,'0'0'274'16,"0"0"-116"-16,0 0-93 15,0 0-3-15,0 0-33 16,0 0-20-16,0 0-8 16,78-30 6-16,-51 30 0 15,2 1-1-15,2 10 1 0,0-1 6 16,1 0 5 0,-1 0-5-16,-2-4 0 0,-2-3 0 15,-4-3-5-15,0 0 7 16,-1 0 1-16,-1-7 8 15,-2-5 17-15,4-5-4 16,-1 2-18-16,2-2-18 16,3 3 7-16,-5 2-7 15,3 6-1-15,-5 6-1 16,0 0-7-16,-2 5-5 16,-1 13 12-16,2 4-15 15,1 4 15-15,2-4 1 16,2-2 0-16,5-8 0 15,3-4 10-15,1-8 3 16,0 0 13-16,-4-4 41 0,0-14 38 16,-6-4-22-16,-8-3-31 15,-3 3 14-15,-6 3-15 16,-1 2-23-16,-5 10-28 16,2 7-2-16,6 0-135 15,4 9-273-15,5 6-282 0</inkml:trace>
  <inkml:trace contextRef="#ctx0" brushRef="#br0" timeOffset="20348.79">19225 7131 247 0,'0'0'144'15,"0"0"-98"-15,0 0-11 16,0 0-5-16,0 0 11 16,0 0-17-16,0 0-9 15,10 69-4-15,-4-60 2 16,-1-3-4-16,-1-6 8 15,5 0 55-15,5 0 45 16,5-15-27-16,8-3-51 16,4-4-2-16,0 4-14 15,2 3-14-15,-6 6-8 16,-2 9-1-16,-7 0-12 16,-3 2 3-16,1 13-1 15,-3 0 10-15,1-1-1 16,1 3 1-16,2-6 0 0,0 1 1 15,3-3 10-15,0-4-3 16,0-1 0-16,0-4-1 16,-5 0 4-16,2 0-4 15,-7-1 3-15,-1-9 12 16,-2-2-5-16,0 1-8 16,-5 4-8-16,-2 7-1 15,0 0-111-15,0 0-216 0</inkml:trace>
  <inkml:trace contextRef="#ctx0" brushRef="#br0" timeOffset="46298.39">19402 11634 20 0,'0'0'285'15,"0"0"-117"-15,0 0-52 16,0 0 1-16,0 0 5 16,0 0-19-16,0 0-21 15,-5 0-12-15,3 0-25 16,0 0-45-16,-2 3-34 15,0 10 23-15,0 8 11 16,0 2 4-16,2 1-1 0,2-3-3 16,0-7-7-16,0-5 7 15,0-4-1-15,10-5 1 16,11 0 0-16,10-2 25 16,5-16-9-16,9-3 3 15,5-1-1-15,4-1-17 16,4 2 0-16,2 4 0 15,0 0 0-15,-2 7 1 16,1 4-2-16,-7 6 0 16,0 0-1-16,-1 0-1 15,-2 16-5-15,0 2 7 16,3 2-2-16,1 0 2 16,5 3 1-16,0-5 0 15,2 0 8-15,-6-4-9 16,-4-2 0-16,-5-3 2 0,-5-3-1 15,-2-3 1-15,-4-3 6 16,-1 0-7-16,3 0 6 16,-1 0-6-16,3-3-1 15,0 2 0-15,0-1-1 16,0 2 0-16,-2 0 1 16,-3 0-2-16,0 0 2 15,1 0-1-15,-1 0 0 16,0 6 1-16,4-2 0 15,0 2 0-15,3 0 0 16,-2-2 1-16,-3 0 6 16,2 0-7-16,-4-3 1 15,-2 2 0-15,-2-3 4 0,-2 2-4 16,1-2-1-16,1 0 0 16,6 0 2-16,-2 0-1 15,7 0 1-15,-1 0-1 16,7 0 0-16,0 0 0 15,3 0-1-15,-5 0 1 16,2 1-1-16,-5 5 1 16,1 0-1-16,-1 1 1 15,-1-3 6-15,0 0 2 16,3-2 4-16,-1-2-6 0,0 0-1 16,1 0 7-16,-4 2-12 15,1 0 0-15,1 2-1 16,1 1 0-16,3 0 1 15,4 1 0-15,4 2-1 16,5-2 2-16,5-2-2 16,3 0 0-16,1-2 6 15,0-2-6-15,-3 0 1 16,-6 0-1-16,-4-4 2 16,-5-8 8-16,-4-5-3 15,-8 2 2-15,-6 1-9 16,-6-1 11-16,-7 5 7 15,-9 5-1-15,-5 1 2 16,-2 4-19-16,-2 0-4 16,0 0-109-16,-12 19-167 0,-11 6-59 15,-2-3-264-15</inkml:trace>
  <inkml:trace contextRef="#ctx0" brushRef="#br0" timeOffset="50114.85">25549 11658 293 0,'0'0'143'16,"0"0"-91"-16,0 0 44 16,0 0-22-16,0 0-19 15,127-80-18-15,-100 72-5 16,2 4-7-16,4 2-11 15,5 2-8-15,6 0-6 16,8 8 0-16,10 13 0 0,5 2 0 16,7 4 0-16,-1 1 1 15,-4-1-1-15,-9 0 1 16,-11-4-1-16,-11 0-2 16,-7-5 0-16,-8-2-7 15,-6-6 8-15,1 0 1 16,2-4 1-16,9-4 12 15,12-1 13-15,11-1 1 16,18 0-8-16,10-8-9 16,9-3 3-16,0-3 10 15,-6 4 6-15,-8 2-13 16,-12 6-14-16,-10 2-2 16,-5 0 1-16,-6 0 1 15,-7 10 16-15,-4 0-5 16,-2 1 3-16,-4 2 8 0,-6-1-1 15,0-2-7-15,-6-4 2 16,-4-2-5-16,-5-2 19 16,-4 0 33-16,0-2 27 15,0 0-10-15,0 0-33 16,0 0-14-16,0 0-19 16,0 0-16-16,0 0-28 15,0 0-68-15,0 5-95 16,0 1-108-16,0 3-192 0</inkml:trace>
  <inkml:trace contextRef="#ctx0" brushRef="#br0" timeOffset="60881.51">16171 11919 237 0,'0'0'98'16,"0"0"-43"-16,0 0 4 15,0 0-17-15,0 0 1 16,0 0 26-16,-107-94-20 15,80 84-11-15,-6 2-21 16,0 4 2-16,-6 4-3 16,1 0-3-16,-1 0-13 15,-1 0 1-15,-1 0 0 16,1 8 13-16,0 0 9 0,0-1 12 16,2 4-2-16,2 1-3 15,1 3-9 1,2-3-5-16,-1 7-3 0,-2 1-2 15,2 2-10-15,-1 0 6 16,0 2-5-16,1 1 14 16,3-4 2-16,2 3 0 15,4-2-7-15,6 0 1 16,1 3-12-16,-1 0 1 16,6 1 18-16,3 4-12 15,0 3-7-15,6 1 0 16,2 2 5-16,2 2-4 0,0 1 8 15,0 0-1-15,10 0 3 16,11-2-9-16,1-1 0 16,3-1 4-16,1-3-5 15,3-5 6-15,2 0-6 16,0-1 0-16,4-4 5 16,0 0-6-16,1-2 1 15,-1-1 0-15,-2-4 1 16,3-1 0-16,-5-1-1 15,0-4 0-15,-2-3 1 16,0 1 8-16,2-3 9 16,1-3-9-16,-1-1 1 15,0 0-5-15,0 0 0 16,0 0-3-16,1-1-2 0,-1-8 9 16,2 0 2-16,0-3 9 15,-1-3 16-15,2-1-3 16,-3-2 0-16,0-4-11 15,0 0 2-15,1-2-1 16,-6 0-6-16,0-2 5 16,-1-2-7-16,0-1 9 15,-3-1 15-15,0 1-5 16,-4-4-7-16,-1 4-12 16,-3-4-3-16,-1-2 3 15,-5-4 6-15,-2-1 13 16,-4-4-21-16,-2-2-3 15,0-1-4-15,0 2 2 16,-8 0-9-16,-10 3 16 16,-5 0-6-16,-6 1-10 0,0-1 1 15,-4 4 0-15,1 7 8 16,1 5 6-16,4 8-14 16,1 6-1-16,4 8-8 15,-1 4-46-15,1 11-48 16,-2 40-129-16,6-3-131 15,5-4-184-15</inkml:trace>
  <inkml:trace contextRef="#ctx0" brushRef="#br0" timeOffset="95402.74">4790 13120 12 0,'0'0'66'16,"0"0"153"-16,0 0-149 16,-45-12-3-16,20 10-18 15,1 2-14-15,-4 0-9 16,-3 0 3-16,-4 4 6 16,2 8 1-16,-3 2 14 15,3 3-5-15,2 2-6 16,0 3-9-16,4 5-14 15,2 0-3-15,4 8-6 16,-2 4 8-16,7 8-14 16,1 3 11-16,6 3-4 15,5 6-7-15,4-1 0 0,0 0 16 16,0-2-17-16,15-1-5 16,5-5 5-16,4-8 20 15,3-3-8-15,2-6-11 16,2-9 8-16,5-2-9 15,2-6 9-15,4-3 5 16,8-6 2-16,-2-3 2 16,4-4-4-16,-3 0-4 15,-5 0-1-15,-4-11 2 16,-1-6 2-16,-6-1-2 0,-2-5-9 16,0-6 10-16,-2-3 10 15,-5-6-2-15,-1-6-6 16,-3-8 8-1,-7-5 20-15,-7-8-6 16,-6-8 3-16,0-4-7 0,-2 2-10 16,-19 9 27-16,-6 7 11 15,-4 15-15-15,-5 9-7 16,-2 4 1-16,-4 9-13 16,-3 2 3-16,3 8-27 15,2 4 3-15,0 8-5 16,3 0-2-16,4 10-60 15,2 16-28-15,9 6-94 16,8 18-89-16,10-6-113 16,4-4-184-16</inkml:trace>
  <inkml:trace contextRef="#ctx0" brushRef="#br0" timeOffset="101430.61">16266 8849 36 0,'0'0'354'0,"0"0"-90"15,0 0-72-15,0 0-45 16,0 0-66-16,0 0-30 15,65-62 1-15,-38 49-13 16,-2 0 6-16,1 3-5 16,-3 2-6-16,-1 3-11 0,2 5-6 15,-3 0-7-15,0 0-10 16,-3 13-10-16,-1 7 2 16,-9 6-14-16,-4 6 6 15,-4 4 7-15,0 2 0 16,-8 0 9-16,-15 0 9 15,-1-4 16-15,-3-1-8 16,0-4-5-16,3-3-11 16,-1-3 9-16,5-5-10 15,1-4-16-15,3-4-4 16,3-4 1-16,1-4 19 16,3-2 0-16,3 0 19 0,1 0 7 15,2 0-12-15,3-8-14 16,0-2-12-16,0 0 12 15,3 0 7-15,8 2-7 16,6-1-10-16,6 3 9 16,4 3-9-16,4 0 9 15,2 3-5-15,1 0 3 16,-3 0-3-16,-2 0 6 16,-4 0 13-16,-3 0 9 15,-5 3 29-15,-3-3 13 16,-1 0 17-16,-4 0-8 15,1 0-28-15,-4 0-20 16,0 0-13-16,-1 0-2 0,-1-3-10 16,1 0-28-16,4-1-86 15,0-3-92-15,0 4-408 0</inkml:trace>
  <inkml:trace contextRef="#ctx0" brushRef="#br0" timeOffset="102431.27">17024 8618 283 0,'0'0'180'15,"0"0"22"-15,0 0-23 16,0 0-30-16,0 0-23 15,0 0-64-15,0 0-62 16,7-17-23-16,-3 44 23 16,0 8 25-16,6 9 43 15,-3 7 24-15,1 4-9 16,1-3-15-16,-2 1-4 16,0-8-16-16,-3-1-20 0,0-8 0 15,-1-4-8 1,-3-7-8-16,2-7-11 0,-2-6 6 15,0-2-1-15,2-6-6 16,-2-2 0-16,2-2-71 16,0 0-60-16,-2-2-45 15,0-12-155-15,0 0-648 0</inkml:trace>
  <inkml:trace contextRef="#ctx0" brushRef="#br0" timeOffset="102648.13">16873 8962 358 0,'0'0'267'16,"0"0"-37"-16,0 0-61 15,0 0-45-15,0 0-28 16,0 0-48-16,127-30-35 15,-98 29-13-15,22-1-71 16,-9-1-108-16,-2 2-205 0</inkml:trace>
  <inkml:trace contextRef="#ctx0" brushRef="#br0" timeOffset="103081.15">17378 8851 341 0,'0'0'209'0,"0"0"-46"0,0 0-27 15,0 0-34-15,150 40-21 16,-111-16 4-16,0 2-2 15,-3-1-16-15,-3-3-2 16,-4-4-26-16,-4-3-20 16,-6-4-8-16,-3-4-3 15,-5 0-8-15,-3-6-40 16,0-1-87-16,-4 0-89 16,-2 0-31-16</inkml:trace>
  <inkml:trace contextRef="#ctx0" brushRef="#br0" timeOffset="103314.34">17671 8765 452 0,'0'0'191'16,"0"0"-142"-16,0 0-15 15,0 0 83-15,0 0 28 16,-43 138 2-16,23-94-9 15,-2 1-58-15,-3-4-28 16,6-5-22-16,0-1-14 16,6-9-16-16,6-2 0 15,3-9-74-15,4-2-95 16,2-5-129-16,14-8-78 0</inkml:trace>
  <inkml:trace contextRef="#ctx0" brushRef="#br0" timeOffset="103631.01">18156 8881 488 0,'0'0'212'0,"0"0"-40"16,0 0-64-16,0 0-21 16,123 0-19-16,-83 0-26 15,-2 0-22-15,-5 0-20 16,4 4-84-16,-7 0-136 15,-10 0-125-15</inkml:trace>
  <inkml:trace contextRef="#ctx0" brushRef="#br0" timeOffset="103830.54">18263 9006 512 0,'0'0'295'0,"0"0"-38"16,0 0-72-16,0 0-47 16,135-11-57-16,-87 5-42 15,3 0-39-15,-2-1-8 16,29-3-136-16,-11-3-176 16,-5 1-281-16</inkml:trace>
  <inkml:trace contextRef="#ctx0" brushRef="#br0" timeOffset="104130.78">18849 8713 465 0,'0'0'228'0,"0"0"-45"16,0 0-73-16,0 0-6 15,0 0 16-15,0 0 18 16,116-6-21-16,-74 3-19 16,1-1-37-16,-3 3-32 0,-9-2-20 15,-4 1-9 1,-10 2-89-16,-7 0-90 0,-4 0-154 15,-6 5-169-15</inkml:trace>
  <inkml:trace contextRef="#ctx0" brushRef="#br0" timeOffset="104630.69">18824 8749 38 0,'0'0'135'16,"0"0"-50"-16,0 0-17 16,0 0-36-16,0 0-2 15,0 0-8-15,0 0 2 16,-13 92 2-16,13-90 3 15,0-2 30-15,13 0 61 16,5 0-35-16,5 0-27 16,1 0-10-16,3-2-1 15,2-2 4-15,0-1 7 16,0 4 0-16,0 1-3 0,-2 0-25 16,-3 0-21-16,-2 6-9 15,-2 6 1-15,-2 2-1 16,-5 4 1-16,-2 0-1 15,-3 2 0-15,-6 2 7 16,-2 0 3-16,0 0 9 16,-8-1 15-16,-9-3 21 15,-3-4 16-15,-3-5-22 16,2 0-7-16,-2-5 0 16,-2-4-7-16,4 0-15 15,-2 0-1-15,3 0-19 16,3-9-74-16,-2-4-82 15,9 3-211-15,0 0-545 0</inkml:trace>
  <inkml:trace contextRef="#ctx0" brushRef="#br0" timeOffset="108231.48">21990 8725 467 0,'0'0'302'16,"0"0"-104"-16,0 0-55 0,0 0 17 15,0 0 4 1,132 76-24-16,-79-36-34 0,1 4-26 16,0-3-26-16,-8-1-26 15,-8-7-15-15,-5-7-11 16,-6-4 8-16,-4-6-10 16,-8-4-15-16,-1-4-64 15,-1-8-94-15,-2 0-122 16,-6 0-204-16</inkml:trace>
  <inkml:trace contextRef="#ctx0" brushRef="#br0" timeOffset="108517.69">22392 8722 380 0,'0'0'398'15,"0"0"-265"-15,0 0-115 16,0 0 58-16,0 0 28 16,-112 107 18-16,68-67-22 15,-4 3-23-15,2-4-18 16,-1-1-12-16,5-3-21 16,6-6-15-16,7-3-10 15,7-4-1-15,5-4-6 16,7-5-35-16,8-5-53 15,2-4-84-15,16-4-91 0,13 0-53 16,0 0-248-16</inkml:trace>
  <inkml:trace contextRef="#ctx0" brushRef="#br0" timeOffset="108931.69">22757 8897 137 0,'0'0'306'0,"0"0"46"15,0 0-95-15,0 0-58 16,0 0-43-16,0 0-98 0,0 0-8 15,112-12-4-15,-75 12-23 16,-1 0-23-16,-5 0-10 16,-4 0-81-16,-2 0-91 15,-8 2-140-15,-8 0-214 0</inkml:trace>
  <inkml:trace contextRef="#ctx0" brushRef="#br0" timeOffset="109114.66">22799 8989 292 0,'0'0'212'0,"0"0"40"15,0 0-13-15,0 0-38 16,0 0-49-16,152 23-78 16,-107-23-74-16,-1 0-18 0,16 0-147 15,-8-5-120 1,-10-3-211-16</inkml:trace>
  <inkml:trace contextRef="#ctx0" brushRef="#br0" timeOffset="109530.93">23541 8691 147 0,'0'0'531'0,"0"0"-268"16,0 0-107-16,0 0-71 15,0 0-85-15,0 0 13 16,0 0-13-16,-31 31 48 16,9-9 21-16,-3 3-21 15,-6-3-19-15,2 2-14 16,0-4-9-16,2-2-5 15,5-2-1-15,2-4-35 16,6-2-23-16,6-2 2 16,4-2-12-16,1-2 14 15,3-1 6-15,0-3 19 16,5 1 29-16,15-1 0 16,2 2 12-16,7-2 1 15,4 3-3-15,6-2 15 16,-2-1 14-16,3 2-15 15,-2 1-15-15,-5-3-9 0,-4 1-47 16,-2-1-96-16,-7 0-138 16,-7 0-244-16</inkml:trace>
  <inkml:trace contextRef="#ctx0" brushRef="#br0" timeOffset="109866.02">23517 8668 87 0,'0'0'601'15,"0"0"-396"-15,0 0-65 16,0 0-110-16,0 0-28 16,0 0 34-16,0 114 49 15,0-58-19-15,0 5-4 16,0-5-20-16,-2-4 1 15,2-6-2-15,0-7-3 16,0-9 11-16,0-8 5 16,0-4-2-16,4-8-27 15,1-2-15-15,-5-4-4 16,2-2-5-16,-2-2-1 16,2 2-35-16,0 0-67 15,7 2-70-15,2 1-128 16,0-3-216-16</inkml:trace>
  <inkml:trace contextRef="#ctx0" brushRef="#br0" timeOffset="111766.91">23420 8649 359 0,'0'0'162'0,"0"0"-45"16,0 0-10-16,0 0-28 15,0 0-5-15,0 0-21 16,0 0-20-16,-73-100-17 15,49 77 35-15,-3 1-12 16,-4-4-10-16,-7-1 14 16,-2 0 11-16,-9-5-18 15,-4 0-11-15,-5-3-9 16,-7-1-15-16,-2 3 5 0,-6-1-5 16,-6 1-1-1,-3 1 0-15,-5 1-1 16,-4 6-12-16,-3-1 12 15,-17 4-19-15,-21 0 13 0,-17 4 0 16,-5 6-1-16,14 4 1 16,26 3 6-16,32 5 0 15,11 0-9-15,4 0 1 16,-11 5 2-16,-8 5 7 16,-6 4 0-16,7 0 1 15,11 0 9-15,12 2 6 16,11-2-6-16,12-1-9 15,14 0 7-15,9-3-8 16,7-2-2-16,5-2 2 0,4-2 8 16,0-4 28-16,0 0 33 15,0 0 23-15,0 0-10 16,0 0-5-16,0 0-17 16,0 0-21-16,0 0-23 15,0 0-7-15,0 0-9 16,0 0-19-16,-3 0-33 15,1 0-25-15,-1 0 5 16,1 0 6-16,2 0 5 16,0 0-13-16,-2 0 6 15,2 0 24-15,-2 0 2 16,0 0 26-16,-5 0 16 16,3 0 39-16,-3 0 33 15,5 0 22-15,-1 0-12 0,3 0-2 16,0 0-11-16,0 0-9 15,0 0-28-15,0 0-11 16,0 0 0-16,0 0 3 16,7 0-11-16,0 0-13 15,2 0 6-15,2 0-4 16,0 0-2-16,4 0-12 16,3 2-7-16,3-1-2 15,-2-1 7-15,2 0 5 16,-3 0-17-16,-7 0-8 15,-3 0-45-15,-8 0-61 16,0 0-130-16,0 0-395 0</inkml:trace>
  <inkml:trace contextRef="#ctx0" brushRef="#br0" timeOffset="115048.13">16427 9904 54 0,'0'0'142'16,"0"0"202"-16,0 0-119 15,0 0-26-15,0 0-50 16,0 0-4-16,0 0-51 15,40-79-16-15,-18 69-14 16,5 5-6-16,0 1-28 16,-3 4-6-16,3 0-16 0,-2 4-8 15,-3 11 7 1,-4 6-7-16,-7 5 0 0,-9 3-8 16,-2 4 8-16,-2 3 9 15,-23 1 21 1,-6 5-11-16,-5-4 3 0,1-3-7 15,-1-1-12-15,5-6-3 16,2-5-19-16,6-5-13 16,4-6 7-16,3-6 3 15,5-2 13-15,5-4 9 16,0 0 16-16,4 0-5 16,2 0-11-16,0-9-27 15,0 3-5-15,10-1 19 0,7 0 5 16,10 0 6-16,6 0 2 15,7 2 2-15,7-1 20 16,5 3 7-16,-4 3-1 16,-2 0-8-16,-7 0-11 15,-5 0 2-15,-10 0 5 16,-3 0 9-16,-8 0 7 16,0-2 3-16,-4-2-4 15,2 1-12-15,-2-3-19 16,0 2-1-16,0 0-52 15,0-3-64-15,5-3-95 16,-2 0-353-16,-3 1-258 0</inkml:trace>
  <inkml:trace contextRef="#ctx0" brushRef="#br0" timeOffset="115347.34">17095 9760 209 0,'0'0'498'0,"0"0"-335"16,0 0-92-16,0 0-45 16,0 0 85-16,0 0 39 0,-2 112-28 15,2-62-7 1,0 6-16-16,0 3-12 0,0 0-35 15,2-2-15-15,1-7-14 16,-3-10-2-16,2-8-11 16,0-8-9-16,0-10 5 15,-2-3-6-15,0-9 0 16,0 1-4-16,0-3-49 16,0 0-34-16,0-10-88 15,0-2-310-15</inkml:trace>
  <inkml:trace contextRef="#ctx0" brushRef="#br0" timeOffset="115549.15">16942 10084 385 0,'0'0'400'16,"0"0"-142"-16,0 0-12 15,160-33-83-15,-111 28-92 16,-5-1-67-16,-1 4-4 16,20-4-149-16,-13 4-173 15,0-2-270-15</inkml:trace>
  <inkml:trace contextRef="#ctx0" brushRef="#br0" timeOffset="115980.31">17690 9850 157 0,'0'0'493'0,"0"0"-154"15,0 0-151-15,0 0-106 16,0 0-82-16,0 0 0 15,0 0 38-15,-78 59 29 16,47-28-15-16,-4 1-23 16,1 2-21-16,3-2-7 15,2-2 11-15,5-4-12 16,5-6-21-16,6-2-19 16,7-6-4-16,2-6-20 0,4-2 27 15,0-4 25 1,0 0 12-16,0 0 42 0,10 0 6 15,8 0-12-15,4 0-6 16,5-1 7-16,4 1-8 16,5 0-8-16,-1 0-5 15,2 0-15-15,-4 0 1 16,-7 0 4-16,-4 0-6 16,-3 0-15-16,-8 0-46 15,-1-4-46-15,-2-5-112 16,-4 0-266-16</inkml:trace>
  <inkml:trace contextRef="#ctx0" brushRef="#br0" timeOffset="116248.44">17690 9819 87 0,'0'0'510'15,"0"0"-253"-15,0 0-56 16,0 0-103-16,0 0-98 15,0 0 42-15,0 0 80 16,2 140-21-16,10-79-19 16,-3 1 6-16,-1-4-29 15,2-4-14-15,-6-10-23 16,3-6-2-16,-5-9-7 16,2-9-13-16,-2-7 0 15,2-4-44-15,8-9-107 16,-1 0-126-16,3 0-212 0</inkml:trace>
  <inkml:trace contextRef="#ctx0" brushRef="#br0" timeOffset="116464.1">18078 9966 421 0,'0'0'297'0,"0"0"-57"16,0 0-9-16,120-9-70 0,-88 8-100 15,-3 1-61-15,-7 0-12 16,-9 0-135-16,-4 0-231 16,-9 0-496-16</inkml:trace>
  <inkml:trace contextRef="#ctx0" brushRef="#br0" timeOffset="116631.01">18047 10182 531 0,'0'0'287'16,"0"0"-19"-16,118-11-67 0,-72-2-113 15,2-1-69-15,0 1-19 16,18-8-158-16,-12 5-218 15,-4 2-483-15</inkml:trace>
  <inkml:trace contextRef="#ctx0" brushRef="#br0" timeOffset="117082.26">18697 9749 215 0,'0'0'290'0,"0"0"-130"0,0 0 2 16,0 0-58-16,0 0-32 16,-135 51-14-16,112-18-10 15,3 6-11-15,7 5 14 16,6-1-18-16,7 2-15 15,0 0 3-15,13-6 0 16,14-5 5-16,4-6-4 16,1-6 4-16,-1-7 7 15,2-8 21-15,-2-5-6 16,-2-2 11-16,3 0-21 16,-6-6-9-16,-3-8-7 15,-6-4-10-15,-3 0 11 16,-7 0 18-16,-7-3-12 15,0 7-6-15,-5 1 1 16,-13 5 1-16,-7 8-25 0,-2 0 0 16,-6 4-16-16,0 14 5 15,-1 4 4-15,5 5-2 16,6 3-102-16,9 10-91 16,7-9-111-16,7-4-263 0</inkml:trace>
  <inkml:trace contextRef="#ctx0" brushRef="#br0" timeOffset="117563.47">20063 9707 498 0,'0'0'247'16,"0"0"-106"-16,0 0 40 15,0 0-28-15,159 2-9 16,-106 1-46-16,-4-2-32 16,-9 1-43-16,-13 2-23 15,-11-2-49-15,-16 3-155 16,0 2-301-16,0-3-75 0</inkml:trace>
  <inkml:trace contextRef="#ctx0" brushRef="#br0" timeOffset="117947.87">20094 9775 54 0,'0'0'347'15,"0"0"-91"-15,0 0-150 16,0 0-7-16,0 0-17 16,0 0-20-16,0 0-34 15,-24 72-28-15,24-57 17 16,2-3-1-16,20 1 20 15,7 1 28-15,10 1-7 16,3 1-28-16,2 1-16 16,-1-4-13-16,-4 3 7 0,-5 0-7 15,-7 0-1-15,-11-2-12 16,-10 2-7-16,-6 0-15 16,0 0 16-16,-16 0 19 15,-11 0 26-15,-8 0 19 16,-5-4 14-16,-2-4-8 15,-1-2-16-15,5-6-2 16,7 0-1-16,7 0 3 16,1-9-13-16,10-6-22 15,7 1-60-15,16-12-139 0,22 6-206 16,7 1-454-16</inkml:trace>
  <inkml:trace contextRef="#ctx0" brushRef="#br0" timeOffset="118215.34">20663 9949 227 0,'0'0'576'0,"0"0"-373"0,0 0-82 15,0 0-14-15,135 0-8 16,-75 0-17-16,5 1-25 16,-3 5-9-16,-6-3-28 15,-9 4-20-15,-11-1-20 16,-5 4-101-16,-14 1-112 16,-5-5-277-16</inkml:trace>
  <inkml:trace contextRef="#ctx0" brushRef="#br0" timeOffset="118414.3">20892 10149 732 0,'0'0'334'0,"0"0"-24"0,163 0-62 16,-108 0-87-16,-8 0-91 15,-7-5-42-15,-7-1-28 16,-6 0-21-16,-2-4-113 16,-12 5-154-16,-3-4-265 0</inkml:trace>
  <inkml:trace contextRef="#ctx0" brushRef="#br0" timeOffset="118697.98">21168 9695 753 0,'0'0'386'0,"0"0"-118"15,0 0-128-15,0 0-140 16,0 0 0-16,0 0 0 16,-102 164 49-16,62-87-17 15,-5 3-16-15,3-2-3 16,0-4-3-16,1-8 31 15,8-7-3-15,6-14-19 16,10-8-6-16,5-13-13 16,6-10-13-16,6-6-74 15,0-4-57-15,26-4-60 16,10 0 16-16,2 0-198 0</inkml:trace>
  <inkml:trace contextRef="#ctx0" brushRef="#br0" timeOffset="119281.33">21793 9731 461 0,'0'0'194'0,"0"0"-37"16,0 0-1-16,-128 0-39 15,88 22-24-15,2 8-14 0,1 11-41 16,8 9-3 0,8 4-9-16,15 4-4 15,6 0-3-15,0-6-1 16,17-8 6-16,10-8 2 15,6-12 22-15,4-7-2 0,0-12 5 16,5-5-4-16,1 0-5 16,-3-11-10-16,-2-12-11 15,-7-3-2-15,-9-4 19 16,-9-2 4-16,-8 0-13 16,-5 7 6-16,0 2-13 15,-26 9 15-15,-13 12-37 16,-9 2-15-16,-8 6-1 15,-2 21-48-15,4 6-104 16,10 5-75-16,-3 25-86 16,13-9-302-16</inkml:trace>
  <inkml:trace contextRef="#ctx0" brushRef="#br0" timeOffset="121114.61">22564 8021 179 0,'-123'-16'71'16,"-22"8"-25"-16,-22 5-19 0,-3 3-8 15,33 0 3 1,36 11 30-16,43 3 4 0,13 2 10 16,-2 6-25-16,3 7 15 15,0 11-26-15,7 6-1 16,6 6-12-16,8 3 7 16,2 6 10-16,7 5-2 15,8 4 13-15,6 8 8 16,2 9 2-16,27 1 26 15,16 4 3-15,15 0-28 16,16 1-11-16,13-3-6 16,4-2 3-16,5-6-8 15,0-5-10-15,-3-7-5 16,-2-12-6-16,-1-5 9 16,-4-14 4-16,3-9 13 0,3-12 5 15,22-11 13-15,29-7 10 16,19-3-16-16,-12-13-25 15,-34-1-19-15,-39 6-6 16,-29-1-1-16,4-6 0 16,4-6-1-16,7-8 0 15,-10-10 0-15,-2-8-5 16,-1-11 4-16,-5-5-8 16,-3-6 10-16,-6 0-6 15,-9 1 5-15,-9 1 0 16,-13-4 1-16,-7-18 18 15,-27-24-8-15,-35-23-3 16,-7 13-6-16,-2 25 2 16,6 34-2-16,-13 14-2 15,-34 1-8-15,-34 6-4 0,-16 10 13 16,29 26-32-16,33 10-50 16,33 6-37-16,5 22-78 15,-39 34-78-15,12-3-89 16,5 0-286-16</inkml:trace>
  <inkml:trace contextRef="#ctx0" brushRef="#br0" timeOffset="124580.86">15786 8522 215 0,'0'0'306'0,"0"0"-264"16,0 0-12-16,0 0-30 15,0 0 85-15,-41 127-7 16,24-76-6-16,1 6-2 16,1 3-5-16,3-1-16 15,5 4-22-15,1 1 5 16,2 2-9-16,-1 3-13 15,0 0 5-15,3-2-9 16,2-4 4-16,0-12-9 16,0-8-1-16,12-11-12 0,-2-13-1 15,1-4-3-15,-1-11 2 16,-4-4 14-16,1 0 23 16,1 0 2-16,8-7-13 15,3-5-7-15,6-2-5 16,5 0 0-16,8 0-7 15,4 2 5-15,4 5 1 16,8-1 0-16,0 1 1 16,6 5 0-16,2 1 0 15,5 1 10-15,6 0 3 16,10 0-3-16,6 0 7 16,7 3-8-16,9 8-2 15,2 0-5-15,2 1-1 16,-4 2 8-16,-3 0-9 0,-1 3 1 15,-3-1-1-15,-3 0 5 16,3-1-5-16,2 2 0 16,3-5 0-16,15 1 1 15,20 0 15-15,16-1 4 16,-13-2 5-16,-30 0-14 16,-29-4 2-16,-19 0-6 15,6 2 1-15,9 0-8 16,6 0 0-16,-8 0 2 15,-5-2-2-15,-6-1 1 16,-1-3 0-16,-1 3 6 16,3 1-6-16,4 0 0 15,1 0 0-15,0 2 0 0,-1-2 0 16,-10-4 0-16,-7 1 0 16,-10-3 1-16,-12 0 7 15,-9 0 3-15,-6-6-2 16,-3-9-4-16,1-7 2 15,-4-4-6-15,2-5-2 16,-5-6-7-16,-1-3-8 16,-2 0-5-16,-2-3 7 15,-2 2 4-15,0-6 9 16,0 3 24-16,0-2 21 16,0 6 41-16,0 4 26 15,0 10-28-15,0 5 5 16,0 13-1-16,0 1-19 15,0 3-21-15,0 4-7 16,0 0 7-16,0 0 19 0,0 0-19 16,0 0-37-16,0 0-11 15,-2 0-90-15,-8 0-165 16,-28 24-101-16,1 0-181 16,-2 0-408-16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48:30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11315 8426 165 0,'0'0'236'0,"0"0"-141"15,0 0-30-15,0 0-14 16,0 0-22-16,-2 0 23 0,0 0 30 16,2 2 0-1,0 4-7-15,0 4-15 0,0 0-17 16,0 2-14-16,0 2-7 16,0 0-9-16,0 2-3 15,0-2-4-15,0 0 7 16,0-1-7-16,0 0-5 15,0 1-1-15,0-1 1 16,0 0 9-16,0 0-10 16,0-2 6-16,0 2-6 15,0-4 0-15,0-2-1 16,0-4 0-16,0 0 1 16,0-3 0-16,0 0 9 15,0 0 5-15,0 0 21 16,12 0 10-16,1 0-12 0,3-6-32 15,3-2 9-15,4 0-3 16,2 2-7-16,1-1 0 16,3 1-10-16,1 2 2 15,3 3 7-15,0-2 1 16,-2 2-1-16,-2-2 1 16,-3 3-3-16,-3 0-4 15,-1 0 5-15,-1 0-6 16,-2 0 7-16,-1 3-14 15,-3 1 8-15,2 1-10 16,-9-3 6-16,1 0 3 16,-4-2 8-16,-1 0 1 15,-1 0 9-15,-1 0 20 16,0 0 15-16,0 0-9 0,2-6-14 16,-1-6-4-16,-1-2-7 15,-2-2 28-15,2 0 5 16,-2-2 13-16,0 0 12 15,0 4-31-15,0 3-17 16,0 4-14-16,0 3-7 16,0 4-22-16,0 0-173 15,0 16-321-15,0 0-31 0</inkml:trace>
  <inkml:trace contextRef="#ctx0" brushRef="#br0" timeOffset="1065.2">13636 8366 430 0,'0'0'261'0,"0"0"-85"0,0 0-66 15,0 0-81-15,0 0-29 16,0 0-18-16,0 0 11 15,0 22 7-15,0-3 17 16,-3 4-5-16,-1 3 7 16,-1 0-6-16,0-1 0 15,1 2-13-15,2-5 1 16,0-4 7-16,2-4-8 16,0-3-3-16,0-4-17 15,0-5 4-15,0-2 16 16,2 0 9-16,14 0 22 15,1-9-15-15,8-6-15 16,2 3-1-16,2 2 0 0,2 2-1 16,0 3 0-16,3 0-7 15,1 5 8-15,-2 0-6 16,5 0-6-16,-2 0-1 16,-2 5-10-16,-3 2 9 15,-3-1 8-15,-5-4 5 16,-5 0-5-16,-5-2 6 15,-5 0 16-15,2 0 29 16,-3-8 13-16,-3-6 23 16,-2-2-16-16,-2-5 19 15,0 0-13-15,0 1-26 16,-2 0-14-16,-7 4-17 16,1 2-4-16,0 4-10 0,4 5 0 15,2 4-71 1,0 1-110-16,2 1-175 0,0 11-213 15</inkml:trace>
  <inkml:trace contextRef="#ctx0" brushRef="#br0" timeOffset="9998.79">12277 7782 108 0,'0'0'28'0,"0"0"-17"16,0 0-11-16,0 0 0 16,0 0 12-16,0 0 33 15,-83-10 44-15,67 10 44 16,1 0-103-16,-4 0-11 15,2 0-3-15,-8 0 2 16,-1 2-2-16,-6 4-15 16,-5 2 15-16,-1 3 9 15,2 0 12-15,2 1-25 16,5 0-2-16,5 3-9 16,2-4 0-16,4 3-1 0,3 3-1 15,-2-1 1 1,2 2 0-16,-1 0 6 0,-1 0-6 15,1 2 9 1,-1 0-9-16,-2 0 1 0,1 0 0 16,3-2 0-16,2 2 0 15,1-2-1-15,4 0 2 16,4 2-1-16,-1-2 4 16,3 3-5-16,2-2 0 15,0 1-2-15,2 2 2 16,13-1 11-16,4-2-1 15,0 6-4-15,3-1-6 0,-1-1 7 16,-2 6-6-16,2-1 0 16,-3 0-1-16,3 2 1 15,2-2-1-15,0 0 1 16,3 1-1-16,1-6 0 16,-1 1 2-16,1-1-1 15,-2-5 0-15,-5 0 0 16,0-3-1-16,0-2 0 15,-2-3 0-15,4-2 1 16,3-4 21-16,4-3-5 16,2-1 0-16,0 0-2 15,0 0-1-15,-2 0 6 16,-2 0-14-16,0 0 1 0,-2-4-5 16,-2-2 7-1,2-1-3-15,0 1-5 0,-1-3 4 16,1 1-4-16,-1-2 10 15,-2-1 14-15,3-4 12 16,-2 0-21-16,-4-4-4 16,4-1 11-16,-5 0-17 15,-3 0 4-15,-2-4-9 16,-1 2 24-16,-4-4-11 16,-1 2 8-16,-3-1-8 15,1 0 15-15,-2-3-19 16,-3 0 3-16,0-4-7 15,0 0 1-15,0-1-7 16,0 1 0-16,0 3 9 16,-8 2 1-16,-3 2 22 0,1 0-11 15,-7-1 5-15,-2 0 8 16,-4-4 2-16,-1 0-1 16,-3-2-17-16,-4 0 0 15,0 2 11-15,-1 3-9 16,1 6-19-16,2 2 6 15,0 6-7-15,4 6-1 16,4 6 0-16,-2 1-15 16,3 0-16-16,-2 0-72 15,-9 15-40-15,4 1-143 16,5 0-94-16</inkml:trace>
  <inkml:trace contextRef="#ctx0" brushRef="#br0" timeOffset="11282.39">18988 12320 380 0,'0'0'124'15,"0"0"-47"-15,0 0 32 16,0 0-48-16,0 0 21 16,135-52-1-16,-89 36-1 15,6 4-41-15,-3 6-15 16,0 6-22-16,-2 0-2 15,4 10 0-15,2 12 1 16,8 8-1-16,5 7 1 16,6-2 16-16,1 1-8 15,4-4 4-15,-6-4-12 16,-7-6 1-16,-8-5 4 0,-8-9-4 16,-5-7 8-1,-7-1-4-15,2 0 21 0,1-15-2 16,4-4 1-16,6-2-25 15,0 3 4-15,1 3-5 16,-4 12-6-16,-4 3-3 16,-1 0 0-16,-2 12 8 15,3 5-11-15,10 4 12 16,6-2 1-16,13-1 11 16,14-5-12-16,6-3 1 15,5-8 0-15,-9-2 0 16,-14 0 9-16,-15 0 9 15,-15-12 61-15,-12 2-8 0,-7-3 2 16,-1 4-40-16,1-2-23 16,-1 1-11-16,-1 4 0 15,-6 1 0-15,-6 1-7 16,-3 1-31-16,-5 3-72 16,-2 0-128-16,0 0-331 15</inkml:trace>
  <inkml:trace contextRef="#ctx0" brushRef="#br0" timeOffset="30831.99">11922 8141 62 0,'0'0'72'15,"0"0"-43"-15,0 0-17 16,0 0 165-16,-129 112-119 0,93-86-21 15,-1-4 24 1,2 2-9-16,2-3 7 0,0-4 6 16,1 2-4-16,-1-2-5 15,-2 0 2-15,-5 1-8 16,-7 2-11-16,-2-2-10 16,0 0-1-16,7-4 6 15,11-4 5-15,14-4 3 16,13-6-23-16,4 0-10 15,31-8-3-15,50-30 41 16,57-26-21-16,55-28 25 16,31-13 4-16,3 1 13 15,-22 14-4-15,-51 24-14 16,-39 16-17-16,-39 15-21 16,-28 10-4-16,-5-2-2 0,-7 4-4 15,-9 2 9-15,-14 5-11 16,-9 9-59-16,-4-4-89 15,0 5-164-15,0-2-253 0</inkml:trace>
  <inkml:trace contextRef="#ctx0" brushRef="#br0" timeOffset="31265.13">12285 7279 155 0,'0'0'56'0,"0"0"-9"16,0 0 2-16,0 0 16 16,0 0 13-16,152 88-11 15,-83-88-4-15,2-10 1 16,-9-15-2-16,-8-2 23 16,-19-3-3-16,-12-3 34 15,-19 2 12-15,-4 1-22 0,-6 2 4 16,-23 6-52-16,-7 9-17 15,-9 12-34-15,-4 1 1 16,-2 19-8-16,-3 16-7 16,6 3-76-16,8 6-73 15,6 14-120-15,14-10-61 16,6-8-226-16</inkml:trace>
  <inkml:trace contextRef="#ctx0" brushRef="#br0" timeOffset="50664.8">22059 7279 3 0,'0'0'30'0,"-169"-24"120"16,45 13-60 0,-3 5-24-16,13 6-17 0,16 0-8 15,-3 4-4-15,-30 17-4 16,-31 8-8-16,-1 7 4 16,31-3-6-16,32-1-2 15,29-6-6-15,4 2 1 16,-11 6-6-16,-11 9-4 15,-5 7-5-15,9 0 0 16,8 2 1-16,6 4-2 16,5 5 1-16,7 2 1 15,5 3-1-15,7 5 0 16,12 3-1-16,10 0 0 16,14 4-1-16,11 0-6 15,23 3 7-15,27 1 30 16,39 12 9-16,44 9 18 15,46 3-7-15,20-1-12 16,-8-20-5-16,-21-13-16 16,-34-15-11-16,-9-9-6 0,-7-9-10 15,-20-12 0-15,-17-10 3 16,-14-8 2-16,13-7 5 16,37-2 6-16,37-12 1 15,22-16 16-15,-11-6 37 16,-18-3-13-16,-40 6-28 15,-22 2 1-15,-20 5-8 16,-5-2 11-16,12-6-10 16,10-8-2-16,15-9-10 0,1-7-2 15,2-7 1 1,18-25-13-16,12-27-8 0,-2-23 1 16,-24-9 9-16,-44 3 10 15,-45 6 1-15,-25 9 25 16,-47-3 2-16,-30 2 2 15,-33 11 4-15,-31 17 9 16,-20 13-1-16,-16 22 5 16,-4 14-17-16,6 16-4 15,15 19-18-15,33 11-7 16,31 7-45-16,33 10-16 16,-20 47-89-16,14-3-168 15,5 1-295-15</inkml:trace>
  <inkml:trace contextRef="#ctx0" brushRef="#br0" timeOffset="59248.08">11189 13280 77 0,'0'0'59'0,"0"0"-35"16,0 0-24-16,-134 21 12 15,101-17 115-15,4-2-61 16,2 0-23-16,7 0 24 16,9-1-25-16,4 2-6 15,7-2-35-15,0 2-1 16,23-1 0-16,19 2 2 15,35 2 21-15,44-3 4 16,49 0-5-16,30-1-14 16,11-2 18-16,5 2 15 15,-2-2 11-15,3 0-3 16,-1 0-16-16,-11 0-13 16,-16 0-10-16,-15 0-9 15,-20 0 11-15,-39-2-12 0,-26-3 1 16,-31 2 3-16,-10-1-4 15,-2-2-11-15,3 0-40 16,3-2-12-16,-12 2 2 16,-7 2 6-16,-16 1-40 15,-5 3-16-15,-12 0-201 0</inkml:trace>
  <inkml:trace contextRef="#ctx0" brushRef="#br0" timeOffset="59681.17">12105 13422 10 0,'0'0'52'0,"0"0"35"16,0 0-8-16,0 0 6 16,0 0 3-16,174 61-8 15,-74-57-40-15,43-4 13 16,46 0 35-16,27-12 9 15,9-4-9-15,-7 2 5 0,-24 8-17 16,-10 0-21-16,-20 6-26 16,-33 0-16-16,-37 0-11 15,-32 0-2-15,-18 0-7 16,-5 0-26-16,-6 0-57 16,-2 2 0-16,-14 2 5 15,0 0-13-15,-9 2-71 16,-1-4-78-16</inkml:trace>
  <inkml:trace contextRef="#ctx0" brushRef="#br0" timeOffset="60064.74">12900 13433 58 0,'0'0'102'15,"0"0"18"-15,214 8-33 16,-58-8 5-16,51 0 31 0,23 0-14 15,-8 0 1 1,-27-8-13-16,-60 2-19 0,-35 0-10 16,-35 1-21-16,-22 3-21 15,-4-3-8-15,-5 4-8 16,-7-4-4-16,-12 3 2 16,-10 2-7-16,-5-2-1 15,0 2-43-15,0 0-86 16,0 0-157-16,-14 2-61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50:31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9622 7931 214 0,'130'0'538'15,"35"-13"-429"-15,42-2-73 16,9 0 35-16,-2 5-9 16,2 4-26-16,-11 2-25 0,-44 3 8 15,-46-2-18-15,-47 2 0 16,-31-2 0-16,-10 1-1 15,-10 2 7-15,-5-2 8 16,-12 2-15-16,0 0-20 16,-18 0-90-16,-32 0-43 15,4 0-90-15,3 0-297 0</inkml:trace>
  <inkml:trace contextRef="#ctx0" brushRef="#br0" timeOffset="5265.65">9567 9050 90 0,'0'0'576'0,"142"0"-470"0,-3 1-67 16,54 8-8-16,28-1 14 16,11 3-7-16,-7-2 18 15,-16-4-30-15,-11-1-17 16,-42-1 5-16,-44-3-14 15,-48 0 0-15,-30 0-24 16,-12 0-82-16,-11 0 25 16,-9-8 9-16,-2-2-68 15,-33 3 23-15,0 3-7 16,1 4-133-16</inkml:trace>
  <inkml:trace contextRef="#ctx0" brushRef="#br0" timeOffset="10533.34">7259 10232 464 0,'0'0'95'16,"183"-10"-70"-16,-35 5-12 15,24 3 13-15,-27 2-7 16,-36 0-11-16,-39 0-8 0,-20 0-7 16,2 0-32-16,-12 3 5 15,-9 5 0 1,-19 0-80-16,-12 1-37 0,-23-1 72 16,-2-5-86-16</inkml:trace>
  <inkml:trace contextRef="#ctx0" brushRef="#br0" timeOffset="11449.53">10970 10207 523 0,'0'0'153'0,"195"0"-86"16,-20 0-43-16,35 4 17 15,-7 2-5-15,-26-2 10 16,-52-3-29-16,-38-1-9 16,-29 0-8-16,-18 0 1 15,-3 0 1-15,-6-7-2 16,-10-1 17-16,-9 1 61 16,-8 6-8-16,-4 1-54 15,0 0-16-15,0 0-25 16,0 0-85-16,-6 0-86 0,-23 19 51 15,0 0-23 1</inkml:trace>
  <inkml:trace contextRef="#ctx0" brushRef="#br0" timeOffset="12882.62">19210 10521 766 0,'0'0'156'16,"0"0"-108"-16,0 0-23 16,150 10 18-16,-93-10-1 15,6 0 3-15,2-13-31 0,-1-8 2 16,3-5 1-16,-5 0-15 16,-6-4 13-16,-8 0-15 15,-7 2 0-15,-12 0-33 16,-7 2 2-16,-6-2-6 15,-3-4-5-15,-1-4 4 16,-4-7 24-16,3-1 12 16,1-2-10-16,-4 2 12 15,1-2 0-15,-3 0 26 16,0-2-7-16,-4-6 17 16,-2-3 6-16,0-3-12 15,-5 3-8-15,-10 2 10 16,-4 11 10-16,2 7-22 0,-6 10-2 15,-1 7-18 1,-7 8 0-16,-11 6-35 0,-14 6-60 16,-15 0-50-16,-14 0-87 15,-40 11 14-15,18-1 34 16,18-2-45-16</inkml:trace>
  <inkml:trace contextRef="#ctx0" brushRef="#br0" timeOffset="13533.45">19206 10716 439 0,'0'0'217'0,"0"0"-116"15,115 0-77-15,-63-7 1 16,-1-10-16-16,-7-1-9 16,1-7-88-16,-11 2-93 15,-13 3-354-15</inkml:trace>
  <inkml:trace contextRef="#ctx0" brushRef="#br0" timeOffset="14616.81">19655 10615 1020 0,'0'0'393'0,"0"0"-278"15,0 0-96-15,0 0-17 16,121-118-2 0,-121 95-101-16,-18 2-128 0,-8 7-171 0</inkml:trace>
  <inkml:trace contextRef="#ctx0" brushRef="#br0" timeOffset="16449.08">19707 9582 16 0,'0'0'364'0,"0"0"-196"15,0 0-36-15,0 0-36 0,0 0-28 16,0 0 9-16,-21 0 7 15,13 0-15-15,-3-3-24 16,-5-2 11-16,-1-2-18 16,-2 1-6-16,-1 2-13 15,1 0-3-15,0 2 15 16,1 0-4-16,-1 0-4 16,1-2-10-16,-4-1 10 15,-1 2-11-15,-1-1 2 16,-1 2 12-16,-2-1-14 15,-2 2 1-15,0 1-3 16,1 0 22-16,-1 0 0 16,4 0-3-16,1 0-16 15,1 0-11-15,4 12-2 16,-2 6 1-16,-1 3-1 0,2 8-9 16,2 1 9-16,0 3 0 15,1-2 9-15,0 5-9 16,5 0 7-16,1 3-7 15,1-2 2-15,2 3 4 16,1 3-5-16,3-5 0 16,-2 1-1-16,4 3 8 15,2-4-7-15,0 1 8 16,0 2-8-16,0-4 6 16,2 2-6-16,10-6 0 15,-1 0 11-15,3-1-11 16,1-5 9-16,1-4-9 0,1-2 7 15,4-7-7-15,6 3 9 16,6-1-3 0,2-4 2-16,5-2 2 0,3-4-10 15,-1-4 13-15,0-2-13 16,-1 0 9-16,-1 0-9 16,-3 0 11-16,-1-6-12 15,0-1 0-15,-2 2 0 16,-3-3 0-16,2 0 1 15,-2-2 0-15,-2-4 6 16,3-4-6-16,-1-2 11 16,-4-5-12-16,-1-5 7 15,-2 1-6-15,-6-4 8 0,-2 0 10 16,-5-3-9-16,-4-4 16 16,-3-7-17-16,-2 1 6 15,-2-2-14-15,0 2 10 16,0 2-10-16,-4 4 27 15,-12 1-12-15,-1 3 6 16,-4 0 18-16,-3 0-14 16,-6 0 2-16,2-1-22 15,-1 6-6-15,-2 4 0 16,2 2-1-16,2 7-5 16,3 6 6-16,1 4-2 15,2 8-22-15,-4 0-92 16,-2 10-77-16,-6 28-75 15,8-4-126-15,2 0-198 0</inkml:trace>
  <inkml:trace contextRef="#ctx0" brushRef="#br0" timeOffset="36216.26">10596 11453 230 0,'0'0'60'0,"0"0"-11"0,0 0-7 15,-116 9-25-15,107-7-5 16,5 0 4-16,4-2 23 16,0 0-2-16,0 0 11 15,0 0 7-15,23 0 8 16,21 0-40-16,39 0-14 16,43 0-9-16,53-4 12 15,27-5 10-15,10 6-2 16,-8 0 19-16,-23 3 3 15,-11 0-5-15,-18 0-14 16,-36 3-4-16,-30 0-17 16,-30 2 0-16,-16-4 4 15,3-1-6-15,-1 0 1 16,0 0 9-16,-15 0 8 0,-8 0 0 16,-9 0 8-16,-5 0-5 15,-5 0 3-15,1 0-11 16,-5 0-12-16,0 0-1 15,2 0-51-15,5 0-67 16,0 0-93-16,-1 0-125 0</inkml:trace>
  <inkml:trace contextRef="#ctx0" brushRef="#br0" timeOffset="45218.28">8693 12605 284 0,'0'0'78'0,"0"0"-43"15,0 0-5-15,0 0-4 16,0 0-3-16,0 0 2 15,101 4-2-15,-59-2 9 16,14 2-6-16,28 0 4 16,48 2 2-16,51 0 17 15,23 0-13-15,6 0-10 16,-17-2 10-16,-35 0-7 16,-29-2 1-16,-33 0-10 15,-31 1 2-15,-18-3-21 16,-5 1 0-16,-1-1-1 0,-10 0 0 15,-12 2-13-15,-4 2-52 16,-6 2-93-16,1-2-62 0</inkml:trace>
  <inkml:trace contextRef="#ctx0" brushRef="#br0" timeOffset="45984.99">14413 12743 228 0,'0'0'133'16,"145"0"8"-16,-16 0 48 15,31-4-40-15,12-2-10 16,-14 0-32-16,-35 0-3 16,-41 1-19-16,-29 4-22 15,-15 0-20-15,-7-2-24 16,-8 1-12-16,-3 1-6 0,-13 1 0 15,-7-3-1-15,0 3-48 16,0 0-62-16,0 0-77 16,-9 0-63-16,-3 0-60 15</inkml:trace>
  <inkml:trace contextRef="#ctx0" brushRef="#br0" timeOffset="52449.2">8853 13824 322 0,'0'0'115'0,"0"0"-50"0,-121-6 20 16,80 2 21-16,1 2 3 15,3 0-65-15,-4 2-8 16,1 0-13-16,0 0 6 15,2 0-6-15,0 6 6 16,4-2-12-16,5 0-1 16,10 0-7-16,7-4 8 15,8 2 16-15,4-2 4 16,0 0-16-16,9 0-16 16,22 0-4-16,20 0 1 15,18 0 27-15,37-4-12 16,45 2 11-16,43-2 12 15,20 2-9-15,0 2-1 16,-19 0-2-16,-32 0-8 16,-36 6-7-16,-37-2 3 0,-35 1-13 15,-20-4 4 1,-6-1-7-16,-4 2 0 0,-5-2 0 16,-13 0 1-16,-5 0 15 15,-2 0-7-15,0 0-9 16,0 0 0-16,-17 0-125 15,-2-2-177-15,-3-2-294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19:52:09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2651 5348 130 0,'0'0'68'0,"0"0"-55"16,0 0 37-16,0 0 53 15,0 0-46-15,0 0-22 16,0 28 5-16,0-28-2 16,4 0-3-16,0 0-22 15,-1-4-11-15,2-1-1 16,-3 2 1-16,0 0-1 0,-2 3-1 15,0 0 13 1,0 0-2-16,0 0-11 0,0 0-13 16,0 0 2-16,0 0 11 15,0 0 36-15,0 3 7 16,0 0 11-16,0 2 13 16,0 1-9-16,-4 0-6 15,2 4-13-15,-4 2 0 16,2 4-24-16,2 2-7 15,-2 2-7-15,-1 2 0 16,1-1 0-16,2-4 0 16,2 1-1-16,0-3 0 0,0-4 0 15,0-2-6 1,0-5-5-16,0 0-9 0,0-3 11 16,0 1-14-16,0-2 0 15,8 0 7-15,3 0 16 16,5 0 6-16,4-2 1 15,4-7-1-15,3-3-6 16,5 5-13-16,-1 1-7 16,2 0 13-16,0 5-5 15,3-2 3-15,-2 3-4 16,4 0-4-16,-3 0 3 16,1 6-7-16,-3 6 10 15,-2-2-5-15,-6-2 7 16,-2 0-4-16,-8-2 6 15,-1-3 7-15,-4-3 0 0,-1 0 7 16,1 0 19-16,-2-7-3 16,1-9-14-16,3-4 6 15,-4-2-4-15,1-4 17 16,-5-2 3-16,1 0-3 16,-5 0-15-16,0 4-12 15,0 4-1-15,0 7-14 16,0 2-9-16,2 3-58 15,3 4-95-15,-3 2-405 0</inkml:trace>
  <inkml:trace contextRef="#ctx0" brushRef="#br0" timeOffset="34084.11">2586 5141 477 0,'0'0'91'0,"0"0"44"16,0 0-19-16,0 0-41 15,0 0-38-15,0-10-21 16,0 10-16-16,0 0-8 16,0 0 8-16,-2 0 6 15,0 0-5-15,2 4-1 16,-2 6 31-16,-2 4 9 0,1 5 2 15,-4 2-10-15,3 6 3 16,-1 0-14 0,-1 2-5-16,1 0-3 0,1 2-4 15,-1-1 1-15,1 2 0 16,-1-2-8-16,1 2-2 16,0-4 7-16,-1-2-6 15,3-4 5-15,2-3-5 16,0-3 1-16,0-7 8 15,0-3-3-15,0-1 0 16,0-5 2-16,0 0 1 16,0 0 9-16,9 0 16 15,2 0-8-15,7-9-14 0,7 2-3 16,0-6-9-16,4 4 0 16,6 0 0-16,-4 1 1 15,-3 0-2-15,1 2 1 16,-2 0-1-16,0 2 1 15,0 0-1-15,-1-1 0 16,3 0 0-16,0 1 0 16,3 2 0-16,1 1 0 15,3-2-1-15,-1 1 1 16,3 0-1-16,0 2 1 16,2-2-1-16,-2 0 1 15,-1 0-1-15,0 2 1 16,-4 0 0-16,-2 0-1 15,-2 0 2-15,0 0-2 16,-3 0 2-16,3 0-1 0,0 0 0 16,0 0 0-16,3-2 0 15,1 0 1-15,0-2 0 16,-2 2-1-16,4-2 0 16,-4 1 0-16,0 2 0 15,2-1 0-15,-1-1 0 16,-1 2 0-16,-2 0-1 15,2 1 1-15,-5 0 0 16,1 0 1-16,-3 0-1 16,1 0 0-16,0 0 0 15,0 0 0-15,-2 0 0 16,2 0 0-16,0 0-1 16,-1 0 1-16,-2 0 1 0,-2 0-1 15,1 0 0-15,-4 0 0 16,3 0 0-16,-4 0 0 15,2 0 0-15,-2 0 2 16,1-3-1-16,4 0 6 16,-2-2-6-16,1-1 0 15,3 0 1-15,-4 2-1 16,0-2 0-16,-3 2 0 16,-3-1 0-16,0 2-1 15,0 0 0-15,0 2 0 0,-1 0 0 16,1-2 1-1,-2 3-2-15,-4-2 0 16,0 2 1-16,-3 0 0 16,-2 0-1-16,0 0 1 0,-2 0-1 15,0 0 0-15,3 0 0 16,-3 0 1-16,0 0 0 16,2 0-1-16,-2 0 2 15,2-1-1-15,3 1 8 16,-3-3-6-16,1 1 8 15,-1 0 18-15,2 0 2 16,-2-2-15-16,0 2-4 16,3-4-5-16,-1 2 3 15,3-4-8-15,0-1 0 16,1 2 12-16,-1-3-7 16,3-2 13-16,-4 0 8 0,0 2 17 15,-1 0 5-15,-3 2 7 16,-2 1-12-16,2 4-2 15,-2 0-4-15,0 2-9 16,0 1-7-16,0 0-21 16,0 0-1-16,0 0-7 15,0 0-8-15,0 0-7 16,0 0-41-16,0 0-53 16,-15 0-85-16,-1 10-121 15,1 0-186-15</inkml:trace>
  <inkml:trace contextRef="#ctx0" brushRef="#br0" timeOffset="37066.65">4511 4341 179 0,'0'0'235'15,"0"0"-37"-15,0 0-13 16,0 0-57-16,0 0-40 16,0 0-21-16,0 0-19 0,-26 0-1 15,10 0-21-15,-7 0-11 16,-8 0-14-16,-7 0 7 16,-1 0-6-16,-9 0-2 15,4 0 0-15,-1 1-2 16,5 3 2-16,5 1 0 15,4-3-6-15,6 2-16 16,10-2-3-16,3 0-2 16,6-2 14-16,1 0 12 15,5 0 1-15,0 0 16 16,0 0 2-16,0 0-5 16,0 0-3-16,0 0-1 15,0 0 1-15,0 0 2 0,0 0-11 16,0-2 4-16,0-2 12 15,0 2-17-15,3-2 0 16,5-3-8-16,2 4 7 16,-2-1-5-16,1 1 6 15,-3 0-8-15,0 2 8 16,-4 1 1-16,-2 0 6 16,0 0 1-16,0 0-1 15,0 0-6-15,0 0-1 16,0 0 0-16,0 0-7 15,0 0-1-15,-2 0-6 16,-1 0 5-16,0 0 9 16,1 0-6-16,0 0 6 0,0 0-2 15,0 4-6-15,-2-1-52 16,-1 4-34-16,-1 4-86 16,4-3-91-16</inkml:trace>
  <inkml:trace contextRef="#ctx0" brushRef="#br0" timeOffset="38049.51">6356 4353 211 0,'0'0'174'16,"0"0"-78"-16,0 0-10 0,0 0 22 16,0 0 11-16,0 0-14 15,0 0-24-15,-84-7-19 16,82 7-21-16,0 0-1 15,2 0-17-15,0 0-23 16,0 0-17-16,8 0 17 16,15 0-19-16,17 0 19 15,13 0 14-15,14-1 8 16,6-3 20-16,0-1-13 16,-5-2 1-16,-8 1-1 15,-14 0-6-15,-10 0-14 16,-11 2 3-16,-9 0-12 15,-8 2 7-15,-3 2-1 0,-3 0-6 16,-2 0-12-16,0 0-57 16,0 0-50-16,-2 0-111 15,-19 0-11-15,4 0 53 16,-3 0-151-16</inkml:trace>
  <inkml:trace contextRef="#ctx0" brushRef="#br0" timeOffset="38433.35">6726 4251 182 0,'0'0'213'0,"0"0"-122"16,0 0-59-16,0 0-31 15,0 0 6-15,0 0 9 16,0 0 2-16,43 20-5 16,-24-10 18-16,4 1-11 15,1 0-7-15,-1-1-7 16,-4 0-6-16,-1-4 1 16,-2 0-1-16,-7-2 10 15,-7-2-10-15,-2-2 0 16,0 1 10-16,0-1 23 0,-2 3-4 15,-7-2 1-15,-4 4 8 16,0 1-2-16,-6 2-19 16,-1 3-16-16,-7 11-1 15,8-3-143-15,1-2-217 0</inkml:trace>
  <inkml:trace contextRef="#ctx0" brushRef="#br0" timeOffset="90349.85">2524 6400 107 0,'0'0'117'16,"0"0"-103"-16,0 0-14 16,0 0-13-16,0 0-11 15,0 0-28-15,0 0-9 16,0 0 14-16,0 0 9 16,0 3 35-16,4 7 3 15,10 4 0-15,3 3 0 16</inkml:trace>
  <inkml:trace contextRef="#ctx0" brushRef="#br0" timeOffset="90548.81">2985 6876 5 0,'0'0'9'16,"0"0"5"-16,0 0-12 16,0 0 16-16,0 0 11 15,0 0 16-15,13 2-3 16,-13-2-42-16</inkml:trace>
  <inkml:trace contextRef="#ctx0" brushRef="#br0" timeOffset="92198.86">2480 6404 600 0,'0'0'248'0,"0"0"-64"16,0 0 7-16,0 0-36 16,0 0-57-16,0 0-34 15,0 0-4-15,-14-15-16 16,14 15 20-16,0 0 7 16,0 0-21-16,0 0-35 15,2 8-15-15,14 8 12 16,11 7 46-16,6 6-3 15,9 3-24-15,6 2-9 0,-2 4-11 16,1 0-3 0,-5 0-8-16,-2 1 0 15,-5-4 0-15,-1-1-1 16,-5-2 1-16,0-4 0 0,-5-1-1 16,-1-4-3-16,-6-2 4 15,-1-5 2-15,-3-5 3 16,-3-2-5-16,-1-3 0 15,-5-4 0-15,-2 0 0 16,0-2 8-16,-2 0-8 16,0 0 9-16,2 0-9 15,0 0-6-15,4 0-60 0,-2 0-51 16,0 0-79 0,1 0-64-16,-1 0-233 0,-2-2-424 0</inkml:trace>
  <inkml:trace contextRef="#ctx0" brushRef="#br0" timeOffset="92815.11">2960 6370 51 0,'0'0'402'16,"0"0"-67"-16,0 0-88 16,0 0-62-16,0 0-41 15,0 0-33-15,0 0-23 0,0-7-32 16,0 7-2 0,-4 0-32-16,-4 0-15 0,-9 14 11 15,-2 7 1-15,-8 8 13 16,-2 9-10-16,-6 4 0 15,-2 8-21-15,0 0 9 16,-3 4-10-16,4 1 0 16,1-4 0-16,4-2-7 15,4-6-28-15,4-8-12 16,5-6 15-16,5-6 23 16,2-9 9-16,4-4 0 15,2-4 2-15,3-2 15 16,0-4 46-16,2 0 22 15,-2 0 8-15,2 0-12 16,0 0-37-16,0 0-10 0,0 0-34 16,0 0-34-16,0 0-120 15,0 0-137-15,6 4-293 16,8 0-442-16</inkml:trace>
  <inkml:trace contextRef="#ctx0" brushRef="#br0" timeOffset="97615.23">4346 4661 162 0,'0'0'95'15,"0"0"-34"-15,0 0-8 16,0 0 18-16,0 0 17 15,0 0-12-15,0 0 12 16,-2-2 10-16,2 2-17 16,0-3-9-16,0 3-11 15,0 0 0-15,0 0-24 0,0 0-6 16,0 0 8-16,0 0-3 16,0-2 10-16,0 2-2 15,0-1 8-15,0-2 3 16,0 1 9-16,0 0-1 15,0-2-13-15,0 0-16 16,0 0-22-16,0-2 1 16,0-2-3-16,0 2 13 15,0 1 1-15,0-2-3 16,0-1-15-16,0 0 2 16,0-2-6-16,0 0 4 15,0-2 3-15,0 1-1 16,0 0 3-16,0 1-11 0,0-2 16 15,0 1-1 1,0 1-2-16,2-1 0 0,3 0 5 16,-1 1-11-16,1-2-6 15,0 1 8-15,-1 0-8 16,2-1 15-16,1-1-8 16,2 0 8-16,0 1-10 15,-2 0 2-15,1 0-8 16,2 2 1-16,-2 0 1 15,1-2-1-15,5 0 8 16,-1-1-8-16,3-1 10 16,1-3-3-16,4 1 6 15,-2 2-6-15,1-2 5 16,-1 4-12-16,-4 0 0 0,-1 2 10 16,-4 2-11-16,3-2 6 15,1 1-5-15,1-3 6 16,4-2-7-16,3-1 0 15,5-6-1-15,2 3 1 16,2-2 0-16,3 0 0 16,-5 2-1-16,2 0 2 15,0 0-1-15,2 2 0 16,1 0 1-16,3 0-1 16,3 1 0-16,3-2 0 15,3 1 0-15,2-2-1 16,-2 2 1-16,-5 2 0 15,-4 1 0-15,-3 4 13 0,-5 1-13 16,2 2 2 0,0 2-2-16,7 0 0 0,4 1 0 15,7 0-2-15,3 1 0 16,-4-3-1-16,-1 3 3 16,-5 2 1-16,-4 0 7 15,-2 0-7-15,-2 0-2 16,1 0 1-16,3 0 0 15,6 0 0-15,6 0 0 16,1 0 0-16,2 0 0 16,1 0 7-16,-5 0-7 15,-3 0 0-15,-1 0-1 16,-5 0 1-16,-2 0 0 0,-5 0-1 16,-4 5 1-1,0 1-5-15,-2 2 5 0,-2 0 0 16,4 0 1-16,2 1-1 15,7 4 0-15,1 1-1 16,4 1 1-16,-3-2 0 16,-6-1-1-16,-8 0-2 15,-5 1-8-15,-4-5 11 16,-1 5-1-16,-3-1 1 16,3 2-15-16,-3 2 6 15,1 2-8-15,-1 4 2 16,0 0 14-16,1 3-7 0,-1-4 8 15,-1 4-1 1,-4-6-1-16,1 1-14 0,0-1 7 16,0-1-7-16,0 0 15 15,-3 2-5-15,2-1-3 16,-4 2 9-16,0 1-8 16,3 2 8-16,-5-1 0 15,2 0 0-15,0 4 0 16,2-2-1-16,-2 4 0 15,0 2-5-15,1 0 6 16,1-3 0-16,1 0 0 16,0-6 1-16,0-2 4 15,-3-6-4-15,-2-7 6 16,0-1 7-16,-2-3 10 16,0-3 4-16,0 0-2 0,0 0-5 15,2 0-21-15,3 0-5 16,11 0-128-16,-3-4-166 15,3-4-484-15</inkml:trace>
  <inkml:trace contextRef="#ctx0" brushRef="#br0" timeOffset="98832.03">6893 4482 117 0,'0'0'395'15,"0"0"-211"-15,0 0-26 16,0 0-7-16,0 0-60 16,0 0-36-16,0 0-15 0,-16-21-14 15,16 21-24-15,0 0-1 16,0 12-1-16,5 4 29 15,4 6 15-15,2 5-15 16,-2-1-5-16,2 0 7 16,-2-2-8-16,2 2-4 15,1-5-18-15,-4 2 12 16,1-4-11-16,0-5 8 16,-4 1-10-16,-1-7 6 15,0-1-6-15,-2-3 0 16,1-4 0-16,1 0-1 15,6 0 1-15,0 0 22 0,6-7-5 16,2-5-16 0,4-4-1-16,1 3 0 0,-2-2-1 15,4 0 1-15,0 6-9 16,-1-1 8-16,3 2-14 16,-1 0 14-16,1 2 0 15,-2 2 1-15,-3-1-1 16,-4 2 1-16,-7-1 0 15,-2-1 1-15,-3 3 9 16,-1-1 3-16,-3-1 15 16,3-2-12-16,-3 0 1 15,3-2-15-15,-5-4 9 16,0-1-10-16,0-2 0 16,0-4 0-16,-2 2-1 15,-12 0-6-15,-6 1-6 0,-4 4 12 16,-6 3 1-1,1 5 0-15,0-1 0 0,0 5-1 16,0 0 0-16,0 0-6 16,0 10 5-16,2 4-14 15,6 1 15-15,1-4-1 16,7-1 1-16,3-2-2 16,6-3 2-16,1-4-1 15,3-1 1-15,0 0 11 16,0 0 6-16,0 0 14 15,0 0 4-15,0 0 23 16,0 0-10-16,0 0-22 16,3-1-20-16,-3-1 6 0,0 2-12 15,0 0-24 1,-5 0-18-16,-10 0 22 16,-5 6 19-16,2 0 1 15,5 0 9-15,6-4-9 0,5-2 1 16,2 0-1-16,0 0 6 15,0 0 6-15,0 0-5 16,13 0-7-16,7 0-7 16,9-5 5-16,3 2-9 15,1-1-5-15,-2 2-43 16,-2 2-3-16,-7 0 27 16,-4 0 6-16,-3 0 9 15,-5 0 1-15,-4 0 6 16,-2 0-2-16,-1 0 9 0,-3 0 6 15,0 0 10-15,0 0 0 16,0 0 2-16,0 0-4 16,-7 0-7-16,-6 0 7 15,-5 0-8-15,2 0-19 16,1 0-65-16,4 0-109 16,4 0-105-16,2 0-214 0</inkml:trace>
  <inkml:trace contextRef="#ctx0" brushRef="#br0" timeOffset="99581.88">6973 4492 434 0,'0'0'208'16,"0"0"-68"-16,0 0 10 15,0 0-54-15,0 0-24 16,0 0-24-16,0 0-15 16,0-10-31-16,2 10 5 15,14 14 0-15,5 6 25 16,2 6 26-16,6 5 0 0,0 2-12 15,3-3-23 1,-1 0-2-16,0-6-8 0,-4-4 1 16,-5-6-6-16,-3-4-7 15,-9-4 12-15,-1-4-11 16,-7-2 11-16,-2 0 3 16,0 0 17-16,0 0-2 15,0 0-30-15,0-6-1 16,-9-4-36-16,-3-5-21 15,-11 0-5-15,-2-3 22 16,-6-4 21-16,-2 0 19 16,-1-1 12-16,3 2 7 0,2 1-11 15,4 2 2 1,1 1 3-16,7 4 5 0,0 1 12 16,5 1 5-16,5 4 16 15,0 0-9-15,2 4-2 16,1-3-16-16,2 2 7 15,2-1-3-15,0 4-3 16,0-2 4-16,0 3-13 16,0 0-5-16,0 0-11 15,0 0-1-15,0 0-24 16,11 0 4-16,9 15 9 16,9 0 11-16,4 8 1 15,7-1 0-15,-1 1 0 16,-4 2 1-16,-4-1-1 15,-4-4 1-15,-9-4 5 0,-2-2-6 16,-6-4 0 0,-3-2-1-16,-3-4-1 0,-2-2 2 15,2 0-13-15,0-2-96 16,0 0-54-16,11 0-62 16,1 0-134-16,-3-8-477 0</inkml:trace>
  <inkml:trace contextRef="#ctx0" brushRef="#br0" timeOffset="100382.01">7346 4439 142 0,'0'0'385'0,"0"0"-229"15,0 0 17-15,0 0-53 16,0 0-72-16,0 0-48 16,0 0-38-16,-20-4 38 15,13 22 9-15,-5 7 46 16,-1 0-2-16,-5 4 7 16,1 0-23-16,-1 0-9 15,3-2-15-15,-2-4-12 16,7-3 6-16,3-7-7 15,2-4 1-15,3-5 0 0,2-2 8 16,0-2 4-16,0 0 17 16,0 0 11-16,0-4 10 15,0-10-37-15,0-6-14 16,9-2 0-16,0-2-10 16,2-4 8-16,1 0-7 15,-2-3 9-15,1 2 0 16,1-3 1-16,-4 4 25 15,1 5-1-15,-2 4 16 16,0 9 8-16,-5 3 1 16,0 3-15-16,-2 4-35 15,0 0-6-15,0 0-23 16,0 0-8-16,0 6-9 16,0 12 25-16,-2 9 11 0,-7 2 10 15,-4 5 1-15,0 3 8 16,-3-1-9-16,3-4 1 15,-1-5 0-15,5-6 0 16,3-5 0-16,3-5 0 16,3-9 0-16,0-2-1 15,0 0 19-15,0 0 20 16,0-5 13-16,0-11-34 16,11-4-9-16,2-4-9 15,1-2-1-15,1-1-2 16,-1 1-2-16,-3 5 5 15,1-2 1-15,-6 7 12 16,1 0-12-16,-5 7 31 0,0 3 8 16,0 1-5-1,-2 5-35-15,0 0-2 0,0 0-28 16,0 0-29-16,0 8 11 16,-6 6 32-16,-7 4 16 15,-1-1-6-15,-1-2-10 16,1-2-47-16,1-2-44 15,-1 0-60-15,3-4-122 16,5 0-125-16</inkml:trace>
  <inkml:trace contextRef="#ctx0" brushRef="#br0" timeOffset="101048.96">7070 4493 337 0,'0'0'130'0,"0"0"-28"16,0 0 15-16,0 0-46 15,0 0-47-15,0 0-9 16,0 0-5-16,-50-1 11 16,50 1 31-16,0-3 37 15,2-1 25-15,21-2-27 16,8-1-27-16,9-4-31 15,7-1 13-15,-3-1 6 16,0 3-10-16,-7 0-8 16,-8 1-6-16,-10 3-23 0,-5 3 12 15,-7 0-1-15,-5 1-11 16,-2 2 12-16,0 0-13 16,0 0 0-16,0 0-19 15,-2 0-45-15,-14 0 44 16,-4 2 20-16,-5 4 19 15,-1 2-9-15,-3 0-3 16,0-2-7-16,-3 0 7 16,-1 0-1-16,-2 0 1 15,1 1-7-15,3-2 0 16,4 1 0-16,7-4 0 16,7 3 0-16,6-4-8 15,5-1-15-15,2 0-32 16,0 0 8-16,5 0 4 15,16 0 43-15,8-4 40 0,8-3-16 16,0-6 5 0,3 4-3-16,-2-2-7 0,-7 5-11 15,-6 0 4-15,-7 4-6 16,-10 0-6-16,-1 2 0 16,-5 0-1-16,-2 0-9 15,0 0-3-15,0 0-6 16,0 0-26-16,-19 2-10 15,-8 10 52-15,-9 1 3 16,-2 1 16-16,-2-3-16 16,7 2-55-16,-1-1-68 0,9 0-93 15,10-5-101-15</inkml:trace>
  <inkml:trace contextRef="#ctx0" brushRef="#br0" timeOffset="101732.21">6962 4479 514 0,'0'0'204'0,"0"0"-100"0,0 0-18 15,0 0-44-15,0 0-35 16,0 0-7-16,0 0 7 16,4-6 48-16,15 15 17 15,3 7-43-15,4 2 3 16,1 4-3-16,4 1-7 16,-4 4-21-16,2-4 9 15,-6 2-1-15,-4-7-8 16,-3-2 7-16,-5-4-7 15,-4-6 0-15,-4-2 0 16,-3-4 13-16,0 0 4 0,0 0 19 16,0 0 4-1,0 0-11-15,0 0-30 0,-6-8-39 16,-9-3-25 0,-3-1-13-16,-4-3 35 0,-2 1 25 15,-3-4 16-15,2-2 1 16,0-1 1-16,4 0 0 15,0-2 9-15,6 5 22 16,1 0 13-16,6 3-10 16,1 0 7-16,2 5 17 15,3 0-1-15,2 3 8 16,0 3-11-16,0 0-10 16,0 2-12-16,0 2-15 15,0 0-18-15,0 0 0 16,0 0-20-16,0 0-17 15,2 6 8-15,10 7 19 0,1 8 9 16,5 2-1-16,-1 5 0 16,1 1 2-16,1-2-1 15,-2 0 1-15,-1-4 1 16,-3 0-1-16,0-8-41 16,-4 0-16-16,0-7-15 15,0-2-15-15,2-2-31 16,7-4-93-16,0 0-92 15</inkml:trace>
  <inkml:trace contextRef="#ctx0" brushRef="#br0" timeOffset="102932.05">7309 4407 245 0,'0'0'123'0,"0"0"-22"16,0 0-3-16,0 0-10 15,0 0-34-15,0 0-30 16,0 0-24-16,-15-12 0 15,11 20 0-15,0 8 12 0,-2 6 4 16,0 7 11-16,-3-1-4 16,1 3-10-16,-4-3-3 15,3 1-9-15,-1-4 6 16,0-2 0-16,3-4-5 16,-1-5-2-16,3-3 0 15,1-5 0-15,1-4 0 16,3-2 10-16,0 0 16 15,0 0 16-15,0 0 0 16,0-14-22-16,12-5-13 16,1-4 3-16,1-1-10 15,-4-4 0-15,1 2 3 16,1 0-2-16,-6-1 8 0,-1 6 15 16,-1 0 28-1,-4 5 23-15,2 3-4 0,-2 1-14 16,0 3 10-16,0 3-27 15,0 4-18-15,0 2-22 16,0 0-19-16,0 0-22 16,0 0-33-16,0 12 36 15,0 9 24-15,-8 4 12 16,-3 7 2-16,-3 1 0 16,-1-1 2-16,-1-4-2 15,5-4 2-15,2-4-1 16,2-8 5-16,5-6-5 15,2-4 9-15,0-2 20 16,0 0 30-16,0 0 16 16,2-16-51-16,12-3-25 0,1 0-9 15,3-3-27-15,-1 2 0 16,-1-1 11-16,-5 3-5 16,-3 6 24-16,-4 1 6 15,-2 2 6-15,-2 3 13 16,0 3 1-16,0 0-20 15,-6 3-4-15,-8 0-20 16,-9 0-2-16,2 0 9 16,-6 0 7-16,2 6 9 15,5-1 2-15,7-1 7 16,4-2 14-16,4-2-21 16,5 1 11-16,0-1-1 15,0 0 2-15,0 0-12 0,0 0 10 16,14 0-5-16,1 0 17 15,5-1-10-15,1-1-13 16,-4-2-1-16,-3 2-15 16,-6 2 7-16,-3 0 0 15,-1 0 9-15,-4 0-10 16,0 0 10-16,0 0-1 16,0 0 0-16,0 0-14 15,-4 0-15-15,-11 2 30 16,-4 5 21-16,2 0 14 15,-1 0-19-15,2-3-4 16,7 0-11-16,5-4 12 16,2 0 4-16,2 0 8 15,-2 0 4-15,2 0-3 0,0 0 2 16,-3 0-9 0,3 0-8-16,-2 0-11 0,2 0 16 15,0 0 6-15,0 0 9 16,0 0-21-16,0-4-10 15,5-3-41-15,8-1-1 16,0-1-12-16,3 2-11 16,-3 1-18-16,0 1-8 15,-4 3-21-15,-1 2-57 16,-4 0-46-16,-2 0-82 0</inkml:trace>
  <inkml:trace contextRef="#ctx0" brushRef="#br0" timeOffset="103298.64">7018 4448 55 0,'0'0'215'16,"0"0"-136"-16,0 0-40 0,0 0 7 16,0 0-14-16,0 0-6 15,0 0 3-15,-6 0 10 16,8 0 71-16,17 0-14 16,10 0-38-16,10 0-16 15,1 0 13-15,4 0-5 16,-3-3-31-16,-6-3-9 15,-6 2-10-15,-10 1 1 16,0-1-1-16,-6-1 0 16,-4 3-6-16,-2 0-29 15,-7 2-59-15,0 0-88 16,0 0-156-16</inkml:trace>
  <inkml:trace contextRef="#ctx0" brushRef="#br0" timeOffset="103949.89">7328 4384 160 0,'0'0'140'0,"0"0"-53"16,0 0-15-16,0 0-26 15,0 0-8-15,0 0-12 16,0 0-8-16,-67 115 8 16,57-92-11-16,2-3-1 15,-1-2-4-15,3-2-8 16,-2-2 8-16,2-4-10 0,1-1 10 16,-1-7-9-16,4 1 14 15,-3-3 14-15,1 0 46 16,-1 0-13-16,-2-5-49 15,-1-6-12-15,-1-3 1 16,0-3-1-16,0 4-1 16,-2-2 1-16,2 2 15 15,0 3 9-15,5 1 15 16,-1 4 15-16,1 1-12 16,2-1-17-16,2 4 8 15,0-2-1-15,0 3-7 16,0 0-26-16,0 0-6 15,0 0-15-15,0 0 8 0,8 0 13 16,5 0 0-16,3 3 0 16,-3 4-7-1,1 1 6-15,-1 1 0 0,-2-2 1 16,-4-1 0-16,0-1 0 16,-3-4 0-16,-4-1 0 15,2 0 1-15,-2 0 6 16,0 0 6-16,0 0 3 15,3 0 17-15,-1-1-32 16,0-7 1-16,-2-2-2 16,2 0 1-16,-2 0 1 15,0 3 4-15,0 3-6 16,0 4-32-16,0 0-58 0,0 0-151 16,0 11-80-16</inkml:trace>
  <inkml:trace contextRef="#ctx0" brushRef="#br0" timeOffset="106631.56">8319 4335 401 0,'0'0'384'16,"0"0"-140"-16,0 0-85 15,0 0-67-15,0 0-26 16,0 0-34-16,0 0-26 15,0-1 1-15,0 24 6 16,2 9 47-16,0 8 1 16,0 7-13-16,3 0 0 15,-2 3-9-15,-1-1-14 16,0-5-8-16,0-6-16 16,-2-4 7-16,3-8-8 15,-1-6 6-15,0-3-6 16,0-8-11-16,0-3-78 15,-2-2-79-15,4-4-87 16,1 0-24-16,0-4-521 0</inkml:trace>
  <inkml:trace contextRef="#ctx0" brushRef="#br0" timeOffset="107081.58">8254 4403 563 0,'0'0'244'15,"0"0"-44"-15,0 0-40 16,0 0-86-16,0 0-52 16,0 0-8-16,0 0-4 0,110-64 22 15,-79 64-3 1,0 0-13-16,3 0 0 0,-3 6-9 15,0 4 5-15,-2 4-12 16,-2 1 0-16,-5-1 0 16,-2 1 0-16,-5 1-2 15,-1 0 1-15,-3 2-1 16,-7 1-11-16,-2-2 12 16,-2 4-8-16,0-2 9 15,-8 2 0-15,-13-2 1 16,-2 2 19-16,-4-5 28 15,-2-2-3-15,-3-4 3 16,6-4 6-16,-1-2-10 16,4-1-14-16,6-3-9 15,1 0 0-15,5 0-12 0,2 0-9 16,0-3-36 0,4 1-72-16,5 0-50 0,0 2-167 15,7 0-388-15</inkml:trace>
  <inkml:trace contextRef="#ctx0" brushRef="#br0" timeOffset="107298.58">8822 4778 719 0,'0'0'359'0,"0"0"-139"16,0 0-96-16,0 0-124 16,0 0-19-16,0 0-207 15,0 0-639-15</inkml:trace>
  <inkml:trace contextRef="#ctx0" brushRef="#br0" timeOffset="107998.98">9235 4463 598 0,'0'0'258'16,"0"0"-73"-16,0 0-62 15,0 0-72-15,0 0-51 16,0 0-22-16,0 0 22 15,-20 43 29-15,11-15 2 16,2 4 5-16,3 0-6 0,4 4-5 16,0-3-14-1,0 0 5-15,13-5 0 16,10-3 0-16,0-6-4 0,4-5-2 16,2-6 25-16,-2-5-5 15,2-3 7-15,0 0-8 16,2 0 0-16,-2-13-12 15,-2-3-5-15,-2-1-5 16,-3-2 5-16,-4-3-2 16,-5-4-8-16,-2 1 6 15,-6-4 0-15,-3-1-1 16,-2 3 2-16,0 4 8 16,0 5-11-16,-9 3-6 15,2 5-18-15,3 5-66 16,1 5-46-16,1 0-51 0,2 8-208 15,0 5-180-15</inkml:trace>
  <inkml:trace contextRef="#ctx0" brushRef="#br0" timeOffset="108632.1">9756 4582 502 0,'0'0'204'15,"0"0"-103"-15,0 0-96 0,0 0-3 16,0 0-2-16,0 0 9 15,0 0 1-15,-11 118 11 16,11-94-6-16,0-6-2 16,0-3 3-16,0-6 0 15,0-3-6-15,0-4-3 16,0-2 10-16,-3 0 40 16,3 0 35-16,-2 0 18 15,0-4-19-15,-2-5-54 16,0-1-27-16,-1-5 12 15,1-4-2-15,-1 0-6 0,2-1-8 16,3-2 12-16,0 2 21 16,0 1 6-16,0 4-10 15,0-1 1-15,10 0-8 16,3 2-12-16,3 1-7 16,-1 2-9-16,3 2-20 15,0 3-2-15,0 3 8 16,2 3-2-16,2 0 4 15,-2 0 2-15,1 0-8 16,-2 9 11-16,-1 6 0 16,-3-1-3-16,-1 1 0 15,-3 2 1-15,-2 1-3 16,-4 0 6-16,-1-2 5 0,-1 1 0 16,-1-4-1-1,-2 1 1-15,0-4 1 0,0 0-9 16,0 0-62-16,0 0-68 15,0 0-39-15,0-2-66 16,0 1-69-16</inkml:trace>
  <inkml:trace contextRef="#ctx0" brushRef="#br0" timeOffset="108932.74">10106 4526 209 0,'0'0'251'0,"0"0"-114"16,0 0 21-16,0 0-30 15,0 0-34-15,35 128-29 16,-27-98-24-16,-2 0-20 15,-1-6 1-15,-1-5-2 16,-2-6-5-16,0-3-6 16,0-6-2-16,-2 0 1 15,0-4-8-15,0 0-54 16,0 0-72-16,0 0-109 0</inkml:trace>
  <inkml:trace contextRef="#ctx0" brushRef="#br0" timeOffset="109117.98">10141 4373 660 0,'0'0'359'0,"0"0"-129"15,0 0-126-15,0 0-104 16,0 0-55-16,0 0-61 15,0 0-73-15,45 48-139 0</inkml:trace>
  <inkml:trace contextRef="#ctx0" brushRef="#br0" timeOffset="109619.18">10509 4476 393 0,'0'0'196'0,"0"0"-14"15,0 0-46-15,0 0-26 16,0 0-42-16,0 0-25 16,0 0 3-16,-113-37-15 15,101 37-20-15,-1 2-2 16,2 10 1-16,-2 7 0 16,4 2-9-16,-1 6 6 15,8 3 3-15,2 4 18 16,0 2 8-16,0 0-1 15,0 0 0-15,5 0-2 16,2 2-1-16,2-3 1 16,-3-4-7-16,1-3-15 15,0-3-4-15,-3-9-6 16,-1-4 1-16,-1-4 4 16,0-6-6-16,-2-2 15 0,2 0 4 15,-2 0-3-15,0 0-16 16,0-9-107-16,0-1-194 15,0-3-472-15</inkml:trace>
  <inkml:trace contextRef="#ctx0" brushRef="#br0" timeOffset="109815.54">10276 4660 205 0,'0'0'548'16,"0"0"-341"-16,0 0-86 16,0 0-83-16,0 0-38 15,122-26-36-15,-88 24-94 16,-8-2-84-16,-6-1-70 0</inkml:trace>
  <inkml:trace contextRef="#ctx0" brushRef="#br0" timeOffset="110215.21">10554 4543 65 0,'0'0'227'0,"0"0"-80"16,0 0-35-16,0 0 7 16,0 0-30-16,0 0-20 15,0 0-11-15,-20 85-4 16,20-60-23-16,0-2-2 15,8-1 3-15,8-4 3 16,2-6 11-16,2-2 19 16,1-4 13-16,0-6 9 15,4 0-20-15,-3 0-32 16,-3 0-18-16,-2-2-11 16,-3-6 4-16,-3-2 3 15,-1 0 3-15,0-4 16 16,-1-2 5-16,-5-1 14 15,-4 0-5-15,0-3 11 0,0-1-1 16,0-2-4-16,-13 1-24 16,-3 1-18-16,-2 6-10 15,0 1-8-15,0 3-31 16,3 7-49-16,1 4-46 16,5 0-64-16,5 8-58 15,2 8-80-15,2-1-419 0</inkml:trace>
  <inkml:trace contextRef="#ctx0" brushRef="#br0" timeOffset="110649.64">10862 4507 434 0,'0'0'221'0,"0"0"-104"16,0 0-71-16,0 0 21 16,0 0 2-16,0 0-23 15,0 0-27-15,23 109-4 16,-19-87 5-16,-4-1-9 0,0-7 4 15,0-3-9-15,0-3 1 16,0-6-6-16,0-2 12 16,0 0 19-16,0 0 77 15,0-2 68-15,0-10-76 16,-6-4-63-16,4-2-6 16,2-5-1-16,0 2-12 15,0 1-8-15,0-1-11 16,16 8-35-16,4 3-47 15,4 1-37-15,5 6 2 16,16 3-43-16,-9 0-74 16,-3 0-111-16</inkml:trace>
  <inkml:trace contextRef="#ctx0" brushRef="#br0" timeOffset="111414.76">11134 4439 136 0,'0'0'320'0,"0"0"-206"16,0 0-89-16,0 0 18 15,0 0 10-15,0 0-7 16,0 0-20-16,-4 118 0 16,2-93-10-16,2-3-6 15,0-9-9-15,0-2 5 16,0-5 1-16,0-4-1 15,0-2 31-15,0 0 54 16,0 0 19-16,0-10-65 16,0-6-36-16,0-2-9 15,0-4 1-15,8-5 22 16,3 1 39-16,-3 5 38 0,4 1 8 16,-3 5-33-1,1 7-38-15,2 3-21 0,-1 5-16 16,4 0-8-16,3 0-9 15,1 13 1-15,-4 5-2 16,1 2-8-16,-6 1-13 16,-3-3-12-16,-3-6 14 15,-4-2 2-15,2-4 3 16,-2-6 7-16,0 0 25 16,0 0 32-16,0 0 49 15,0-9-36-15,0-6-25 16,0-5-2-16,0 0-1 15,0-3 34-15,4 5 8 0,4 5 30 16,3 1-25 0,1 8-17-16,3 4-25 0,5 0-12 15,2 0-9-15,5 9-1 16,-3 9 0-16,-1 2-1 16,-4 4 1-16,-5 1 0 15,-5 1 0-15,-3-1 0 16,-3-2 0-16,-3-3 1 15,0-4-1-15,0-6 0 16,0-2-40-16,0-3-52 16,0-2-68-16,3-1-62 15,-1-2-106-15,4 0-250 0</inkml:trace>
  <inkml:trace contextRef="#ctx0" brushRef="#br0" timeOffset="111965.11">11670 4534 519 0,'0'0'207'0,"0"0"-22"15,0 0-52-15,0 0-10 16,0 0-45-16,0 0-28 0,0 0-30 16,116-20-4-16,-105 13-3 15,-2 2-12-15,-2-4 24 16,0 4 0-16,-3-4 11 16,0 2-22-16,-4-2-9 15,0-1-5-15,0 2-7 16,0-2-10-16,-2-2 1 15,-9 2 6-15,-3 0 10 16,-1 2 5-16,-1 2-5 16,1 2 0-16,-3 4 1 15,3 0-1-15,-3 0-10 16,-3 6 0-16,2 10 0 16,0 6-8-16,7 5 2 15,4 2-27-15,8 6 20 16,0-3 8-16,0 0 14 0,20-5 1 15,3-2 15-15,4-7 39 16,4-5 34-16,0-2-14 16,3-5-14-16,-3-4-19 15,-2 0-18-15,-2-2-16 16,-6 0-7-16,-5 0-55 16,-7 0-42-16,-7-2-73 15,-2 0-112-15,0 0-276 0</inkml:trace>
  <inkml:trace contextRef="#ctx0" brushRef="#br0" timeOffset="121914.86">3990 4578 93 0,'0'0'92'0,"0"0"-7"15,0 0-42-15,0 0-15 16,0 0 9-16,0 0 22 15,-49-6-23-15,38 4-15 16,-1-1-7-16,-3 0 12 16,-3 0 4-16,1-1 3 15,-4 1 25-15,1 1-12 16,-2-2-12-16,0-1 3 16,-3 4 5-16,0-3 14 0,-1 1 2 15,2 2-10-15,-1-1-19 16,0 2-11-16,-1 0-9 15,1 0 10-15,3 0 0 16,0 0 2-16,1 6-9 16,4 2-6-16,-3 2-6 15,1 0 2-15,2 0 6 16,-3 2-7-16,0-2 5 16,0 2-5-16,0-2 7 15,2 2 1-15,0-2 1 16,0 1-1-16,5-3-3 15,2 3-6-15,-1-1 1 16,2 0-1-16,1 2 2 0,-1 0 3 16,2 2-5-16,-1 3 8 15,3-3-6-15,0 3 3 16,2-1-4-16,0 0 0 16,2 1-1-16,-1-2 1 15,3 3-2-15,0 3 2 16,0-1 0-16,0 0 6 15,0 0-2-15,0 2-5 16,0-1 0-16,0-2 0 16,0-1 0-16,3 0 1 15,1 0-1-15,0-2 1 16,4 2-1-16,-2 2 6 16,1-2-5-16,1 2-2 15,2-2 2-15,-2 1-1 16,1 1 1-16,3-4-1 0,-3-3 1 15,1 1-1-15,2 1 1 16,-1-3-1-16,0 1 7 16,3-2-7-16,-2 0 1 15,2 0-1-15,-1-1 2 16,0-2 5-16,-1 0-7 16,-3-2 0-16,1 0 1 15,0 1-1-15,-1-1 0 16,1 1 1-16,2-1-1 15,1 0 7-15,1-2-6 16,-1 0 9-16,3 0 4 16,-3-2-6-16,3 1 25 0,1-2-14 15,0 0-3 1,-2 2-10-16,1-1-4 0,-3-1-2 16,3 4 0-16,-3-4 0 15,0 2 1-15,3-3 6 16,-1 0-6-16,3 0 9 15,0 0-2-15,2 0 0 16,0 0-6-16,0 0 11 16,0-6 1-16,-2 0 12 15,-1-2 5-15,2 2-8 16,-6 0 12-16,3 0-12 16,-3 0-5-16,1-3-17 15,-2 2 10-15,5 0-2 16,-2-6 1-16,1 1 8 0,-1-2 2 15,1 0 12-15,-1-3-14 16,1 1 2-16,-3-1-2 16,1 0-7-16,-1 4-9 15,-2 0 17-15,-2 2-8 16,0 0 0-16,0-1-1 16,-3 0-10-16,1 0 11 15,2 0 0-15,-2-2 8 16,1-2-8-16,0 2 2 15,0-1-12-15,-1-2 12 16,-1 3-11-16,2 2-1 16,-4-1 6-16,-2 0-7 0,2 1 7 15,-1 0-6 1,-1-2 4-16,0 2-4 0,0-2-2 16,-2-1 1-16,0 2 0 15,0-3 0-15,0 0-1 16,0-1 0-16,0-1 1 15,0-2 3-15,-4-2-3 16,-3 0 2-16,-3 0-2 16,0 0 6-16,-1 2 1 15,-3 2-6-15,3 2 14 16,-2 0-2-16,2 2 4 16,-2 3-3-16,-1-2-1 15,1 3-12-15,-2 0-1 16,1 0-27-16,-3 2-27 15,-2 2-17-15,-1 2 8 0,1 2 11 16,-2 2-57 0,5 0-27-16,7 0-81 0,5 12-153 15,4-3-26-15</inkml:trace>
  <inkml:trace contextRef="#ctx0" brushRef="#br0" timeOffset="128448.59">25643 812 473 0,'0'0'326'16,"0"0"-114"-16,0 0-31 15,0 0-36-15,0 0-35 16,0 0-12-16,0-8-17 16,0 8-30-16,0 0-38 15,0 0-13-15,0 0-5 0,0 0-5 16,0 0-3-16,0 8 7 15,0 7 6-15,0 6 0 16,0 5 12-16,0 4-11 16,0 6 11-16,0 2-3 15,0 4 7-15,0 1-15 16,0-4 11-16,0 0-12 16,4-3 8-16,0-5-7 15,1 0 0-15,-5-5 1 16,2-3-2-16,-2-4 2 15,0-3-1-15,2-3 9 16,-2-5-10-16,2-6 1 0,-2 1-1 16,2-1 10-1,-2-2 9-15,0 0 0 0,2 0-11 16,-2 0-8-16,8-2-104 16,-4-8-165-16,3 3-348 0</inkml:trace>
  <inkml:trace contextRef="#ctx0" brushRef="#br0" timeOffset="128964.95">25386 1099 82 0,'0'0'207'16,"0"0"-54"-16,0 0-29 15,0 0-3-15,0 0 15 16,0 0-22-16,0 0 1 16,38-18 14-16,-14 14 4 15,5 0-18-15,0 0-5 0,0-2-11 16,0 0-11-16,2 1-28 16,-2 1-2-16,3 2-14 15,-5 1-10-15,-5-2-11 16,-5 3-2-16,-5 0-11 15,-5 0-8-15,-3 0-2 16,-2 0-2-16,-2 0-4 16,2 0 5-16,0 0-8 15,1 0-16-15,1 0-23 16,1 0-50-16,4 0-57 16,-1 6-31-16,21 4-59 15,-4 1-141-15,4-6-416 0</inkml:trace>
  <inkml:trace contextRef="#ctx0" brushRef="#br0" timeOffset="129664.94">26258 1189 168 0,'0'0'271'0,"0"0"-130"15,0 0-41-15,0 0-53 16,0 0-31-16,0 0-9 15,0 0 9-15,-31-6 7 16,31 6 68-16,21 0 73 16,15 0 24-16,11 0-42 15,11-2-49-15,4-2-21 16,3 0-22-16,-1 2-15 16,-6-2 5-16,-4 0-11 15,-8-1-8-15,-5 2-7 0,-8-1-18 16,-7 2 7-16,-5-1-7 15,-10 3-24-15,-2 0-34 16,-7 0-83-16,-2 0-55 16,0 0-74-16,-14 0-92 15,-1 0-38-15</inkml:trace>
  <inkml:trace contextRef="#ctx0" brushRef="#br0" timeOffset="130031.61">26728 1111 133 0,'0'0'239'16,"0"0"-94"-16,0 0-44 16,0 0-48-16,0 0-40 15,0 0-11-15,0 0 32 16,-3 0 36-16,16 8-9 15,3 4-6-15,4-2-10 16,0 1-19-16,1 0-12 16,-4 1-13-16,-1-2 0 15,-5-4 0-15,-5-1 0 16,-1 0-1-16,-5-4 7 16,0 2 9-16,0-3 3 0,0 2 4 15,-7 2 20-15,-10 2 33 16,-4 0-14-16,-1 2-30 15,0-1-32-15,4 0-12 16,3 0-72-16,7 4-53 16,6-3-104-16,2-2-94 0</inkml:trace>
  <inkml:trace contextRef="#ctx0" brushRef="#br0" timeOffset="130681.94">27396 1096 108 0,'0'0'194'0,"0"0"-46"16,0 0-29-16,0 0-59 16,0 0-37-16,0 0-11 15,0 0-5-15,-99 12 9 16,99-12 55-16,0 0 79 15,21 0 20-15,12 0-28 16,17 0-26-16,10 0-35 16,9-1 5-16,4-4-3 0,-3 4-15 15,-6-1 1 1,-9 2-30-16,-8 0 8 0,-7 0-9 16,-9 0 0-16,-8 0-19 15,-8 0-3-15,-5 0-10 16,-6 0 3-16,-4 0-9 15,2 0-1-15,-2 0-1 16,0 0-31-16,0 0-49 16,0 0-80-16,0 2-75 15,-18 18-67-15,-2-2-28 16,-2 0-360-16</inkml:trace>
  <inkml:trace contextRef="#ctx0" brushRef="#br0" timeOffset="132431.57">25524 2055 227 0,'0'0'190'0,"0"0"-57"16,0 0 0-1,0 0-45-15,0 0-22 0,0 0 2 16,0 0 0-16,-89-10-7 15,71 10 1-15,-1 0-7 16,-2 0-10-16,-1 0-18 16,2 0-8-16,0 0-5 15,2 0-12-15,2 0 5 16,3 4-6-16,4-2-1 16,2-1-1-16,5-1 1 15,2 0 1-15,0 0 0 16,0 0 22-16,0 0 9 0,0 0 9 15,5 0-11 1,13 0-5-16,13 0-9 0,9 0 8 16,9-3 3-16,8-5 25 15,1 2 6 1,-2-2 8-16,-4 2-2 0,-10 2-12 16,-11-2 2-16,-6 4-11 15,-10 0-4-15,-3 0-11 16,-6-1-6-16,-2 3-10 15,-1 0-11-15,-3 0-1 16,2 0-8-16,-2 0 7 16,0 0-24-16,0 0-50 15,0 0-68-15,9 5-87 0,0 11-108 16,6-4-215-16</inkml:trace>
  <inkml:trace contextRef="#ctx0" brushRef="#br0" timeOffset="133231.93">26262 1975 12 0,'0'0'206'0,"0"0"-65"15,0 0-12-15,0 0-15 16,0 0-12-16,0 0 4 15,0 0 19-15,-45-8-16 16,45 8-15-16,0 0-26 16,0-2-19-16,0 2-3 0,16-2 15 15,13 2-7-15,9-2-12 16,11-1 3-16,8 3 3 16,9 0 7-16,-2 0 1 15,-4 0 14-15,-3 0-19 16,-5 0-3-16,-7 0 5 15,-7-1 1-15,-9-4-9 16,-10 4-14-16,-5 1-2 16,-5 0-19-16,-7 0-4 15,-2 0-6-15,0 0 0 16,0 0-13-16,0 0-28 16,0 0-53-16,0 0-67 15,0 0-57-15,0 0-103 0,0 4-165 16,0 4 157-16</inkml:trace>
  <inkml:trace contextRef="#ctx0" brushRef="#br0" timeOffset="133881.56">26765 1874 165 0,'0'0'228'0,"0"0"-83"16,0 0-2-16,0 0-45 15,0 0-27-15,0 0 6 16,0 0-11-16,-11-16-15 16,11 16-11-16,0 0-14 15,0 0-4-15,0 0-22 16,0 0-1-16,7 6 1 16,8 4 0-16,3 1 9 15,0-1 4-15,2 0-2 16,-4-1-1-16,-1-2 3 0,-3-1 0 15,-4-2 0-15,-1 0-5 16,-3-2-1-16,1 0-7 16,0-2 1-16,-3 2-1 15,0 1 0-15,-2-2 0 16,0 0-7-16,2 2 6 16,-2-3-5-16,0 0 5 15,0 0 0-15,0 2-9 16,0-2 0-16,0 1-9 15,0 4 3-15,-8 1 14 16,-4 2 2-16,-3 2 0 16,-1 0 7-16,-1 1-7 15,0 2 0-15,4-1-2 16,2-1 2-16,2-4 0 16,3-1-1-16,1-2 1 0,5-2 0 15,-2-2 1-15,2 0 0 16,0 0 9-16,0 2-10 15,0 0-72-15,13 0-159 16,5 0-87-16</inkml:trace>
  <inkml:trace contextRef="#ctx0" brushRef="#br0" timeOffset="134681.79">27465 1742 228 0,'0'0'212'0,"0"0"-73"16,0 0 50-16,0 0-22 15,0 0-29-15,0 0-10 16,0 0-2-16,17-65-5 16,-14 64-6-16,-3 1-12 15,0 0-36-15,0 0-19 16,0 0-24-16,0 0-5 15,0 0-19-15,0 0-8 16,3 4-22-16,1 12-9 16,0 12 39-16,1 6 10 15,-3 9 6-15,2 1-16 16,0 2 1-16,1-5-1 0,0 0 2 16,-3-5 7-1,2-4-3-15,1-6 4 0,-3-4-9 16,0-4 6-16,0-4-4 15,0-3 4-15,1-5-1 16,-1-3-6-16,-2 0-12 16,2-3-53-16,1 0-23 15,-1 0-14-15,5 0-53 16,-1 0-178-16,-2-5-691 0</inkml:trace>
  <inkml:trace contextRef="#ctx0" brushRef="#br0" timeOffset="134967.9">27380 1923 347 0,'0'0'208'16,"0"0"-54"-16,0 0 50 16,127 0-16-16,-84 6-67 15,-7 0-46-15,-5-4-35 0,-10 0-29 16,0 0-11 0,-3 1-49-16,3-3-80 0,0 0-104 15,-5 0-148-15</inkml:trace>
  <inkml:trace contextRef="#ctx0" brushRef="#br0" timeOffset="136214.78">26699 1041 113 0,'0'0'112'0,"0"0"-1"15,0 0-13-15,0 0-17 0,0 0 10 16,0 0 4-1,0 0-18-15,-7-13-41 0,7 13-26 16,0 0-3-16,7 0 2 16,3 6 5-16,2 2 7 15,1-2 6-15,3 3 8 16,-3-3 12-16,0 1-6 16,1 0-15-16,-3 0-17 15,0 1-8-15,2 1 1 16,-2 1 0-16,3-4-1 15,-3 1 0-15,-2-3 5 16,2 3-5-16,-4-5 0 16,-1 0 1-16,-1 0 6 0,-2-2-8 15,-3 3 1-15,0-3 9 16,0 0 0-16,0 0 3 16,0 0 0-16,0 0 2 15,0 0-15-15,0 0 6 16,0 0-6-16,0 0 0 15,0 0 1-15,0 0 5 16,0 0-4-16,0 0 11 16,0 0 13-16,0 0 1 15,0 0-3-15,0 0-13 16,0 0-5-16,0 0-6 16,0 0-3-16,0 1-13 15,-10 5 9-15,-1 0 7 16,-5 1 10-16,1 6-2 15,-1-1-7-15,3 0-1 0,-1 0 0 16,3 0 0-16,1-2 0 16,3 0 0-16,0-4 0 15,5-2-5-15,-1-2 4 16,3-2 1-16,0 0-3 16,0 0-30-16,0 6-79 15,7 0-164-15,2 2-246 0</inkml:trace>
  <inkml:trace contextRef="#ctx0" brushRef="#br0" timeOffset="137997.79">29678 1127 15 0,'0'0'164'0,"0"0"55"16,0 0-77-16,0 0-14 15,0 0-70-15,0 0-23 16,0 0 25-16,-14-14 60 16,14 14 30-16,0 0 15 15,0-2-8-15,2 2-41 16,8 0-43-16,3 0-44 16,3 0-13-16,5 8-7 15,6 8-3-15,4 6 2 16,3 4 4-16,1 4 14 0,-2 2-5 15,-1 0-1-15,-3 2-13 16,-7-1-6-16,-6-4-1 16,-3-3 0-16,-4-8 0 15,-5-3 0-15,1-8 1 16,-2-2-1-16,-3-4 8 16,2-1 0-16,0 0 13 15,-2 0-20-15,2 0-1 16,-2-9-108-16,0-4-143 15,0 3-254-15,0 0-118 0</inkml:trace>
  <inkml:trace contextRef="#ctx0" brushRef="#br0" timeOffset="138419.41">30038 1063 84 0,'0'0'346'0,"0"0"-96"0,0 0-55 16,0 0-54-1,0 0-64-15,0 0-25 0,0 0-20 16,-15-12-22-16,6 22-10 15,-3 6 29-15,-5 8 43 16,-5 3-15-16,-5 6-18 16,-2 2-16-16,-2 4 2 15,-1-3-6-15,6-5-6 16,1-4-3-16,5-3-9 16,7-8 5-16,0-2-4 15,6-3 8-15,3-4-9 16,-2-3 5-16,4 0-6 15,2-1 1-15,0-3 10 16,0 0 2-16,0 0-13 16,0 0-57-16,12 5-102 0,10 1-151 15,5 3-435-15</inkml:trace>
  <inkml:trace contextRef="#ctx0" brushRef="#br0" timeOffset="139163.9">30377 1391 155 0,'0'0'125'16,"0"0"-34"-16,0 0 13 16,0 0-3-16,0 0 13 15,0 0-6-15,0 0-1 16,-61-9-22-16,61 9-24 16,0 0-22-16,0 0-16 15,3 0 2-15,15 0 33 16,9 0 7-16,8 0 25 15,12 0 7-15,4 0-17 16,5 0-13-16,0 0-6 0,0 0-1 16,-4 0-6-1,-2-6 8-15,-10-1-3 0,-5 1-12 16,-10 2-15-16,-5 0-16 16,-7 2-5-16,-3 2-11 15,-6 0 7-15,0-2-7 16,1 0 1-16,-5 2-1 15,2-3-9-15,-2 3-39 16,0 0-68-16,0 0-78 16,0 0-88-16,0 5-206 15,-2 2 78-15</inkml:trace>
  <inkml:trace contextRef="#ctx0" brushRef="#br0" timeOffset="139665.32">30869 1275 198 0,'0'0'252'0,"0"0"-135"16,0 0-61-16,0 0-38 15,0 0-17-15,0 0 19 0,0 0-11 16,-4 2 11-16,4 3 22 16,0-2 20-16,0 3 10 15,6 2 9-15,10 2-24 16,5 0-14-16,-2 0-11 16,2-1-18-16,-4-2 1 15,-1 1-2-15,-5-3 7 16,-2 0 3-16,-4-1-11 15,-1-2-12-15,-2 2 0 16,-2-1-1-16,0 1-9 16,0-1 8-16,0 3-4 15,0 0-1-15,0 0 7 16,0 1 0-16,0-2 5 0,-6 2 11 16,-4-4 6-1,-1 4 7-15,-2 1 5 0,-1-1-5 16,-1 1-10-16,3-2-7 15,4 1-3-15,1-2-9 16,3-2-15-16,4-1-57 16,0-1-63-16,6-1-83 15,13 3-151-15</inkml:trace>
  <inkml:trace contextRef="#ctx0" brushRef="#br0" timeOffset="140198.62">31529 1417 90 0,'0'0'242'0,"0"0"-112"16,0 0-45-16,0 0-19 15,0 0 2-15,0 0-16 16,0 0 0-16,-4-4 42 16,8 4 27-16,16 0 8 15,9 0 13-15,9 0-29 16,6 4-11-16,6-1-2 15,0-3 2-15,2 0-4 16,-6 0-9-16,-7 0-25 0,-10 0-34 16,-12 0-14-16,-7 0-16 15,-6 0-16-15,-4 0-108 16,0 0-120-16,-7 0-151 16,-9 0-230-16</inkml:trace>
  <inkml:trace contextRef="#ctx0" brushRef="#br0" timeOffset="140565.32">31702 1171 13 0,'0'0'52'16,"0"0"36"-16,0 0-4 15,0 0-9-15,0 0 14 16,0 0-17-16,0 0-2 16,45 44 45-16,-27-44 41 15,-2 0-6-15,-1-8-11 16,-1 0-25-16,-6 0-27 15,-1-2-1-15,-5 2-12 16,1-1-10-16,-3 3-29 16,0 3-35-16,0 3-15 15,-7 0-71-15,-8 0-143 0,-4 8-66 16,6 8-31-16,5 1-286 16</inkml:trace>
  <inkml:trace contextRef="#ctx0" brushRef="#br0" timeOffset="141165.69">31808 1583 296 0,'0'0'101'16,"0"0"-22"-16,0 0 21 15,0 0-15-15,0 0-13 16,0 0-3-16,0 0-27 16,0 7-29-16,0-3-7 0,0 0-5 15,0-2 9 1,0 0-8-16,0-2 11 0,2 0-3 16,4 0 0-16,1 0 1 15,4 0 17-15,0 0 14 16,0 0 0-16,1-8-16 15,-6 0-10-15,-1-1 8 16,-3 2-4-16,-2 1-20 16,0 4-5-16,-9 2-26 15,-11 0 1-15,0 0-8 16,0 0-21-16,4 8 24 16,3-1 2-16,6-1 10 15,5-1 9-15,2-3 2 16,0-2 12-16,0 0 58 15,0 0 86-15,7 0 23 0,1-4-59 16,2-6-34-16,-4 4-74 16,-1 5-30-16,-1 1-203 15,-2 0-385-15</inkml:trace>
  <inkml:trace contextRef="#ctx0" brushRef="#br0" timeOffset="142015.23">29597 2089 146 0,'0'0'257'15,"0"0"-116"-15,0 0-43 16,0 0-56-16,0 0-13 15,0 0 1-15,0 0 25 16,65 0 1-16,-36 7 24 0,4 0 14 16,5-1 1-16,2-2-21 15,2 0-13-15,-2 0-3 16,1-4-15-16,-5 0-5 16,-5 0 1-16,-7 0-17 15,-6 0-15-15,-10 0-5 16,-2 0-1-16,-4 0-1 15,-2 0-61-15,0 0-97 16,0 0-114-16,-8 0-117 0</inkml:trace>
  <inkml:trace contextRef="#ctx0" brushRef="#br0" timeOffset="142415.46">29740 1858 91 0,'0'0'66'0,"0"0"12"16,0 0-37-16,0 0-21 15,0 0 9-15,0 0 0 0,0 0 18 16,-16 94 15-16,22-91 3 16,2-3 25-16,-2 0 9 15,1 0-1-15,-3 0 8 16,3 0-11-16,-2 0-8 16,4-3-12-16,-3-3-15 15,3-1 2-15,0-1-13 16,-4 0-11-16,-1-1-3 15,-2 6 2-15,-2-1-21 16,0 2-16-16,0 2-52 16,0 0-125-16,0 0-136 15,-2 6 7-15,-2 4-192 0</inkml:trace>
  <inkml:trace contextRef="#ctx0" brushRef="#br0" timeOffset="142864.95">29802 2346 101 0,'0'0'41'0,"0"0"47"16,0 0-8-16,0 0-10 15,0 0 9-15,0 0 0 16,0 0 25-16,49 20 6 16,-37-20 17-16,-2-8-42 15,1-2-21-15,-1-2 4 16,-4 0 17-16,-4-2 3 16,1 2 1-16,-3 2-22 15,0 1-44-15,0 4-23 0,-5 2-42 16,-5 3-92-16,-2 0-109 15,5 3-96-15</inkml:trace>
  <inkml:trace contextRef="#ctx0" brushRef="#br0" timeOffset="143497.82">30482 2065 7 0,'0'0'179'0,"0"0"-73"0,0 0-14 16,0 0-39-16,0 0-2 16,0 0 4-16,0 0 12 15,-62 2 40-15,62-2-1 16,0 0-7-16,0 0-15 16,13 0-22-16,13 2-5 15,12 4-10-15,11 2 4 16,12-2 29-16,5 1 2 15,5 0 10-15,-1-3-5 16,-7-2-20-16,-11 0-6 16,-9-2-11-16,-12 0-18 15,-7 0-9-15,-8 0-11 16,-3 2-11-16,1-2-1 0,-5 2 0 16,-1 0-37-16,4 2-51 15,-5 1-43-15,1 1-47 16,0 1-100-16,-4-1-105 15,-2 0-218-15</inkml:trace>
  <inkml:trace contextRef="#ctx0" brushRef="#br0" timeOffset="143981.94">30985 1991 146 0,'0'0'105'16,"0"0"-10"-16,0 0-4 16,0 0-20-16,0 0-19 15,0 0-9-15,0 0 3 16,63 68-12-16,-45-54-8 15,-1 1 5-15,1-4 0 16,-5-1 2-16,1-2-19 16,-5-2 1-16,-1-2-7 15,0-1 4-15,-4-1 4 16,-2-2 16-16,0 1 1 0,1-1-4 16,-1 0-2-1,0 2-9-15,-2-2-5 0,0 3-6 16,0-2-7-16,0 4 0 15,0-1-1-15,0 3 1 16,0 4 14-16,-11-1 22 16,-1 2-3-16,-1 2 5 15,-3-3-9-15,1 3-3 16,-1 1-12-16,3-5-1 16,-1 0-7-16,-1-1-6 15,2-1-59-15,-5 7-113 16,5-3-73-16,3-2-253 0</inkml:trace>
  <inkml:trace contextRef="#ctx0" brushRef="#br0" timeOffset="144731.54">31621 1952 335 0,'0'0'221'0,"0"0"-55"15,0 0-14-15,0 0-51 16,0 0-38-16,0 0 8 16,0 0 44-16,55 27-11 15,-21-5-27-15,1 6-15 0,3 4-15 16,-3 1-14-16,-1-1-23 15,-7-1-9-15,-3-5 0 16,-3-3 5-16,-6-5-4 16,1-4 0-16,-5-4 7 15,2-2-8-15,-4-2 8 16,2-1-9-16,2-2-15 16,-3 1-49-16,0-2-55 15,4 1-91-15,-7 0-111 16,-1-2-255-16</inkml:trace>
  <inkml:trace contextRef="#ctx0" brushRef="#br0" timeOffset="145116.93">31966 1838 67 0,'0'0'311'16,"0"0"-165"-16,0 0-51 16,0 0-27-16,0 0 1 15,0 0 61-15,0 0-6 0,-65 63-40 16,45-27-26-16,-5 2-7 15,1 4-22-15,-5 0-5 16,2-2 1-16,3-4 3 16,3-8-8-16,6-3-11 15,1-10 1-15,8-2 3 16,2-8 11-16,-1-2 8 16,5-3 13-16,0 0 3 15,0 0-14-15,0 0-11 16,0 0-23-16,0 0-71 15,0 0-116-15,0 0-301 0</inkml:trace>
  <inkml:trace contextRef="#ctx0" brushRef="#br0" timeOffset="163516.04">3303 6547 230 0,'0'0'209'0,"0"0"-74"0,0 0-28 15,0 0-10-15,0 0-5 16,-8 0-25-16,8 0 12 16,4 0 18-16,7 0 28 15,7 0-2-15,0 0-22 16,4 0-21-16,1-2-27 15,1-1-7-15,3 0-17 16,4 0-2-16,0-2-4 16,3 2 13-16,-1-4-5 15,3 3-9-15,-5-2-3 0,-2 2-4 16,-7 0-4 0,-2-1-9-16,-8 4 4 0,-4 1-6 15,-6 0 0 1,-2 0-1-16,0 0-46 0,0 0-69 15,0 0-90-15,-6 0-123 16,-5 0-74-16,-1 4-239 0</inkml:trace>
  <inkml:trace contextRef="#ctx0" brushRef="#br0" timeOffset="164049.9">3313 6711 237 0,'0'0'196'0,"0"0"-40"16,0 0-5-16,0 0-34 15,0 0-60-15,0 0 2 16,0 0 15-16,42 0 7 16,-13 0 7-16,4 0 0 15,5 0 2-15,3 0 0 16,1 0 0-16,0 0-18 16,-1-4-13-16,-6 2-18 15,-8 2-13-15,-6 0-13 16,-4 0-5-16,-7 0-3 15,-1 0-7-15,-4 0 0 0,0 0 0 16,-3 0-1-16,0 0-30 16,0 0-46-16,2 0-51 15,12-6-84-15,-3 2-138 16,0-2-627-16</inkml:trace>
  <inkml:trace contextRef="#ctx0" brushRef="#br0" timeOffset="165631.26">4090 6442 289 0,'0'0'166'0,"0"0"-74"15,0 0-23-15,0 0-14 16,0 0-6-16,0 0 22 16,0 0 18-16,47-70-5 15,-40 61 13-15,-5-4 0 16,0 4-12-16,1-2-8 16,-1 3-16-16,0-3-13 15,2 4-6-15,-2 0-3 16,1-2 3-16,-1 1-2 0,0 2 11 15,0 0 3-15,-2 4-9 16,0 0-9 0,0 2-18-16,0 0-13 0,0 0-5 15,0 0-19-15,0 0-15 16,0 2-8-16,0 12 4 16,0 9 34-16,0 6 4 15,0 7 10-15,0 6 6 16,0 2-2-16,0 0 7 15,0 0-21-15,0-2 8 16,0-4-8-16,0-5 7 16,0-2-6-16,0-1-1 15,0-8 0-15,0-4 0 16,2-7 5-16,1-3-3 16,-1-5 14-16,-2-3 7 15,0 0 9-15,3 0-5 0,-3 0-13 16,2 0-14-16,9-17-123 15,3 3-200-15,-2-2-489 0</inkml:trace>
  <inkml:trace contextRef="#ctx0" brushRef="#br0" timeOffset="166165.07">4415 6311 195 0,'0'0'273'16,"0"0"-45"-16,0 0-31 16,0 0-62-16,0 0-30 15,0 0-8-15,0 0 5 16,103-7-30-16,-67 7-17 16,4-1 6-16,-3-2-5 15,2 1-11-15,-4 1-23 16,-1-2 1-16,-10 1-13 15,-4 1-8-15,-8 1-2 16,-8 0-6-16,-4 0-76 0,0 0-94 16,0 0-118-1,-16 6-65-15,-1 3 63 0</inkml:trace>
  <inkml:trace contextRef="#ctx0" brushRef="#br0" timeOffset="166964.38">4454 6309 77 0,'0'0'197'0,"0"0"-84"16,0 0-45-16,0 0-1 16,0 0-16-16,0 0-6 15,0 0-1-15,-63 69-3 16,54-50-5-16,4-6-17 16,1 2-6-16,2-4-2 15,2 0-4-15,0-4-5 16,0 0 4-16,0-3-5 15,0-2 6-15,0-1 6 0,0-1 13 16,0 0 1 0,6 0 57-16,8 0 17 0,4-1-23 15,4-9-20 1,1 0-3-16,1-1-16 0,-2 4 2 16,-2-1 7-16,-2 4-24 15,-2 1-17-15,-3 3-7 16,3 0 0-16,-3 0-2 15,3 0-5-15,1 0 6 16,-1 8 1-16,-1-1-1 16,-1 0 1-16,-1 1 9 15,-1 1-8-15,-3-1 10 16,1-1 2-16,0 2-5 16,-1 0-7-16,-1 3 0 15,1 1 0-15,-2 1-1 0,0-3 0 16,-3 4-8-1,-2-3 0-15,0 3 2 0,-2-7 5 16,0 5 0-16,0-3 1 16,0 0-2-16,0-1-5 15,-2-1 7-15,-9 1 11 16,-2-1 1-16,-3 2 1 16,-2-4 3-16,-2 3 6 15,-2-3 4-15,0-4 15 16,-3 3 17-16,-2-3 4 15,-2-2-19-15,3 0-4 16,-1 0 1-16,3 0-11 16,3 0-16-16,2-4-7 0,3 0-6 15,5 0 0 1,1 1-26-16,4 0-35 0,4 1-49 16,2 1-67-16,0-2-109 15,4 3-323-15</inkml:trace>
  <inkml:trace contextRef="#ctx0" brushRef="#br0" timeOffset="174465.01">25635 575 237 0,'0'0'277'0,"0"0"-95"15,0 0-32-15,0 0-38 16,0 0-47-16,0 0-21 16,-6 0-5-16,6 0 14 15,0-4-2-15,0 0-2 16,4-4 8-16,8-2-28 15,1-1 3-15,5-2 4 16,1-3 3-16,8 1-10 16,2-4-17-16,5-1-2 15,1 2 0-15,4-2 5 0,3 2-14 16,5 0 15 0,6 0-3-16,5 0 0 0,11 0 9 15,7 2-6-15,7 0-4 16,3 1-3-16,-3 4-2 15,-5 0 0-15,-11 4 2 16,-7 3-9-16,-10 4 0 16,2 0 0-16,-3 0 0 15,2 0 0-15,5 11 0 16,0 7-1-16,2 1 0 0,0 3-1 16,-3-1-5-1,-1 2 7-15,-7-1-1 16,-3 0 1-16,-6-2-2 0,-5 0 1 15,-4 0-9 1,-2 0 1-16,0 0-6 0,-3 0 8 16,-1 0 7-16,-1 0-9 15,-4 3-1-15,-5-2-5 16,1 3-2-16,-6 1-4 16,-1 0 10-16,-3 4-10 15,1-2 14-15,-5 5 7 16,3 1-8-16,-3 1 8 15,2-2-1-15,0-2 1 16,0-3 1-16,2-4 5 16,-2-7-6-16,1-6 1 15,-3-6 1-15,2-1 9 0,-2-3 17 16,0 0 1-16,4 0-29 16,4 0-70-16,-4-7-195 15,0 0-381-15</inkml:trace>
  <inkml:trace contextRef="#ctx0" brushRef="#br0" timeOffset="175165.08">27463 846 468 0,'0'0'138'0,"0"0"15"16,0 0-6-16,0 0-67 15,0 0-32-15,0 0-15 16,0 0-14-16,35-19-6 16,-24 24-13-16,3 9 1 15,-3 7-1-15,0 0 0 0,0 4 0 16,-2-2 0-16,0 2 1 15,0-3 2-15,-2-3-2 16,-1-2-1-16,-1-6 2 16,1 1-2-16,-1-3 6 15,2-2 1-15,-1-1 1 16,3-1-1-16,-3-1-6 16,2-3 8-16,-4-1-8 15,-2 0 8-15,0 0 1 16,-2 0 5-16,5 0 6 0,-1 0-5 15,0 0-15 1,4 0 0-16,1 0-1 0,-3-4 0 16,3-2 1-16,-2 0 6 15,2-4 19-15,-1 0 33 16,2-4 1-16,-4-2-15 16,1 0 16-16,-3-2 7 15,1-2 15-15,-1 2-17 16,-2 3-8-16,-2 2-5 15,3 5-33-15,-3 2-10 16,0 4-10-16,0 2-42 16,0 0-100-16,2 6-109 15,0 10-82-15,1 0-38 0</inkml:trace>
  <inkml:trace contextRef="#ctx0" brushRef="#br0" timeOffset="176964.32">4997 6528 108 0,'0'0'116'16,"0"0"-53"-16,0 0-11 15,0 0-16-15,0 0 5 16,0 0-1-16,0 0 2 16,0-11-5-16,0 9 12 15,0 2 58-15,0 0 16 16,0 0-16-16,0 0-22 0,0 0-17 15,0 0-17 1,0 0-11-16,0 0-4 0,0 0 11 16,0 0 18-16,4 0 12 15,14 0 43-15,9 0 21 16,7 0-14-16,5 0-30 16,2 0-28-16,1 0-22 15,-4 0-18-15,-5 0 3 16,-6 0 0-16,-2 0-5 15,-5 0-11-15,-5 0 0 16,-4 0-7-16,-1 0-9 16,-4 0 0-16,-2 0-1 0,-1 0-6 15,-1 0-27-15,-2 0-51 16,2 0-84-16,12 0-82 16,-3 0-109-16,5 0-305 0</inkml:trace>
  <inkml:trace contextRef="#ctx0" brushRef="#br0" timeOffset="177565.1">5813 6250 199 0,'0'0'319'0,"0"0"-55"16,0 0-41-16,0 0-50 15,154 0-24-15,-113 6-41 16,1-3-30-16,-1-1-24 0,-10-2-23 15,-4 3-23 1,-9-3 0-16,-5 0-8 0,-8 0-8 16,-3 0-53-16,-2 2-94 15,-2 2-115-15,-16 0-144 16,0-2 57-16</inkml:trace>
  <inkml:trace contextRef="#ctx0" brushRef="#br0" timeOffset="178248.11">5837 6234 326 0,'0'0'289'15,"0"0"-86"-15,0 0-87 16,0 0-71-16,0 0-34 16,0 0 7-16,0 0-3 15,-45 27 6-15,37-12 5 16,-1 0 1-16,2-3-12 16,2-1-7-16,3-3-2 15,2 0-5-15,0-4 1 16,0-2-2-16,0 0-2 15,0-2 1-15,0 0 1 16,7 0 14-16,7 0 20 0,3 0 21 16,5 0-14-16,-1-4-18 15,-4 0-13-15,-1 1-4 16,-3 0-4-16,-1 1 3 16,1 0-5-16,0 2 0 15,1 0 1-15,3 0 15 16,1 0-14-16,0 0 12 15,-3 0-1-15,2 0-6 16,-4 0-6-16,-3 4 0 16,4 2-1-16,-3 5-1 15,3-2 1-15,1 4 0 16,1-2 0-16,-3 4 1 16,-2-1-1-16,-4 0-1 0,-2-2-24 15,-5 1 12 1,0 4-7-16,0-1-3 0,-3 0 7 15,-10 2-4-15,-7-2 11 16,-2 0 8-16,-1-2 1 16,-4-2 0-16,3 0 1 15,2-5 25-15,-1-2 19 16,3-5 29-16,1 0 33 16,0 0-2-16,4-7-22 15,-1-12-35-15,5-1-46 16,0 0-2-16,6-7-130 15,5 10-175-15,0 4-467 0</inkml:trace>
  <inkml:trace contextRef="#ctx0" brushRef="#br0" timeOffset="180681.66">2497 7776 183 0,'0'0'257'0,"0"0"-33"15,0 0-48-15,0 0-40 16,0 0-22-16,0 0 2 15,0 0-11-15,25 8-35 16,-10 5-28-16,3 1-6 16,7 7-1-16,4 5-11 15,4 2-3-15,3 3-8 16,3 1-4-16,4-2-2 16,-5-1-6-16,-2-2 0 15,-5-3 0-15,-4-4-1 16,-5-4 1-16,-5-4 5 0,-3-1-6 15,-5-4 9-15,-3-3-2 16,-3-2 6-16,-1-2-5 16,-2 0 0-16,0 0-8 15,0 0-26-15,0 0-86 16,0-6-165-16,0-1-378 0</inkml:trace>
  <inkml:trace contextRef="#ctx0" brushRef="#br0" timeOffset="181064.2">2786 7672 101 0,'0'0'524'15,"0"0"-368"-15,0 0-42 16,0 0-52-16,0 0 20 16,0 0 14-16,0 0-12 15,-59 138-16-15,43-90-7 16,1 2-9-16,-3-1 2 16,-1-5-27-16,2-7-15 15,1-4 1-15,3-7 3 0,1-5 1 16,4-7 2-16,1-3 2 15,3-5-11-15,2-2 1 16,2-2-9-16,0-2 10 16,0 0-12-16,0 0-24 15,0 0-73-15,15 0-108 16,12 0-133-16,4-8-515 0</inkml:trace>
  <inkml:trace contextRef="#ctx0" brushRef="#br0" timeOffset="181514.06">3303 7804 451 0,'0'0'231'15,"0"0"-42"-15,0 0-46 16,0 0 22-16,0 0-17 16,127 0-38-16,-75-5-18 15,-1-1-47-15,-6-1-26 16,-10 3-14-16,-6 0-5 15,-11 4-54-15,-7 0-81 16,-1 0-125-16,-8 0-265 0</inkml:trace>
  <inkml:trace contextRef="#ctx0" brushRef="#br0" timeOffset="181830.46">3399 7908 368 0,'0'0'261'0,"0"0"9"15,0 0-54-15,0 0-40 16,125 0-38-16,-91 0-29 0,0 0-6 15,-5 0-21-15,-4 0-37 16,0 0-24-16,-4 0-8 16,-1 0-13-16,-5 0 0 15,1 0-16-15,-3 0-75 16,0 0-53-16,5 2-96 16,-3 1-97-16,-3-2-70 0</inkml:trace>
  <inkml:trace contextRef="#ctx0" brushRef="#br0" timeOffset="186500.11">3918 6453 130 0,'0'0'163'15,"0"0"-35"-15,0 0-19 16,0 0 9-16,0 0-14 16,0 0-13-16,0 0-2 15,0-11-6-15,0 11-27 16,0 0-20-16,0 0-24 16,0 0-12-16,0 0-9 15,0 0-9-15,0 0 18 16,0 11 20-16,0-1 16 15,0 2-5-15,0 2-2 0,0 0-5 16,0 4-6-16,0 0-5 16,0-2-3-16,0 2-3 15,0-5-4-15,0 2 4 16,0-7 0-16,0 0-6 16,0-3-1-16,0-4-20 15,0 1-22-15,0-2-20 16,-2 0-29-16,2 0-73 15,0 0-93-15,0 0-251 0</inkml:trace>
  <inkml:trace contextRef="#ctx0" brushRef="#br0" timeOffset="186913.95">3752 6531 163 0,'0'0'136'16,"0"0"-25"-16,0 0-6 15,0 0-8-15,0 0 18 16,0 0 8-16,0 0-29 16,98 10-20-16,-76-10-12 15,-2 0-16-15,-2 0-4 16,-3 0-9-16,-3 0-15 15,-4 0-18-15,-1 0 0 16,-3 0-20-16,1 0-60 16,4 1-53-16,-3 2-76 15,1-1-68-15</inkml:trace>
  <inkml:trace contextRef="#ctx0" brushRef="#br0" timeOffset="192165.3">4273 7858 289 0,'0'0'189'0,"0"0"16"0,0 0 10 15,0 0-36 1,0 0-13-16,0 0-31 0,-2 0-22 16,2 0-31-1,4-8-40-15,7-1-19 0,3-2-10 16,1-3 2-16,-1-2 19 16,-1-2 8-16,2 0-6 15,-3-2-6-15,1-2-16 16,-4 4-1-16,0 2-2 15,-2 2 0-15,-3 1 7 16,-2 4 1-16,0 3-6 16,-2 2 3-16,2 0 3 15,-2 2-6-15,0 2-4 16,0 0-9-16,0 0-13 16,0 0-11-16,0 0-10 15,0 0-11-15,0 6 16 16,0 4 19-16,0 6 9 0,0 4 1 15,0 3 9-15,0 6 1 16,0 5-1-16,0 2 0 16,-2 3-8-16,2-2 8 15,-2-2-9-15,2-6 2 16,0 0 4-16,0-9-5 16,0-4 6-16,0-5-6 15,0-2 1-15,0-6 4 16,0 0 0-16,0-1-5 15,0-2 0-15,0 2-1 16,0-2-37-16,0 0-58 16,4 0-55-16,8 0-70 15,1 0-284-15</inkml:trace>
  <inkml:trace contextRef="#ctx0" brushRef="#br0" timeOffset="192884.39">4637 7649 191 0,'0'0'190'0,"0"0"-56"15,0 0 19-15,0 0-32 16,0 0-30-16,0 0-13 16,0 0-5-16,-72 81-8 0,63-58 7 15,2 0-5-15,5 1 1 16,2 0-20-16,0 2-11 16,0-2-12-1,7 1-8-15,8-3 2 0,5-2 0 16,1-3 3-16,0-3-6 15,2-4 1-15,-1-1-6 16,1-3 9-16,1-4 19 16,0-2 5-16,1 0-6 15,-2 0-16-15,-2 0-3 16,0-8 7-16,-3-2 0 16,-3-3 21-16,1-1 3 15,-5-4-8-15,2 0-1 16,-2-3-13-16,0-4-4 15,-4 2-4-15,0-4 12 0,-5-1-11 16,-2 0 2-16,0-2 12 16,0 0-7-16,-9 2-19 15,-4 2-8-15,-5 4 0 16,-2 2-1-16,-5 2 0 16,-1 4-12-16,-3 2-12 15,-3 3-7-15,1 5-10 16,-2 4-17-16,2 0-62 15,-1 3-60-15,6 20-105 16,8 0-115-16,9-3-179 0</inkml:trace>
  <inkml:trace contextRef="#ctx0" brushRef="#br0" timeOffset="197697.37">3725 6461 54 0,'0'0'118'0,"0"0"-53"15,0 0 18-15,0 0-2 16,0 0-22-16,0 0-21 16,0 0-2-16,-2 87-9 15,2-70-1-15,0 3-7 16,0 2 4-16,6 0-4 16,3 0-18-16,5 0 11 15,1-4-3-15,3-2 5 16,-1-4 8-16,2-3 30 15,1-8-12-15,2-1 15 16,2 0 10-16,1-1-17 16,0-10-25-16,-1-3-9 0,0-3-4 15,1 3-8 1,-5-3 6-16,-3-3 1 16,2 0 0-16,-6 0 2 15,-2-2 4-15,-4 0-2 16,-3 0 4-16,-4 0 11 0,0-1 14 15,0 0-5-15,-13 1 4 16,-7 0-17-16,-7 5-18 16,-6 3 5-16,-5 5-11 15,-9 4-36-15,-2 5-55 16,-17 0-84-16,10 9-101 16,6 4-299-16</inkml:trace>
  <inkml:trace contextRef="#ctx0" brushRef="#br0" timeOffset="-196731.74">2341 8075 221 0,'0'0'137'15,"0"0"-35"-15,0 0 7 16,0 0 0-16,0 0-9 15,0 0 1-15,-8-6-23 16,5 6-25-16,3 0-28 16,-2 0-12-16,0 0-13 0,-1 0 0 15,-1 0-8-15,-1 0 8 16,-3 6 6-16,-1 4 4 16,-1 2-1-16,2 0-9 15,-1 4 0-15,0 2-1 16,0 0 1-16,5 2 0 15,-1 0 1-15,5 3 1 16,0 0-2-16,0-1 10 16,2 5-9-16,11-4 8 15,8 4-8-15,1-4 8 16,5 2-9-16,2-3 1 16,-1-4 0-16,1-1 0 0,-2 0 0 15,2-5-1 1,-2-2 0-16,4-1 0 0,0-7 0 15,5-2 0-15,-1 0 0 16,4 0-1-16,-3 0-15 16,-5-11 6-16,-2-1 3 15,-8 0 6-15,0 0 1 16,-3-2 0-16,-3 0 1 16,1 0 0-16,-3 1-1 15,1-4 1-15,-3 3-1 16,0 0-2-16,-2 2-5 15,-2-1 7-15,-3 2 0 16,-2 0 1-16,0 1 25 16,-2 5 12-16,0-2-9 15,0 5-8-15,0 2-8 0,0 0-13 16,0 0-30-16,0 0-13 16,0 9-7-16,0 6 36 15,2 6 5-15,7 2 9 16,3 2 0-16,7 0 2 15,6 0-1-15,8-2 6 16,8-6-7-16,3-3-1 16,1-1-8-16,4-7 8 15,-4-5 0-15,-1 0-9 16,-6-1-4-16,-7 0-17 16,-4 0-6-16,-7 0-11 15,-3-4 15-15,-3-9 16 16,-3-1 8-16,1-5-8 0,-1 0 5 15,-3-3 6-15,2 0-10 16,-4 0 5-16,-4 3 11 16,1 5 0-16,-3 5 23 15,0 1-5-15,0 4 19 16,0 2 14-16,0 2-14 16,0 0-21-16,0 0-16 15,0 0-24-15,0 0-18 16,6 14 23-16,1 4 18 15,6 2 0-15,7 4 1 16,7-3 10-16,4 2 3 16,10-3-2-16,3-4-11 15,0-4-8-15,3-6-21 0,-5-4 17 16,-1-2 11 0,-3 0 0-16,-5 0 1 0,-2-2 0 15,-4-4 0-15,-2-2 1 16,-4 0-1-16,-2 0-7 15,-1-2-15-15,-5-2-4 16,0-2-7-16,-4-3 14 16,0-2 8-16,0 0-9 15,-5-1 13-15,-2 2 7 16,-2 3 16-16,0 2 13 16,0 5 11-16,0 2 5 15,0 2-15-15,0 3-15 0,0 1-15 16,0 0-6-1,0 0-27-15,-2 5 4 0,2 12 13 16,0 2-4-16,0 2 1 16,2 1 19-16,14-4 6 15,2-2-6-15,6-6 2 16,3-4 13-16,2-6 0 16,0 0-4-16,0 0-2 15,-4-6 4-15,-1-6-3 16,-2-2-8-16,-4 0 5 15,0-2-6-15,-5 2 0 16,0 0 1-16,-1-1 5 16,-3 1-6-16,-3 0 5 15,1-2-4-15,-2 2 5 16,-1 4 3-16,-2 0 10 0,-2 5 6 16,3 0 7-16,-3 4 1 15,0 1-34-15,0 0-11 16,0 0-7-16,2 0 1 15,2 0 0-15,3 0 15 16,4 0 2-16,4 0 9 16,4 1 2-16,3-1-1 15,0 0-1-15,0 0 0 16,1-1-3-16,-4-12-5 16,2-3 9-16,-6-1-9 15,1-2 0-15,-5 1 0 0,-2 2-1 16,-2 4 7-16,-5 4-1 15,-2 4 11-15,2 4-4 16,-2 0-13-16,0 0-14 16,2 0-17-16,3 6 10 15,4 11 15-15,4 1 6 16,5 5 0-16,6-1 0 16,5 2 10-16,4-4 2 15,6-3-12-15,1-6 6 16,0-4-6-16,-3-5 1 15,0-2 6-15,-6 0-1 16,-2-9 4-16,2-9 0 16,-3-4 26-16,1-6-13 15,-2-4 9-15,0-6 1 0,-5-3 8 16,-1-4 14 0,-8-2 4-16,-5 3 35 0,-3 6 5 15,-5 6 10-15,0 8-42 16,-2 7-34-16,-7 6-33 15,0 6-24-15,0 5-84 16,2 7-212-16,3 5-304 0</inkml:trace>
  <inkml:trace contextRef="#ctx0" brushRef="#br0" timeOffset="-128000.21">7280 10060 189 0,'0'0'124'15,"0"0"-33"-15,0 0-45 16,0 0-32-16,0 0-14 16,0 0 0-16,0 0-1 15,0 0 1-15,0 2-7 16,0 2 5-16,0-4-9 0,0 0 10 16,0 0 1-1,0 0 19-15,0 0 31 0,0 0 20 16,0 0-11-16,0 0-32 15,0 0-7-15,0-2 12 16,0-2 13-16,0 1-10 16,0 0-4-16,0 0 16 15,0 1 2-15,0-1 1 16,0 1-11-16,0 2-3 16,0 0-20-16,0 0-16 15,0 0-11-15,0 0-15 16,0 0 1-16,0 0 12 15,0 0-4-15,0 0 1 0,0 0 15 16,0 0-5 0,0 0 6-16,0 0 18 0,0 0 33 15,0 0 7-15,0 0-12 16,0 0-26-16,0-1-19 16,0-2-1-16,0 3-1 15,0 0-41-15,0 0-22 16,0 0-41-16,-2 3 18 15,-4 5 44-15,1 3-3 16,3-5-9-16,0 0 19 16,2-4 20-16,0-2 16 15,0 0 39-15,7 0 55 0,1 0-8 16,2-8-6-16,-6-3-15 16,0 4 11-16,-1 0-19 15,-3 1-24-15,0 3-26 16,0 3-7-16,-13 0-105 15,-3 10-124-15,5 3-111 0</inkml:trace>
  <inkml:trace contextRef="#ctx0" brushRef="#br0" timeOffset="-70084.39">5730 9078 75 0,'0'0'251'15,"0"0"-101"-15,0 0-34 16,0 0 1-16,0 0-21 0,0 0-9 16,0 0 18-16,-77 29-6 15,77-29-2-15,0 0-18 16,0 0-21-16,0 0-21 15,15-7 13-15,16-11-16 16,20-11-20-16,18-6 2 16,38-14-3-16,-2 1-4 15,6-2 0-15,3-2 1 16,-27 9-4-16,0-1 10 16,-16 6-3-16,-13 7 12 15,-14 3 27-15,-11 3-8 16,-8 8-14-16,-7 2-21 15,-5 5-3-15,-1 2-6 16,-5 4-13-16,1 2-77 16,13 2-85-16,-4 0-161 0,3 0-254 15</inkml:trace>
  <inkml:trace contextRef="#ctx0" brushRef="#br0" timeOffset="-69567.38">7158 8099 453 0,'0'0'362'15,"0"0"-111"-15,0 0-55 16,0 0-80-16,0 0-61 16,0 0-55-16,0 0 1 15,5 48 10-15,8-12 27 0,0 5-3 16,1 1-9-16,-3-1 3 16,-5-1-11-16,2-5 4 15,-4-5 1-15,-2-6 9 16,0-6-9-16,-2-6-14 15,2-6 0-15,1 0-9 16,-3-4 8-16,2-2-8 16,-2 0-31-16,4 0-78 15,10 0-42-15,-1-2-65 16,1-6-196-16</inkml:trace>
  <inkml:trace contextRef="#ctx0" brushRef="#br0" timeOffset="-69085.35">7125 8169 62 0,'0'0'333'0,"0"0"-112"16,0 0 3-16,0 0-59 15,0 0-41-15,0 0-36 16,0 0-4-16,40-84-8 16,-20 74-17-16,4 2-8 15,5 0-7-15,3 0 1 16,1 2-9-16,0 4-13 0,-4 0-14 16,-2 2-9-16,-2 0-1 15,-6 0 0-15,0 14-10 16,-3 5-8-16,-8 2 3 15,-1 8-19-15,-7-2 23 16,0 3-3-16,0 0 15 16,-9-3 2-16,-7-3 6 15,-1-4-8-15,-4-5 32 16,3-2 14-16,3-5 7 16,-1-4-1-16,1-2-2 15,-1-2 1-15,-1 0-19 16,3 0-13-16,1 0-19 15,4-6 0-15,5 0-54 0,1 1-32 16,3 1-63 0,5 4-141-16,16 0-242 0,2 0-154 0</inkml:trace>
  <inkml:trace contextRef="#ctx0" brushRef="#br0" timeOffset="-68851.54">7718 8442 97 0,'0'0'762'0,"0"0"-433"15,0 0-72-15,0 0-128 16,0 0-82-16,0 0-40 15,0 0-7-15,2 0-97 16,20 0-94-16,-2 0-160 16,3 0-248-16</inkml:trace>
  <inkml:trace contextRef="#ctx0" brushRef="#br0" timeOffset="-68368.3">7940 8045 523 0,'0'0'380'15,"0"0"-78"-15,0 0-39 16,0 0-154-16,0 0-109 15,0 0-12-15,0 0-12 16,18 36 24-16,-4 1 38 16,-1 4 6-16,-2 5-3 15,-4 0-12-15,-1-1 3 16,1-5-15-16,-3-7-8 16,1-3 0-16,2-9-9 15,-3-5 6-15,1-6-6 16,-1-2-34-16,2-2-100 15,13-4-97-15,-3-1-109 16,-1-1-236-16</inkml:trace>
  <inkml:trace contextRef="#ctx0" brushRef="#br0" timeOffset="-67884.86">7953 8139 234 0,'0'0'274'0,"0"0"-94"15,0 0-35-15,0 0-66 0,0 0-2 16,0 0 31 0,0 0 41-16,75-113-14 15,-58 102-38-15,3 1-43 16,5 6-23-16,4 2-24 0,4 2-7 15,5 0 6-15,0 0-5 16,-3 6 10-16,1 8-10 16,-5 3 6-16,1 4-7 15,-6 4 0-15,-1 2 0 16,-7 5-1-16,-5-1 0 16,-5 0-5-16,-5 1 6 15,-3-1-7-15,0-1 0 16,-3-2 7-16,-12-2 5 15,-1-2-5-15,-3-2 0 0,0-5 5 16,0-2 4 0,1-3 4-16,-3-2 3 15,4-6 2-15,-3-2 1 0,5-2 10 16,-1 0-15 0,3 0-14-16,1 0-13 0,3-2-55 15,7-2-89-15,2-6-91 16,4 4-102-16,15-2-171 15</inkml:trace>
  <inkml:trace contextRef="#ctx0" brushRef="#br0" timeOffset="-67601.09">8643 8169 39 0,'0'0'279'0,"0"0"-93"16,0 0-71-16,0 0-5 15,0 0 40-15,0 0-27 16,0 0-38-16,17 105-5 16,-11-79-8-16,2-4-4 15,-4-2-23-15,3-5-23 16,-3-3-6-16,-2-3-9 15,2-4 0-15,-2 0-7 16,2-5-49-16,-2 0-103 16,2 0-92-16,-2 0-75 0</inkml:trace>
  <inkml:trace contextRef="#ctx0" brushRef="#br0" timeOffset="-67434.98">8655 8045 576 0,'0'0'285'0,"0"0"-131"15,0 0-131-15,0 0-23 16,0 0-174-16,0 0-86 16,0 0-248-16</inkml:trace>
  <inkml:trace contextRef="#ctx0" brushRef="#br0" timeOffset="-66868.37">9027 8059 191 0,'0'0'262'16,"0"0"-112"-16,0 0-29 0,0 0-54 16,0 0-31-16,-118 6 9 15,101 4 20-15,3 1-23 16,3 2-22-16,3-3-19 15,6 3 1-15,2-3 6 16,0 1-6-16,0 1-1 16,12 1 11-16,5-2-5 15,2 3 9-15,3 2-3 16,1 0-3-16,-1 1-1 16,-2-3-9-16,0 2 1 15,-2-3-1-15,-4-1 0 16,-4-2-7-16,-5-1 6 0,-1-1-6 15,-4-4 7 1,0 0 9-16,0 0 14 0,0-2 31 16,-6 2 15-16,-5-3 27 15,-3 3-21-15,1-1-21 16,-3-3-37-16,3 1-4 16,-1-1 2-16,1 0-15 15,4 0-13-15,0 0-32 16,7 0-48-16,2-11-103 15,0 0-75-15,9 4-261 0</inkml:trace>
  <inkml:trace contextRef="#ctx0" brushRef="#br0" timeOffset="-66501.56">9183 7897 124 0,'0'0'400'0,"0"0"-129"16,0 0-9-16,0 0-94 16,0 0-64-16,0 0-40 15,0 0-28-15,-6 2-35 16,6 21 25-16,9 9 19 15,4 7 0-15,3 4-11 16,0 0-13-16,-1 0-12 16,-1-6-8-16,-1-1 1 0,-5-6 6 15,2-4 8-15,-4-3-8 16,-1-8-7-16,-1-3 2 16,-2-1-2-16,2-5-1 15,-1 0-27-15,0-5-49 16,-1 2-69-16,2-3-75 15,-2 0-36-15,3 0-95 0</inkml:trace>
  <inkml:trace contextRef="#ctx0" brushRef="#br0" timeOffset="-66267.44">9159 8153 152 0,'0'0'498'0,"0"0"-300"15,0 0-23-15,0 0-107 16,0 0-48-16,0 0-20 16,128-40-32-16,-105 38-85 15,4-2-77-15,-4 2-44 16,-8 0-125-16</inkml:trace>
  <inkml:trace contextRef="#ctx0" brushRef="#br0" timeOffset="-65917.81">9402 8079 175 0,'0'0'235'0,"0"0"-27"15,0 0-34-15,0 0-70 16,0 0-53-16,0 0 1 16,0 0-10-16,58 39-23 15,-42-16-5-15,-3 4-13 16,-2 0 1-16,-2 0-1 15,-5-2 5-15,1-3-6 16,-3-6 1-16,0-1-1 16,0-8 1-16,-2-2 1 15,0-5 6-15,0 0 10 16,0 0 5-16,0 0 17 16,0 0-2-16,-2-9-21 15,-4-2-15-15,-3-6 9 0,-1 2-3 16,6-6 3-1,0 0 15-15,4-2 2 0,0 2 15 16,0-2-11 0,0 4-14-16,8 2-18 0,4 5 0 15,3 2-29-15,3 5-77 16,11 3-66-16,-2 2-100 16,-3 0-133-16</inkml:trace>
  <inkml:trace contextRef="#ctx0" brushRef="#br0" timeOffset="-65633.78">9705 8032 103 0,'0'0'352'0,"0"0"-158"16,0 0-82-16,0 0-37 15,0 0 0-15,0 0 13 16,0 0-16-16,20 77-2 16,-11-50-24-16,-3 5-4 15,4-5-4-15,-4-4-15 16,3-3-4-16,-2-7-17 16,-3-2 10-16,-1-7-5 15,-1-2-7-15,-2-2-19 16,2 0-86-16,-2 0-86 0,0 0-186 15</inkml:trace>
  <inkml:trace contextRef="#ctx0" brushRef="#br0" timeOffset="-65468.07">9663 7927 191 0,'0'0'631'15,"0"0"-454"-15,0 0-29 16,0 0-148-16,0 0-61 16,0 0-143-16,0 0-119 0</inkml:trace>
  <inkml:trace contextRef="#ctx0" brushRef="#br0" timeOffset="-64835.33">9910 7903 120 0,'0'0'160'0,"0"0"-42"15,0 0-38-15,0 0-23 16,0 116-26-16,0-76-13 16,0-2-9-16,2-3-2 15,3-4-7 1,-1-8 1-16,0-2-1 0,-2-6 0 16,-2-4-11-16,3-5 0 15,-3-3 2-15,0-2 9 16,0-1 9-16,0 0 26 15,0-1-16-15,0-15 8 16,0 1-4-16,-3-3 41 16,-1-1 3-16,2-4 27 0,2 3 9 15,0 0 5 1,0 4-9-16,0 2-9 0,2 4-25 16,12 2-23-16,3 2-29 15,4 4-13-15,6 2 1 16,-1 0-1-16,3 0 0 15,-1 10-3-15,-5 6 2 16,-3 4-15-16,-7 3-9 16,-3-2-24-16,-8 3 6 15,-2-2-5-15,0 0 9 16,0-4 8-16,-16-2 8 16,1-6 13-16,-1-1 10 15,-1-7 44-15,-2-2 18 16,6 0-2-16,0 0-27 15,4-2-10-15,2-11-23 16,0 2-4-16,7-2-32 16,0 0-98-16,0 0-142 0,10 3-137 15</inkml:trace>
  <inkml:trace contextRef="#ctx0" brushRef="#br0" timeOffset="-64434.31">10215 8001 362 0,'0'0'249'0,"0"0"-32"15,0 0-125 1,0 0-67-16,0 0 2 0,0 0-5 15,0 0-12-15,-16 96 3 16,21-68-3-16,13 2 0 16,2-4 5-16,4-4-4 15,3-3 36-15,0-8 3 16,0-5-8-16,-3-3 29 16,-4-3 12-16,0 0 4 15,-2-9-14-15,-2-5 4 16,-3-6-12-16,-2-4-8 15,-2-2-10-15,-5-1-12 16,-4-2-15-16,0 3-20 0,-2 2 0 16,-11 5-31-1,-1 3-43-15,1 7-65 0,-3 9-60 16,3 0-111-16,5 0-237 16</inkml:trace>
  <inkml:trace contextRef="#ctx0" brushRef="#br0" timeOffset="-64066.79">10492 7710 143 0,'0'0'514'0,"0"0"-275"15,0 0-22-15,0 0-103 16,0 0-83-16,0 0-31 16,0 0 0-16,13 37 6 15,5-2 20-15,-1 11 0 16,1 4-6-16,-2 3 0 16,-5-5 2-16,0-2-6 15,-4-8 4-15,-3-6-9 16,1-5 7-16,-3-10-9 15,1-3 3-15,-1-4-11 16,-2-5 1-16,2-4 6 16,-2-1-8-16,0 0-24 15,2 0-86-15,7 0-75 0,0 0-118 16,-2 0-392-16</inkml:trace>
  <inkml:trace contextRef="#ctx0" brushRef="#br0" timeOffset="-63717.9">10527 7914 409 0,'0'0'157'0,"0"0"-11"16,0 0-54-16,121-11-64 15,-84 11-19-15,-3 0-9 16,-5 0-55-16,-2 0-45 16,-7 10-5-16,-3-1 43 15,-1 5 36-15,-3 3 19 16,0 1 7-16,-1 4 36 16,-1 0 23-16,1-1 49 15,-4 4-34-15,-1-5 8 16,-1-2-27-16,-2-4-9 15,-1-3-27-15,-3-6-10 16,3-2-9-16,-3-3-28 16,0 0-119-16,0 0-153 0</inkml:trace>
  <inkml:trace contextRef="#ctx0" brushRef="#br0" timeOffset="-63551.01">10804 7806 722 0,'0'0'302'15,"0"0"-101"-15,0 0-201 16,0 0-85-16,0 0-106 16,0 0-156-16</inkml:trace>
  <inkml:trace contextRef="#ctx0" brushRef="#br0" timeOffset="-63185.39">10982 7885 183 0,'0'0'210'0,"0"0"-81"16,0 0-33-16,0 0-62 16,0 0-22-16,44 132-1 15,-26-100-9-15,0-5 4 0,-2-4-6 16,-5-9 0-16,-5-5 1 16,0-9 21-16,0 0 116 15,2 0 21-15,-1-11-78 16,1-5-16-16,2-5 21 15,-3-6-8-15,-5-3-4 16,0-2-28-16,0 1-17 16,-2 4-22-16,0 4-7 15,0 10-46-15,12 7-88 16,1 6-96-16,0 0-161 0</inkml:trace>
  <inkml:trace contextRef="#ctx0" brushRef="#br0" timeOffset="-62651.3">11378 7841 192 0,'0'0'154'0,"0"0"-35"15,0 0-47-15,0 0-36 0,0 0-17 16,0 0-1-16,-120 40-12 16,111-17-5-16,2 4 0 15,7-1 6-15,0-4-6 16,7-2 0-16,13-4 9 15,3-6-2-15,-2-4 0 16,4-6 10-16,-5 0-1 16,0 0 16-16,0-5 10 15,-4-6 11-15,-3-5 22 16,-2-2 5-16,-1 0 35 16,-2-4-6-16,-3 2 9 15,-1 3 7-15,0 6-8 16,-2 3-31-16,-2 5-49 0,3 3-38 15,0 0-43-15,1 12-13 16,2 8 43-16,3 4 13 16,3 5 1-16,-1-5 0 15,-1-2-1-15,2-4 1 16,-5-4 8-16,-1-6-8 16,1-2 0-16,-2-4-1 15,1 0-29-15,1 0-164 16,-5-2-295-16</inkml:trace>
  <inkml:trace contextRef="#ctx0" brushRef="#br0" timeOffset="-61667.28">3114 10078 411 0,'0'0'332'16,"0"0"-112"-16,0 0-86 16,0 0-82-16,0 0-37 15,0 0-15-15,0 0-1 16,0-6-8-16,0 6-53 16,0-2-146-16,11 2-435 0</inkml:trace>
  <inkml:trace contextRef="#ctx0" brushRef="#br0" timeOffset="-30335.42">2889 9432 10 0,'0'0'18'16,"0"0"6"-16,0 0 19 15,0 0 24-15,0 0-11 16,0 0-21-16,0 3-35 16,3-1-26-16,-3-1-52 15,2 1-36-15</inkml:trace>
  <inkml:trace contextRef="#ctx0" brushRef="#br0" timeOffset="-28901.88">2889 9432 168 0,'-8'21'165'0,"3"-20"-43"16,0-1-36-16,1 0-1 15,0 3-4-15,1-3 3 16,3 0-2-16,-2 0-15 16,2 0-14-16,0 0-5 15,0 0-6-15,0 0-15 0,0 0-1 16,-2 0-4-1,2 0-10-15,0 0 9 0,-2 0 10 16,2-3 3-16,-2-1-5 16,2 0 3-16,-2 1-7 15,2-2 5-15,-3 2-5 16,3-1-3-16,-3-1-11 16,3 1 5-16,-2-1-1 15,0 1-2-15,0-1 3 16,2 0 0-16,-2-2 3 15,2 1-3-15,0 1 1 16,0-2 4-16,0 1-5 16,0 1-3-16,0-4 3 15,0 1-6-15,0 1-1 16,0-4-8-16,0 3 11 0,0 0 2 16,0-1 14-16,0 2 1 15,0 0-5-15,4-4-14 16,0 1-10-16,4 0 1 15,-2-1 1-15,1 3-1 16,1-3 0-16,0 3 0 16,0-3 0-16,-1 2 1 15,-1-1-1-15,4 0-1 16,-1 2 0-16,-1 0 0 16,3 0-1-16,1-1 0 15,1 0-5-15,1 0 5 16,1 2 1-16,-1-1 0 15,-1 2 0-15,1-2 0 16,3 0 0-16,1 0-1 0,4-1 1 16,-2 1-1-16,0 0 0 15,-2 2 0-15,-4 2 1 16,-1 1 0-16,0-1-1 16,0 4 1-16,0-3-1 15,3 3-8-15,3 0 9 16,-2 0 0-16,3 0-1 15,0 0 1-15,2-1 0 16,-1 1 1-16,-2 0 0 16,2-3 0-16,-5 3 0 15,-1 0-1-15,-1 0 0 0,-4 0 0 16,1 0-1 0,1 0-5-16,-1 0 5 15,0 0-6-15,0 0 7 0,0 0 0 16,3 0 0-16,-3 0-1 15,0 0-1-15,-2 0-4 16,0 4-4-16,-1-1 1 16,1-2-2-16,1 2 11 15,-2 0 0-15,1 0 0 16,3 1 0-16,-4-1 0 16,1 3-7-16,-3-1-8 15,2-1 2-15,-2 1-6 16,-1 0-6-16,-1-1-1 15,-2 0 7-15,0-3 6 16,0 3 7-16,1 1 5 0,-3-1-11 16,3 2 4-1,-3 0-4-15,0-2 9 0,2 2-4 16,-2 0 6-16,0 0 0 16,0 0 0-16,0 1-6 15,0 2 6-15,0 1-1 16,0 2 2-16,0 0-1 15,0 1 0-15,0 2-11 16,0 0 1-16,0-4 0 16,0 1 10-16,0-2-8 15,0 1 8-15,0-4-8 16,2 3 9-16,0 0 0 0,-2 0-1 16,0 3 1-1,2-1-1-15,-2-3 1 0,0 3 0 16,0-1-1-16,0-5 1 15,0 0 0-15,0-5 7 16,0 1 8-16,3-2 2 16,-3 0 5-16,0 0-12 15,0 0-8-15,0 3-1 16,0-3-1-16,0 0-6 16,2 0-52-16,6 0-66 15,4 0-127-15,-3 0-119 0</inkml:trace>
  <inkml:trace contextRef="#ctx0" brushRef="#br0" timeOffset="-27817.91">3586 9385 209 0,'0'0'201'0,"0"0"-58"16,0 0-21-16,0 0-36 16,0 0-33-16,0 0-34 15,0 0-3-15,6 0 8 16,2 0 1-16,3 3-2 15,-1 3 10-15,0 3-7 16,-1-4-14-16,1 5-12 16,-2-2 0-16,1 4 1 15,-1-1 0-15,0-2 0 16,1 1-1-16,-5-3-1 16,0-3-6-16,-2-2 6 0,0-1 1 15,1-1 0 1,-3 0 13-16,2 0 7 0,-2 0 6 15,3 0-6-15,1 0-7 16,-2-3-5-16,1-4 6 16,-1 0-5-16,2-1-8 15,-2 1 11-15,2 0-2 16,-1-4 20-16,-1 4 18 16,0-4 6-16,-2 1-2 15,3 0-1-15,-3 1-4 16,2 0-9-16,-2 3-3 15,0 3-6-15,0 0 2 16,0 2-2-16,0 1-3 16,0 0-19-16,0 0-6 15,0 0-1-15,0 0-10 0,0 0-20 16,0 0-12-16,-5 4 16 16,1 5 26-16,-3 2-1 15,1-2-18-15,1-1 4 16,-1-2-2-16,3-2-8 15,1 0 11-15,2-4 4 16,0 0 10-16,0 0 16 16,0 0 7-16,0 0 3 15,0 0 13-15,0 0-8 16,-3 0-22-16,1-1-1 16,0-3-2-16,0 1-6 15,0 1 0-15,0 2-1 16,2 0-9-16,-2 0-1 0,2 0-2 15,-3 0 6 1,3 0-12-16,0 0 3 0,0 0 3 16,0 0-10-16,0 0-71 15,0 0-96-15,0 0-137 16,3 0-78-16</inkml:trace>
  <inkml:trace contextRef="#ctx0" brushRef="#br0" timeOffset="-25967.74">2807 9404 170 0,'0'0'204'16,"0"0"-67"-16,0 0-19 15,0 0-20-15,0 0-34 16,0 0-19-16,0 0-8 16,0 0 5-16,0-1-10 15,0-6-8-15,0-1 15 16,4-2 3-16,6 0 13 16,-2-2-3-16,3-1-11 15,1-2-3-15,1-1 9 16,3 0-10-16,-1-2-17 15,5-3 3-15,4 4-7 16,3-3 6-16,0 0-9 0,4 0 0 16,0 0-12-1,2 0 5-15,-1 2-5 0,3 0 0 16,2 0-1-16,2 0 0 16,3-3 0-16,6 2 0 15,0-2 8-15,2-1-7 16,-1 0 0-16,-3 2 12 15,-3 3 1-15,-7 4-3 16,-5 3-10-16,0 2-1 16,0 0 2-16,0 2-2 15,7-1 2-15,0 1 4 16,3 1-6-16,-2 1 0 0,1 2 0 16,-4 2-1-16,-1 0-5 15,-2 0 5-15,2 0 1 16,-6 4-2-1,2 3 2-15,-3-4 0 0,3 2 2 16,0 0-2-16,4 1 1 16,-4 0-1-16,-2 2 0 15,-3 0-1-15,1 1-1 16,-5-3 2-16,1 1-1 16,-2 1 0-16,2 0 0 15,2 0 1-15,-1 0 1 16,3 0 0-16,2 0-1 15,-3 2 0-15,1 2-1 16,-5-1 0-16,1 1 0 16,-4-3 1-16,2 0-1 0,-3-1 1 15,-1-2 0-15,2 0 1 16,-4 1-1-16,1-1 1 16,1 2-1-16,-1-1 1 15,1-1-1-15,2-2 1 16,-1 2 2-16,-3-2-2 15,3-2 1-15,-5 2-2 16,-1-1 0-16,-4 0 0 16,-1 1-8-16,-1 0-4 15,-1-1 11-15,0 2-8 16,-1 1 2-16,1 0 6 16,1 1 0-16,3 2 0 15,0 1 0-15,0 2 1 0,0 0 0 16,-1 0 0-16,4 2 0 15,-3 0-1-15,1 2 1 16,0 0-1-16,-1 0 0 16,1 0 0-16,-2 0 0 15,1-2 1-15,-3-2-1 16,-2-2-6-16,4-2 7 16,-6 0 1-16,2-4-1 15,-2 1 0-15,1-4 0 16,-3 2 0-16,2-3 1 15,-2 2 0-15,0-2 1 16,0 0-2-16,0 0-24 16,0 0-98-16,4 0-95 15,-2 0-139-15</inkml:trace>
  <inkml:trace contextRef="#ctx0" brushRef="#br0" timeOffset="-21768.19">5034 9422 52 0,'0'0'107'0,"0"0"-5"15,0 0-31-15,0 0-26 16,0 0 8-16,0 0 5 16,0 0-25-16,0 0-7 15,0 0-6-15,0 0-11 0,0 0-8 16,6 0 1-16,0 0 12 16,5 0 15-16,3 3 20 15,-1-2-6-15,1 1-22 16,-1 2-13-16,0 1-7 15,-2 1 1-15,0 0-2 16,-2 2 1-16,0-2 0 16,-2-2 2-16,-1 0-3 15,-1-3 6-15,1-1-4 16,2 0 9-16,-2 0-1 16,1 0-9-16,1 0-1 15,2 0-13-15,1 0-49 16,-1 0-109-16,0-5-230 0</inkml:trace>
  <inkml:trace contextRef="#ctx0" brushRef="#br0" timeOffset="-21401.83">5164 9338 183 0,'0'0'166'0,"0"0"-52"16,0 0-37-16,0 0-57 15,0 0-20-15,0 0 0 16,0 0 5-16,-20 40 18 16,18-22 4-16,2 0 2 15,0-4 10-15,0-2-4 16,0-2-15-16,0-2-10 16,0-1-7-16,0-4-3 15,0 4-64-15,0-3-77 16,0-2-231-16</inkml:trace>
  <inkml:trace contextRef="#ctx0" brushRef="#br0" timeOffset="-20118.38">3119 10143 126 0,'0'0'86'0,"0"0"-22"16,0 0 2-16,0 0-11 16,0 0-35-16,0 0-11 15,0 0 4-15,2 0 16 16,-2 0 14-16,0 0-6 16,0 0 27-16,-2 0 4 0,-3 0-28 15,3 0-38-15,-2 0-2 16,2 0-28-16,2 7-109 15,0 3 14-15,0 1-187 0</inkml:trace>
  <inkml:trace contextRef="#ctx0" brushRef="#br0" timeOffset="-7401.87">2401 11032 147 0,'0'0'509'0,"0"0"-333"16,0 0-112-16,0 0 106 15,0 0-50-15,-4 0 30 16,4 0-1-16,0-4-11 16,0 1 4-16,0-1-33 15,0-5-15-15,11 1-56 16,5-2-30-16,5 0-8 16,4 1-6-16,2 1-7 15,2-1 1-15,2 4 1 16,-2 1-3-16,2-1 13 15,-4 4-15-15,-2 1 15 16,-6 0-8-16,-2 0 2 16,-5 1-14-16,-2 12 7 0,-1 2 0 15,-5 6 1-15,-2 1 6 16,-2 6-2-16,0 2 9 16,-8 4 0-16,-11 2 0 15,-3 2 1-15,-6-1-2 16,-1-2 1-16,-6-3-15 15,4-3-11-15,0-4-21 16,0-2-9-16,5-7-12 16,3-4-2-16,1-2 15 15,1-4 1-15,4-3-10 0,3 0-16 16,6-3 15 0,3 0 32-16,5 0 17 0,0-3-4 15,0-6-11-15,16-4-3 16,0 4 19-16,2 0 9 15,3 2 6 1,6 2-1-16,2 4-8 0,7 1 9 16,-1 0 1-16,2 0 21 15,-4 0 3-15,-4 0 14 16,-5 0 17-16,-4 6 35 16,-2-4-5-16,-5 2-6 15,1-3-8-15,-3 3-16 16,-2-1-29-16,-3-3-18 15,-1 2 4-15,2-2 2 16,-3 0 18-16,1 0 21 0,-1 0-5 16,2 0-33-16,0 0-15 15,-2-2-1-15,-2-1 0 16,-2 3-28-16,0 0-59 16,0 0-75-16,0 0-101 15,0 0-399-15</inkml:trace>
  <inkml:trace contextRef="#ctx0" brushRef="#br0" timeOffset="-6802.36">2831 11044 537 0,'0'0'343'0,"0"0"-179"15,0 0-5-15,0 0-65 16,0 0-43-16,0 0-6 16,0 0 16-16,71 11 13 15,-44 9-13-15,7 4 0 16,1 2 6-16,6 2-20 16,-1-2-8-16,0 0-10 15,-3 0-17-15,-3-4-2 16,0-4-2-16,-7-2 2 15,-1-3-9-15,-6-6 11 0,-2 0-11 16,-3-6 12-16,-3-1-4 16,-3 0-9-16,-3 0-28 15,-2 0-46-15,-4 0-53 16,0 0-68-16,-19 0-295 16,-1 0-315-16</inkml:trace>
  <inkml:trace contextRef="#ctx0" brushRef="#br0" timeOffset="-6385.35">3121 10939 552 0,'0'0'190'16,"0"0"-61"-16,0 0-56 15,0 0-55-15,0 0 9 16,0 0 48-16,0 0 9 16,-47 98-3-16,29-54 21 0,-7 3-31 15,2 6-26-15,-2-1-23 16,-2-2-11-16,2-1-2 15,3-9-9-15,2-4 1 16,7-10-1-16,4-7 1 16,5-6 15-16,1-5 16 15,3-6 30-15,0 0 1 16,0-2-8-16,0 0-21 16,0 0-8-16,0 0-14 15,0 0-12-15,0 8-94 16,0 3-189-16,0 4-458 0</inkml:trace>
  <inkml:trace contextRef="#ctx0" brushRef="#br0" timeOffset="-3969.23">3700 10908 95 0,'0'0'406'16,"0"0"-256"-1,0 0-100-15,0 0 15 0,0 0 48 16,0 0 16-16,0 0-33 15,7 59-32-15,-2-32 6 16,-1 5-17-16,1 7 2 16,1-1-21-16,0 0-5 15,1-3-2-15,3-2-15 16,-6-5-11-16,2-3 0 16,-3-9 14-16,1-2-8 15,-2-5 8-15,-2-3-13 0,2-4 10 16,-2 1-11-1,0-3 7-15,0 0-8 0,0 0-61 16,0 0-59-16,-6 0-105 16,-5 0-348-16</inkml:trace>
  <inkml:trace contextRef="#ctx0" brushRef="#br0" timeOffset="-2482.49">3551 11151 408 0,'0'0'346'15,"0"0"-239"-15,0 0-29 0,0 0-40 16,0 0-26-16,0 0-11 16,0 0 0-16,0 0 13 15,0 0 6-15,18 0 24 16,5 0 35-16,2 0-41 15,10-2-24-15,-2 0-14 16,5 0 1-16,2-2 3 16,5 0-2-16,1-5 5 15,3 2-6-15,0 0 30 16,-4-2 28-16,-5 1-18 16,-11 4-25-16,-7 0-15 15,-9 2-1-15,-4 2 0 16,-6 0-1-16,-1 0 0 0,-2 0-28 15,0 0-83 1,0 0-76-16,-12 10-40 0,-1-6-185 0</inkml:trace>
  <inkml:trace contextRef="#ctx0" brushRef="#br0" timeOffset="497.55">4423 10972 5 0,'0'0'500'0,"0"0"-257"0,0 0-80 15,0 0-32 1,0 0-54-16,0 0-38 0,68-44 10 16,-45 38 6-16,-4 1 5 15,2 0-11-15,-4 3-16 16,-1 0-12-16,-1 2-20 16,-1 0 1-16,1 0-2 15,-1 0-2-15,1 6-4 16,-1 6 5-16,-1 1-5 15,1 5-11-15,-7 0 1 16,-5 6-8-16,-2 2 24 16,0 4 0-16,-7 4 5 15,-11-1 11-15,-5 2-9 16,2 1 0-16,-6 0 2 16,2-1-2-16,-2-3-6 0,1 0 8 15,4-4-8 1,-1-5 6-16,5-1-7 0,3-5-10 15,5-5-10-15,4-5-9 16,4-2 1-16,2-3 11 16,0-2 17-16,0 0 29 15,0-2 20-15,4-10-24 16,10-4-14-16,1-1-5 16,3 3-4-16,7 0-2 15,-1 2 1-15,1 6 5 16,1 6-6-16,3 0 0 15,5 0-10-15,-1 14 2 16,0 4 7-16,-1-1 1 16,-3-3-1-16,-2-5 1 15,-5-2 1-15,-2-7 28 0,-2 0 75 16,2-4 11-16,-3-13-44 16,-1 0-37-16,-3-2-18 15,-3 3-15-15,-6 5-1 16,-4 1-50-16,0 3-93 15,0 3-86-15,0 4-329 0</inkml:trace>
  <inkml:trace contextRef="#ctx0" brushRef="#br0" timeOffset="3980.73">5100 11082 88 0,'0'0'253'0,"0"0"-119"16,0 0-49-16,0 0-14 16,0 0-8-16,0 0 11 15,0 0 7-15,-8 0 4 16,8 0 20-16,0 0-2 16,3 0-26-16,6 0-35 15,6 0-18-15,10 0 10 16,11 0 22-16,9 0 17 0,5 0-9 15,2-1 8 1,-6-2-19-16,-3 0-15 0,-12 1-19 16,-4 0-13-16,-7 0-4 15,-2 2-1-15,-5 0-1 16,-2 0-23-16,-4 0-56 16,-5 0-56-16,-2 0-73 15,0 2-130-15,-6 8 53 16,-10-2-55-16</inkml:trace>
  <inkml:trace contextRef="#ctx0" brushRef="#br0" timeOffset="4430.79">5148 11273 130 0,'0'0'162'16,"0"0"-18"-16,0 0 32 0,0 0 4 16,0 0-34-16,0 0-23 15,114 6-10-15,-74-6 0 16,3 0-6-16,-3 0 8 16,-5-1-12-16,-3-6-24 15,-8 1-18-15,-6 3-27 16,-7 0-15-16,-4 1-11 15,-5 2-8-15,-2 0 0 16,0 0-28-16,0 0-46 16,0 0-66-16,0 0-37 15,-4 0-70-15,-5 0-134 16,2 0-257-16</inkml:trace>
  <inkml:trace contextRef="#ctx0" brushRef="#br0" timeOffset="5416.12">5888 10932 263 0,'0'0'209'0,"0"0"-13"16,0 0-23-16,0 0-44 16,139-33-12-16,-106 27 2 15,-2 3-44-15,-4 3-36 16,-5 0-26-16,-4 0-11 16,-5 3-2-16,-4 7-2 15,-2-1-11-15,-5 5-4 16,-2 3 15-16,0 2 1 15,0 1 1-15,-11 5 0 16,-9-4 0-16,0 2 1 16,-4-3 1-16,-1-4-2 0,0-2-12 15,3-1 6 1,2-5-2-16,2 1-5 0,5-3-16 16,1-2 0-16,8-4-5 15,4 0 21-15,0 0 13 16,0 0 7-16,0 0 10 15,11-4 13-15,3-7-2 16,1 3-14-16,5-1 23 16,3 1-5-16,2 2-1 15,-2 2-10-15,0 2-4 16,-1 2-9-16,-4 0-8 16,0 0 0-16,-5 2-1 0,3 6-11 15,-5 4 4 1,1 2 6-16,-2 0-11 0,-3 2 12 15,-5 0-5-15,0 2 6 16,-2 2 0-16,0 0-8 16,0 0 8-16,-4 0 0 15,-7 0 0-15,-3-3 1 16,1-4 7-16,-1 0-6 16,3-3 11-16,1-5 19 15,-2 1 14-15,-1-2-2 16,-3-2-9-16,-4-2-11 15,2 0-16-15,-1 0-3 16,1 0-5-16,5 0-36 16,1 0-25-16,3-2-55 15,9-9-114-15,0 1-106 0</inkml:trace>
  <inkml:trace contextRef="#ctx0" brushRef="#br0" timeOffset="5898.2">6339 11015 436 0,'0'0'222'0,"0"0"-26"15,0 0-66-15,0 0-54 16,0 0 6-16,0 0 19 15,0 0 4-15,142 36-39 16,-102-16 7-16,-2 0-12 16,0 4-20-16,-3 2-16 0,-2 1-9 15,-1-2-5 1,-3 0-5-16,-3-6-4 0,-3 0 6 16,0-6 2-16,-6-3-3 15,-1-4 9-15,-5-2-8 16,-5-1-8-16,0-2-22 15,-6-1-70-15,0 0-57 16,0 0-51-16,0 0-113 16,0 0-95-16</inkml:trace>
  <inkml:trace contextRef="#ctx0" brushRef="#br0" timeOffset="6281.05">6700 10912 267 0,'0'0'234'0,"0"0"-58"16,0 0-81-16,0 0-72 15,0 0 31-15,0 0 37 16,0 0-18-16,-79 122-29 16,63-81-11-16,1 2 3 15,-1-4 5-15,3 1-12 16,0-4-6-16,1-4-15 0,-1-4 10 16,2-3-2-1,0-6 0-15,2-3 0 0,3-5-5 16,1-3-9-16,0-4 6 15,5-4-8-15,0 0-10 16,0 0-38-16,0 0-52 16,0-4-121-16,12-6-602 0</inkml:trace>
  <inkml:trace contextRef="#ctx0" brushRef="#br0" timeOffset="6881.5">7022 11122 163 0,'0'0'136'16,"0"0"17"-16,0 0-8 15,0 0 11-15,0 0-13 16,136 3-4-16,-93-6 9 0,-1 0-17 16,-7 2-23-16,-6-2-27 15,-4 3-23-15,-11 0-29 16,-3 0-17-16,-7 0-11 16,-2 0-1-16,0 0 1 15,-2 0 1-15,0 0-2 16,0 0-17-16,0 0-66 15,0 0-60-15,2 0-114 16,3 0-147-16</inkml:trace>
  <inkml:trace contextRef="#ctx0" brushRef="#br0" timeOffset="7864.11">7588 10908 339 0,'0'0'183'15,"0"0"-22"-15,0 0-29 16,0 0-39-16,0 0-30 16,0 0-6-16,0 0 18 15,97-32 13-15,-64 32 9 0,2 0-4 16,3 0-22-16,-2 0-27 15,-5 0-20-15,-7 8-18 16,-5 1-6-16,-11 1-14 16,-3 1-12-16,-5 3 2 15,0 4-9-15,-5 3 23 16,-13-1 0-16,-3-3 9 16,-4 3-13-16,-2-5 2 15,0-1 3-15,2-2-4 16,1-2-30-16,4-4-30 15,2 0-2-15,7-4 1 16,3-2 34-16,4 0 38 16,4 0 2-16,0 0 0 0,0 0 13 15,14 0-7-15,4-8 4 16,4 2-4-16,1 2-4 16,-1 0 17-16,-2 2-3 15,0 2 0-15,-5 0-6 16,1 0 0-16,-1 0 3 15,1 0 15-15,0 8 7 16,-3 1-5-16,-2 4-7 16,-1-1-23-16,-6 2 1 15,0 0 0-15,-1 0 15 16,-1 2-4-16,-2 0-11 16,0 2-1-16,0 1 1 0,0-2 0 15,0 4 0-15,-11-4 6 16,-5 2-6-16,1-4 0 15,-6 1 6-15,-1-2 15 16,-1-1 9-16,2-4-4 16,-4-3 17-16,0-2 2 15,1-4-8-15,0 0-7 16,-1 0-2-16,1 0-10 16,1-10-3-16,-2-3-16 15,6-1-20-15,-6-3-79 16,5 3-117-16,5 5-348 0</inkml:trace>
  <inkml:trace contextRef="#ctx0" brushRef="#br0" timeOffset="86813.51">2433 11576 18 0,'0'0'62'0,"0"0"-29"16,0 0 203-16,0 0-119 15,-32 0-55-15,26 0-16 16,4 0-25-16,0 0-12 15,2 0-9-15,0 0 0 16,0 0-7-16,6 2 7 16,17 3 22-16,12-4 34 15,16 4-1-15,13-4-4 16,17-1-4-16,28 0 0 16,31 0-13-16,26-7-6 15,-18-8 24-15,-30 5-9 16,-41-1-17-16,-31 7 0 15,1-2 2-15,-5-3 8 0,-2 3-12 16,-13 4-15-16,-13 2-9 16,-6 0-9-16,-5 0-27 15,-3 13-35-15,0 4-93 16,0-1-101-16</inkml:trace>
  <inkml:trace contextRef="#ctx0" brushRef="#br0" timeOffset="88214.6">2497 12553 218 0,'0'0'299'15,"0"0"-151"-15,0 0 7 0,0 0-25 16,0 0-13-16,0 0-12 15,0 0-10-15,87-63-16 16,-66 57-12-16,-4 0-34 16,5 3-12-16,3 0-5 15,2 2-6-15,-3 1 6 16,0 0-10-16,-1 0 3 16,-6 6-9-16,-1 7-7 15,-5 8 1-15,-5 1 6 16,-2 6 0-16,-4 6 1 15,0 2 0-15,-16 4 0 16,-7 3 9-16,-6-1-9 16,-2-5 8-16,2-2-9 0,3-7-2 15,1-6-15 1,5-9-7-16,3-1-2 0,0-6-3 16,5-3 7-16,2-1-2 15,1-2-1-15,1 0-11 16,3 0-18-16,0-5 9 15,5-2 18-15,0-4-9 16,0 2-11-16,3-1 0 16,12-1 34-16,6 3-3 15,2 2 0-15,4 0 16 16,2 2 0-16,0 4 0 16,-2 0 7-16,0 0 5 15,-4 0 2-15,-2 6 12 16,0 1 10-16,-1 1 9 15,-3-2 22-15,1-1 7 16,3 2-16-16,-4-4-16 16,3 1-10-16,-2-1-11 0,2-3-6 15,-5 0 2-15,1 0-4 16,-1 0-4-16,-3 0-9 16,-1 0 0-16,3-7-84 15,-5 6-118-15,-3-4-316 0</inkml:trace>
  <inkml:trace contextRef="#ctx0" brushRef="#br0" timeOffset="89463.02">3008 12472 411 0,'0'0'286'16,"0"0"-64"-16,0 0-6 15,0 0-112-15,0 0-39 0,0 0-37 16,0 0-5-16,31 5 26 16,-7 16 15-16,2 6-17 15,6 3-2 1,1 2 4-16,3 0 4 0,-2-2 2 16,-3-4-4-16,0-4-1 15,-2-4-18-15,-2-2-1 16,-5-2-5-16,0-3-4 15,-7-2-13-15,-1-1-8 16,-3-2 0-16,-5 0-1 16,2-2 0-16,-4-2-1 15,-2 0-13-15,-2 1-54 16,3-3-43-16,-3 1-46 0,0 4-55 16,0-1-94-1,0-2-197-15</inkml:trace>
  <inkml:trace contextRef="#ctx0" brushRef="#br0" timeOffset="89996.85">3368 12418 370 0,'0'0'185'0,"0"0"-71"0,0 0-74 16,0 0-30 0,0 0 42-16,0 0 39 0,0 0 12 15,-48 90 2-15,19-47-8 16,-7 5-27-16,-5 4-24 15,-1 0-17-15,2-2-20 16,5-6-8-16,6-8-1 16,6-8 0-16,7-7 0 15,8-9 11-15,3-4 43 16,3-7 37-16,2-1 13 16,0 0-14-16,0 0-25 15,0 0-25-15,0 0-40 16,0 0-9-16,2 0-159 15,11 5-174-15,1-1-299 0</inkml:trace>
  <inkml:trace contextRef="#ctx0" brushRef="#br0" timeOffset="93680.96">4547 10906 61 0,'0'0'246'0,"0"0"-137"16,0 0 5-16,0 0-25 15,0 0-8-15,0 0-5 16,0 0-12-16,0 0 8 15,0 0-10-15,0 0-7 16,-2 0-4-16,2-2-19 0,0-2 17 16,0 0-13-16,0-3-17 15,0-4-5-15,9-1 7 16,2-3 13-16,3 4-22 16,-2-1 0-16,2 0-1 15,1 0 2-15,2 2 0 16,2-4 3-16,4 2-7 15,-1-3-3-15,2 2-5 16,3-1 6-16,-3 1-6 16,3 1 0-16,0 1 0 15,2-1-1-15,4 2 0 16,3-1 0-16,4 0 0 0,5 1 0 16,-1-2 0-16,3 0-1 15,0 0-5-15,0-1 6 16,-3 4 0-16,-1-4 1 15,1 4-1-15,3-1 2 16,0 1-2-16,2 0 0 16,-1 2-5-16,0 4 5 15,-4-2 0-15,1 4-1 16,-5 1 1-16,-1 0-2 16,2 0 1-16,-3 0 1 15,2 0 0-15,0 0 0 16,0 0 0-16,2 0 1 0,-2 0-1 15,-1 0 0-15,-6 0 0 16,-6 0-1-16,-5 0 1 16,-4 0-1-16,-1 1 1 15,-1 4 0-15,2-2-1 16,-3 1 0-16,-2 2-6 16,1 2-2-16,-3 0 6 15,-1 2-7-15,-4 2 10 16,1-2 8-16,-1-2 6 15,-4 1-1-15,3-5 0 16,-2-1-3-16,-3-3-4 16,0 0-4-16,0 0 11 15,0 0-13-15,0 0-15 16,0 0-75-16,0 0-289 0</inkml:trace>
  <inkml:trace contextRef="#ctx0" brushRef="#br0" timeOffset="94548.05">6122 10587 567 0,'0'0'147'15,"0"0"0"-15,0 0-54 16,0 0-31-16,0 0-25 16,0 0-24-16,0 0-13 0,123 25 0 15,-106-13 0-15,-3 1 1 16,-1 0-1-16,-1-1 1 15,-3-5-1-15,-1 0 0 16,-4-3-7-16,1-2-1 16,-5 0-3-16,3-2 9 15,-3 0 2-15,0 0 1 16,0 0 12-16,0 0-13 16,0-4-11-16,0-7-12 15,0-2 16-15,0-1 6 16,0 0 0-16,0-2 1 15,0 0 2-15,0 3 11 0,-3-1 7 16,1 4 16-16,2 1-11 16,-3 2 18-16,1 1 22 15,2 2-4-15,0 2-9 16,0 2-15-16,-2 0-21 16,2 0-16-16,-2 0-10 15,0 0-19-15,-2 0-33 16,-5 2 20-16,-5 8 36 15,-1 3 5-15,-1 0 0 16,-1 1-12-16,-2-1 1 16,1-3-7-16,3-3-8 15,1 2-1-15,1-3-15 16,4-2 10-16,3-3 13 16,3 2 19-16,1-3 1 0,2 0 19 15,0 0 18-15,0 0 42 16,0 0-40-16,2-8-16 15,5 2 1-15,0 2-12 16,-3 1-10-16,0 1-2 16,1 2-17-16,-1 0-125 15,1 5-131-15,-3 6-259 0</inkml:trace>
  <inkml:trace contextRef="#ctx0" brushRef="#br0" timeOffset="98046.82">6276 11468 137 0,'0'0'137'16,"0"0"-49"-16,0 0-27 15,0 0-12-15,0 0-6 16,0 0 9-16,0 0 17 16,2-9 11-16,0 8-1 15,-2-1 1-15,0-1-2 16,3 1 0-16,-3 2-13 16,0 0-15-16,0 0 4 15,0-1-11-15,0 1 5 16,0 0-3-16,0 0-6 15,0 0-13-15,0 0-11 16,0 0-9-16,0 0-6 16,0 0-1-16,0 0-10 15,0 0 3-15,0 0 7 16,0 0 0-16,0 0-9 0,0 0 10 16,0 3 1-16,0 3 0 15,0 3 8-15,0-1-9 16,0 0 2-16,0 2 4 15,0-3 1-15,0 2-6 16,-7-1 6-16,3 0 0 16,-4 3 2-16,2-4-8 15,-1 3 8-15,-1-2-9 16,0 2 1-16,-2-2 6 16,1 1 1-16,-3-1-2 0,-1 1 4 15,0 1-2 1,-1 0-8-16,-1 1 2 15,1-2-1-15,4-1 0 0,-4 0 0 16,3 1 0 0,0-4 5-16,-3 2-6 0,3 0 1 15,-5-1 1-15,3 2 4 16,0-1-5-16,-3 0-1 16,1 0 0-16,-1-1 1 15,1 0-1-15,-3 0 0 16,-3 2 10-16,0-1-10 15,-2 2 0-15,1-1 0 16,-1 0 1-16,6 0-1 0,-1-2-1 16,0 0 1-1,0-2 0-15,0 1 1 0,1 2-1 16,-6-1 1-16,-2 0 0 16,-4-3 1-16,0 4-2 15,-4-1 1-15,-2-2 1 16,-3 0-2-16,2 2 0 15,1-2-9-15,-1 2-2 16,2-2-8-16,1 2 4 16,-1 0-6-16,3 0 0 15,0 0 7-15,0-2 4 16,0 2 9-16,0-1 0 16,-1-4 1-16,3 3 1 15,0-4-1-15,0 0 1 16,3 0 6-16,2 0-7 0,-3 0 0 15,0 0 7-15,-2-3-6 16,0-2 1-16,-4 2-2 16,-3-2 8-16,1 1-7 15,-3 0 11-15,-1 2-12 16,4 0 2-16,1 2 8 16,1-2-3-16,4 0 0 15,2 0-6-15,3 0 14 16,0-3 1-16,3 3 6 15,-1-2 1-15,2 1 2 16,2 0-5-16,0 1 6 16,5-1-5-16,-1 1-5 15,5-2 8-15,1 2 0 0,1 2 6 16,3-2-8 0,-1 2-11-16,3 0-9 0,-1 0 9 15,3-2-4-15,0 2 0 16,0 0 1-16,0 0-8 15,0 0 0-15,0 0-21 16,0 0-40-16,0 0-73 16,0 0-80-16,0 0-119 15,5 0-219-15</inkml:trace>
  <inkml:trace contextRef="#ctx0" brushRef="#br0" timeOffset="98379.79">4375 11753 67 0,'0'0'132'0,"0"0"-67"16,0 0-36-16,0 0-26 15,0 0-3-15,0 0 2 16,0 0-1-16,0 0-1 15,0 0-7-15,0 0-135 0</inkml:trace>
  <inkml:trace contextRef="#ctx0" brushRef="#br0" timeOffset="99679.63">4375 11753 114 0,'0'9'206'0,"0"-10"-32"15,0-2-14-15,0 3-58 16,0 0-25-16,0 0-41 16,0 0-12-16,0 0-6 15,0 0-18-15,0 0 9 16,0 7-3-16,-6 4 2 15,-3 2-7-15,0 1 0 16,2-1 0-16,-1 2 0 16,-2-1 0-16,1 0 0 15,1-4 1-15,3-3 0 16,1 0 4-16,-1-3-6 0,5-4 1 16,0 0 0-16,0 0 19 15,0 0 2-15,0 0 13 16,0-2-9-16,0-5-25 15,5 0-1-15,2-3 0 16,-1 2-6-16,-2 0 3 16,3 0 3-16,-2-1-1 15,-1 2-5-15,1-2-14 16,-1 4-7-16,0-1 5 16,1-2 3-1,-1 2 18-15,1 0 0 0,2 0 1 16,-3 2 0-16,0-2 7 0,-2 2-6 15,3-3 8 1,-3 4 0-16,0-1-8 0,0 0 8 16,-2 1 4-1,0 3 3-15,0 0-6 0,0 0-3 16,0 0 6-16,0-1 10 16,0 1 2-16,0 0 7 15,0-2 7-15,0 2-6 16,0 0 0-16,0 0-17 15,0 0-16-15,0 0-27 16,-11 0 13-16,-4 10 1 16,-1 1 12-16,-1 2 1 15,-1-1-2-15,0-1-15 16,5-2-24-16,0 0-11 16,1-2 6-16,3-4 1 0,5 1-8 15,0-4 28 1,4 0 25-16,0 0 5 0,0 0 15 15,0 0-19 1,0-10-1-16,0 1 1 0,0-4 19 16,0 3 0-16,6 2-10 15,-2 1 2-15,1 0 7 16,-1 3 4-16,-2 0 4 16,0 3 12-16,1 1-1 15,-3 0-9-15,0 0-9 16,0 0-9-16,0 0-11 15,0 0-12-15,3 0-18 16,-1 8 17-16,2 3 12 0,3 6 1 16,1-1 1-1,2 0-1-15,-1 0 0 0,-1 0 1 16,-1-4-1-16,2-2-2 16,-2-2-12-16,-1-2-14 15,-2-4 2-15,-1 2 3 16,-1-4 3-16,0 0 14 15,-2 0 6-15,0 0 22 16,0 0-9-16,0 0-3 16,0-2-10-16,0-4-7 15,0-3-2-15,-4 2 8 16,-5 0 0-16,3-4 1 16,-1-1 8-16,0-1 8 15,2 0 8-15,3-1 10 0,2 0 5 16,0 2-2-16,0-1-9 15,0 2-8-15,2 3 5 16,5 2-8-16,-2 0-4 16,-1 3-5-16,-1 3-8 15,-3 0-12-15,0 0-14 16,0 0-16-16,0 11 29 16,0 3 2-16,0-2 10 15,0-2-11-15,0-2 12 16,-3-4-1-16,1-2 1 15,2-2 0-15,0 0 19 16,0 0 10-16,0 0 3 16,0 0-15-16,-2 0-17 0,2 0-77 15,0 0-79 1,7 0-142-16,8 0-318 0</inkml:trace>
  <inkml:trace contextRef="#ctx0" brushRef="#br0" timeOffset="103896.33">3660 12649 266 0,'0'0'164'0,"0"0"-25"16,0 0-43-16,0 0-16 15,0 0-24-15,0 0 5 16,-2 0 1-16,0 0-9 16,2 0-11-16,0 0-7 15,0 0-3-15,0 0-5 16,0 0 1-16,0 0-5 16,9 0-2-16,13 0 45 15,9 0 15-15,7 0-9 0,2 0-12 16,3-4 4-16,-1 0 0 15,-2-2 13-15,-5-1-4 16,-1 4-13-16,-8-1-9 16,-7 2-16-16,-7 2-19 15,-2 0-10-15,-6 0-6 16,-4 0-1-16,0 0 0 16,0 0-6-16,0 0 5 15,0 0-5-15,0 0-11 16,0 0-28-16,0 0-23 15,0 0-52-15,0 0-45 16,0 0-62-16,0 0-139 16,7 2-461-16</inkml:trace>
  <inkml:trace contextRef="#ctx0" brushRef="#br0" timeOffset="104966.75">4190 12497 240 0,'0'0'196'0,"0"0"-24"16,0 0-38-16,0 0-6 15,0 0 4-15,0 0-2 16,0 0-33-16,9-31-20 15,7 26-11-15,5-3-21 16,4 1-10-16,4 4-1 16,3-1-11-16,-3 4 0 15,0 0-4-15,-2 0-18 16,-5 0-1-16,-3 0 0 16,-2 0-1-16,-4 5-1 0,-4 4 1 15,0 0-8-15,-5 1 2 16,-4 4-2-16,0 1 1 15,0 0 0 1,-2 2 7-16,-13-2 1 0,-3 2-1 16,-5-4-25-16,4 0-8 15,-4-1-3-15,5-4 6 16,1-3 5-16,3 0 3 16,3-1 1-16,7-4 15 15,1 0 7-15,3 0 9 16,0 0 10-16,0 0 4 15,0 0-1-15,0 0-15 16,5-9-6-16,5 4 0 16,7-3 6-16,-2 2-1 15,3 0 3-15,1 2-9 16,2 0 6-16,-3-1-4 0,-1 5 15 16,1-1-7-16,-2 1 2 15,0 0-4-15,-3 0-6 16,0 0-1-16,-2 0-1 15,0 7 0-15,-3 2-1 16,0 1 1-16,-4 2-2 16,1 1 0-16,-3 2 1 15,-2 1 0-15,0-3 0 16,0 4 1-16,0-1-1 16,0 0 1-16,-11 0 2 15,-5 0-1-15,1 0 11 0,-3 0-2 16,0-2-10-1,5-2 2-15,0-2 5 0,2-6 0 16,1 0 14-16,2-4 28 16,-1 0-4-16,-3 0-1 15,-3 0-27-15,1 0-7 16,-1 0-10-16,-1-1-26 16,1-6-56-16,-3 1-93 15,5 2-134-15,1 1-189 0</inkml:trace>
  <inkml:trace contextRef="#ctx0" brushRef="#br0" timeOffset="105513.39">4643 12501 537 0,'0'0'145'0,"0"0"58"15,0 0 0-15,0 0-47 16,0 0-47-16,0 0-22 15,0 0-29-15,142 52-29 16,-109-30-19-16,2 2-4 16,-4-2-5-16,-2 0 0 15,-5-4 0-15,0 0-1 16,-1-4-6-16,-4 1-26 16,4-7-24-16,-5-2-15 0,-1 1-24 15,-3-3 14-15,-3-2-1 16,-2 0-1-16,-2 0-25 15,-3-2-48-15,1 0-50 16,-5 0-282-16</inkml:trace>
  <inkml:trace contextRef="#ctx0" brushRef="#br0" timeOffset="105929.45">4839 12421 354 0,'0'0'125'15,"0"0"-35"-15,0 0 65 16,0 0-19-16,0 0-35 16,0 0-30-16,-67 136-20 15,49-94-11-15,3 0-12 16,-4 2-15-16,4-4 1 16,-1-4-13-16,6-6 0 15,1-7-1-15,1-8 1 0,6-3-1 16,0-6 13-16,2-3 17 15,0-1 6-15,0-2-5 16,0 0 8-16,0 0-3 16,0 0-7-16,0 0-29 15,0 0-45-15,0 0-171 16,7 0-162-16</inkml:trace>
  <inkml:trace contextRef="#ctx0" brushRef="#br0" timeOffset="107613.59">5206 12555 348 0,'0'0'168'15,"0"0"-21"-15,0 0 12 16,0 0-13-16,0 0-32 16,129 0-19-16,-93 0-5 15,-3 0-45-15,-4 0-28 16,-4 0-9-16,-2 0-7 16,-5 0-1-16,-1 0-31 15,-1 0-47-15,4 0-54 0,-4 0-122 16,-6 0-121-16</inkml:trace>
  <inkml:trace contextRef="#ctx0" brushRef="#br0" timeOffset="107979.38">5468 12703 816 0,'0'0'527'0,"0"0"-445"16,0 0-49-16,0 0 0 15,117 0-8-15,-97-4-15 16,-5 0-9-16,-3 0 0 16,-5 4-1-16,-3 0-68 0,-2 0-87 15,0 0-129-15,0 0-277 16</inkml:trace>
  <inkml:trace contextRef="#ctx0" brushRef="#br0" timeOffset="110047.07">5618 12739 163 0,'0'0'646'16,"0"0"-556"-16,0 0-66 15,0 0-8-15,0 0-14 16,0 0-2-16,0 0-12 16,99-8-45-16,-99 8-57 15,0 0-72-15,0 0-69 0</inkml:trace>
  <inkml:trace contextRef="#ctx0" brushRef="#br0" timeOffset="110912.79">5302 12737 127 0,'0'0'241'15,"0"0"-120"-15,0 0-43 16,0 0-29-16,0 0 10 16,0 0-1-16,0 0 13 0,-2-4-6 15,2 4-20-15,0 0-14 16,0 0-2-16,0-2 2 15,0 2 6-15,0-2 8 16,0 0 17-16,16 0 21 16,8-1-18-16,7 2-29 15,2-1-17-15,2-1-18 16,-2 2 1-16,-2 0 0 16,2-2-1-16,1 1 5 15,3-2-6-15,-1 2 0 16,-1 0-7-16,-3 0-6 15,-8 0-14-15,-5 2-11 16,-9 0 5-16,-3 0 18 0,-2 0 14 16,-3 0-1-1,-2 0-5-15,2 0-17 0,-2 0-17 16,0 0 2-16,0 0 3 16,0 0-8-16,0 0-6 15,-11 0-1-15,-4 0 1 16,-6 0 11-16,-1 0 14 15,0 0-5-15,-3 0 11 16,-2 0 3-16,1 0 0 16,-3 2 9-16,-3 2 6 15,3 2-6-15,-2 0-16 16,2 0-38-16,4 0 8 16,6-2 15-16,3-2 21 15,5 0 9-15,5-2 8 16,4 0 1-16,-1 0 10 0,3 0 7 15,0 0-18-15,5 0-25 16,10 0 9-16,5-2 16 16,11 2-22-16,-2 0-54 15,-4 0-194-15</inkml:trace>
  <inkml:trace contextRef="#ctx0" brushRef="#br0" timeOffset="111929.39">6046 12548 68 0,'0'0'221'0,"0"0"-93"15,0 0-27-15,0 0-27 16,0 0-22-16,0 0-8 16,0 0-6-16,-44 13-6 15,42-13-14-15,0 0-5 16,2 0 3-16,0 0 3 15,0 0 7-15,0 0-3 16,10 0 16-16,15 0 20 16,9 0-28-16,10 0-14 15,5 0-2-15,3 0 18 16,-4 0 26-16,-3 0 22 16,-11 0-27-16,-8 0-6 0,-8 0-2 15,-7 0 18-15,-6 0-9 16,-3 0-22-16,-2 0-14 15,0 0-17-15,0 0-1 16,0 0-1-16,0 0-17 16,0 0-57-16,0 1-98 15,0 8-126-15,-4-2-42 0</inkml:trace>
  <inkml:trace contextRef="#ctx0" brushRef="#br0" timeOffset="112936.43">6550 12378 290 0,'0'0'160'0,"0"0"-40"15,0 0-26-15,0 0-21 0,0 0 13 16,140-32 22 0,-107 30-8-16,-4 2-38 0,-2 0-33 15,-4 0-23-15,-6 2-5 16,-3 6 1-16,-5-2-1 16,-1 2-1-16,-4 1-1 15,-2-3 1-15,-2 1 0 16,0 1 0-16,0 2 7 15,-12 3 15-15,-5 0-5 16,-6 1-5-16,-4 0-11 16,0 2 9-16,3-1-10 15,0-5-30-15,6-1 0 16,5-2-2-16,3-4-26 0,6-3 7 16,2 0 46-1,2 0 5-15,0 0 36 0,0 0 14 16,10-1-34-16,9-8-14 15,-1 0-1-15,3 3 14 16,2-2-2-16,0 3 7 16,-2 4-6-16,2 1-2 15,-1 0-6-15,-1 0-5 16,-2 0 9-16,-3 0-1 16,-1 0-9-16,-3 6-2 15,-3 2 2-15,1-1 2 16,0 4-1-16,-1-1 0 15,-3 4-1-15,3 0 0 16,-5 2 1-16,-1-1-1 16,-3 2 0-16,0 1 1 0,0 2 0 15,-5-1 0-15,-10-2 8 16,-1 1-3-16,-4 0-6 16,0-2 9-16,0-2-3 15,0-3 10-15,2-5 11 16,1 0 14-16,-2-5 7 15,-1-1 7-15,3 0 9 16,-6 0-25-16,3-4-20 16,-2-8-18-16,2 0-1 15,3 2-74-15,-8-2-83 16,7 5-141-16,3-2-385 0</inkml:trace>
  <inkml:trace contextRef="#ctx0" brushRef="#br0" timeOffset="117512.65">7319 12528 230 0,'0'0'223'15,"0"0"-77"-15,0 0-57 16,0 0-38-16,0 0-9 16,0 0 24-16,-43-9 8 0,32 9 2 15,3-3-26 1,-4 3-11-16,5 0-19 0,1 0-7 15,0 0-12-15,0 0 1 16,2 0-1-16,0 0 0 16,-1 0 6-16,3 0-6 15,2 0 11-15,0 0-3 16,0 0 7-16,0 0-6 16,0 0-2-16,0 0-8 15,0 0 0-15,18 0 0 16,10 0 16-16,11 0 6 15,5 0-10-15,8 0 4 16,1 0 2-16,0 0 23 16,-3 0 0-16,-8 0-8 15,-7 0 2-15,-10 0 10 0,-9 0 4 16,-7 0-8-16,-5 0-8 16,-4 0-14-16,0 0-12 15,0 0-7-15,0 0-15 16,0 0-40-16,0 0-70 15,0 0-87-15,0 0-120 16,0 0-320-16</inkml:trace>
  <inkml:trace contextRef="#ctx0" brushRef="#br0" timeOffset="118496">7920 12312 100 0,'0'0'320'16,"0"0"-180"-16,0 0 17 16,0 0-7-16,0 0-56 15,0 0-24-15,0 0-17 16,127-32-8-16,-107 32-12 16,-1 0 2-16,-4 0 1 15,-2 3-13-15,1 3-2 16,-4 1-7-16,2 5-4 15,-5 0-10-15,-3 7 8 16,-4 2-6-16,0 6 10 0,-4 4 5 16,-17 5-5-1,-6 0-4-15,-2 2 1 0,0 0-3 16,-2-3-6-16,0-3 2 16,2-4 5-16,5-4-7 15,2-4 0-15,6-6-32 16,3-4-6-16,6-4-7 15,3-4 14-15,4-2 31 16,0 0 11-16,0 0 25 16,0-8-33-16,11-6-3 15,5 0-1-15,3 0 0 16,4 2 0-16,1 2 0 16,3 4-2-16,1 2-4 15,1 2 6-15,0 2 0 16,0 0-6-16,-2 0 7 0,0 2 1 15,0 7 9 1,-2-4-1-16,-1-2 4 0,-4 2 4 16,0-5 11-16,0 0 23 15,0 0-6-15,0 0-2 16,-2-8-11-16,0-2-16 16,-5-4-7-16,-4 2-2 15,-4 1-7-15,-5 3-54 16,-2 5-76-16,-17 3-124 15,2 0-136-15</inkml:trace>
  <inkml:trace contextRef="#ctx0" brushRef="#br0" timeOffset="180912">3802 13786 58 0,'0'0'19'16,"0"0"626"-16,0 0-466 0,0 0-27 15,-10 3-29-15,10-3-61 16,0 0 3-16,0 0-13 16,0 0-28-16,0 0 2 15,0 0 17-15,0 0 7 16,0 0 5-16,0 0 12 16,0 0 1-16,0-3-1 15,4-5-20-15,5-2-32 16,4-2-9-16,-2 0-5 15,1-2 6-15,-1-2-6 16,-3 1-1-16,2 3 1 16,-6 1 0-16,3-1 1 0,-5 1 7 15,2 2-9-15,1-2 0 16,-3 0 0-16,1 0 1 16,-1 2 0-16,0 0 8 15,-2 3 3-15,2 1-1 16,-2 2-2-16,0 1 3 15,0 2-3-15,0 0-8 16,0 0 7-16,0 0-3 16,0 0-5-16,0 0 0 15,0 0-13-15,0 0-4 16,0 2-3-16,0 12 13 16,0 7 5-16,0 5 2 15,0 3 0-15,0 5 1 0,0 3 6 16,-2 6 0-16,0-2-1 15,0 1-4-15,-1 0 5 16,3-4-6-16,0-4 0 16,0-6-1-16,0-8 1 15,0-4-1-15,0-5 0 16,0-5-1-16,0-5 2 16,0-1 0-16,0 0 19 15,0 0 24-15,0 0 8 16,0 0-9-16,0 0-15 15,0 0-3-15,0 0-25 16,0 0-72-16,5 0-156 16,4-1-277-16,-1 1-338 0</inkml:trace>
  <inkml:trace contextRef="#ctx0" brushRef="#br0" timeOffset="181562.34">4008 13712 182 0,'0'0'329'0,"0"0"-147"15,0 0 1-15,0 0-31 16,0 0-42-16,0 0-32 16,127 50 10-16,-94-23 8 15,6 0-44-15,-2-2 2 16,1 4-15-16,-1-5-10 16,-3 0-13-16,-1-3-10 15,-4-3-5-15,-4-4 12 16,-5-5 6-16,-7-3 12 15,-1-3-2-15,-3-2-6 16,-5-1 2-16,0 0-12 0,-2 0 5 16,1 0-18-16,-3 0-77 15,0-1-120-15,0-8-191 16,-11 3-267-16</inkml:trace>
  <inkml:trace contextRef="#ctx0" brushRef="#br0" timeOffset="182062.66">4251 13637 342 0,'0'0'342'15,"0"0"-82"-15,0 0-36 16,0 0-59-16,0 0-66 16,0 0-41-16,0 0-30 15,-5-10-4-15,3 10-24 16,0 0 0-16,-4 13-3 15,-4 6 3-15,-3 9 35 16,-3 11-13-16,-1 1-9 0,-4 0-3 16,1 4-2-16,0-3-7 15,2 1 6-15,3-9-7 16,-1-2 0-16,5-7 1 16,3-8 0-16,0-5 5 15,4-4 1-15,2-1 13 16,2-5-1-16,0-1-1 15,0 0-4-15,0 0 11 16,0 0 7-16,0 0-10 16,0 0-7-16,0 0-15 15,0 0-89-15,0 0-75 16,0 0-131-16,0 0-371 0</inkml:trace>
  <inkml:trace contextRef="#ctx0" brushRef="#br0" timeOffset="192244.26">3399 13889 140 0,'0'0'147'0,"0"0"-63"15,0 0 13-15,0 0-50 16,0 0-31-16,0 0 3 15,-62 0 11-15,49 0 31 16,2 0-8-16,-1 0 18 16,2 0 0-16,3 0-22 15,-3 0-33-15,6 0-15 16,0 0-1-16,-1 0 0 16,1 0-1-16,0 0-6 0,-1 0 7 15,0 0 0-15,3 0 0 16,-2 0 0-16,2 0 2 15,-1 0-1-15,3 0 12 16,0 0 0-16,0 0 13 16,0 0 10-16,0 0-4 15,0 0 4-15,3 0-9 16,13-3 18-16,5 1-14 16,6 1-7-16,2-2-5 15,7 1 0-15,-3 2-6 0,2-1-3 16,2-2-1-1,-6 3-8-15,-2 0 0 0,-3 0 2 16,-3 0 2-16,-5 0-4 16,-5 0-2-1,-5 0-4-15,0 0-12 0,-6 0-11 16,0 0-4-16,0 0 0 16,0 0-5-16,1 0-5 15,-1 0-23-15,0 0-42 16,-2 0-58-16,0 0-93 0</inkml:trace>
  <inkml:trace contextRef="#ctx0" brushRef="#br0" timeOffset="208128.5">2283 6559 155 0,'0'0'168'0,"0"0"-117"16,0 0 5-16,0 0 26 16,0 0 11-16,29-44 28 15,-27 36-26-15,0-2 9 0,1 2-34 16,-1-2-10-1,0-2-25-15,3-1 0 0,0 1-9 16,-3 1 8-16,2 1 26 16,-2-1-20-16,0 5 5 15,-2 0-17-15,2 2-5 16,-2 1-1-16,0 1 0 16,0-1 4-16,0 3-7 15,0 0 2-15,0 0-3 16,0 0-9-16,0 0-9 15,0 0-1-15,0 0-16 16,0 0-7-16,0 8 8 16,0 7 16-16,0 7 5 15,-2 4-3-15,-4 6 14 16,4 2-9-16,-3 4-1 0,5 2 0 16,0 2-6-16,0 0 1 15,0 1 8-15,0-5-9 16,0-1 0-16,0-4 0 15,3-6 1-15,3-4-1 16,-2-5 0-16,1-6 9 16,-3-5-8-16,0 0 9 15,0-5 3-15,1 0 19 16,-3-2 9-16,0 0 3 16,0 0-2-16,0 0-20 15,0 0-3-15,0 0-19 0,0 0-22 16,0 4-143-16,2 4-166 15,1 0-370-15</inkml:trace>
  <inkml:trace contextRef="#ctx0" brushRef="#br0" timeOffset="210644.71">2285 6485 10 0,'0'0'270'0,"0"0"-172"16,0 0 5-16,0 0-31 15,0 0 14-15,0 0-11 16,0 0-28-16,-2-10-20 16,2 10-14-16,-2 0-13 0,2 0-8 15,-2 0 1 1,-3 0 7-16,3 2 10 0,-2 6-3 16,-3-1 5-16,2 2-6 15,-1 3 5-15,-3 0-9 16,0-1 6-16,0 4-8 15,-2-1 1-15,-1 0-2 16,4-4 2-16,-1 0-2 16,3-2 1-16,-2-2 0 15,4 0-1-15,0-2 0 16,1 1-1-16,1-4-4 16,2 1 6-16,0-2 0 15,0 0 6-15,0 0 1 0,0 0 6 16,0 0-4-16,0 0-9 15,0 0-62 1,0 0-136-16,0 0-402 0</inkml:trace>
  <inkml:trace contextRef="#ctx0" brushRef="#br0" timeOffset="-213549.68">4801 13694 153 0,'0'0'149'0,"0"0"-53"15,0 0-13-15,0 0-43 16,0 0-5-16,0 0 24 0,-14 0 4 15,6 0-19-15,-1 0-21 16,0 0-15-16,-5 0-6 16,1 0-1-16,-3 3-1 15,1 2-19-15,1 1-44 16,1-5-5-16,2 4 6 16,2-3 10-16,2 0 32 15,5-2 17-15,0 2 3 16,2-2 9-16,0 0 10 15,0 0 8-15,0 0 22 16,0 0 41-16,2 0-19 16,13 0-1-16,8-2-6 15,6-2 10-15,7-1 17 16,-1 1-12-16,4 1-30 0,-2 0-15 16,1 1 2-16,-3 1-1 15,-1-1-14-15,-3-2-11 16,-2 1-10-16,-6 2 1 15,-1-1 1-15,-7 0-1 16,-1 2 0-16,-7-2 0 16,-3 2-1-16,-4 0 0 15,0 0-6-15,0 0-46 16,0 0-59-16,-2 0-131 16,-9 0-134-16</inkml:trace>
  <inkml:trace contextRef="#ctx0" brushRef="#br0" timeOffset="-213086.02">4747 13856 121 0,'0'0'90'0,"0"0"-12"0,0 0 4 15,0 0-10-15,0 0 3 16,0 0 20-16,0 0 29 15,25 0-5-15,-5 0-35 16,6 0-1-16,9-6-22 16,2 0 6-16,5 1-12 15,3-4-6-15,0 3 2 16,-6 0-24-16,-2 2-17 16,-11-2-9-16,-6 4-1 15,-4 2 1-15,-3-4-1 16,-4 2-7-16,0 2-12 15,0 0-16-15,-3 0-36 0,-1 0-20 16,1 0-58-16,0 0-69 16,-4 0-83-16</inkml:trace>
  <inkml:trace contextRef="#ctx0" brushRef="#br0" timeOffset="-207668.67">7294 12544 74 0,'0'0'68'0,"0"0"18"16,0 0-17-16,0 0-7 15,0 0 0-15,0 0 3 16,-2-1 2-16,2-1 2 16,0 0-16-16,0 0 5 15,0-1 10-15,0 0 1 16,0 0-2-16,11-3-37 16,7 3-30-16,-1-1-6 15,6 0-24-15,-3 1-13 0,4 3 24 16,1 0-16-1,4 0 9-15,2 0 16 0,0 0-6 16,0 0 3-16,-2 0-17 16,-4 0-18-16,-7 7-30 15,-3-3-1-15,-6-1 0 16,-5 2 11-16,0-4-20 16,-4-1-77-16</inkml:trace>
  <inkml:trace contextRef="#ctx0" brushRef="#br0" timeOffset="-207302.5">7367 12507 327 0,'0'0'64'16,"0"0"-27"-16,0 0 9 15,0 0-4-15,0 0 1 16,139 1-9-16,-108 3-1 15,-2-1-16-15,-5-2-8 16,-4 2-9-16,-3-1 0 16,-7-1-8-16,-3 2-57 15,-3-3-31-15,-4 0-55 16,0 0-84-16</inkml:trace>
  <inkml:trace contextRef="#ctx0" brushRef="#br0" timeOffset="-200068.6">6048 13615 263 0,'0'0'158'16,"0"0"-38"-16,0 0-22 0,0 0-30 16,0 0 0-16,0 0-29 15,-10 0 52-15,16 3 62 16,17-2-1-16,6-1-24 16,8 0-21-16,10 3-29 15,4-3-34-15,3 0-16 16,0 0-17-16,-6 0-9 15,-5 0-1-15,-8 0 1 16,-8 0-2-16,-9 0-8 16,-9 0-50-16,-7 0-38 15,-2 0-111-15,-2 1-153 16,-14 5-131-16</inkml:trace>
  <inkml:trace contextRef="#ctx0" brushRef="#br0" timeOffset="-199352.35">6108 13641 114 0,'0'0'238'0,"0"0"-107"15,0 0-27 1,0 0-37-16,0 0-12 0,0 0 11 16,0 0 28-16,-21 9-15 15,13 3-37-15,4 3-3 16,0 2-20-16,0 1-9 15,1-4-1-15,1 0-8 16,2-5 5-16,0 0-5 16,0-5 7-16,0 0-7 15,0-4 0-15,0 0-1 16,0 0 9-16,0 0 4 16,7 0 20-16,7 0-8 15,5-6-15-15,1-2 0 16,0 0-9-16,0 0 18 15,1-1 17-15,-2 4 12 0,1-1-1 16,1 2-8-16,0 1-17 16,2 2-15-16,0 1-6 15,-1 0-1-15,-3 0 0 16,0 0-1-16,-4 10-6 16,1-1 1-16,-5 5-4 15,0 3 9-15,-2 1-5 16,-2 2 5-16,-3 4 0 15,-2 2 0-15,-2 2-9 16,0 2 0-16,0-4-1 16,-6 2 9-16,-10-2-6 15,-2-6 7-15,-4-2 1 16,0-3 31-16,0-8 41 0,-3 0 14 16,2-6 4-16,0-1-18 15,0 0-17-15,-2 0-20 16,3-1-16-16,0-11-19 15,0 0 0-15,3-3-74 16,6 1-65 0,7 2-74-16,4 3-191 0</inkml:trace>
  <inkml:trace contextRef="#ctx0" brushRef="#br0" timeOffset="-194452.36">5474 13770 3 0,'0'0'235'16,"0"0"-92"-16,0 0-35 15,0 0-11-15,0 0 0 16,0 0 14-16,0 0 17 16,-10-10-6-16,10 10-20 15,0 0-18-15,0 0-14 16,0 0-30-16,6 0-19 0,11 0-10 15,8 0 10-15,6 0 5 16,4 0 1-16,7 0 13 16,1-2-4-16,1 0-14 15,-1-2-9-15,-7 1 1 16,-5 3 2-16,-6-2 6 16,-6 1 6-16,-3-1 11 15,-3 2-1-15,-6-3-19 16,-2 3-11-16,-1 0-8 15,-4 0-7-15,0 0-14 16,2 0-62-16,-2 0-62 16,0 6-61-16,0 7-90 0,-2-1-277 15</inkml:trace>
  <inkml:trace contextRef="#ctx0" brushRef="#br0" timeOffset="-184197.45">3068 14021 32 0,'0'0'94'15,"0"0"-81"-15,0 0 115 16,0 0 18-16,0 0-60 15,0 0 44-15,2-14-17 0,-2 11-12 16,0 3-23-16,0 0-25 16,0 0-8-16,0 0-10 15,0 0-15-15,0 0 0 16,0 0-5-16,0 0-1 16,0 0 3-16,0 0-17 15,0 0-1-15,0 4 1 16,0 9 9-16,0 3 4 15,0 2 1-15,0 1 1 16,0 8-4-16,2-4-5 16,0 6 3-16,-2 1-8 15,0 1 1-15,0-6 11 16,0 0-12-16,0-6 7 16,0-3-7-16,0-4 0 0,0-4-1 15,0-4 1-15,0-2 0 16,0-2 9-16,0 0 1 15,3 0-10-15,1 0 8 16,0 0-9-16,5 0 1 16,3-4 6-16,3-6-5 15,5 2 5-15,3-2-6 16,3 0 0-16,4 2 1 16,1-1-2-16,2 2-3 15,3 1 3-15,-3 2-6 16,0 0 6-16,-2 2-1 0,1 0 0 15,-3 0 0-15,2 2 1 16,-2-4 0-16,2 2 0 16,-2 2 0-1,2-2 1-15,-2 0-2 0,5 0 2 16,-3 0-1-16,4-1 0 16,-1 0-1-16,1 0 0 15,1 3 0-15,-2-2 1 16,-1 2 0-16,-7 0-2 15,1 0-17-15,-2 0 6 16,-3 0 6-16,1 0-5 16,0 0 11-16,2 0-6 15,2 0 1-15,4 0-1 16,0 0 6-16,1 0 0 16,1-5 0-16,-4-3 0 0,-2 2 0 15,-5-2 1-15,-4 2 0 16,-2 2 0-16,-3-7 1 15,-2 4 5-15,0 1-6 16,-2-4 9-16,0 2-8 16,0 0-1-16,0 0 0 15,-5-4 1-15,0 2 0 16,2 0 0-16,-4 0 9 16,-2-2 15-16,0-1 20 15,0 4 14-15,0-6 8 16,0 8-13-16,0-2-21 15,0 4-4-15,-2 0-4 0,-2 1-15 16,0 4-10 0,0 0-1-16,0 0-24 0,-7 0-69 15,-1 6-142-15,-1 5-152 0</inkml:trace>
  <inkml:trace contextRef="#ctx0" brushRef="#br0" timeOffset="-161152.33">3716 15490 500 0,'0'0'189'0,"0"0"54"15,0 0-57-15,0 0-38 16,-12-17-33-16,12 17-37 16,0 0-37-16,0 0-30 15,0 0-11-15,0 0-18 16,3 0 5-16,13 10 13 16,8 7 57-16,8 7-24 0,-1 9-12 15,2-3-8-15,-2 6-7 16,0 2-5-16,-4 0-1 15,-3-6 2-15,-1-7-2 16,-3-2 2-16,-5-4 5 16,-1-6-7-16,-3-5 1 15,-5-2 0-15,-4-2-1 16,2-4 0-16,-2 0-2 16,-2 0-17-16,2 0-40 15,2 0-66-15,1 0-103 16,-1 0-321-16</inkml:trace>
  <inkml:trace contextRef="#ctx0" brushRef="#br0" timeOffset="-160718.71">3961 15473 189 0,'0'0'289'0,"0"0"-84"16,0 0 34-16,0 0-68 0,0 0-48 15,0 0-22-15,0 0-30 16,-26-15-29-16,19 15-31 15,-3 10-9-15,-3 16 32 16,-3 10-1-16,1 13-1 16,-1-1-14-16,1 4-10 15,-1 0-7-15,3-8 0 16,-3-8 1-16,5-5-2 16,0-8 2-16,4-5 12 15,1-5 10-15,1-4 5 16,3-5-2-16,2-4-6 15,0 0-2-15,0 0-2 0,0 0-17 16,0 0-86-16,0 0-137 16,13-10-446-16</inkml:trace>
  <inkml:trace contextRef="#ctx0" brushRef="#br0" timeOffset="-157418.77">3979 14044 3 0,'0'0'1'0,"0"0"21"16,0 0 5-16,0 0 65 16,0 0 5-16,0 0 1 0,0 0 0 15,-7 11-11-15,5-11-5 16,0 0-13-1,0 0-1-15,2 0 6 0,-2 0-5 16,2 0-8-16,0 0-15 16,0 0-14-16,0 0-21 15,0 0-11-15,0 0-10 16,0 0-16-16,0 0-11 16,0 0-4-16,0 0 14 15,0 0 15-15,0 2 11 16,6 2 1-16,3-4-2 15,-3 0 2-15,2 0 1 16,-4 0 10-16,-2 0 10 0,-2-4 13 16,0-1 7-16,0 1 2 15,0 3-20-15,0 1-23 16,-2 0-29-16,-12 0-63 16,1 1-105-16,2 12-116 0</inkml:trace>
  <inkml:trace contextRef="#ctx0" brushRef="#br0" timeOffset="-155152.55">3652 14122 284 0,'0'0'119'0,"0"0"-82"15,0 0-17-15,0 0 11 16,0 0 12-16,0 0 18 15,0 0 1-15,-12-1-3 16,10 1-20-16,2 0-6 0,0 0-11 16,0 0-12-1,0 0-2-15,0 0-6 0,-2 0 4 16,2 0-5-16,0 0 7 16,0 0 2-16,0 0 29 15,0 3 3-15,0 4-11 16,0-1-1-16,0 0-3 15,2 2 12-15,4 2-1 16,2-2-8-16,0 1-8 16,1 2-2-16,0-1-12 15,0 0 0-15,0 2 0 16,-3-2 0-16,4 0-2 16,-1-2 6-16,-1 2 4 0,1-3-2 15,0 6 12-15,0-5-4 16,0 2-6-16,2-2-6 15,-2 2-1-15,2 2 4 16,3-2 1-16,-1 2 5 16,1-2 0-16,-1-1 3 15,-3 0-12-15,4 0 3 16,-3-4-12-16,3 3 8 16,-1 1-2-16,3-2-1 15,-1 1 1-15,1 1 4 16,-1-1-4-16,1-1-6 15,-3 1 5-15,2-1-5 0,-1 3 0 16,1-6-1 0,-1 4 7-16,1-2-6 15,2 1 0-15,-2-1 0 0,3 3-1 16,-3-3 1-16,1 0 7 16,-1-2-2-16,3 2-6 15,1-1 2-15,-2-3-1 16,1 3 9-16,2 1-8 15,0-2-2-15,-2 2 1 16,2 2 0-16,0-4-1 16,0 2 2-16,2-2-1 15,1 3 0-15,-1-2 1 16,1 1-2-16,0 2 1 16,2-4-1-16,0 0 0 15,2 2 1-15,-3-3 5 0,2-1 3 16,1 2-8-16,0-4 0 15,0 0 1-15,0 0 4 16,2 0 0-16,0 0-6 16,-2 1 0-16,-1 1 0 15,3-2 0-15,0 0 1 16,0 0 6-16,2 0-5 16,2 0-1-16,4 0-1 15,-4-3 2-15,2-3-1 16,-1-1-1-16,-1 1 0 15,0 2 3-15,1-4-3 16,-1 2 1-16,0-4 1 16,1 0-1-16,4-2 5 15,0-5-5-15,0 4 1 16,-1-3 22-16,0 0 4 0,-2 0 3 16,-4 2-4-16,-1-3-2 15,-7 5-7-15,2 1-8 16,-5 1-9-16,-2 2 5 15,0-3-6-15,-5 5 1 16,-4 5-1-16,-2-5 0 16,-3 3-1-16,-4 3 1 15,2 0-1-15,-2 0-26 16,0 0-48-16,0 0-48 16,0 0-71-16,0 0-73 15,0 0-231-15,-4 0-94 0</inkml:trace>
  <inkml:trace contextRef="#ctx0" brushRef="#br0" timeOffset="-153883.32">5514 14315 166 0,'0'0'156'0,"0"0"-68"16,0 0-33-16,0 0-28 16,0 0 3-16,0 0-11 15,0 0 39-15,-2 0 39 16,6 0-24-16,5 4-27 0,2 2 6 15,2 1-17-15,6 0-6 16,0 1-12-16,1 0 1 16,1-4-5-16,0 2-12 15,-2-2 12-15,-1 0-11 16,-5 0 0-16,-2-4-1 16,0 2 0-16,-2 1-1 15,-3-2 0-15,-1 2 0 16,0-3 0-16,-1 0-9 15,-1 0 2-15,-1 0 5 16,-2 0 0-16,0 0 1 16,0 0-5-16,0 0-1 15,0 0-3-15,0 1-11 0,0 2-6 16,0-2-21 0,0 4 11-16,0 2 29 0,-2 4 8 15,-5-2 1-15,0 4 1 16,-2-2-2-16,0 6 0 15,0-1 0-15,-2 0 1 16,0 0 1-16,2-4-1 16,2 0 0-16,3-7-1 15,0 0 7-15,4-4-6 16,0-1 19-16,0 0 16 16,-3 0 9-16,3 0-2 15,0 0-18-15,-2 0-25 16,-2-7-13-16,2-3-11 15,-6-2-22-15,4-3-6 0,-3 1 13 16,-1-3 8-16,-2 0 7 16,2-1 19-16,-1 0 5 15,-3 1 6-15,4 2 14 16,1 1 17-16,1 0 4 16,1 4-8-16,0 2 6 15,3 4 3-15,2 0-10 16,-2 3-6-16,2 1-22 15,0 0-4-15,0 0-19 16,0 0-10-16,0 0-18 16,0 5 28-16,2 7 12 15,12 3 7-15,-1 0-1 16,3 2-1-16,-3-5-16 0,1 2-17 16,-4-4 10-16,1-2 11 15,-1-2 13-15,-1-3-2 16,-3 1 2-16,0-2-6 15,0-2-2-15,-4 0 9 16,0 0 25-16,0 0-4 16,0-8-12-16,-2-2 7 15,0 3-7-15,0-1 9 16,0 1 14-16,0 6-2 16,0 1-30-16,0 0-26 15,-4 0-39-15,0 0 17 16,1 0 25-16,0 4-39 15,3 1-13-15,0 4-3 0,0-4 29 16,0 4 13 0,0-2-23-16,6-2 0 0,2 1 31 15,1-4 28-15,-3-2 14 16,4 0 12-16,-1 0 13 16,-3 0-10-16,1 0-19 15,0 0-10-15,0 0-1 16,-1-4-39-16,-2 0-132 0</inkml:trace>
  <inkml:trace contextRef="#ctx0" brushRef="#br0" timeOffset="-149302.37">29809 978 87 0,'0'0'75'0,"0"0"-2"0,0 0-37 16,0 0-21-1,0 0-14-15,0 0-1 16,0-2-12-16,0 2-68 0,0 0-49 16</inkml:trace>
  <inkml:trace contextRef="#ctx0" brushRef="#br0" timeOffset="-147852.56">29809 978 2 0,'-20'48'213'0,"17"-48"-43"16,-1 0-51-16,2 0-26 16,0 0-15-16,2 0-13 15,0 0 0-15,0 0-1 16,0 0 1-16,0 0-15 15,0 0-5-15,0 0 4 16,0 0-5-16,0 0-12 16,0 0 2-16,0 0 7 0,0 0-8 15,0 0-2-15,0 0-7 16,0 0 1-16,0 0-5 16,0 0 8-16,0 0-2 15,0 0 13-15,0 0 13 16,0 0 1-16,0 0-4 15,0-2-8-15,0-3-21 16,0-6-18-16,0 1 4 16,0 0-6-16,0 0 11 15,0-2 23-15,0 0-2 16,0-2 15-16,2 0-8 16,2 1-12-16,-2-2-20 15,3 1 3-15,-3 4 2 0,0 0 5 16,3 4-11-1,-3 2-5-15,1-2 5 0,-1 2-6 16,2-4 0-16,0-1 1 16,3 1-1-16,2-5 1 15,2 1 6-15,0-2-7 16,3-2 2-16,-1 1-1 16,-1 4 5-16,-4 0 0 15,3 4-6-15,-1-1 0 16,-2-1 0-16,3 1 1 15,1 1-1-15,1-1 3 16,2-1-3-16,3 0 0 0,0-2 0 16,2 2 0-1,0 0 0-15,1 2-2 16,-2-2 1-16,4 1 1 16,-1 2 1-16,0-1-1 15,2 5-1-15,3-3-1 0,2 4 1 16,0-4 0-16,0 3-1 15,0-2 2-15,-2 2-1 16,0 0 1-16,-1 2 0 16,-1-2 0-16,2 2 0 15,-1-2 0-15,3 0 0 16,3 2 0-16,1-2 0 16,-2 0-1-16,2 2 1 0,-6 0 0 15,0 0 0-15,-4 0 0 16,-4 0 0-16,-1 0-1 15,2 0-5-15,0 0 5 16,5 0 0-16,0 2-2 16,2 4-6-16,-2 0 9 15,2 0-2-15,-2 0 1 16,0 0-8-16,-1-2 9 16,-2 0-1-16,1 1 0 15,-1-2 1-15,-5 1 0 16,4 0-1-16,-5 0 2 15,1-1-1-15,-1-2 0 16,1 3 0-16,2 1-1 16,0-2 1-16,4 3 0 15,-3-2-1-15,3 2 0 0,-6 1-7 16,1-3 8-16,-5 1-6 16,1 1 5-16,-3-1-1 15,-1 1 1-15,4 0-5 16,-3-1 5-16,0 2 1 15,1-1-2-15,-1-1 1 16,-3 4-5-16,2-3 6 16,-2 1-10-16,-1 0 9 15,0-1-5-15,0 0 5 16,-1 2-6-16,-1 0-2 16,1 0 8-16,-4-1-9 15,3 2 1-15,-2 3-1 16,-1-1 2-16,0 1 1 15,0 5 5-15,0-3-4 16,0 2 5-16,1 0 0 0,-3-2 0 16,2-4 1-16,-2 0-6 15,2-2 6-15,0-4 1 16,-2 0-1-16,0 0 0 16,2-2 1-16,-2-2 5 15,0 0-5-15,0 0 0 16,0 0-1-16,0 0 0 15,0 0-42-15,0 0-72 16,2 0-95-16,1 5-90 16,-3-1-197-16</inkml:trace>
  <inkml:trace contextRef="#ctx0" brushRef="#br0" timeOffset="-144852.45">31500 930 469 0,'0'0'124'0,"0"0"-88"15,0 0-17-15,0 0-3 16,0 0-6-16,0 0 4 0,0 0-5 16,87 96 0-1,-80-89-9-15,-1-2 1 0,-4-2 0 16,-2-3-1-16,0 0 0 15,0 0-18-15,0 0-68 16,0 0-56-16,0 0-94 0</inkml:trace>
  <inkml:trace contextRef="#ctx0" brushRef="#br0" timeOffset="-144618.92">31500 930 48 0</inkml:trace>
  <inkml:trace contextRef="#ctx0" brushRef="#br0" timeOffset="-144219.72">31500 930 48 0,'136'-36'186'0,"-136"36"-22"0,0 0-60 0,0 0-29 0,0 0-23 0,0 0-30 15,0 0-22-15,0 0-13 16,0 8 13-16,-3 7-1 16,-3 0 0-16,-5 3 1 0,-1 1 1 15,2 0 0-15,-4 0 11 16,1-3-5-16,2-1-7 15,1-2 3-15,2-3-3 16,1-1 6-16,3-2-5 16,0-3 0-16,1-1 0 15,3-3 9-15,0 0 7 16,0 0 13-16,0 0 45 16,0 0-5-16,0-10-41 15,5-1-21-15,3-1-7 16,1-2-1-16,3 0 0 15,-1 2-1-15,-3-1 0 16,1 3 1-16,1-2 0 0,-4 2 0 16,0-2 1-1,-1 2 12-15,0 2 8 0,-1 2 5 16,-4 2-8 0,0 4 4-16,0-2-2 0,0 2-20 15,0 0-3-15,0 0-33 16,-4 0-26-16,-12 0 32 15,-2 0 18-15,-4 6-40 16,-5 4-55-16,7 0-43 16,0-3-27-16</inkml:trace>
  <inkml:trace contextRef="#ctx0" brushRef="#br0" timeOffset="-143818.79">31438 913 78 0,'0'0'74'0,"0"0"-5"16,0 0-7-16,0 0-30 16,0 0-6-16,0 0 7 0,0 0 19 15,0 0-2-15,66 81-12 16,-50-67 5-16,-3-3-16 16,0-2-12-16,-3 0-14 15,-1-4-1-15,-5 1 1 16,2 1 0-16,-1-4 0 15,-3 2 6-15,3-4-6 16,-5 1-1-16,2 1-14 16,-2-3-26-16,0 0-23 15,0 0-41-15,0 0-26 16,0 0-121-16</inkml:trace>
  <inkml:trace contextRef="#ctx0" brushRef="#br0" timeOffset="-143552.55">31596 988 33 0,'0'0'49'15,"0"0"19"-15,0 0-29 16,0 0-6-16,0 0-8 16,0 0-15-16,0 0-9 15,-102 35-1-15,92-32-1 16,6-3-8-16,2 0 9 15,2 0 29-15,0 0 7 16,0 0-20-16,2-2 3 16,9-8 1-16,2 3-7 15,-2-2-6-15,3 5 2 16,-7 4-9-16,-1 0-56 0,-6 0-244 16</inkml:trace>
  <inkml:trace contextRef="#ctx0" brushRef="#br0" timeOffset="-139886.63">4357 15562 67 0,'0'0'79'0,"0"0"-10"15,0 0 5-15,0 0 12 16,0 0-5-16,0 0 4 15,-24 9 15-15,15-9-6 16,0 3-8-16,3-3 8 16,-3 0-3-16,4 0-14 15,0 0-22-15,3 0-5 16,2 0-22-16,0 0-15 16,0 0-6-16,0 0-6 0,0 0-1 15,2 0 0-15,10 0 7 16,3 0 33-16,10 0 18 15,6-9-8-15,5 1-10 16,1-2-12-16,2 3-16 16,-1 1-5-16,-5 1-6 15,-2-1 5-15,-4 4-6 16,-4-3 0-16,-4 5 0 16,-3-4-9-16,-3 4-34 15,-4 0-46-15,0 0-118 16,-4 0-148-16,-5 0-15 0</inkml:trace>
  <inkml:trace contextRef="#ctx0" brushRef="#br0" timeOffset="-139369.66">4388 15681 136 0,'0'0'171'0,"0"0"-62"16,0 0-23-16,0 0 4 16,0 0-8-16,0 0-24 15,0 0-12-15,70 4 32 16,-45-4 7-16,-1 0-5 15,2 0-5-15,1 0-13 16,2-4-13-16,-2-4-13 16,0 3-5-16,-5-2-8 0,0 1-9 15,-6 2-8-15,-3-2-5 16,-1 2-1-16,-6 1 0 16,-1 3-13-16,-3 0-37 15,-2 0-31-15,2 0-24 16,-2 0-59-16,0 0-71 15,0 0-51-15</inkml:trace>
  <inkml:trace contextRef="#ctx0" brushRef="#br0" timeOffset="-109585.64">5106 15508 124 0,'0'0'244'0,"0"0"-123"16,0 0-2-16,0 0-1 0,0 0 5 16,0 0 2-1,-66 32-13-15,52-28-13 0,-1 4-26 16,-1-3-2 0,1-1-15-16,3 1-6 0,3 0-10 15,5-5-29-15,0 3-10 16,4-3 1-16,0 0-1 15,0 0 5-15,0 0-6 16,2 0-7-16,15 0 7 16,10 0 17-16,6 0 2 15,8 0-10-15,5-3 0 16,-1-7-3-16,2 1 20 16,-2 0 22-16,-8 0-2 15,-3-1-2-15,-7 2-12 0,-10 4-11 16,-1-1-20-16,-10 2-1 15,-1 3-4-15,-3 0-37 16,0-2-51-16,-2 2-53 16,0-4-85-16,0 0-125 15,0-2-177-15</inkml:trace>
  <inkml:trace contextRef="#ctx0" brushRef="#br0" timeOffset="-109153.21">5554 15284 3 0,'0'0'2'0,"0"0"253"16,0 0-102-16,0 0-15 15,141 9 48-15,-104-4 9 16,1-5-49-16,-2 0-50 16,-8 0-32-16,-3 0-18 15,-5 0-17-15,-2 0-16 16,-4 0-13-16,-6 0-17 16,2 0-73-16,-6 0-97 15,-4 0-92-15,0 0-107 16</inkml:trace>
  <inkml:trace contextRef="#ctx0" brushRef="#br0" timeOffset="-108535.38">5655 15276 15 0,'0'0'243'16,"0"0"-38"-16,0 0-91 15,0 0-42-15,0 0-38 16,0 0 18-16,0 0 27 16,-31 44-20-16,23-27-17 0,-1 2-4 15,1-1-17 1,-2 4-9-16,4-4-12 0,1-5 1 15,1 0 1-15,4-5-2 16,0-2 0-16,0-2-2 16,0-4-9-16,7 0 11 15,7 0 39-15,1 0 52 16,5-4-27-16,-3-4-27 16,2 2-8-16,-7 2-9 15,5-2-2-15,-5 3-5 16,2 3-6-16,1 0-6 15,4 0 1-15,-4 0 4 16,1 0-5-16,-1 2-1 16,-1 5-1-16,1 3 1 15,-1 2-1-15,-1-2 1 0,-1 5 1 16,1 0 0 0,-3-1-1-16,0 3 1 0,-4 1-1 15,-1 0-6-15,-5 1 6 16,0-1 8-16,0 1-1 15,-5-3 3-15,-8-2-8 16,0-3 7-16,-3 0 3 16,-2-7 15-16,0 0 27 15,-1-2-10-15,-4-2-14 16,5 0-8-16,1 0-22 16,-2-18-63-16,6 0-177 15,4 4-401-15</inkml:trace>
  <inkml:trace contextRef="#ctx0" brushRef="#br0" timeOffset="-107685.63">4850 15919 2 0,'0'0'21'0,"0"0"188"0,0 0-74 15,0 0-89-15,0 0-23 16,0 0-3-16,0 0 58 15,38 23 10-15,-2-23-19 16,8 0 5-16,12 0 20 16,10 0 1-16,15-5-4 15,12-5-26-15,5-4-20 16,4 3-25-16,2-4-10 16,-6-3-10-16,-5 1 0 15,-10 0 0-15,-10 1 0 16,-15 3-2-16,-12 5 1 0,-11 3 0 15,-14 1-1 1,-7 4-5-16,-5 0-3 0,-3 0-15 16,-4 0-31-16,-2 0-97 15,0 0-130-15,0 0-340 0</inkml:trace>
  <inkml:trace contextRef="#ctx0" brushRef="#br0" timeOffset="-106852.42">4984 16236 3 0,'0'0'0'0,"0"0"2"15,0 0 166-15,0 0-19 0,0 0-48 16,0 0 17 0,0 0-8-16,114 8 5 0,-86-8 4 15,6 0-9-15,-1 0 27 16,-1 0-14-16,-5 0-29 16,-6 0-18-16,-3 0-30 15,-5 0-23-15,-3 0-17 16,-4 0-6-16,-3 0-16 15,1-4-68-15,-2 0-129 16,2-1-160-16,1 0-375 0</inkml:trace>
  <inkml:trace contextRef="#ctx0" brushRef="#br0" timeOffset="-106219.93">5636 16212 2 0,'0'0'39'16,"0"0"222"-16,0 0 17 15,0 0-43-15,0 0-18 16,0 0-66-16,0 0-78 0,-4 6-28 16,4-16-13-1,0 2-16-15,4-2-6 0,3-3-4 16,-1 0 7 0,0-5-11-16,0 3 6 15,-1-2-2-15,-1-1-5 0,-2 1 10 16,2 0 5-16,-2-2-4 15,1 2-5-15,-3-1 15 16,0 3 8-16,0 2 14 16,0 1 5-16,0 2 2 15,0 6-7-15,0-1-6 16,0 2-7-16,0 3-12 16,0 0-19-16,0 0-13 0,0 0-6 15,0 3-7 1,0 11 7-16,0 9 18 0,0 3 1 15,11 5 1-15,0 10 11 16,1 6-11-16,-3 1 5 16,-1 3-6-16,-1-1-4 15,-3-1-14-15,1-4-12 16,0-8-7-16,-1-3 1 16,2-11 14-16,1-2 13 15,-2-6 1-15,-1-7-1 16,1-3 2-16,-3-5 7 15,-2 0 0-15,0 0 0 16,2 0-45-16,-2-5-103 16,0-3-232-16,0-1-504 0</inkml:trace>
  <inkml:trace contextRef="#ctx0" brushRef="#br0" timeOffset="-103720.59">3901 17223 346 0,'0'0'182'15,"0"0"-45"-15,0 0 0 16,0 0-17-16,0 0-16 16,0 0-24-16,0 0-27 0,-2 0-31 15,2 0-22-15,6 8 0 16,12 2 4-16,6 8 21 15,8 0 21-15,3 9 11 16,6-2-30-16,-1 7-3 16,4 8-4-16,-3 1-13 15,-4 3-7-15,-3-8 1 16,-5 0 10-16,-7-10-9 16,-5-4-1-16,-5-8 0 15,-3-5 0-15,-5-9 0 16,0 1-1-16,-4-1-1 15,0 0-13-15,0 0-17 16,0-14-76-16,0-9-181 16,-4 6-231-16</inkml:trace>
  <inkml:trace contextRef="#ctx0" brushRef="#br0" timeOffset="-103319.52">4128 17201 264 0,'0'0'283'16,"0"0"-119"-16,0 0-12 0,0 0-68 15,0 0-68 1,0 0-15-16,0 0 19 0,-18 44 69 16,11-12 3-16,-1 2-2 15,-1 11-28-15,-1 4-8 16,0 9-8-16,3-4-18 16,-1 1-11-16,0-7-1 15,2-8-7-15,-1-8-7 16,5-6 4-16,-2-13-4 15,2 0-1-15,2-7 1 16,0-6 9-16,0 0 4 16,0 0-15-16,0 0-61 15,0-19-110-15,10-2-210 0,1 1-359 16</inkml:trace>
  <inkml:trace contextRef="#ctx0" brushRef="#br0" timeOffset="-102701.14">4496 17275 39 0,'0'0'2'16,"0"0"279"-16,0 0-94 16,0 0-61-16,0 0-19 15,0 0-22-15,0 0-16 16,-9 20 12-16,13-16 6 16,14-4 71-16,9 0 4 15,4 0-33-15,2 0-53 16,4 0-47-16,-4 0-16 0,-4 0-3 15,-3-4-10 1,-6 2-28-16,-2-2-58 16,-2 4-80-16,-8-8-110 0,0 2-71 15,-6-2-140-15</inkml:trace>
  <inkml:trace contextRef="#ctx0" brushRef="#br0" timeOffset="-102402.14">4549 17455 7 0,'0'0'204'0,"0"0"19"0,0 0-44 16,0 0 49-16,113 8-28 15,-79-8-32-15,-2-9-50 16,1 0-16-16,-4 1-37 16,-3 2-28-16,-5-2-20 15,-3 4-5-15,-5 4-12 16,-5-4 0-16,2-2-69 16,1-2-77-16,-5-6-119 15,1 6-228-15</inkml:trace>
  <inkml:trace contextRef="#ctx0" brushRef="#br0" timeOffset="-98937.2">5583 17179 45 0,'0'0'9'16,"0"0"-8"-16,0 0 161 15,0 0-15-15,0 0-9 16,0 0 8-16,0 0-36 15,0 16-2-15,0-16-4 16,9 0 9-16,6 0-18 16,4 0-9-16,0 0-8 15,6 0-13-15,0 0-14 16,-1 0-18-16,0 0-21 0,1 0-3 16,-1 0-1-1,1 0 0-15,2 0-7 0,-5 0 11 16,-2 0-11-16,-2 0 10 15,-7 0-9-15,-2 0 4 16,-4 0-5-16,-3-4-1 16,-2 4-26-16,0-4-44 15,0 0-102-15,-14-2-106 16,-6 2-108-16,0-4-244 0</inkml:trace>
  <inkml:trace contextRef="#ctx0" brushRef="#br0" timeOffset="-98218.55">5647 17173 20 0,'0'0'181'0,"0"0"-18"16,0 0-68-16,0 0-27 16,0 0 15-16,0 0 14 15,0 0-2-15,-15 45-28 0,13-28-4 16,0-3-19 0,0 4-15-16,0 0-18 0,-2-4-2 15,2 4-8-15,2-6 5 16,0-2-5-16,0-1-1 15,0-2-1-15,0-6-15 16,0 4 0-16,0-5-6 16,0 0-1-16,2 0 23 15,6 0 0-15,0 0 12 16,1 0-12-16,1-5 7 16,-2-3-6-16,1-1-1 15,-3 3 2-15,4-2-2 16,-1 4 1-16,-1-2 1 0,4 2 9 15,-1-1-2 1,2 3 1-16,1-3-10 0,-1 5 1 16,3 0-1-16,-5 0-1 15,2 0-1-15,0 5 1 16,-2 2-7-16,-1 3 8 16,1-2 5-16,-3 6-4 15,2-1 6-15,-4 6-6 16,1-2 1-16,-3 0-1 15,-2 5 0-15,-2-4 0 16,0 5 0-16,0-6 1 16,-4 7 0-16,-5-7 6 15,-5 1 16-15,1 0 24 16,0-8 10-16,0 1 0 16,0-5 13-16,1-1 13 0,-3-1 6 15,1-4-6 1,1 0-18-16,-3 0-34 0,3 0-9 15,0 0-17-15,3-9-6 16,2 3-47-16,-1-5-71 16,2-7-130-16,2 3-270 15</inkml:trace>
  <inkml:trace contextRef="#ctx0" brushRef="#br0" timeOffset="-94520.36">5217 17231 214 0,'0'0'220'0,"0"0"-94"0,0 0-18 15,0 0-21-15,0 0-24 16,0 0-6-16,0 0 5 15,0 0 6-15,0 0-12 16,0 0-5-16,0 0-4 16,0 4-5-16,0-2-11 15,0 6-8-15,0 3 19 16,0 4 6-16,0 7-13 16,2 2-9-16,4 7 0 0,0 0-17 15,1 3 2-15,-1-2-4 16,2 0-6-16,-2-1 0 15,0-3 0-15,1-2 1 16,-3-8-1-16,1-5 0 16,-2-4 0-16,-1-5 0 15,-2 0 1-15,2-4 12 16,-2 0-12-16,0 0-2 16,0 0-54-16,0-18-94 15,0 2-150-15,0 2-234 0</inkml:trace>
  <inkml:trace contextRef="#ctx0" brushRef="#br0" timeOffset="-94087.06">5051 17427 14 0,'0'0'0'0,"0"0"0"0,0 0 124 16,0 0 5-16,0 0-8 16,0 0 0-16,0 0-13 15,106 15-8-15,-72-20 28 16,0-1-25-16,-1 2-32 16,0 0-6-16,-4 0-5 15,-4 0-19-15,-10 2-11 16,-4-2-4-16,-6 0-2 15,-3 4-11-15,1 0 1 16,-3 0-14-16,0 0-41 16,0-4-122-16,0 4-128 15,0-3-218-15</inkml:trace>
  <inkml:trace contextRef="#ctx0" brushRef="#br0" timeOffset="-90954.08">3589 17562 10 0,'0'0'12'0,"0"0"96"0,0 0 19 15,0 0-62-15,0 0 13 16,0 0 13-16,0 0-9 15,28-26-13-15,-28 26-4 16,0 0-7-16,0 0-26 16,0 0-24-16,0 0-8 15,0 0-9-15,0 7 2 16,0 12 7-16,6 3 19 16,0 10 2-16,3 4 13 15,3 8-11-15,1 0 0 16,5 6 27-16,1 2-25 15,8-6-12-15,2 3-12 16,2-5 12-16,7-8-12 16,3-4 5-16,-2-6 1 15,6-8-6-15,0-7 5 0,-1-9 2 16,1 3 0 0,-3-5-8-16,-7 0 13 0,-6 0-3 15,-4-5-8-15,-10-3 5 16,-1-5 0-16,-3-1 15 15,-2-3 17-15,0-6-12 16,-5 4-15-16,-1 2-2 16,-3-1 12-16,0 6 1 15,0 2 9-15,0 2 3 16,0 2-6-16,0 2 2 16,-3 0-3-16,1 4-6 15,2 0-22-15,-2 0-25 16,0 14-26-16,2 6 51 15,0 8 1-15,0 4 0 16,6 2 11-16,15-2-11 0,5 0 12 16,5-6-4-16,5-4-7 15,2-8 6-15,2-2-7 16,2-7 4-16,1-5-5 16,1 0 0-16,1-21 0 15,-3-7-4-15,1-2-33 16,-8-6 20-16,-1-4 0 15,-7 0 1-15,-8 4 14 16,-3 0 2-16,-7 5 9 16,-5 12-9-16,-2 6 22 15,-2 6 20-15,0 7-16 0,0 0-26 16,0 0-10-16,0 7-13 16,0 16 10-16,5-2 13 15,4 8-1-15,4-3 1 16,7-4 2-16,7 0 4 15,5-8 0-15,3-6-5 16,1-8 7-16,1 0-8 16,4-12 12-16,-1-16-11 15,2-9 9-15,1-7-10 16,-4-4-23-16,-5 2 10 16,-5 2-5-16,-12 4 8 15,-3 14 10-15,-10 8 7 16,-1 3 13-16,-3 13 19 15,0 2-24-15,0 0-15 0,0 2-32 16,2 17 7-16,4 4 17 16,4 2 7-16,3 0 1 15,3-4 0-15,3-3 7 16,6-3-5-16,0-8-1 16,1-3 0-16,3-4 6 15,3 0-1-15,-1-11 7 16,2-14-1-16,1-4-11 15,-1-8 1-15,-4-3-2 16,-4-6-7-16,-6 2 6 16,-5 4 1-16,-8 10 0 15,-1 7 0-15,-5 14 3 16,0 4 23-16,0 5-26 16,0 9-41-16,0 13 5 15,0 10 23-15,6 4 12 0,8 3 1 16,3-2 0-16,10-7 0 15,12-3 0-15,9-4-6 16,10-9 6-16,7-9 15 16,6-5-6-16,1-5 2 15,-3-19-1-15,-3-10 6 16,-5-8 0-16,-10-10 10 16,-13-6-8-16,-14-5 1 15,-8 1 27-15,-12 4-2 16,-4 0-18-16,0 8-20 0,-4 6-6 15,-14 8 0 1,-4 14-54-16,-1 4-72 0,-10 18-85 16,6 0-159-16,0 0-175 0</inkml:trace>
  <inkml:trace contextRef="#ctx0" brushRef="#br0" timeOffset="-53670.56">4070 16655 39 0,'0'0'0'0,"0"0"-11"0,0 0 11 16,0 0 140 0,0 0-42-16,0 8-75 0,6-8 1 15,6 0 8-15,5 0-2 16,8 0-12-16,11 0-10 15,13-4-1-15,13-4 8 16,14 3 1-16,31-8 4 16,33-1 17-16,36 0 1 15,18-2 21-15,-2 6-34 16,-2-2-1-16,-12 1 1 16,9-6-1-16,9-1 17 15,5-4 2-15,-1 4 16 16,-11-1-13-16,-19 2-33 15,-41 5-13-15,-38 2-14 16,-35 2-107-16,-25 2 2 0,-9-6-45 16,-10 2-12-1,-10 2 176-15,-2-3 21 0,-16 4 30 16,-9-3-51-16,-15 2-32 16,5-5-64-16,4 7-142 0</inkml:trace>
  <inkml:trace contextRef="#ctx0" brushRef="#br0" timeOffset="-36420.67">4159 16004 27 0,'0'0'0'0,"0"0"101"15,0 0 589-15,0 0-575 16,0 0-114-16,0 0 10 15,0 0 11-15,50-58-16 16,-48 52-5-16,0-3 16 16,-2 5 16-16,0-4-11 0,0 4 2 15,0 4-24 1,-10 0-4-16,-5 0-183 0,-1 0-176 0</inkml:trace>
  <inkml:trace contextRef="#ctx0" brushRef="#br0" timeOffset="-34704.06">3544 15931 341 0,'0'0'128'0,"0"0"-46"15,0 0 45-15,0 0-42 16,0 0-12-16,0 0-7 15,0 0-36-15,-20-12-30 0,20 20-19 16,0 14 19-16,0 2 29 16,7 7 9-16,0-1-18 15,1-2-7-15,-1-3-6 16,-2-6-6-16,0-5 6 16,-5-5-6-16,2-7 4 15,-2-2 2-15,0 0 15 16,0 0 5-16,0-11-9 15,-5-11-18-15,-6-2 0 16,-2-2 0-16,1 0-5 16,3 2 5-16,-2 2 0 15,5 4 7-15,-1 6-6 16,0-3 5-16,5 7 16 16,0 0 6-16,2 6-4 15,0-2 2-15,0 0 0 0,0 4-8 16,0 0 2-16,0 0-17 15,0 0-3-15,0 0-20 16,0 4-8-16,0 14 27 16,8 1 1-16,0 7 1 15,0 1 0-15,1 4 15 16,-2 1 4-16,0-7 0 16,-1 4-19-16,1-3 6 15,-3-4-7-15,1 0 2 16,-1-8-2-16,1-6 0 15,2 2-1-15,-1-5-12 0,3-2 13 16,5-3 0 0,3 0 6-16,5 0-4 0,5 0-2 15,5 0 0 1,3-3 0-16,1-6 0 0,1-1-10 16,4-2 9-16,-1 1-14 15,4-2 14-15,-1 1 0 16,-3 2 1-16,-5-5-7 15,-4 8 7-15,-8-5 0 16,-5 6 1-16,-5-4 0 16,-2 6 6-16,-2-1-5 15,-4 2-1-15,-3-2 17 16,0 2-17-16,-2 3 24 16,0-2-12-16,0 2 1 15,0 0-1-15,0-4-12 0,0 0 0 16,-2 0 0-16,-7-6 7 15,0 1-8-15,0 0 0 16,0-3 1-16,3-2-1 16,-2-1 8-16,4-2-8 15,2 0 1-15,2 4 0 16,0-2-1-16,0 3 1 16,0 2 7-16,0 3-7 15,0 3 12-15,0 2-12 16,0 2-1-16,0 0 0 15,0 0-11-15,0 0-2 16,0 0-43-16,0 0-79 0,0 13-46 16,-2 5-17-16,0-3-73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07:15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3066 5781 16 0,'0'0'16'15,"0"0"-16"-15,0 0 0 16,135 0 0-16,-83 0 1 16,8-6 0-16,7 2-1 15,8 0 0-15,10 0 0 16,6 2-1-16,21 0 1 15,19 0 0-15,25 2 1 16,0 0-1-16,-27 0 0 16,-29-2 5-16,-32 2-5 15,-4-2 0-15,12 0 0 16,6-1-5-16,5-3 5 16,-7 3 0-16,-6-2 1 15,-9-2-1-15,-7-2 0 16,-10 4 1-16,-10-1 5 15,-7-1-5-15,-8 2 1 0,-5 1-1 16,-7 2 0-16,-5-1 0 16,-2 3-1-16,0 0-1 15,-4 0-20 1,0 0-5-16</inkml:trace>
  <inkml:trace contextRef="#ctx0" brushRef="#br0" timeOffset="850.16">7798 5771 25 0,'0'0'10'0,"0"0"-10"16,0 0 0-16,0 0 0 15,0 0-10-15,0 0 3 16,0 0 7-16,-7 0-13 16,7 0 8-16</inkml:trace>
  <inkml:trace contextRef="#ctx0" brushRef="#br0" timeOffset="1016.82">9491 5681 7 0,'0'0'0'0,"0"0"6"16,0 0-6-16,129-28 2 16,-119 25-2-16,-8 3 0 15,0 0-11-15</inkml:trace>
  <inkml:trace contextRef="#ctx0" brushRef="#br0" timeOffset="1866.81">7473 5781 7 0,'0'0'0'16,"0"0"1"-16,0 0-1 15,0 0 0-15,0 0-8 0</inkml:trace>
  <inkml:trace contextRef="#ctx0" brushRef="#br0" timeOffset="2068.12">9335 5781 2 0,'0'0'0'0,"0"0"-1"15,0 0 0-15,0 0 1 16</inkml:trace>
  <inkml:trace contextRef="#ctx0" brushRef="#br0" timeOffset="3419.05">7760 5771 201 0,'0'0'104'0,"0"0"-29"16,0 0 5-16,0 0-6 15,0 0-9-15,0 0-6 16,-58-2 29-16,58 0-11 16,0 2-43-16,0 0-9 15,2 0-15-15,21 0-10 16,16 0 0-16,19 0 18 15,34-2-17-15,35-4 10 16,38 0-11-16,17-2 1 0,6 2 0 16,-11 3 0-1,-13 3 1-15,-31 0-2 0,-33 0 9 16,-29 0-8-16,-19 0 11 16,-1 3-12-16,5 0 0 15,-3 0-1-15,-8-1 1 16,-12-2 12-16,-6 0 19 15,-9 0 18-15,-5 0-12 16,-4 0 5-16,0 0-3 16,-4 0-8-16,-1 0-25 15,-1 0-6-15,-3 0 0 16,0 0-2-16,0 0 1 0,0 0-6 16,0 0 4-16,0 0-35 15,0 0-58 1,0 8-107-16,0 0-13 0,0 0-4 15</inkml:trace>
  <inkml:trace contextRef="#ctx0" brushRef="#br0" timeOffset="4416.75">12526 5795 48 0,'0'0'140'16,"0"0"-41"-16,0 0 1 15,0 0-24-15,0 0-18 16,0 0-9-16,0 0 9 16,-72 6-2-16,72-6 10 0,5 0-25 15,19 0-14 1,17 0 9-16,21 0 22 0,40 0-20 15,52 0-5-15,62 0-19 16,34 0-6-16,9-3 5 16,-10 3-13-16,-26 0 12 15,-3 0-12-15,-4 0 23 16,-4 0-17-16,-14 0 6 16,-42 0-12-16,-42 0 1 15,-41 0-1-15,-28 0 0 16,-5 0 1-16,-7 0-1 15,-8 0 9-15,-14 0 23 16,-8 0 50-16,-3 0-25 16,0 0-15-16,0 0-34 15,0 0-8-15,0 0-8 0,0 0-7 16,0 0 6-16,0 0-57 16,0 3-34-16,0 9-89 15,0 0 34-15,0-2-105 16</inkml:trace>
  <inkml:trace contextRef="#ctx0" brushRef="#br0" timeOffset="11267.4">2996 4878 103 0,'0'0'142'0,"0"0"-19"16,0 0-74-16,0 0-33 15,0 0-9-15,0 0 13 16,0 0 25-16,0 0 17 16,0 0 20-16,0 0-7 0,0 0-8 15,-2 0-4-15,2 0-18 16,-2 0-13-16,2-4-18 15,-3-3 1-15,3-1-9 16,0 0 4-16,0-1-3 16,0-1 12-16,0 1 4 15,0-4-13-15,0 0-3 16,9-4-6-16,7 1 1 16,-1-1-2-16,6-4 2 15,3 2-2-15,3-4 0 16,0-1 32-16,1 4-26 15,1 0-6-15,-2 4 0 16,2 0 1-16,2 0 0 16,-2 0 0-16,2 2-1 0,3 1 0 15,-5 1 0 1,2 2-1-16,-4 1 0 0,0 3-5 16,-3-2 6-16,1 3-9 15,-5 2 9-15,0 0-15 16,0 3 4-16,0 0-2 15,0 0 4-15,1 0-1 16,-4 0 1-16,1 0 8 16,-3 0-12-16,-1 0 4 15,-3 0-8-15,-3 0 1 16,2 5-4-16,-3-1 7 16,-1 2-3-16,-2-1-16 0,3 4 20 15,-3-1 11 1,6 2 1-16,-2 2 0 0,3-1 1 15,1 2 0-15,-1 1 0 16,-3 0 0-16,4 0-1 16,-1 2 0-16,3 0 0 15,-3 2 0-15,2-2 0 16,0 2 1-16,-2-2 0 16,-2-3 0-16,3 4 0 15,-4-1-1-15,-1-1-6 16,0-4 6-16,0 1 1 15,-5 0 12-15,2-3-2 16,-2-2-2-16,0-3 1 0,1 0-9 16,-1-4 7-16,0 0-2 15,-2 0 7-15,2 0-3 16,3 0-10-16,4 0-78 16,0-8-75-16,-3-5-186 0</inkml:trace>
  <inkml:trace contextRef="#ctx0" brushRef="#br0" timeOffset="12485.59">2876 4886 147 0,'0'0'74'0,"0"0"-9"0,0 0-10 16,0 0-41-1,0 0 22-15,0 0 29 0,0 0 10 16,26-48-6-16,-14 34-7 16,1 0-31-16,8-4-13 15,0-4 6-15,6-1 9 16,4-4 4-16,2 1-2 16,1-2 10-16,0 0-22 15,-3 1 4-15,3 4 4 16,-1-1-20-16,2-1-2 15,1 3-8-15,2 1 5 16,2-2-6-16,2 2 1 16,5-3 0-16,2 1 6 15,1 2-7-15,-4 0-1 16,-1 3 0-16,-3 2 1 0,-2 0 0 16,0-1 1-16,0 2 0 15,0-1 22-15,3-3-10 16,-1 4-12-16,-2-1 7 15,1 2-7-15,-6 2 1 16,-4 2-2-16,-4 4 0 16,-3 1 0-16,1 1 0 15,1 3 0-15,3-1 0 16,5 0 0-16,1 2 1 16,3 0 3-16,5 0-4 15,-3 0 0-15,-3 0-1 16,0 0 0-16,-4 5-8 15,-2 4 3-15,1-1 6 0,-3 2 1 16,2 0-1 0,-5 2-1-16,3 0-8 0,-3-1 1 15,-1 4 7-15,2 1 0 16,0-2 1-16,-2 0 0 16,-4 2-5-16,4 1 4 15,-5-3 1-15,3 5-1 16,-4-1-1-16,0 2 0 15,-2 0-6-15,1 2-51 16,-5 0 37-16,3 3 12 16,-5-2 10-16,3 1 2 15,-1 1 8-15,1-1-10 0,-4-2 0 16,3-2 0 0,-1-2 0-16,-5-3 0 0,-1-4-1 15,-2-3 1-15,-1-2 0 16,-3-4 0-16,2-2 16 15,-2 0 38-15,0 0 9 16,0 0-12-16,0 0-19 16,2 0-18-16,1 0-14 15,1 0-33-15,5 0-114 16,0 0-197-16</inkml:trace>
  <inkml:trace contextRef="#ctx0" brushRef="#br0" timeOffset="13967.03">7049 4939 55 0,'0'0'81'0,"0"0"70"16,0 0-47-16,0 0-29 15,0 0-16-15,0 0 2 16,0 0-5-16,-16 0 2 16,12 0-15-16,2 0 9 15,-1 0-3-15,3-4-7 16,0 0-16-16,0 0-4 16,0-5-21-16,0 0 5 15,0-3-3-15,0 0-3 0,0-2 13 16,5-4 14-16,9-1 31 15,1-4-36-15,7 3-15 16,5-5-6-16,0 1 28 16,2 2-21-16,0 2-7 15,-1 0 4-15,3 1-5 16,4 0 0-16,-2 0 0 16,0 5 2-16,1-3-2 15,-1 1 0-15,0 0 0 16,1 2-2-16,1 0 1 15,-1 2 0-15,-8-1 0 16,-1 5 0-16,-7 2 1 0,-5 2-1 16,-2 3-5-1,1 1-7-15,-1 0 3 0,-1 0-4 16,7 0-2-16,-2 0 6 16,3 1 3-16,2 8 6 15,-2-1-7-15,0 2 0 16,-1 0-17-16,-3 2-15 15,-3 2 11-15,0 0 15 16,-2 2 14-16,0 0 0 16,3-3 1-16,-4 2-1 15,1-3 1-15,2 0 0 16,-2-2 1-16,-2 0-1 16,-1-2-1-16,1 0 0 0,-5-2 0 15,1-2 11 1,-3 0 5-16,0-4-3 0,2 3-4 15,-2-3-8-15,0 1-1 16,0 2-52-16,2-1-53 16,-2-1-100-16,0-1-64 0</inkml:trace>
  <inkml:trace contextRef="#ctx0" brushRef="#br0" timeOffset="14966.65">7122 4797 13 0,'0'0'175'16,"0"0"-67"-16,0 0-26 16,0 0-49-16,0 0 6 15,0 0 0-15,0 0-7 16,36-49 21-16,-27 39 4 15,0-2-10-15,2 0 4 16,3 1-27-16,3-6-1 16,1 1 2-16,7-1-2 0,4-4 6 15,2 0 3-15,7 0-21 16,2-2-2-16,0 2 1 16,2-2 0-16,0 3-3 15,1 2-7-15,-3 0 8 16,2 3 3-16,3-3 8 15,4 1-10-15,4-1 2 16,3 1-4-16,4-2-1 16,1 1-4-16,-1 2-1 15,0-2 6-15,-2 3-6 16,-3 3 0-16,-1-1 0 16,-3 1 21-16,-2 1-21 15,-4 2 6-15,-1 1-7 0,1 2 0 16,-1 0 0-1,-3 4 0-15,-1 2-1 0,-3 0-1 16,-1 0-6-16,-5 0-1 16,0 6 2-16,-2 2 6 15,0 0 1-15,0-1-1 16,-4 2 0-16,0 1 0 16,-1 3-12-16,0-2 3 15,1 1-3-15,-2 4 12 16,-4 1-15-16,1-2-6 15,-1 3-24-15,-2 0 23 16,3 0 22-16,-3 2 1 16,6 0 1-16,0 0-1 15,1 1 6-15,0-2-6 0,1 1 3 16,-5-1-3-16,1 0-1 16,-6-2 1-16,-1-3-2 15,-2 0 2-15,-3-4 0 16,-2-3 3-16,0 0-2 15,-5-1 4-15,3 0-5 16,-3 0-1-16,4 2 1 16,-2-3-106-16,1 0-119 0</inkml:trace>
  <inkml:trace contextRef="#ctx0" brushRef="#br0" timeOffset="16150.66">11616 4931 65 0,'0'0'176'0,"0"0"-33"15,0 0-64-15,0 0-5 16,0 0-14-16,0 0-15 15,0 0 7-15,27-34-22 16,-14 23-6-16,1 2-4 16,-1-1 17-16,-1-1 18 15,1 2-26-15,3-2-4 16,-1 2-5-16,8-4-4 16,1 2-9-16,3-6-6 15,4 3 1-15,-2-1 4 16,3 0 0-16,-1 3-5 15,0-1-1-15,2 0 1 16,3 1-1-16,1 0 1 16,5-2 0-16,1 1-1 0,-1 0 1 15,-2 1-1-15,-1 1 0 16,-4 5 0-16,-1 4-1 16,-1-3-1-16,2 5 1 15,1 0-1-15,5 0 1 16,-4 0 1-16,3 0-2 15,-4 0 1-15,-1 0-1 16,-1 6-4-16,-2-2 5 16,-3 2-16-16,-4 0 11 15,5 0-7-15,-4 0 4 16,-1 0-1-16,2 3 9 16,-4-3-5-16,-4 1-4 15,-1 0-7-15,-5 2-5 0,-3 1 3 16,-2 1-12-1,-1 0 29-15,-3 1 1 0,3 2 0 16,-5 0 0-16,3 0 0 16,-3-2 1-16,0-1 6 15,1-5-5-15,-3 0 8 16,2-5-2-16,-2 1-6 16,0-2-1-16,0 3-13 15,0-3-95-15,-5 0-92 16</inkml:trace>
  <inkml:trace contextRef="#ctx0" brushRef="#br0" timeOffset="17217.18">11837 4838 114 0,'0'0'107'16,"0"0"-49"-16,0 0-25 15,0 0 13-15,0 0-37 16,0 0-2-16,0 0 3 16,25-29 10-16,-14 21 10 15,0-1-4-15,4-1-5 16,3-2 0-16,3 1 1 16,3-1-9-16,2-5 1 15,6 1 4-15,1-2 8 16,8-2 7-16,-1 0 13 15,4-2-6-15,5 2-9 0,1-2-4 16,0 0-5-16,4 0-1 16,2 0-5-16,0-1-1 15,-6 5-10-15,2 0-3 16,-6 4-2-16,-3 0 0 16,-1 3 0-16,3 0 0 15,1 1 0-15,6 2-7 16,2-2-2-16,1 3-5 15,-2-2 5-15,3 1-3 16,0 2 4-16,0 2-2 16,1-2 3-16,1 2 6 0,2 0 0 15,1-1-1 1,-3 3-6-16,0-3 7 0,-5 4 1 16,-2-2-1-16,3 3-1 15,2 0 1-15,-1 0 1 16,4 0 0-16,-5 0 0 15,2 0-1-15,-4 9 1 16,-6 2-12-16,-3 3 5 16,-1 5 0-16,-4 2-5 15,-2 1 3-15,0 2 1 16,-1 1 8-16,-1 1 1 16,-1-2 11-16,-2-1-1 15,-2-2 5-15,-6-3 12 16,-4-4 3-16,-5-4 1 15,-5-2-9-15,-5-5-5 0,-2-3-11 16,-2 3-7-16,0-3-21 16,0 0-128-16,0 0-187 0</inkml:trace>
  <inkml:trace contextRef="#ctx0" brushRef="#br0" timeOffset="21953.45">2948 6492 10 0,'0'0'218'15,"0"0"-40"-15,0 0-53 16,0 0-5-16,0 0-31 15,0 0-21-15,0 0-14 16,89-7-2-16,-72 7-8 0,3 0-5 16,3 0-7-16,1 0-9 15,7 0 3-15,7 0 5 16,0 0 5-16,0 0-3 16,-7 0-2-16,-8 0-2 15,-11 0-12-15,-5 0-11 16,-4 0-5-16,-3 0-1 15,0 0-24-15,0 0-64 16,0 0-73-16,-5 0-113 16,-8 0-327-16</inkml:trace>
  <inkml:trace contextRef="#ctx0" brushRef="#br0" timeOffset="22850.46">2916 6505 204 0,'0'0'196'16,"0"0"-104"-16,0 0-69 15,0 0-21-15,0 0 31 16,0 0 9-16,0 0 2 15,0 48-15-15,0-32 7 16,0-1 3-16,0 0-16 16,0 1-8-16,0-2-2 15,0-2 0-15,0 0-12 16,0 1 9-16,0-4-9 0,0 0 1 16,0-4 5-16,-2 1-4 15,2-4-3-15,0 0 0 16,0-2-9-16,0 0 9 15,0 0 18-15,0 0 32 16,2 0 5-16,7 0-23 16,0-4-16-16,0-2-9 15,2-2 6-15,0 2 7 16,3-2 0-16,-1 0 1 16,3 2 5-16,1-2 1 15,-1 2 1-15,-1 2-2 16,3 0-12-16,-3 2-7 15,2 1-7-15,-2 1-2 16,-1 0 1-16,-1 0-8 0,0 0-1 16,-2 7 1-16,-2 3 3 15,0 4-2-15,2 0-1 16,-2 2-3-16,1 0 1 16,-4 1-7-16,-2 0-6 15,-2 0-1-15,-2 0-5 16,0 3 3-16,0 0 27 15,0 1 7-15,0-3-7 16,-2 2-1-16,-6-4-5 16,-2 0-2-16,-3-4 8 15,1 0 2-15,-1-4 8 16,3-2 0-16,-2-2-9 16,1 0 9-16,-5 0-2 15,-1-2-7-15,-6 1 7 0,1-3-6 16,-2 0-1-16,4 0 8 15,-1 0-8-15,6-5 7 16,1-1-8-16,3-2-10 16,9-6-58-16,2 4-133 15,0 0-118-15</inkml:trace>
  <inkml:trace contextRef="#ctx0" brushRef="#br0" timeOffset="24166.23">3401 6653 10 0,'0'0'168'0,"0"0"93"15,0 0-77-15,0 0-25 16,0 0-36-16,0 0-25 16,0 0-28-16,-4-6-7 15,2 6-22-15,0 0-24 16,0 0-17-16,2 0-14 15,-3 0-6-15,1 2 5 0,2 6 15 16,-2 7 6-16,2-2-4 16,0 4-2-16,0 0 1 15,0 2 5-15,0-1-6 16,0-1 0-16,0 2-11 16,9-4 11-16,-1 1 9 15,2 1-3-15,1-5-5 16,3-1 8-16,-1-2-3 15,-1-3 2-15,2-2 4 16,-3-4-5-16,-1 0 9 16,1 0 3-16,-3 0-3 0,4-4-3 15,-3-8-6 1,-1 0-5-16,3-4 6 0,-3 0-6 16,-2 0-1-16,0-5 6 15,-1 3-6-15,-3-2-1 16,-2 2 16-16,0 0 18 15,0 2 8-15,0 0 7 16,0 3 0-16,0 4-12 16,0 1-4-16,0 4-7 15,0 2-15-15,0 2-10 16,0 0 6-16,0 0-7 16,0 0 0-16,0 0-18 0,0 0-14 15,0 2-5 1,-4 12 27-16,1 2 10 0,-1 6 0 15,2 3 0-15,2 2 0 16,0 8 0-16,0 0 0 16,0 6 1-16,0 3 0 15,0 2-1-15,0 4-7 16,6 3-16-16,3-3-15 16,1 0 21-16,-2-4 6 15,3-3 3-15,-1-4-20 16,-4-5 18-16,-4-4-12 15,-2-3 9-15,0-6-11 16,0-3 6-16,0-1 4 16,-4-9 9-16,-10 1 5 15,-3-5 19-15,-6-1 0 0,-4-3 7 16,-2 0-10 0,-2 0-4-16,-2-5-11 0,2-6-1 15,2 4-19-15,4-5-62 16,10 2-111-16,4 2-181 0</inkml:trace>
  <inkml:trace contextRef="#ctx0" brushRef="#br0" timeOffset="25900.22">3320 6880 408 0,'0'0'228'0,"0"0"-49"16,0 0-59-16,0 0-49 0,0 0-33 15,0 0-38-15,0 0-11 16,0 0-2-16,0 0-35 16,0 0-61-16,10 0-76 15,4 0-76-15</inkml:trace>
  <inkml:trace contextRef="#ctx0" brushRef="#br0" timeOffset="31316.47">3810 6789 26 0,'0'0'349'16,"0"0"-150"-16,0 0-62 15,0 0-63-15,0 0-28 16,0 0-5-16,-12 3 8 16,12-3 10-16,0 0 13 15,0 0 4-15,4 0-21 16,8 0 0-16,1 0-5 15,5 0-16-15,9 0-18 16,2 0-2-16,5 0-2 16,1 1-1-16,-2 2 15 15,-1-3 3-15,-6 0 0 16,-5 0-4-16,-4 0 3 16,-6 0-11-16,-2 0-5 0,-4 0-11 15,-3 0-1-15,-2 0-11 16,0 0-57-16,4 0-71 15,1-3-141-15,6-2-256 0</inkml:trace>
  <inkml:trace contextRef="#ctx0" brushRef="#br0" timeOffset="32133.38">4542 6639 346 0,'0'0'351'0,"0"0"-78"16,0 0-82-16,0 0-103 16,0 0-49-16,0 0-27 15,0 0-6-15,39-32-6 16,-29 22 0-16,-1-1 0 0,3 0 0 15,-4-3 0 1,-1 0 0-16,-1 2-1 0,2 0 1 16,-6 2 2-16,-2 2 21 15,0 1 10-15,0 1-1 16,0 3-3-16,0 0-7 16,0 3-12-16,0 0-10 15,0 0-8-15,0 0-21 16,0 0-13-16,0 5 13 15,0 9 19-15,0 4 9 16,0 6 1-16,0 4 13 16,0 4-2-16,6 6-1 15,1 1 1-15,2-1-9 16,-4 0 4-16,-1-5-5 16,1-3 5-16,-3-3 1 0,0-8-6 15,0-2 12-15,0-3 2 16,-2-4 4-16,0-4 7 15,2-2-4-15,-2-2-2 16,0-2-1-16,2 0 6 16,-2 0-1-16,0 0-2 15,3 0-3-15,-1 0-19 16,5 0-58-16,15-9-87 16,-4-4-158-16,5-1-386 0</inkml:trace>
  <inkml:trace contextRef="#ctx0" brushRef="#br0" timeOffset="32650.39">4841 6489 215 0,'0'0'202'15,"0"0"-35"-15,0 0-25 16,0 0-32-16,0 0-12 15,120-12 12-15,-86 7-26 16,-5 1-32-16,-7 3-13 16,-1-1-23-16,-8 2-16 0,-1 0 0 15,0 0-24-15,-3 0-36 16,0 0-27-16,2 0-85 16,-4 0-93-16,-3 0-11 0</inkml:trace>
  <inkml:trace contextRef="#ctx0" brushRef="#br0" timeOffset="33367.93">4870 6475 158 0,'0'0'141'0,"0"0"-76"16,0 0 22-16,0 0-11 15,0 0-18-15,0 0-18 16,0 0-1-16,-25 80-11 15,25-66-7-15,0-2-12 16,0-1-2-16,0 0-1 0,0-3-4 16,0-2-2-1,0-1 1-15,0-5-1 0,0 0-1 16,0 0 1-16,5 0 0 16,2 0 60-16,4 0 25 15,3 0-29-15,1-5-28 16,1-1-1-16,-1-2 3 15,1 2-1-15,-1 0 6 16,1 0 1-16,-1 2 2 16,1 1-6-16,0 0 11 15,0 1-10-15,-1 2-14 16,-1 0-9-16,-1 0-8 16,-3 0 3-16,4 0-5 15,-3 5-1-15,0 1 0 16,-2 2 1-16,2 3 5 0,-2 3-5 15,0 0 0-15,0 4-13 16,0 0 3-16,-5 1-6 16,1 2 7-16,-5 0 2 15,0-2 6-15,0 1-1 16,0 1-7-16,-9 1 7 16,-4-3 1-16,-5 2 1 15,0-5 0-15,0-2 0 16,1-4 3-16,-1-4 4 15,1-2 5-15,5-4-5 16,-5 0 18-16,0 0 11 16,-1-12-17-16,1-7-19 15,-2-8-60-15,4 1-110 16,6 3-212-16</inkml:trace>
  <inkml:trace contextRef="#ctx0" brushRef="#br0" timeOffset="35383.17">6060 6655 136 0,'0'0'212'0,"0"0"-84"15,0 0 1-15,0 0-21 16,0 0-19-16,0 0-5 16,0 0-9-16,-16 4-10 15,16-4-5-15,0 0 0 16,0 0-9-16,0 0-16 16,10 0-15-16,5 0 9 15,12 0 7-15,4 0-15 16,9-4-13-16,-3-2-6 15,2 2 5-15,-6 0-7 0,-6-1 0 16,-8 3 0-16,-2-1-18 16,-9 1-14-16,-1 1-20 15,0 1-15-15,-3 0-49 16,3 0-62-16,-3 0-44 16,0 0-45-16,-1 0-136 0</inkml:trace>
  <inkml:trace contextRef="#ctx0" brushRef="#br0" timeOffset="35916.62">6093 6756 115 0,'0'0'169'0,"0"0"-72"16,0 0-35-16,0 0-34 16,0 0-16-16,0 0 2 15,0 0 11-15,-6 5 8 16,6-5 16-16,0 0-16 16,0 2-5-16,11 1 19 15,13-3 26-15,5 1 22 16,9-1-17-16,2 0-23 15,3 0 3-15,-1 0 4 16,-2 0-3-16,-5 0 6 16,-6-1-20-16,-6-2-14 15,-7 1-20-15,-8 2-5 0,-3-1-6 16,-5 1 0-16,0 0-35 16,0 0-65-16,0 0-33 15,0 0-17-15,0 1 3 16,0 4-21-16,0-2-99 0</inkml:trace>
  <inkml:trace contextRef="#ctx0" brushRef="#br0" timeOffset="38917.19">6773 6678 276 0,'0'0'265'0,"0"0"-79"15,0 0-38-15,0 0-53 16,0 0-14-16,0 0-12 15,0 0-14-15,29-37-11 16,-14 31-21-16,1-1-3 16,1 1 2-16,4-1-8 15,-1 1-1-15,2 2-5 16,0 0-7-16,-1 2 0 16,-2 0-1-16,-3 2 0 15,-5 0-7-15,-1 0-12 16,-4 8-3-16,-2 9-1 15,-2 4 22-15,-2 5 0 16,0 2 0-16,0 6-9 0,-10 1 10 16,-9 1 0-16,-3 2 10 15,-2-2-1-15,2-2-3 16,-1-6 1-16,6-3-7 16,3-4-9-16,3-5 2 15,3-5-7-15,2-4-20 16,4-3-9-16,0-4 16 15,2 0 27-15,0 0 20 16,0 0-5-16,0 0-15 16,0-2-16-16,0-2-9 0,0-1-7 15,0 3-4 1,4-3 23-16,4 1-4 0,-2 3 2 16,7-1 5-16,3 2 9 15,4-3 1-15,4 3 23 16,3-2 8-16,0-2 24 15,2 0 5-15,-2-2-10 16,0-2 21-16,-4-1-9 16,-2 2-6-16,-3-1 0 15,-5 0-10-15,-4 2-21 16,-2 2-14-16,-3-1-9 16,-4 2-2-16,0 0-60 15,0-5-91-15,0-1-151 16,0 1-328-16</inkml:trace>
  <inkml:trace contextRef="#ctx0" brushRef="#br0" timeOffset="39617.18">7230 6639 196 0,'0'0'158'16,"0"0"-63"-16,0 0 9 16,0 0-12-16,0 0-23 15,0 0-5-15,0 0-1 16,-47 89-5-16,44-70-16 16,3 3 7-16,0 2 15 15,0 2-28-15,0-2-6 16,7 0 5-16,5-1 4 15,-2-3-20-15,7-4-2 16,-2 0 8-16,3 1-2 16,1-4 2-16,2-1-12 0,-1 1 6 15,2-4-5-15,-2-4-1 16,-2 0-3-16,0-5 3 16,0 0 2-16,-1 0-5 15,-1-2 0-15,-1-9-4 16,1-2 1-16,-3 1-6 15,1-5 0-15,-3 2 9 16,-2-3 6-16,-2 0 13 16,-1-4 1-16,-1 0 8 15,-1-4 6-15,-2-1-3 0,-2 3-3 16,0-2-11 0,0 2 0-16,-4 2 13 0,-9 0-15 15,-3 5-10 1,-4-2-9-16,-4 5-6 0,-3 3-6 15,-4 2-5-15,-5 6-45 16,-2 3 18-16,-4 0-35 16,2 0-58-16,-3 17-22 15,-1 19-31-15,10-2-121 16,8-5-23-16</inkml:trace>
  <inkml:trace contextRef="#ctx0" brushRef="#br0" timeOffset="46117.39">7820 6811 9 0,'0'0'258'0,"0"0"-76"16,0 0-80-16,0 0-28 16,0 0-22-16,0 0 6 15,-22 8 9-15,22-8 17 16,0 0 17-16,0 0-2 15,0 0-15-15,0 0-18 16,0 0-9-16,0 0-15 16,13 0-25-16,7 0 27 15,11 0 21-15,10 0 2 16,9 0-19-16,6 0-10 16,-2 0-6-16,-3 0-6 15,-8 0-12-15,-10 0 4 16,-8-2 2-16,-8 1-9 15,-7 1-4-15,-6 0-7 16,-4 0 0-16,0 0-1 0,0 0-48 16,0 0-58-16,0 0-58 15,0-5-103-15,4 0-121 16,3-4-344-16</inkml:trace>
  <inkml:trace contextRef="#ctx0" brushRef="#br0" timeOffset="46716.21">8408 6563 124 0,'0'0'124'15,"0"0"-63"-15,0 0 15 0,0 0 4 16,0 0-20 0,0 0 14-16,0 0-3 0,-31 86 2 15,31-72-12-15,6 1 7 16,11-4-5-16,0 2 2 16,5-2-1-16,1-2-15 15,2-3-11-15,-2-3-9 16,4-3-12-16,-2 0 3 15,0 0 2-15,-3 0 0 16,0-2 4-16,-2-10 0 16,-3-2-10-16,0 0-3 15,-7-3-6-15,-2-2 5 16,-6 0-1-16,-2-2 14 16,0 0 21-16,-2 2-28 0,-14 1-9 15,-3 2-8-15,0 2 13 16,-6 4-14-16,-4 2-30 15,0 4-60-15,-2 4-67 16,-4 0-71-16,6 2-77 16,6 6 9-16</inkml:trace>
  <inkml:trace contextRef="#ctx0" brushRef="#br0" timeOffset="47332.9">8544 6729 297 0,'0'0'246'0,"0"0"-82"16,0 0-44-16,0 0-52 16,0 0-31-16,0 0-5 15,0 0-3-15,-84 24-9 0,70-10-8 16,1 3 1-1,-1 2-7-15,3 1-5 0,3 4 0 16,1-2 4-16,2 3-5 16,5-6 0-16,0 2-1 15,0-2-11-15,5-5-2 16,10 1 14-16,6 0 32 16,-2-6 17-16,4 1-7 15,1-4-9-15,3-2-2 16,0-4 5-16,-3 0-9 15,3 0-1-15,-5 0-2 16,1-4 0-16,-6-4 2 0,-1-2 8 16,-1 0-5-1,-3-2-5-15,-6 0 7 0,-1-4 5 16,-3-2 11-16,-2-2-9 16,0-4-9-16,0-1-16 15,-4 0-12-15,-9-1-1 16,-3 3-19-16,-3 3-37 15,0 4-42-15,-4 2-63 16,5 5-82-16,5 3-149 0</inkml:trace>
  <inkml:trace contextRef="#ctx0" brushRef="#br0" timeOffset="48300.16">8882 6636 176 0,'0'0'204'0,"0"0"-93"16,0 0 8-16,0 0-9 15,0 0-35-15,0 0 6 0,0 0 9 16,-31 109-8-16,31-82-27 15,0 1-26-15,8 0-12 16,7 0-7-16,7-4-1 16,7-6 19-16,3-5 3 15,1-7 1-15,-2-3 3 16,0-3-10-16,-4 0-2 16,-2 0 0-16,-4-11-4 15,-2-2-10-15,-4-1-8 16,-1-2 11-16,-4-3-12 15,-3 0-14-15,-2-3-15 16,-5 1-20-16,0-1 32 16,0 4 17-16,0-2 11 0,-7 4 10 15,0 2 20-15,3 4 7 16,0 3 24 0,1 2 0-16,3 4-13 0,0-2-22 15,0 3-34-15,0 0-3 16,0 0-24-16,0 0-15 15,0 6 0-15,0 10 23 16,0 4 10-16,0 8 6 16,0 5 1-16,0 5 5 15,3 4-5-15,1 2 11 16,-2-2-12-16,0 2-3 16,-2-4-20-16,0-1 1 15,0-1-7-15,0-2-2 16,-6-4-12-16,-5 0-5 15,-3-6-7-15,1-4-31 0,-3-4 1 16,-1-6 37-16,1-3 44 16,-3-3 4-16,0-1 56 15,-4-3 28-15,1-2-14 16,-4 0 2-16,1 0-1 16,-2 0-21-16,1-8-13 15,5-4-35-15,4-2-2 16,5-16-109-16,8 2-137 15,2 3-408-15</inkml:trace>
  <inkml:trace contextRef="#ctx0" brushRef="#br0" timeOffset="51549.96">9709 6591 20 0,'0'0'308'0,"0"0"-79"15,0 0-51-15,0 0 8 16,0 0-52-16,0 0-48 16,0-16-30-16,0 16-21 15,0 0-12-15,0 0-11 16,0 0-12-16,0 6 0 16,0 12 7-16,0 6 32 15,0 8 14-15,0 4-20 16,0 4-10-16,0-2-1 15,0-1-10-15,0-5 1 16,0-4 3-16,0-6 0 0,0-4 5 16,0-4-2-16,2-4 0 15,-2-2-9-15,0-4-1 16,0-2-7-16,0 0 6 16,0-2 5-16,2 0-3 15,-2 0-10-15,3 0-52 16,2 0-54-16,-3-4-70 15,0-4-207-15</inkml:trace>
  <inkml:trace contextRef="#ctx0" brushRef="#br0" timeOffset="51969.3">9584 6749 253 0,'0'0'148'0,"0"0"-41"16,0 0-33-16,0 0-8 15,0 0 38-15,0 0 33 16,0 0 8-16,90 0-33 16,-57-6-15-16,0 1-13 0,1-2-15 15,-5 1-26-15,-2 3-2 16,-5-2-19-16,-5 4-14 16,-3-2 0-16,-5 3-8 15,-5 0 0-15,-2 0 0 16,2 0 0-16,-4 0-22 15,2 0-44-15,0 0-44 16,6 0-27-16,3 0-51 16,1 0-110-16,-3 0-391 0</inkml:trace>
  <inkml:trace contextRef="#ctx0" brushRef="#br0" timeOffset="54784.27">10251 6816 341 0,'0'0'297'0,"0"0"-40"15,0 0-65-15,0 0-37 16,0 0-55-16,0 0-64 16,0 0-21-16,2-28-2 15,7 18 1-15,-1-1 1 16,0 0 1-16,0-3-5 16,1 0-10-16,-1-3 1 15,0 3-1-15,-3 2 5 0,-1 2 1 16,-2 4 9-1,0 3 9-15,-2 0-3 0,0 3 0 16,0 0-12-16,0 0-10 16,0 0-13-16,0 0-9 15,0 0-14-15,0 10-1 16,0 10 23-16,0 9 14 16,0 6 2-16,0 8 9 15,0 0-1-15,0 2-1 16,0-5-2-16,0-5-6 15,0-6 0-15,0-5 8 16,0-8 9-16,0-1 0 16,0-6-1-16,0-1 2 15,0-4-6-15,0-2-7 16,0 0 1-16,0-2-7 0,0 0-5 16,0 0-70-16,14 0-39 15,-1-4-88-15,5-4-179 16</inkml:trace>
  <inkml:trace contextRef="#ctx0" brushRef="#br0" timeOffset="55583.09">10552 6782 253 0,'0'0'261'16,"0"0"-98"-16,0 0 29 16,0 0-61-16,0 0-38 15,0 0-25-15,0 0-13 0,31-93-7 16,-16 85-24 0,4 2 7-16,0 3-8 0,1 3-13 15,1 0-1-15,-2 0-3 16,-1 0 2-16,-3 0 2 15,-1 3-9-15,-1 8 6 16,1 2 3-16,-5 4-9 16,-3 2-1-16,-3 6 1 15,-3 7-1-15,0 8 0 16,-3 4 2-16,-19 2 5 16,-4 4-2-16,-5-4-5 15,-3-4-13-15,3-3-8 16,4-10-24-16,7-7-17 15,4-4 16-15,7-8-3 16,3-3 11-16,4-6 18 0,-1-1 20 16,1 0 25-16,2 0 31 15,0-4-12-15,0-7-23 16,0 0-15-16,0 0 4 16,0 0-10-16,5 4-1 15,1 0 1-15,5 3 0 16,1 2 0-16,5 2-7 15,3 0-2-15,3 0 8 16,4 2-6-16,0 6 7 16,-2 0 0-16,0-2 10 15,0-1 23-15,-5-3 21 16,-2-2 4-16,0 0 7 0,-1 0-5 16,1 0-18-16,-3-7-20 15,1-3-9 1,-5 0-13-16,-1 2 0 0,-4 3-48 15,1 2-59-15,-5-3-63 16,0 5-150-16,0-1-280 0</inkml:trace>
  <inkml:trace contextRef="#ctx0" brushRef="#br0" timeOffset="56532.87">11011 6807 87 0,'0'0'392'15,"0"0"-170"-15,0 0-30 16,0 0-79-16,0 0-72 16,0 0-41-16,0 0-19 15,-20 33 19-15,15-6 6 16,3 6 14-16,2 1 0 15,0 2-4-15,0 0 3 16,11-4-9-16,5-4-9 16,1-6 12-16,2-6 2 0,-2-6-4 15,1-6-2-15,-1-4 4 16,-1 0 15-16,-1 0-7 16,4-14-12-16,-3-2-6 15,-1-2-3-15,-2 1-11 16,1-6-9-16,-3 2 0 15,-2 0 20-15,-4 0 6 16,-5 2 18-16,0 3 4 16,0 0 11-16,0 4 10 15,0 2 9-15,0 4 2 16,0 2-1-16,0 0 4 16,0 4-7-16,0 0-18 0,0 0-32 15,0 0-6-15,0 0-36 16,0 14-5-16,0 8 25 15,0 6 16-15,-3 8 1 16,1 8 5-16,-1 4-5 16,1 4 0-16,0 1 11 15,-3-1-12-15,1-6-8 16,-5-2-13-16,0-6-8 16,0-4 0-16,-2-3 3 15,3-6 8-15,-4-3 4 16,3-3-5-16,-1-5 12 15,-2-3-1-15,1 0 8 16,-1-7 0-16,-3-3 2 0,-3-1 31 16,-1 0 12-16,-6 0-24 15,-2 0-8-15,2 0-13 16,1-4-51-16,6-2-81 16,2-7-127-16,5 0-104 15,7 3-195-15</inkml:trace>
  <inkml:trace contextRef="#ctx0" brushRef="#br0" timeOffset="60552.23">11691 6793 146 0,'0'0'187'0,"0"0"-65"16,0 0 16-16,0 0-31 15,0 0 0-15,0 0-19 16,0 0 1-16,-63 0-9 0,63 0-24 16,0 0-18-1,0 0-6-15,0 0-6 0,0 0-4 16,0 0-2-16,0 0-6 16,7 0-2-16,8 0-12 15,7 0 8-15,10 0 3 16,5 7 8-16,8 0 0 15,4-3 14-15,0 2 8 16,-5-4 4-16,-3 1 7 16,-10-3-13-16,-7 0-9 15,-6 0 6-15,-7 0-4 16,-4 0-13-16,-4 0-10 16,-3 0-8-16,0 0 8 15,0 0-9-15,0 0-27 16,0 0-62-16,15 0-77 15,-1 0-167-15,5-6-300 0</inkml:trace>
  <inkml:trace contextRef="#ctx0" brushRef="#br0" timeOffset="61615.76">12545 6559 152 0,'0'0'239'0,"0"0"-95"15,0 0-27-15,0 0 3 16,0 0-25-16,0 0-25 16,0 0-31-16,-124-38-9 0,104 38-7 15,2 0-4-15,-2 0-3 16,2 2-3-16,0 9-6 16,3 0-6-16,1 3-1 15,3 0 0-15,5 2-1 16,4 0 1-16,2 1-16 15,0-3 7-15,6 1 9 16,11-3-24-16,6 0 18 16,2-3 6-16,2-4 0 15,-1-3-2-15,3-2-14 16,-5 0-7-16,1 0-7 16,0-2-3-16,-5-8 1 15,-5 3 16-15,1-4 15 16,-3-1 1-16,1-1 1 15,-5 2-1-15,-1-3 2 16,-3 2 19-16,-1-1 8 0,-4 2 9 16,0 3 24-16,0 0 3 15,0 0 3-15,0 4 11 16,0-1 8-16,0 4-5 16,0 1-20-16,0 0-21 15,0 0-21-15,0 0-20 16,0 0-12-16,0 0-17 15,0 4 7-15,0 10 15 16,0 6 7-16,0 4 7 16,0 7 6-16,0 2-5 15,0 5 3-15,5 2 2 0,0 4 0 16,-5 1-5-16,0-1 3 16,0-2-11-16,0-2 1 15,0-8 6 1,0-4 0-16,0-10 16 0,0-6 12 15,0-6 16-15,0-3 6 16,0-3-4-16,0 0-12 16,0 0-11-16,0 0-21 15,0 0-9-15,0 0-98 16,0 0-128-16,0-6-443 0</inkml:trace>
  <inkml:trace contextRef="#ctx0" brushRef="#br0" timeOffset="92315.6">2958 7016 162 0,'0'0'108'16,"0"0"-55"-16,0 0-8 16,0 0-16-16,0 0 3 15,0 0 22-15,13 8 6 16,5-8 9-16,7 2-20 15,6-2 3-15,9 0-7 16,10 0-5-16,10 0 21 0,6 0-11 16,10 0 2-16,4-4 42 15,1-2 2-15,-10 0-40 16,-15 2 8-16,-16 1-19 16,-16 0-16-16,-11 3-10 15,-11 0-9-15,-2 0-10 16,0 0-39-16,-2 0-83 15,-8 0-68-15,-4 0-171 0</inkml:trace>
  <inkml:trace contextRef="#ctx0" brushRef="#br0" timeOffset="95316.21">8371 7178 5 0,'0'0'23'15,"0"0"183"-15,0 0-72 16,0 0-96-16,0 0-5 16,0 0 6-16,-121 4-3 15,105-1 0-15,1-2 3 16,1-1-3-16,1 2-12 15,4-2 1-15,2 3-2 16,3-3 7-16,2 0 8 16,2 0-8-16,0 0-5 0,0 0-1 15,0 0 2-15,0 0-7 16,6 0 1-16,10 0-8 16,7 0-5-16,8 0 0 15,6 0 2-15,10 0-8 16,6 0 0-16,12 0-1 15,13 0 6-15,10 0-6 16,7 0 0-16,10 0 1 16,-5 0 8-16,-9 1 2 15,-13-1-5-15,-22 0 1 16,-20 0 2-16,-16 0 24 16,-11 0 35-16,-7 0 32 15,-2 0 6-15,0 0-38 0,0 0-35 16,0 0-33-1,0 0-58-15,6-6-87 0,1 1-144 16,-3-1-321-16</inkml:trace>
  <inkml:trace contextRef="#ctx0" brushRef="#br0" timeOffset="97149.53">10081 7375 155 0,'0'0'133'0,"0"0"-89"16,0 0 36-16,0 0-2 16,0 0-45-16,0 0-19 15,0 0-4-15,-48 6 5 16,46-6 2-16,-3 0-2 15,0 0-8-15,3 0-1 16,2 1-6-16,0-1 0 16,0 0-2-16,2 0 2 15,18 0 6-15,7 0 7 16,13 0 4-16,9 0 3 16,14 0-11-16,10 0 4 15,27 4 12-15,30 1 12 0,24-1-9 16,-10-2-5-16,-28 0-5 15,-38-2 4-15,-29 0 8 16,0 0-4-16,-5 0-11 16,-3 0-9-16,-15 0-5 15,-10 0 0-15,-9 0 6 16,-3 0-7-16,-2 0-16 16,0 0-46-16,-2 0-86 15,0-4-86-15,0 2-228 0</inkml:trace>
  <inkml:trace contextRef="#ctx0" brushRef="#br0" timeOffset="102348.17">2805 8328 71 0,'0'0'32'0,"0"0"100"0,0 0 50 15,0 0-55-15,0 0 26 16,118 4 22-16,-78-4-52 16,9 0-8-16,-1-7 10 15,2 1-18-15,-4-1-40 16,-3-2-8-16,-5 3-28 15,-9 2-23-15,-4 3-8 16,-8-2 0-16,-3 3-67 16,-8 0-124-16,-4 0-169 15,-2 7-33-15</inkml:trace>
  <inkml:trace contextRef="#ctx0" brushRef="#br0" timeOffset="103032.31">2892 8324 10 0,'0'0'51'15,"0"0"168"-15,0 0-111 16,0 0-24-16,0 0-8 16,0 0-6-16,-56 110-18 15,49-90-16-15,1-2-10 0,4-4-15 16,2-1-4-16,0-6-5 16,0-1-2-16,0-4 0 15,0 0 0-15,0-2 32 16,0 0 28-16,4 0 34 15,7-2-17-15,5-6-27 16,3-1-21-16,2 0 0 16,-4 1 0-16,1 0 7 15,0-1-4-15,-3 2 3 16,4 1 7-16,-2 2-13 16,1 2 3-16,-1 0-10 15,2 2-5-15,-1 0-5 0,-1 0-4 16,1 0-2-1,0 8 1-15,0-1-6 16,-1 4-1-16,-1 1 0 0,-5 1-1 16,1 1-7-16,-6 5 0 15,-1 4 7-15,-3-2-16 16,-2 3 1-16,0 2-3 16,0 0 3-16,-7 0 9 15,-7 1 1-15,-1-4 0 16,-3 4-11-16,1-5 5 15,-6-5 10-15,1 2-5 0,0-7 5 16,-3-5 2 0,1-1 19-16,-1-1-4 0,-2-5 1 15,1 0-8 1,-3 0-8-16,4 0-17 16,5-5-73-16,9-18-65 0,5-1-157 15,6 2-410-15</inkml:trace>
  <inkml:trace contextRef="#ctx0" brushRef="#br0" timeOffset="103999.44">3397 8457 38 0,'0'0'334'0,"0"0"-111"16,0 0-50-16,0 0-46 0,0 0-65 15,0 0-45 1,0 0-5-16,-29 25 2 15,27-3 5-15,0 4 4 16,-1 4 19-16,3 4 0 16,0-2-7-16,0 0-5 0,14-3-11 15,2-5-4-15,4-6-5 16,-1-4 24-16,4-6 8 16,-1-4-7-16,1-4 3 15,1 0-16-15,-2-4-2 16,-1-12 8-16,0-2-7 15,-3-5-9-15,-1 1-3 16,-5-1 1-16,-3-2-9 16,-5 1 7-16,0 2-8 0,-4 2 10 15,0 2 24-15,0 2 20 16,0 4 8-16,-4 1-3 16,0 7 11-16,-2-3-15 15,3 5-20-15,1 2-16 16,0 0-19-16,0 0-13 15,-2 0-9-15,-2 16 3 16,0 4 2-16,4 10-2 16,2 4 13-16,0 9 5 15,0 2 1-15,2 4 7 16,10 1-7-16,-6 0-36 16,1-4-43-16,-7-2 0 15,0-6-18-15,0-2 28 16,-5-1 21-16,-11-6-26 15,-1-3-8-15,-6-4-8 0,-1-4 6 16,-3-1-7-16,-4-4 26 16,-3-8 25-16,1-3 6 15,2-2-41-15,2 0-30 16,-5-7-83-16</inkml:trace>
  <inkml:trace contextRef="#ctx0" brushRef="#br0" timeOffset="109182.02">3970 8356 48 0,'0'0'190'0,"0"0"32"16,0 0-74-16,0 0-21 15,0 0-6-15,0 0-16 16,0-43-14-16,0 43-7 15,0 0 0-15,0 0-13 16,0 0-20-16,0 0-15 0,0 0-1 16,0 0-10-16,0 0-4 15,0 0-6-15,0 0-6 16,0 9-9-16,0 9 16 16,0 8 26-16,0 7 6 15,0 4-27-15,0 5-4 16,2 2-5-16,2 2-5 15,1-4-4-15,-1-3 3 16,1-7-5-16,0-5 5 16,1-4-5-16,-2-5 0 15,3-4 1-15,-5-6 4 0,2-3 0 16,-4-2-5-16,4-3 6 16,-4 0 2-16,0 0 2 15,0 0-11-15,0 0-45 16,0-14-79-16,0-2-154 15,0 2-323-15</inkml:trace>
  <inkml:trace contextRef="#ctx0" brushRef="#br0" timeOffset="109598.34">3792 8528 175 0,'0'0'215'0,"0"0"-32"16,0 0 5-16,0 0-41 16,0 0 26-16,0 0-29 15,0 0-10-15,116 0-18 16,-79-2-31-16,1 2-26 0,-7-2-15 16,-2 2-18-16,-6 0-10 15,-3-2-7-15,-3 2 3 16,-3-2-6-16,-1 2-6 15,-4-2 0-15,3 0-54 16,-2 0-64-16,9-8-73 16,-4 0-185-16,-1 0-446 0</inkml:trace>
  <inkml:trace contextRef="#ctx0" brushRef="#br0" timeOffset="110166.59">4475 8183 3 0,'0'0'130'0,"0"0"42"0,0 0-93 16,0 0 10-16,0 0-25 15,0 0-8-15,0 0 6 16,-52 110 26-16,52-90-3 16,0-1-24-16,0-4 0 15,8 0 5-15,7-5-1 16,4-2 0-16,3-5 9 16,5-3-16-16,-1 0-16 15,1 0-16-15,-5-3-8 16,-1-8 2-16,-6-1 15 15,-3 1-2-15,-4-3 1 16,-1-2-4-16,-5 0-2 16,-2-5-21-16,0 2-6 0,0-2-1 15,-9 4 1-15,-9-2-1 16,-1 7-11-16,-4 2-4 16,-4 5 2-16,0 5-48 15,3 0-68-15,4 7-78 16,2 17-56-16,7-5-39 15</inkml:trace>
  <inkml:trace contextRef="#ctx0" brushRef="#br0" timeOffset="110733.02">4567 8440 80 0,'0'0'373'16,"0"0"-143"-16,0 0-54 15,0 0-58-15,0 0-57 16,0 0-47-16,0 0-8 16,-92-8 1-16,79 22 2 15,-1 2 0-15,2 2 4 0,1 3-12 16,1 2 6-16,6 3-7 16,4-2 0-16,0-2-10 15,0-1-3-15,9-3 13 16,7-3 17-16,4-1 25 15,2-2 23-15,2 0-17 16,3-1-12-16,0-3-25 16,-2 0 4-16,-1-5-9 15,-2 0-5-15,-2-3 0 16,-2 0 8-16,-2 0 4 16,-3-10 3-16,1-8 33 15,-6-7 19-15,-1-2-5 0,-2-4-11 16,-5-1-11-16,0 3-25 15,0 2-15-15,-12 5-1 16,-5 4-18-16,-1 6-38 16,2 4-61-16,-2 0-62 15,8 4-114-15,0 4-233 0</inkml:trace>
  <inkml:trace contextRef="#ctx0" brushRef="#br0" timeOffset="111599.16">4850 8396 196 0,'0'0'266'16,"0"0"-106"-16,0 0-45 15,0 0-58-15,0 0 45 16,0 0 4-16,0 0-34 15,-9 94-39-15,25-66-8 16,1-2-5-16,6-4-4 16,-1-4 6-16,-2-8-3 15,2-4 14-15,-3-5 3 16,0-1 3-16,-1 0-4 0,-1-7-9 16,2-9-13-1,-3-4 0-15,-1-1-7 0,-7-2-6 16,-2-3 0-1,-6 1 0-15,0 2 21 0,0 3 19 16,0 0 2-16,0 6 29 16,0 4-8-16,-6 2-14 15,4 3 1-15,2 4-18 16,-2 1-32-16,2 0-19 16,-2 0-18-16,0 6-1 15,0 12 27-15,0 3 4 16,2 8 7-16,0 7 6 15,0 4-4-15,0 6 8 0,6 2-3 16,3 4-5-16,0 1-2 16,-2-1 0-16,-5-6-15 15,-2-4 1-15,0-2-5 16,-2-6 8-16,-11-2 1 16,-3-4 3-16,-3-3-5 15,-2-6 5-15,-4-5 6 16,0-6 2-16,-4-6 14 15,0-2-4-15,0 0-11 16,3 0-4-16,4-7-98 16,-1-14-126-16,7 6-149 15,6 0-526-15</inkml:trace>
  <inkml:trace contextRef="#ctx0" brushRef="#br0" timeOffset="117215.5">5402 8537 2 0,'0'0'0'16,"0"0"-2"-16,0 0 2 16,0 0 195-16,0 0-57 15,0 0-42-15,-38 17-10 16,36-17-6-16,2 0 5 15,0 0 16-15,-2 0-2 16,2 0-18-16,-2 0-3 16,2 0-7-16,-2 0-6 15,2 0-17-15,0 0-16 16,0 0-12-16,0 0-10 16,0 0 8-16,0 0 2 0,0 0 0 15,0 0-14 1,0 0-6-16,6 0-16 0,5 0 16 15,7 0 10-15,9 0 34 16,7 0-2-16,5 0-6 16,4 0 2-16,1 0 1 15,-2 0 3-15,-5-5 21 16,-4-1-21-16,-6 0-5 16,-5-1-11-16,-6 3-1 15,-5 2-9-15,-7 0-4 16,1 2-11-16,-5-2-1 15,0 2-9-15,0 0-55 0,0 0-61 16,0 0-93 0,0 0-313-16,0 0-199 0</inkml:trace>
  <inkml:trace contextRef="#ctx0" brushRef="#br0" timeOffset="117965.61">5906 8390 29 0,'0'0'300'16,"0"0"-43"-16,0 0-111 16,0 0-42-16,0 0-47 0,0 0-19 15,0 0 2-15,73-58 14 16,-66 48 7-16,0 0-5 16,-2 4 11-16,-3-3-12 15,0 4-22-15,-2-4-3 16,2 4-1-16,-2 1 8 15,2-1 8-15,-2 2 27 16,0 0 8-16,0 2-13 16,0 1-10-16,0 0-20 15,0 0-21-15,0 0-16 16,0 0-9-16,0 0-15 16,0 0-10-16,5 10 9 15,-1 11 25-15,3 8 5 16,2 5 3-16,0 9 3 0,-1-2-3 15,0 5-6 1,0-2 5-16,-3-2-4 0,-1-6-3 16,0-6 1-16,-2-5-1 15,2-6 2-15,-2-7 10 16,-2-2 5-16,2-1-2 16,0-7-4-16,0 0-3 15,-2-1 0-15,2-1 6 16,-2 0 2-16,3 0-16 15,-1 0-38-15,2 0-57 16,10 0-93-16,-1-7-176 0,3-4-613 16</inkml:trace>
  <inkml:trace contextRef="#ctx0" brushRef="#br0" timeOffset="118665.31">6243 8340 264 0,'0'0'290'15,"0"0"-101"-15,0 0-10 16,0 0-46-16,0 0-29 16,0 0-15-16,0 0-31 15,56-80-12-15,-39 77-11 16,1 3-18-16,-1 0-8 15,4 0-9-15,-1 12 0 16,0 7 0-16,0 3 0 16,-3 4 0-16,-3 1-2 15,-5 4 2-15,-5 3-1 0,-4 4-5 16,0 0-14 0,-6 1 0-16,-13-2-17 0,0 0-12 15,-3-4-23-15,-3-5-9 16,3-3 1-16,0-7-25 15,3-7-8-15,7-5 32 16,3-3 9-16,1-3 14 16,6 0 28-16,0 0 23 15,2-6 7-15,0-4 1 16,0 2 50-16,0-2 22 16,14-1-11-16,3 3 21 15,6 1 0-15,-1-2-15 16,2 5 6-16,3 3-16 15,0 1-7-15,0 0-17 0,-3 0-8 16,1 0-8 0,-3 0-2-16,0 1-5 0,-3 2 10 15,-4-3 19-15,-1 0-9 16,-4 0-10-16,-1 0 1 16,-5 0-9-16,4-8-13 15,-2-2-19-15,1-15-100 16,-3 5-160-16,0 3-285 0</inkml:trace>
  <inkml:trace contextRef="#ctx0" brushRef="#br0" timeOffset="119414.83">6632 8420 103 0,'0'0'99'16,"0"0"161"0,0 0-129-16,0 0-7 0,0 0 2 15,0 0-22-15,0 0-19 16,23 94-14-16,-5-76 3 16,-1-3-13-1,4-4-8-15,-4-7-6 0,1-2-10 16,-2-2 2-16,-1 0-14 15,1 0-5-15,-1-8-8 16,1-5-5-16,-5-2-7 16,0-3-7-16,-3-2-8 15,-4 0-5-15,-2-1 10 16,-2 0 10-16,0 3 0 16,0 0 25-16,0 4 23 0,-2 2 8 15,-2 3 10 1,-2 3-18-16,4 5-7 0,2-2-11 15,-2 3-30-15,0 0-18 16,-3 0-14-16,3 13 6 16,0 9 11-16,0 9 1 15,2 10 2-15,0 6 12 16,4 6 0-16,9 6-10 16,1-4-44-16,-3 3-3 15,1-5-17-15,-6-6-55 16,-2-5 35-16,-4-7 1 15,0-7 25-15,0-2 9 16,-6-7 23-16,-6-2 25 16,-3-3 11-16,-1-5 11 15,-1-4 21-15,-4-2 6 0,-3-3-7 16,-5 0-9-16,0 0-22 16,-3 0-3-16,1-6-65 15,-13-13-128-15,9 3-130 16</inkml:trace>
  <inkml:trace contextRef="#ctx0" brushRef="#br0" timeOffset="122052.81">7145 8401 51 0,'0'0'229'15,"0"0"-43"-15,0 0-63 16,0 0-11-16,0 0 37 15,0 0-32-15,0 0-6 16,112 3-22-16,-81-3-29 16,-2 0-28-16,0 0-14 15,-3 0-10-15,1 0-2 16,-3 0 1-16,1 0-6 16,-2 0 8-16,-6 0-9 0,-1-4-11 15,-5 0-25 1,-7 2-40-16,-4-4-65 0,0 1-157 15,-4 2-222-15</inkml:trace>
  <inkml:trace contextRef="#ctx0" brushRef="#br0" timeOffset="122431.27">7189 8588 91 0,'0'0'183'0,"0"0"-98"16,0 0 2-16,0 0-25 15,0 0-6-15,0 0 16 16,0 0 51-16,0 49-2 15,16-49-18-15,11 0 11 16,8 0-14-16,13-9-13 16,2-5-12-16,2-1-9 15,-6-2-1-15,-5 5-39 16,-14 4-24-16,-10 2 4 16,-6 4-6-16,-4 2-35 15,-2 0-46-15,-1 0-77 0,0 0-72 16,1 4-61-16,-3 2-46 15</inkml:trace>
  <inkml:trace contextRef="#ctx0" brushRef="#br0" timeOffset="123999.19">4429 6297 240 0,'0'0'265'16,"0"0"-79"-16,0 0-37 15,0 0-67-15,0 0-46 16,0 0-20-16,0 0-15 16,0 9 22-16,0 3 52 15,0 4-16-15,0 6-28 16,0 0-2-16,0 4-12 16,0 1-4-16,0-4-6 15,0-2-1-15,0-5-5 16,4-2-1-16,-1-4 1 15,-1-4 6-15,-2-2-6 16,2-1 0-16,-2-2-1 16,0-1-13-16,0 0-16 0,2 0-33 15,-2-4-56-15,0-8-149 16,0 0-356-16</inkml:trace>
  <inkml:trace contextRef="#ctx0" brushRef="#br0" timeOffset="124648.5">4402 6309 75 0,'0'0'68'0,"0"0"-20"16,0 0 15-16,0 0 16 16,0 0-21-16,0 0 14 15,0 0 9-15,44 1-15 16,-21-1-25-16,2 0-15 15,4 0-12-15,4 0-5 16,2-1-8-16,7-4 6 16,1 1-6-16,-1-2 1 0,3 0-2 15,-5 0 1-15,-4 2-1 16,-3-2 0-16,-4 0 1 16,-4 0-1-16,-3 0 2 15,-4 2 8-15,-4-2 4 16,-4 4-2-16,-3-2 5 15,-1 2-10-15,-3 2-6 16,0 0-1-16,-3 0 0 16,2 0 0-16,-2 0 0 15,0 0 6-15,0 0 17 16,0 0 14-16,0 0-11 16,0 0-26-16,0 0-4 0,0 0-10 15,0 0 14 1,0 11 7-16,4-2 19 0,0 5-1 15,1 0 1 1,-1 2-3-16,2-2-3 0,-2-1 0 16,0-4 11-16,-2-1-2 15,0-4-8-15,0 1-5 16,-2-4-10-16,3 1-6 16,-1-2-1-16,6 0-95 15,2 0-96-15,1 0-186 0</inkml:trace>
  <inkml:trace contextRef="#ctx0" brushRef="#br0" timeOffset="125464.93">6762 6413 242 0,'0'0'186'15,"0"0"-46"-15,0 0-12 16,0 0-10-16,0 0-22 16,0 0-30-16,0 0-11 15,0-13 0-15,0 13 0 16,0 0-10-16,0 0-3 15,0 0-9-15,0 0-33 0,0 0-17 16,0 14 5 0,-3 7 12-16,3 3 10 0,0 2-3 15,0 2-7-15,0-5 1 16,0 2 1-16,0-5-1 16,0-4-1-16,0-4 7 15,0-2-6-15,0-4 5 16,0-3-4-16,0-2 4 15,0-1-4-15,0 0-2 16,0 0-17-16,0 0-44 16,0-12-86-16,0-4-210 0</inkml:trace>
  <inkml:trace contextRef="#ctx0" brushRef="#br0" timeOffset="126082.78">6800 6386 149 0,'0'0'264'16,"0"0"-114"-16,0 0-46 0,0 0-18 15,0 0-8-15,0 0-8 16,0 0 0-16,89-8-7 16,-58 4-10-16,3 0-23 15,-1 1-18-15,0-1-3 16,1 0-8-16,-1-1 8 16,-2 1-2-16,2 1 8 15,1-3-4-15,-3-1-9 16,0 1 5-16,-2 0-6 15,-4 0 0-15,-3 1 0 16,-4 3 1-16,-4-3-1 16,-6 4 2-16,-4-2-2 15,1 3-1-15,-5 0 2 0,0 0-1 16,0 0 5 0,0 0 10-16,0 0-4 0,0 0-4 15,0 0-8-15,0 0-7 16,0 0-2-16,0 0-1 15,0 0-3-15,0 3 13 16,0 5 0-16,0 8 24 16,0 1-6-16,0 3-7 15,0 7 4-15,2-1-9 16,3-1 2-16,-3 1-7 16,1-3 5-16,-1-5-6 15,-2-4 0-15,0-2 2 16,2-5 4-16,-2-2-6 15,0-4 0-15,0 2-53 16,0-3-63-16,0 0-149 16,0-4-132-16</inkml:trace>
  <inkml:trace contextRef="#ctx0" brushRef="#br0" timeOffset="127098.47">12127 6242 42 0,'0'0'42'16,"0"0"46"-16,0 0 36 15,0 0-7-15,0 0-3 16,0 0-2-16,0 0 1 16,0 19-22-16,0-4-9 15,0 6-12-15,0 4-23 16,0 3-5-16,2 3-9 16,3 1-12-16,-1-3-7 0,-4 0-4 15,2-8 0 1,-2-4-10-16,0-5 1 0,0-5-1 15,0-6-10 1,0-1-44-16,4 0-30 0,2-1-25 16,0-14-76-16,-4-1-163 0</inkml:trace>
  <inkml:trace contextRef="#ctx0" brushRef="#br0" timeOffset="127781.79">12178 6204 137 0,'0'0'173'16,"0"0"-77"-16,0 0-46 16,0 0-12-16,0 0-1 15,0 0-7-15,0 0 6 16,0 0 6-16,0 0-6 16,7 0 19-16,8 0 32 15,8 0 2-15,4 0-29 16,6 0-7-16,5 0-2 0,1 0-12 15,2 0-10-15,-1 0-8 16,0-4-15-16,-5 2-6 16,2 0 1-16,-6 2-1 15,0 0 0-15,-5 0 0 16,-1 0 0-16,-5 0-8 16,-3 0 0-16,-3 0-1 15,-1 4 0-15,-3 0-9 16,-1 1 0-16,-3-4 12 15,-2 0 6-15,-2-1 0 16,1 3 1-16,0-3 5 16,-3 0-6-16,2 0 0 0,-2 2-6 15,2-2 5 1,0 1-1-16,0 2-7 0,1 1-2 16,-3 2 10-16,2 0-1 15,0 6-6-15,0 1 2 16,0 4 6-16,0 3 1 15,1 0 1-15,-3-2-1 16,2 0 0-16,-2-2 0 16,0-4-1-16,0-3 1 15,0-3 9-15,0-5-4 16,0-1-6-16,0 0 0 16,0 0 0-16,0 0-64 15,0-1-121-15,0-7-154 0</inkml:trace>
  <inkml:trace contextRef="#ctx0" brushRef="#br0" timeOffset="129699.81">7824 8388 227 0,'0'0'242'0,"0"0"-131"16,0 0-16-16,0 0 6 15,0 0-28-15,0 0-7 16,0 0 3-16,112-88-12 15,-85 81-1-15,-1 6 1 16,-1 1-4-16,-1 0 12 16,-1 0-28-16,-4 0-17 0,0 14-13 15,-1 2-6 1,-3 5 7-16,-4 5-7 0,-4 6 0 16,-7 5-1-16,0 1 1 15,-7 4 1-15,-13 0 9 16,-7-2-1-16,-2-2-1 15,3-4-9-15,1-6-4 16,3-6-37-16,4-3 6 16,2-5-30-16,5-6-23 15,5-4 14-15,1-4 29 16,5 0 37-16,0 0 0 16,0 0 7-16,0 0-8 15,0 0-4-15,9-6 13 16,4 2 6-16,3 0-3 0,7 2 10 15,3 2 14-15,3 0 5 16,5 0 6-16,-3 0 5 16,2-2 12-16,1 0 2 15,-1-2 6-15,-2-4 22 16,-2 2 2-16,-4-2-10 16,-6 0-18-16,0-1-32 15,-9 4-16-15,0-1-3 16,-4 0-8-16,1-3-11 15,-1 2-96-15,3-14-114 16,1 6-154-16,-2-2-453 0</inkml:trace>
  <inkml:trace contextRef="#ctx0" brushRef="#br0" timeOffset="130249.61">8450 8278 189 0,'0'0'166'0,"0"0"-45"16,0 0 8-16,-35 102-4 15,35-70 5-15,0 5-14 16,0-6-28-16,2 1-14 16,10-1-8-16,3-6-9 15,5 0-2-15,3-4 1 16,0-3-5-16,2-1-4 15,2-6-23-15,0-4 5 16,0-6-4-16,2-1 19 16,0 0-18-16,-2 0-14 0,1-8 2 15,-6-3 2 1,1-6 2-16,-8-2 1 0,-1-3 1 16,-8-5 21-16,-1-5 0 15,-5-1 0-15,0-6 11 16,0-3 9-16,-11 0-17 15,-14 2-13-15,-2 4-4 16,-4 4-18-16,-2 7-9 16,-1 8-1-16,1 9-9 15,6 3-53-15,2 5-79 16,-6 13-113-16,10 14-230 16,2-1-201-16</inkml:trace>
  <inkml:trace contextRef="#ctx0" brushRef="#br0" timeOffset="135631.76">9190 8432 23 0,'0'0'10'0,"0"0"195"16,0 0-65-16,0 0-30 0,0 0 15 15,0 0-6-15,-57 0-18 16,54 2-48-16,0-2-24 16,-1 2-16-16,2 2 0 15,-2 0 6-15,-1-2 11 16,3 2 1-16,0-4 2 15,2 1-4-15,0-1-8 16,0 0-2-16,9 0-19 16,9 0 47-16,8 0 38 0,8 0-27 15,2 0-28 1,3 0-8-16,-1 0-7 0,0 0 5 16,-9 0 13-1,-2 0-1-15,-9 0-4 0,-5-1-11 16,-4 0-9-16,-4 1-8 15,-5 0 0-15,2 0 0 16,-2 0-6-16,0 0-28 16,0 0-27-16,0 0-23 15,2-3-55-15,2 3-56 16,5-2-62-16,3 0 42 16,-4 0-291-16</inkml:trace>
  <inkml:trace contextRef="#ctx0" brushRef="#br0" timeOffset="136665.17">10006 8139 7 0,'0'0'8'0,"0"0"201"15,0 0 3-15,0 0-62 16,0 0-29-16,0 0-17 16,-133-8-40-16,110 8-20 15,-2 0-18-15,3 0-11 16,0 0-1-16,2 10 5 15,1 0 4-15,4 2-8 16,-1 1-7-16,6 2-7 16,-1 1 0-16,5 1 0 15,4-2-1-15,2 2-1 16,0-4-13-16,21 1-21 16,3-4-4-16,5-2 4 15,3-6 15-15,-1-2 19 16,-2 0-11-16,0 0 1 0,-2-7-4 15,-6-6 14 1,0 2-11-16,-3-1 11 0,-7-3-1 16,-3 3 1-16,-1 1 1 15,-2-2 9-15,-5 1 22 16,2 4 7-16,-2 0 12 16,0 1 13-16,0 2-1 15,0 1 13-15,0 2 12 16,0 0-6-16,0 2-8 15,0 0-1-15,0 0-8 16,0 0 3-16,0 0-19 16,0 0-17-16,0 0-27 15,0 0-4-15,0 8-33 0,0 9 14 16,0 8 19 0,7 6 0-16,-1 6 1 0,3 8 7 15,0 0-6-15,-2 4-1 16,-3-4 6-16,1-1-7 15,-5-2 2-15,0-9-2 16,0-5 1-16,0-7-1 16,0-9 0-16,0-5 1 15,0-4 0-15,2-3 27 16,-2 0 14-16,2 0-2 16,-2 0-20-16,2 0-20 15,2 0-60-15,8 0-178 0,-1 0-316 16,3-3-366-16</inkml:trace>
  <inkml:trace contextRef="#ctx0" brushRef="#br0" timeOffset="149814.96">10636 8663 1033 0,'0'0'347'0,"0"0"-347"15,0 0-339-15,0 0-344 0</inkml:trace>
  <inkml:trace contextRef="#ctx0" brushRef="#br0" timeOffset="150598.32">10614 8107 662 0,'0'0'257'0,"0"0"-122"15,0 0 4-15,0 0-10 16,0 0-16-16,0 0-77 16,0 0-36-16,15 11-1 15,-15 22 1-15,3 9 29 16,1 4 1-16,-2 4-12 15,3-1-5-15,-2-4 1 16,-1-4 4-16,0-5 8 16,-2-3-14-16,0-10 24 15,0-2 0-15,0-8 4 16,0-3-11-16,0-6-1 0,0-2-5 16,0-2-2-16,0 0 1 15,0 0-8-15,0 0 11 16,0 0-3-16,0 0-22 15,0-8-51-15,0 1-97 16,0 0-98-16,0 0-122 16,0 0-233-16</inkml:trace>
  <inkml:trace contextRef="#ctx0" brushRef="#br0" timeOffset="152565.43">10792 8316 345 0,'0'0'751'0,"0"0"-587"16,0 0-121-16,0 0-25 16,0 0-10-16,0 0 3 15,0 0-11-15,41-3-2 16,-41 3-55-16,0 0-102 15,0 0-188-15,-7 0-370 0</inkml:trace>
  <inkml:trace contextRef="#ctx0" brushRef="#br0" timeOffset="153264.79">10525 8324 139 0,'0'0'134'0,"0"0"-36"0,0 0 14 15,0 0 4-15,0 0-11 16,0 0-31-16,0 0-35 16,-20 0-12-16,20 0-5 15,0 0-5-15,0 0-1 16,0 0 17-16,4 0 40 15,16 0 47-15,7 0-16 16,2 0-42-16,3-5-21 16,-6-1-24-16,-4 5-2 15,-2-4-15-15,-5 4 2 16,-3 1-2-16,-3-3 0 16,-1 3 1-16,0-2-1 0,-2 1 2 15,1-2-2-15,-1 2 8 16,1 1-8-16,-2-3 0 15,-1 2-1-15,-4 1 1 16,3 0-10-16,-3 0-9 16,0 0-23-16,0 0-47 15,2 0-26-15,2 0-37 16,3-3-11-16,2 3 53 16,2-1 12-16,0-2 34 15,-4 3 5-15,-7 0-22 16,0 0 37-16,0 0 9 15,-7 0 25-15,-11 0 9 16,-2 0-25-16,0 0 14 0,-2 3 11 16,-3 1 1-16,3 0 0 15,-1 1 16-15,2 0-7 16,-6 1-9-16,4 0-6 16,6 0-59-16</inkml:trace>
  <inkml:trace contextRef="#ctx0" brushRef="#br0" timeOffset="154198.26">11064 8356 211 0,'0'0'345'16,"0"0"-112"-16,0 0-59 15,0 0-93-15,0 0-44 16,0 0 7-16,0 0-4 16,14-56 5-16,-8 41-3 15,-1 4 10-15,-1-3-18 16,0-3-10-16,-2 0-1 15,0 0-21-15,2-1 8 16,-2 3-1-16,-2 4 28 16,0 3 11-16,2 4 2 0,-2 2-15 15,0 2-8 1,0 0-11-16,0 0-11 0,0 0-5 16,0 0-17-16,0 0-2 15,0 2-7-15,2 13 24 16,-2 3-6-16,4 12 7 15,1 1 1-15,1 10 0 16,4 3 1-16,-2 2-1 16,1-2 1-16,0 0-1 15,-2-4 2-15,-3-6-1 16,1-6 5-16,-1-8-6 16,-2-4-1-16,-2-7 1 15,2-5 0-15,-2-3 0 0,0-1 1 16,3 0 12-1,-3 0-13-15,2 0-16 0,7-1-100 16,0-8-185-16,2 1-380 16</inkml:trace>
  <inkml:trace contextRef="#ctx0" brushRef="#br0" timeOffset="154615.01">11315 8253 149 0,'0'0'259'0,"0"0"-74"15,0 0-22-15,0 0 6 16,0 0-43-16,0 0-2 16,0 0-9-16,97-48 1 15,-59 40-13-15,-1 0-25 16,-1 2-22-16,2 2-39 15,-7 0-7-15,-2 1-8 16,-2 0-2-16,-9 3-29 0,-5 0-43 16,-5 0-67-16,-4 0-79 15,-4 5-139-15,0 2 30 16</inkml:trace>
  <inkml:trace contextRef="#ctx0" brushRef="#br0" timeOffset="155197.81">11398 8235 329 0,'0'0'197'0,"0"0"-67"15,0 0-81-15,0 0-48 16,0 0 0-16,0 0 6 16,0 0 5-16,-27 40-11 15,25-26 11-15,2-3-6 16,0-1 2-16,0-2-6 16,0-2 6-16,0-2-6 15,0-3 4-15,4 2 8 16,8-3 50-16,3 0 6 15,8 0-6-15,2 0-16 0,4-3-14 16,0-2 8-16,0-1 0 16,-6 1-10-16,-2 4-10 15,-3-1-9-15,-1 2-7 16,2 0-6-16,-2 0-1 16,3 8 0-16,-5 2 0 15,1 4-9-15,-5 1 9 16,-1 4-11-16,-6 1 3 15,-4 0-4-15,0 4 2 16,0-1 2-16,0 2 4 16,0-1 5-16,-12-4 0 15,-1-1 0-15,-3 0 0 16,-3-2 11-16,-4-4 34 0,1-3 25 16,2-3 11-16,4-7 0 15,-1 0 2-15,-1 0-2 16,-3-4-35-16,-2-9-46 15,-4-3-94-15,4 4-148 16,7 4-417-16</inkml:trace>
  <inkml:trace contextRef="#ctx0" brushRef="#br0" timeOffset="175281.16">2983 8151 168 0,'0'0'160'16,"0"0"-42"-16,0 0-33 15,0 0-11-15,-16 2-1 16,14-2-12-16,2 0-9 15,-2 0-2-15,2 0-5 16,0 0-10-16,0 0-2 16,0 0 3-16,0 0 0 15,-3 0-7-15,3 0-6 16,-2-2 19-16,0-4 0 0,0-3-10 16,-2-1-9-16,2 2 74 15,-1-3-33-15,3-1-41 16,-2 2-11-16,2-1 1 15,0 0 4-15,0 1-15 16,0 0 12-16,0-1-2 16,0-2 11-16,0 1-4 15,0-2-3-15,7 0-6 16,-1-2-1-16,3 0 3 16,3 0-1-16,-2-1-3 15,1 2-7-15,-1 1 12 16,-2 3-1-16,-1 4 2 15,-1-2-6-15,0 5 9 16,0-3-2-16,3-2-14 16,4-1 8-16,7-4-9 0,3-1 1 15,3-4 7-15,3 0-8 16,5 2 1-16,-1 1 0 16,0-1-1-16,-1 5 0 15,-1-3-1-15,-2 3 1 16,2 1 0-16,0 0-5 15,3 1 5-15,1-2 1 16,3 2 0-16,3-2 0 16,-4 2 0-16,-1 2-1 15,-5-1 1-15,-2 4-2 16,-2 0 2-16,0 2-2 16,-1-2 2-16,0 4-2 15,1 1 1-15,0 0-1 0,0 0-1 16,-2 0 1-1,-1 0 1-15,-2 0-1 0,0 0 0 16,-1 0 1-16,-2 0 0 16,-3 0 0-16,3 0 0 15,-4 0-6-15,-2 3-1 16,1 3 1-16,-2 0-2 16,2 1 2-16,-1 1 4 15,1-1 1-15,1 3-1 16,1 2 1-16,0-1-12 15,-2-1 12-15,-2-1-10 16,-3-2-1-16,1 0 2 0,-4 2-9 16,3-3 10-16,-1 2 8 15,2-2 1 1,-1 2 0-16,-1-1 0 0,4 4 0 16,-1-1-1-16,0 2 0 15,0 1 0-15,-2-2-12 16,0 1-6-16,-3 2-6 15,2-1 2-15,-2-2 7 16,-2 3-1-16,3 1 15 16,-3-2-5-16,1-1 5 15,-2 1 1-15,-1-1-8 16,0-1 9-16,2-1-1 16,1 3 1-16,-1-4-1 0,0 2 1 15,1-1-1 1,0-2 1-16,-1-1 0 0,0 0 0 15,-4-4-1-15,3 0 1 16,-3-2 0-16,0-1 1 16,0 0 6-16,2 0 0 15,-2 0 5-15,0 0-2 16,0 0-10-16,0 0-31 16,0 0-77-16,0-1-107 15,0-2-160-15,0 0-344 0</inkml:trace>
  <inkml:trace contextRef="#ctx0" brushRef="#br0" timeOffset="176315.34">4271 8003 175 0,'0'0'170'16,"0"0"-66"-16,0 0-32 15,0 0 7-15,0 0-14 16,0 0-23-16,0 0-19 15,15-6-13-15,-8 6-9 16,2 0 0-16,0 6-1 16,2 2 1-16,0 0 0 0,2 2-1 15,-2-1 1-15,-1 0 0 16,-2-3-1-16,-1-2 0 16,-3 0 0-16,-2-2 1 15,1-2-1-15,0 0 1 16,-3 0 2-16,0 0 4 15,0 0 0-15,2 0 1 16,0 0-1-16,4 0 4 16,1 0-9-16,2-4-1 15,2-4 6-15,0 0 14 16,-1-3 19-16,-4 4-2 16,1-1-2-16,-1 2 1 15,-4 2 7-15,3 0-21 16,-3 0-4-16,1-1-3 15,-1 2-6-15,0-2-9 0,0 1 9 16,-2 3 0 0,0 1-9-16,0 0-1 0,0 0 0 15,0 0-8-15,0 0-13 16,0 0 0-16,0 0 3 16,-4 0 18-16,-3 0 5 15,-2 0-5-15,2 0 0 16,1 0-1-16,2 1 1 15,0-1 0-15,2 0 0 16,0 0 0-16,0 0 0 16,0 0-6-16,0-7-5 15,0-5 11-15,2 2 12 16,0-2-11-16,0-1 7 0,0 3 0 16,0 5-8-16,0-1 2 15,0 3-1-15,0 2 9 16,0 1-5-16,0 0-5 15,0 0-6-15,0 0-19 16,0 0-14-16,-5 1-3 16,3 8 26-16,-4 0 2 15,0 4 12-15,0-1 1 16,-1-1-5-16,1 2-13 16,2-5-11-16,-2 1-11 15,4-3 1-15,0-1 12 16,0-1-11-16,-3-2-13 0,1 0-44 15,0-1-30-15,-3-1-70 16</inkml:trace>
  <inkml:trace contextRef="#ctx0" brushRef="#br0" timeOffset="176815.22">4307 7994 111 0,'0'0'124'16,"0"0"-41"-16,0 0-1 0,0 0-16 15,0 0-11-15,0 0-19 16,0 0 2-16,102-8-18 15,-86 8-19-15,-3 0 6 16,-5 0-6-16,2 2 0 16,-4 3-1-16,-1-1-1 15,-3 0 0-15,-2-2-7 16,2-2-8-16,-2 0-1 16,0 0 15-16,0 0 2 15,0 0 6-15,0 0 8 16,0 0 11-16,0 0-11 15,0-4-5-15,0-4-9 16,0-2 1-16,0 0 0 0,0 2 9 16,0-1 14-16,-4 8 7 15,-3 1-31-15,3 0-44 16,-6 0-10-16,4 14 31 16,-3 0 22-16,5-1-11 15,0 0-5-15,-2-1 4 16,4-5 0-16,2-2 3 15,0 0-19-15,0 0-61 16,0-3-221-16</inkml:trace>
  <inkml:trace contextRef="#ctx0" brushRef="#br0" timeOffset="181633.29">4518 7961 100 0,'0'0'140'0,"0"0"-8"15,0 0-26-15,0 0-17 16,0 0-5-16,0 0-8 16,0 0-14-16,0 0-20 0,0 0-17 15,0 0-2-15,0 0 4 16,0 0-9-16,0 0-7 15,0 0-5-15,0 0 23 16,0 0 13-16,0 0 13 16,0 0 7-16,0 0 2 15,0 0-21-15,0 0-5 16,0 0-8-16,0-4-18 16,0-3-11-16,0 1-1 15,0-2 6-15,0-1-5 16,2 0 1-16,1-1 6 15,1-1 6-15,0-1 8 0,1-1-2 16,-1-1 1-16,3 3-8 16,2-4-2-16,0 3-5 15,0-2-3-15,0 2-3 16,2-2 6-16,0 0-6 16,2-2 0-16,2 0 0 15,4 0 1-15,1-2-2 16,-1 2 1-16,6 0 0 15,0 0 0-15,2 0 0 16,4-1 0-16,-2 4-1 16,4-1 0-16,-2 1-6 15,3 3 6-15,1 1 0 16,1 1 0-16,1-1 0 16,4 1 1-16,-1 2-1 0,0-1 0 15,1 1 1-15,-2 1-2 16,-3 4-5-16,-1-2-3 15,-1 2-6-15,-3 1-3 16,2 0 13-16,2 0-5 16,-2 0 2-16,2 0-10 15,1 0 6-15,-3 0-4 16,-2 0-2-16,-4 1 3 16,-2 3-6-16,-6 1 0 15,0-2-2-15,-4 2-2 16,-1-1 0-16,-1 0 11 15,3 2 2-15,-3-2 2 16,1 1 5-16,-1 1 5 16,0 1 0-16,-2-1 0 0,2 0-1 15,1 0 1-15,-3 2 1 16,3-1-6-16,-3 2 5 16,-1 0 0-16,2 2 0 15,-1-3 1-15,0 2-1 16,1 0-2-16,-4 0-3 15,1-2 6-15,0 2-7 16,-2-2 6-16,1 2-7 16,-1-2 8-16,0 1-1 15,-2 4-6-15,-1-1-2 16,-2 3 0-16,0-4 9 16,0 3-8-16,1 1 7 0,-1-5 1 15,0-2 0-15,0 1 1 16,0-2-1-16,-2-4 9 15,3-3 4-15,-3 0 14 16,0 0 24-16,0 0 10 16,0 0-19-16,0 0-15 15,0 0-11-15,0 0-16 16,0 0-14-16,9 0-105 16,0 4-118-16,1 0-141 0</inkml:trace>
  <inkml:trace contextRef="#ctx0" brushRef="#br0" timeOffset="182746.32">5971 7810 88 0,'0'0'134'0,"0"0"-77"15,0 0-7-15,0 0-21 16,0 0-6-16,0 0-13 15,0 0-8-15,106 98 0 16,-94-84-1-16,-3-4 0 16,-5-1 0-16,-2-6 0 15,-2-3 6-15,0 0 35 16,0 0 23-16,0 0 24 0,0 0 14 16,0 0-24-16,0-3-38 15,-2-7-7-15,0-3 10 16,-2 3 0-16,1-4 8 15,-1 2-18-15,2-2 3 16,-2 0 8-16,4 1 13 16,0-1 1-16,0 1-4 15,0 3-1-15,0 3-15 16,0 3-4-16,0-1-16 16,0 5-5-16,0 0-6 15,0 0-2-15,0 0-6 16,0 0-1-16,0 0-24 15,0 0-14-15,-4 0-2 0,0 9 12 16,2 0 0-16,-2-1-5 16,2 0-14-16,2 2-29 15,-3-1-20-15,3 3-60 16,0-2-63-16,0-5-24 0</inkml:trace>
  <inkml:trace contextRef="#ctx0" brushRef="#br0" timeOffset="184264.29">5135 9916 150 0,'0'0'355'0,"0"0"-69"0,0 0-36 16,0 0-77-16,0 0-67 15,0 0-48-15,0 0-17 16,51-48-2-16,-39 31-17 15,1 3-2-15,-1-2 3 16,-4 1-4-16,1 1-13 16,-3-3 10-16,2 2-4 15,-2 0-11-15,-2 3 12 0,1 3-1 16,-3-2 1 0,0 5 7-16,-2 0 11 0,2 4 1 15,-2 2 0-15,0 0-14 16,0 0-18-1,0 0 0-15,0 0-17 0,0 0-10 16,0 10-8-16,0 12 28 16,0 9 7-16,0 7 0 15,2 8 0-15,1 7 1 16,0-2 2-16,-3 0-3 16,2-2 1-16,-2-5-1 15,0-6 0-15,2-8 2 16,-2-8-1-16,2-7-1 15,-2-6 1-15,2-5-1 16,-2-4 13-16,0 0 8 0,2 0-9 16,-2 0 5-16,0 0 2 15,3 0-19-15,-1 0-82 16,14 0-86-16,-3 0-175 16,2-1-472-16</inkml:trace>
  <inkml:trace contextRef="#ctx0" brushRef="#br0" timeOffset="185281.02">5503 9847 303 0,'0'0'169'16,"0"0"-100"-16,0 0 6 15,0 0 3-15,0 0 9 16,0 0-27-16,0 0-16 16,-47 102-5-16,47-77 8 15,0 1-13-15,0-2-1 0,6-2-11 16,10-2 17-1,7-2-9-15,-1-3-13 0,4-6-4 16,3-5 0-16,-2-4-2 16,-2 0 0-16,-6 0 2 15,2-6 12-15,-7-7 12 16,-1-4-2-16,-5-2 28 16,2 2-20-16,-6-3-28 15,1 0-2-15,-3-2 0 16,-2 1 10-16,0 2 6 15,0-3 7-15,0 5-1 16,0-2 10-16,0 2-5 16,-2 5-2-16,-3 4 8 0,3 2 5 15,0 2 6 1,2 3-10-16,0-2-6 0,0 3-25 16,0 0-16-16,0 0-15 15,0 0-9-15,0 0-8 16,0 13 0-16,0 7 31 15,0 5-8-15,0 7 9 16,0 8 0-16,0 2 5 16,2 6-4-16,2-1 1 15,3 1-2-15,-1 1 0 16,1-2 0-16,-2 0-25 16,-3-3-32-16,0-4 18 15,-2-4 1-15,0-6 1 16,0-2 2-16,-2-4-11 15,-10-4-4-15,-5 0 20 0,-3-3 21 16,-7-4 9-16,-2-3 18 16,-2-4-8-16,-3-3 1 15,1-3 2-15,2 0 2 16,-2 0 1-16,-1-7-16 16,3-5-10-16,-2-5-76 15,8 0-192-15,7 5-406 0</inkml:trace>
  <inkml:trace contextRef="#ctx0" brushRef="#br0" timeOffset="191415.29">5975 9976 85 0,'0'0'137'15,"0"0"-41"-15,0 0 20 16,0 0-15-16,0 0 5 16,0 0 3-16,-11 0-12 15,11 0-3-15,0 0-16 16,0 0-20-16,3 0-10 16,14 0-6-16,12 0 1 15,8 0-4-15,11 0 12 16,5 0-15-16,6 0 2 15,-5 0-5-15,0 0 3 0,-9 0-24 16,-9 0-2 0,-12 0 0-16,-8 0-4 0,-8 0 3 15,-4 0-9 1,-4 0 0-16,0 0-50 0,0 0-103 16,0 0-68-16,0 6-48 15,0 5 18-15,0-4-146 0</inkml:trace>
  <inkml:trace contextRef="#ctx0" brushRef="#br0" timeOffset="191947.67">6022 10117 208 0,'0'0'192'0,"0"0"-77"0,0 0-25 16,0 0-34-16,0 0-16 15,0 0 11-15,0 0 8 16,65 11-7-16,-46-7-4 15,6 2-8-15,4-4 8 16,4 2 11-16,5-4 8 16,5 0-11-16,-1 0 9 15,-2 0-11-15,-4 0-11 16,-5 0-11-16,-9 0-17 16,-4-1-14-16,-7 1 0 15,-7 0-1-15,2 0-26 16,-6 0-71-16,2 0-38 0,0 3-12 15,2 7-70-15,1 2-30 0</inkml:trace>
  <inkml:trace contextRef="#ctx0" brushRef="#br0" timeOffset="203013.28">8397 8165 261 0,'0'0'182'16,"0"0"-88"-16,0 0-15 16,0 0-8-16,0 0-10 15,0 0-1-15,0 0-8 16,0 0-1-16,0 0 1 16,0 0 1-16,0 0 1 15,0 0-11-15,0 0-2 16,0 0-8-16,0 0 5 0,0 0 4 15,0-4 2 1,0-4-20-16,7 0-24 0,6-5 0 16,3 3 0-16,1-5 0 15,4 1-2-15,3 0 2 16,3 0-1-16,4-2-5 16,5-1 4-16,1 2 1 15,5 1 0-15,1-3 0 16,1 6 1-16,2-1 0 15,-4 2 0-15,3 0-2 16,-6 2 2-16,-1 0 0 16,0 2-1-16,-3 2 0 15,0 0-5-15,0 1 4 16,-2 3 2-16,3 0-1 16,-3 0 1-16,1 0 0 0,-1 0-6 15,0 0 5-15,-4 0 0 16,0 0-18-16,-2 7-1 15,-2-2 4-15,0 1 15 16,-2 1-12-16,4-1 12 16,-2 2-8-16,2-3 8 15,-3 2 0-15,-1 0-1 16,-4 1-6-16,0 1-4 16,-4 0 3-16,-1 4-1 15,-1-3 9-15,1-1 0 16,-4 1 0-16,3-1 1 15,1-3 0-15,-3-2 0 16,1 0 2-16,-4-2 3 0,-1 0-5 16,-3-2 0-16,-2 0 1 15,1 2-1-15,-3-2 2 16,2 0 4-16,-2 0 5 16,0 0 4-16,0 2-2 15,0-2-4-15,0 0-1 16,0 0-6-16,0 0 8 15,0 0-3-15,0 0 18 16,0 0 11-16,0 0-3 16,0 0 1-16,0 0-10 15,0 0-2-15,0 0-6 16,0 0 0-16,0 0 3 0,0 0 3 16,0 0 2-16,0 0 1 15,0 0-3-15,0 0-9 16,0 0-1-16,0 0-11 15,0 0 9-15,0 0-9 16,0 0 11-16,0 0-12 16,0 0 1-16,0 0-1 15,0 0-1-15,0 0-57 16,0 0-73-16,0 0-98 16,0 0-302-16</inkml:trace>
  <inkml:trace contextRef="#ctx0" brushRef="#br0" timeOffset="204381.44">9763 8091 5 0,'0'0'145'0,"0"0"-32"15,0 0-28-15,0 0-13 16,0 0 9-16,0 0 5 16,0 0 11-16,-18 2-15 0,18-2-7 15,0 0 2-15,0 0-3 16,0 0-11-16,0 0-22 15,0 0-17-15,0 0-8 16,0-5-4-16,0 3-2 16,0-3 4-16,3 0-6 15,1 0-7-15,0-1 1 16,3 0 0-16,2-4-2 16,4 2 0-16,0-1 0 15,1 1 0-15,1-1 1 16,1 1 0-16,2 0-2 15,-2 0 1-15,1-1 0 16,1 3 1-16,0 1-1 16,0-1 0-16,0-2 0 15,1 1 0-15,2 1 1 0,1 0 0 16,2 0-1 0,-1 1 0-16,1 0 0 0,1 0 0 15,0-2 0-15,1 1 0 16,1 1 1-16,-1-1 5 15,6-1 7-15,-1 2-4 16,0 1 5-16,4-3-5 16,1 4 3-16,0-4-2 15,2 3-9-15,-2 1 0 16,-3-1 0-16,-2-1 2 16,2 4-2-16,1-1 4 15,1-1-4-15,6 3-2 16,-3 0 1-16,2 0-1 15,0 0 0-15,-2 0 0 16,-3 0 1-16,-1 0 0 0,-3 0 0 16,-4 0 0-16,0 0 0 15,-5 5 0-15,0-1-1 16,0-1 1-16,3 1 0 16,0 0 0-16,1 2-1 15,1 2 1-15,-3 1 0 16,-1-2 0-16,-4 2-1 15,-1 1-1-15,-1-3-5 16,-5 4 0-16,5 0 6 16,-4 3-8-16,2 3 2 0,1 1-5 15,-1 0 12-15,-1 3-1 16,-1-4-1-16,-2-1-4 16,-2-2 6-16,-5-4 1 15,1-3 21-15,-3 0 9 16,0-3 1-16,-2-2 5 15,2-2 15-15,-2 0 20 16,0 0-5-16,3 0-10 16,-3 0-22-16,0 0-5 15,0 0-11-15,0 0-19 16,0 0-16-16,2 0-102 16,1 0-89-16,-3 0-187 0</inkml:trace>
  <inkml:trace contextRef="#ctx0" brushRef="#br0" timeOffset="206114.82">6811 9803 287 0,'0'0'254'0,"0"0"-56"16,0 0-23-16,0 0-60 16,0 0-12-16,0 0-28 15,0 0 6-15,80-66-4 16,-60 58-3-16,0 3-13 15,3-1-19-15,1 1-7 16,2 4-4-16,1 1-15 16,-2 0-11-16,-5 0-5 15,-1 9-18-15,-2 12 2 16,-7 6-4-16,-5 10 4 16,-5 4 15-16,0 6 1 15,-18 5 10-15,-6 2 0 0,-3 0-10 16,-4 0-16-1,2-6-17-15,0-5-17 0,0-10 8 16,5-4-10 0,1-9-18-16,3-7 20 0,7-2 19 15,-1-7-2-15,8-4 0 16,1 0 1-16,3 0 31 16,2 0 1-16,0-10-25 15,0-1 24-15,2-1 1 16,11 3 10-16,1 0-10 0,6 5 0 15,4 3-7 1,3 1 5-16,2 0 2 16,4 0 7-16,3 0 22 0,-1 0 49 15,6 0 26 1,-3 0-17-16,-3-2-17 0,-3-2-10 16,-8 1-15-16,-1 3-13 15,-6-1-5-15,1-4 8 16,0 4 2-16,-2-5 8 15,-1 1-10-15,-1 0-19 16,-1-1-15-16,-2-2-1 16,-2 1-33-16,0-3-60 15,2-4-76-15,0 2-97 16,-4 1-143-16</inkml:trace>
  <inkml:trace contextRef="#ctx0" brushRef="#br0" timeOffset="206980.66">7564 9624 204 0,'0'0'131'16,"0"0"-45"-16,0 0-16 15,0 0-17-15,0 0-2 0,0 0 12 16,0 0 11-16,-112 21-5 16,99-4-13-16,-3-3-24 15,3 9 13-15,0-1 11 16,0 6-15-16,3 1 18 16,1 5-23-16,3 1-14 15,2 1-2-15,4 5 6 16,0-6 0-16,0 5-4 15,2-9-12-15,8 1 15 16,7-4-9-16,-2-4-2 16,5-4 1-16,3-1 8 0,0-5 36 15,4-5 1 1,2-3-12-16,0-4-2 0,0-2-14 16,-4 0-4-16,0 0-6 15,-6-2-3-15,2-8 0 16,-3-4-2-16,-1 0-1 15,1-4 2-15,-5 0 2 16,-1-2-2-16,-3-4 8 16,-5 0 0-16,-2 0 5 15,-2 2 6-15,0 2-10 16,-4 3-16-16,-10 4-11 16,-3 3 0-16,-4 4 0 15,-4 6 0-15,0 0-12 0,-4 4-2 16,-5 14-2-1,0 6 5-15,1 6 0 0,1 3-26 16,5-2-29-16,6 1-58 16,3 11-57-16,5-10-83 15,3-2-225-15</inkml:trace>
  <inkml:trace contextRef="#ctx0" brushRef="#br0" timeOffset="-204381.36">5046 10397 358 0,'0'0'127'15,"0"0"-35"-15,0 0 6 16,0 0-14-16,0 0-6 16,0 0-22-16,2-21-28 0,-2 21-15 15,0 0-13-15,-2 15 0 16,-12 7 5-16,1 4 8 16,0 9 10-16,2 4-9 15,2 4-2-15,7 2-12 16,2 0 2-16,0-1-2 15,17-4 1-15,12-4 8 16,10-6-9-16,3-6 6 16,4-7-4-16,3-8 15 15,3-5-11-15,-6-4 4 16,-1 0-9-16,-7-7 5 16,-2-10-4-16,-10-3 6 15,-1-2-1-15,-8 2 2 16,-3 0 2-16,-3 2 8 15,-4 4 4-15,-3 3 9 0,-1 4-19 16,-1 3-12-16,-2 2 0 16,2 2-1-16,0 0-29 15,3 4-4-15,3 10 11 16,6 6 22-16,6 0 0 16,4 0 1-16,5 1-1 15,5-8 6-15,1-3-5 16,6-4-1-16,1-6 1 15,0 0 6-15,3-6 2 16,-5-10-6-16,0-4 6 16,-4-3-8-16,-5 2 0 15,-7 0 1-15,-8 6-1 16,-5 3 5-16,-7 6-6 0,-2 4 0 16,2 2-13-16,-4 0-12 15,2 0 2-15,4 12 16 16,3 5 5-16,2 6 2 15,7 0 0-15,4-2 0 16,10-1 1-16,5 0 0 16,5-6 11-16,8-4-11 15,3-7 9-15,2-3-9 16,1 0 5-16,-2-11-5 16,-5-8 0-16,-9-1 6 15,-7-3-6-15,-6 3 10 16,-6 0-10-16,-10 3 8 15,-3 4 13-15,-6 5 1 16,0 4-8-16,-2 2 5 0,0 2-20 16,0 0-19-1,3 0-13-15,-1 14 11 0,7 4 20 16,2 2 0-16,5 1 1 16,4 0 1-16,4-2 7 15,5-8-7-15,3-1 5 16,1-8 2-16,2-2-2 15,3 0 6-15,-1-15-5 16,-2-6 7-16,-6-3 14 16,-4-2-9-16,-4-3-18 15,-7 2 9-15,-3 3-8 16,-4 6-1-16,-5 4 5 16,-2 8-5-16,0 3 21 0,0 3-22 15,0 0-14-15,0 9-15 16,0 10 20-16,5 3 2 15,4 3 7-15,8-2 1 16,8 0-1-16,4-7 2 16,6-2-1-16,1-8 9 15,2-6-9-15,0 0 10 16,-3-9-5-16,-1-10 6 16,-5-10-11-16,-7 0 8 15,-2-5 1-15,-4 0-7 16,-5 5 4-16,-4 8 2 15,-5 6 14-15,2 10-21 16,1 5-2-16,6 0-45 16,7 11 21-16,13 10 22 0,9 1 2 15,9-3 8-15,11-2-7 16,5-12 10-16,2-5 1 16,-1 0 15-16,-3-18 71 15,-12-9 50-15,-11-8-26 16,-13-3-15-16,-14-2 3 15,-13-4-43-15,0-2-17 16,-9 2-36-16,-13 4-1 16,0 10-13-16,4 8-62 15,3 12-97-15,3 5-122 16,3 5-445-16</inkml:trace>
  <inkml:trace contextRef="#ctx0" brushRef="#br0" timeOffset="-162181.92">6650 4848 3 0,'0'0'12'16,"0"0"-11"-16,0 0 8 15,0 0-9-15,0 0-1 16,0 0-1-16,-95-1-18 16,74 1 19-16,-1 0 1 15,-4 1-1-15,-1 4 12 16,-4 1-11-16,0 2 1 16,-3-1-1-16,1 4 1 15,-1-1-1-15,2-1 0 16,3 1 0-16,8 3-13 15,0 1 13-15</inkml:trace>
  <inkml:trace contextRef="#ctx0" brushRef="#br0" timeOffset="-161600.4">6541 5853 9 0,'0'0'17'16,"0"0"-4"-16,0 0-12 16,114-8 9-16,-85-2-9 15,-2-2 5-15,2 0-5 16,-3-2-1-16,1-2 1 0,-1 0 0 15,1-4 5 1,-2-3 2-16,-3-1-7 16,1-1 0-16,-4-7-1 0,0 0 0 15,2-3 1-15,-1 2 0 16,3-2 0-16,2-4 172 16,-8 2 737-16,-1-5-778 15,-5 0-92-15,-7 0-27 16,-2-1 32-16,-2 4-7 15,0 1-25-15,0-1 15 16,-6 3-5-16,-9 0 9 16,-3 2-19-16,-1 4 5 15,2 5-18-15,-1 4 0 0,3 5-31 16,-6 4-44 0,-6 4-67-16,-31 4-48 0,8 2-163 15,0 2-339-15</inkml:trace>
  <inkml:trace contextRef="#ctx0" brushRef="#br0" timeOffset="-160616.92">7085 5698 679 0,'0'0'193'0,"0"0"-126"15,0 0-49-15,71-151 4 16,-62 96 19-16,-4-3-11 16,-5 0 5-16,0-1-14 15,-16 8 1-15,-6 5 1 16,-3 5 16-16,-2 7-18 16,-2 6 2-16,2 3-23 15,-2 4-2-15,0 1-14 16,-2 3-14-16,-4-6 11 15,-3 1 5-15,-5-2 13 16,-3 0 2-16,-1 1 5 16,-4 6-6-16,-3 2-1 0,1 10-21 15,-5 5-43 1,-29 14-87-16,13 14-79 0,8 2-102 0</inkml:trace>
  <inkml:trace contextRef="#ctx0" brushRef="#br0" timeOffset="-158134.11">6501 4953 258 0,'0'0'163'16,"0"0"-82"-16,0 0-3 15,0 0-20-15,0 0-5 16,0 0 6-16,0 0-12 15,-54-43 9-15,46 42-10 16,-5-4-5-16,-3 5-11 16,-2 0-5-16,-4 0-15 15,-3 0 11-15,-2 3-8 16,2 4-4-16,0 4-7 16,-2 0-1-16,-2 4 0 15,0 1 5-15,-3 2 7 0,1 2-12 16,0 3 5-16,2 0-5 15,2 4-1-15,2 0-2 16,1 4-8-16,2 6 9 16,0-1 2-16,1 0 3 15,6 1-3-15,1-3-2 16,6 0 1-16,1-2-10 16,3 0 9-16,2 0-9 15,2-2 0-15,0 3-5 16,0-6 7-16,6 1 1 15,11 0 5-15,4-3-18 0,4 0-10 16,4-3 18-16,0 3 11 16,4-5 0-16,2 0-1 15,1-4 1-15,-3 0-9 16,3-4 10-16,-1 0-3 16,0 0-3-16,0-4-5 15,1 0 5-15,-1-2 3 16,-4 0-4-16,0-2 6 15,-2 1-8-15,-2-3 9 16,0-2 0-16,2 0 1 16,0 0-1-16,5 0 1 15,1 0 0-15,3-2-1 16,-1-7 1-16,4 5-1 16,-5 0 0-16,-5 0 1 15,-7 2 1-15,-4-2 0 0,-4 0 5 16,-3-2 3-16,1-2 34 15,-1 0-11-15,3-4-13 16,-3 0 16-16,2-4-14 16,-3-3 31-16,-2 0-6 15,-1-7-4-15,-1-3-1 16,-4-1 29-16,-2-2-22 16,-2-1-15-16,0-2-5 15,0-1-19-15,0-2 15 16,0-3-17-16,-6-1 4 15,-4 1 0-15,-1 0 1 16,0 5-6-16,2 9 0 16,0 4-7-16,0 8-2 15,5 6-38-15,-3 3-72 16,2 4-130-16,-1 2-293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12:54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9262 5999 192 0,'0'0'149'15,"0"0"-103"-15,0 0 0 16,0 0 25-16,-129 0-2 16,104 0-13-16,5 0-28 15,-1 0 15-15,2 4-8 16,-4 3-15-16,1-1-3 16,0 1 0-16,-2 4 4 15,-1 1-4-15,0 2-3 16,0 1-12-16,4 3 6 15,-2 3-6-15,1-1-2 16,2 2 1-16,2 0-1 0,0 3 6 16,3 0-6-16,-1 1 9 15,5 0-8-15,2 3 6 16,3-4-7-16,0 0 2 16,6-2-2-16,0-1-2 15,0 1 2-15,0-2-6 16,0 3 6-16,0 1 0 15,0-1 2-15,6 0-2 16,2 0 1-16,1-2-1 16,0 0 0-16,2 1 1 15,2 0-1-15,-1-1 14 16,1-1-13-16,0-4 8 16,5 2-8-16,0-5 12 0,0-5-13 15,4 2 12 1,3-4-2-16,4-1 3 0,4-2 6 15,5 0-8-15,4-4 4 16,5 3-8-16,-1-3 4 16,2 0-11-16,-2 0 0 15,-1 0-9-15,-3 0-4 16,-1 0 1-16,-6 0-27 16,-6 0 22-16,-2-4-2 15,-5-3 18-15,0 0 1 16,1-2 1-16,-1-3-1 15,0 0 4-15,3 1-4 16,0-6 0-16,-1 3 7 16,-2-4-7-16,-2 2 2 0,-3 0-2 15,0-2 16-15,-7 0-7 16,2 0 11-16,-3-2-19 16,-1-2 15-16,0 0 4 15,-4-2-7-15,0-1 9 16,1 4-6-16,-3-2 5 15,0 2 2-15,-2-2-2 16,0-1-11-16,0 0 3 16,0-2-7-16,0-4 11 15,-9 0 12-15,-5-4 0 16,-5 0 0-16,-3-2-18 16,-5 2 15-16,-5 1-8 15,-3 4-6-15,-7 3-12 0,-3-1 0 16,-1 5-1-16,-4 5-8 15,3 2 8-15,5 7-8 16,0 8-14-16,1 0-70 16,-14 21-38-16,10 6-86 15,8-1-118-15</inkml:trace>
  <inkml:trace contextRef="#ctx0" brushRef="#br0" timeOffset="1502.5">13823 6086 91 0,'0'0'100'0,"0"0"-56"16,0 0 8-16,0 0-6 16,0 0-11-16,0 0 11 15,-125 0-11-15,100 0-11 16,-2 10-9-16,-2 0 1 15,-2 1-5-15,2 2 2 16,2-3-12-16,3 3 1 16,4-2 8-16,0-2-10 15,2 4 7-15,2-1-7 16,1 1 8-16,-3 2-1 0,3 1 17 16,-1 1 1-16,3 0 1 15,-1 4-13-15,1-2-12 16,-1 3 14-1,3 3-14-15,1 1 6 0,0-1-6 16,3 2 0-16,3-3 0 16,2-3-1-16,2 0 0 15,0 0 0-15,0-2-1 16,0 1 2-16,9-1-1 16,2 2 0-16,2 1 9 15,0 0-8-15,6-1-1 0,-1-2 0 16,-1 1 1-1,1 0-1-15,2-2 0 0,-2-1 1 16,2-1-1-16,0-2 1 16,2-3-1-16,3-1 2 15,2-2-2-15,6 1 0 16,5-5-10-16,2 0 10 16,3-3 0-16,1 2 0 15,-5-3 7-15,0 0 4 16,-6 0 18-16,-1 0-16 15,-3-6 7-15,0 0-12 16,0 0 0-16,-1-3-7 16,-1 1-1-16,2-3 1 15,-2-1 19-15,-1-3-6 16,-1 2 5-16,-2-5 17 0,-4-2-11 16,-1-3 31-1,-3 2-28-15,-1-4-15 0,1 3 5 16,-3-4-9-16,1 2 20 15,-2-2 7-15,-1 0 6 16,-6-2-6-16,0-1 9 16,-4 1-16-16,0-3-4 15,0-1 7-15,0-2-3 16,0-3-6-16,0-3-3 16,-8 0 25-16,-9 0-4 15,-5 0 2-15,-4 1-27 16,-8 6 1-16,-6 1-17 15,-4 3 0-15,-4 7-1 0,0 6-15 16,1 7-31 0,1 6-40-16,-8 3-58 15,9 8-101-15,11 6-126 0</inkml:trace>
  <inkml:trace contextRef="#ctx0" brushRef="#br0" timeOffset="3132.35">4639 6142 279 0,'0'0'121'0,"0"0"-81"15,0 0 38-15,0 0-14 16,0 0-28-16,0 0 11 0,0 0-12 16,-97-10-29-1,78 10 4-15,-2 4-10 0,-3 4 1 16,-2 2 17-16,1-3-16 15,0 4 12-15,0 1-12 16,3 0 14-16,3 2-16 16,-2 2 6-16,1 0-6 15,2 3 0-15,0 2 0 16,3 1-2-16,1 2 1 16,1 1 0-16,3 3 1 15,0 0 0-15,3-1 0 16,5 4 0-16,2-1 1 15,0 1-1-15,0-4 0 16,9 3 0-16,5-2 0 16,1 2-1-16,1-1 2 0,3-2 3 15,0 2-4 1,3-5 0-16,0-3-1 0,2 2-1 16,3-6 0-16,5-2 2 15,3-1-1-15,3-2-4 16,0-3 5-16,2 0 0 15,-2-3 1-15,-3-4 0 16,-1 0-1-16,0-2 0 16,-3 0 0-16,5 0 28 15,-3 0-12-15,5-6 2 16,-3-3-12-16,1 1 3 16,0-4-8-16,0 3 5 15,-5-1-4-15,-2-1-1 16,-2 1 1-16,-4-1-1 15,-2-1 11-15,-1-5-11 0,0 2 10 16,0-3-3-16,-3-3-1 16,1 1-7-16,-1 0 0 15,-7-2 0-15,-1 0 6 16,-3-2 3-16,0 0-8 16,-6-4 36-16,0 0 8 15,0-5 7-15,0 4-11 16,0-5 6-16,0 2 4 15,0 2-22-15,0-3-6 16,-10 5 18-16,-1 0-4 16,-5 0-11-16,-3 2 25 15,-2 0-10-15,-1 1-14 16,-2 2-8-16,-3-1-4 0,-2 4-15 16,-4 0 1-16,-3 3-1 15,-4 5-6-15,2 2 6 16,-2 5-12-16,-1 1 12 15,4 4-7-15,-3 0-15 16,-2 0-39-16,-1 8-61 16,1 12-89-16,-10 16-38 15,10-4-44-15</inkml:trace>
  <inkml:trace contextRef="#ctx0" brushRef="#br0" timeOffset="4899.82">16998 6067 13 0,'0'0'232'0,"0"0"-159"16,0 0-6-16,0 0-19 15,0 0-13-15,0 0 12 16,-119-25 38-16,102 22-33 15,1 3-10-15,3-1-10 16,-1 1-15-16,1 0-16 16,-5 0 1-16,-3 0-2 15,-4 0 0-15,-7 0 1 16,-4 0-1-16,-2 0 1 16,-2 0 1-16,1 5 3 15,0 4-4-15,6 0-2 16,2 2-4-16,4 3 3 15,3 0 2-15,1 2-5 16,5 0 4-16,3 2-6 0,1-1 7 16,3 4 0-16,3 2 2 15,-4 2-2-15,5 0 0 16,1 2 0-16,2 3-2 16,4 0 2-16,0 0-6 15,0 2 6-15,0 0 0 16,10-2-1-16,7 3-5 15,-2-3 4-15,3-2-18 16,-3 1 0-16,-1 1-8 16,1-5-21-16,-1 3 26 15,1-1-1-15,3-4 18 16,2-1-1-16,2-2 5 16,3-2-12-16,0-1 1 0,4-3-13 15,2-2 13 1,0 0 11-16,2-2-21 0,-1-1 2 15,-1-5-2-15,-2 2 10 16,0-2-8-16,0-1 11 16,-1-1-19-16,1 0-12 15,2 0-29-15,0-2-25 16,0 0 58-16,-2 0 25 16,3 0 12-16,-3-6 7 15,2-9-7-15,2 0 8 16,-4-6 20-16,2-1-16 15,-4-3-11-15,-2-1 28 16,-3-1-9-16,-2 1-2 16,-4 0 11-16,-5 0 24 0,1 1-1 15,-2-6-3 1,-1-1-17-16,1-4 5 0,-6-3 4 16,-2-4-1-16,-2-4 39 15,0 3-25-15,-2 0 12 16,-12 4-8-16,-3 4-5 15,-6 2-24-15,-2 2 6 16,-1 2-3-16,-3 5 4 16,3 0-17-16,-1 2-19 15,0 9-38-15,-6 13-45 16,8 1-131-16,2 0-60 0</inkml:trace>
  <inkml:trace contextRef="#ctx0" brushRef="#br0" timeOffset="94714.36">3081 8671 82 0,'0'0'25'15,"0"0"165"-15,0 0 17 16,0 0-93-16,0 0 3 16,0 0-16-16,-23 20-25 15,23-20 1-15,0 0-15 0,0 0 0 16,0 2 12-16,0-2-10 15,16 0-2-15,13 0-1 16,11 0-12-16,10 0-13 16,5 0-1-16,3 0-3 15,-3 0-6-15,-1-5-15 16,-5 4-4-16,-9-1-7 16,-6-1 0-16,-9 3 0 15,-8 0-10-15,-8 0-51 16,-4 0-50-16,-5 0-99 15,0 0-145-15,-10 0 21 0</inkml:trace>
  <inkml:trace contextRef="#ctx0" brushRef="#br0" timeOffset="95414.38">3103 8675 23 0,'0'0'188'0,"0"0"-19"0,0 0-90 15,0 0-23 1,0 0 24-16,-47 106-39 0,41-76-9 15,1-4-12-15,3-2-12 16,2-4-8-16,0-2 10 16,0-5-9-16,0-4 1 15,0-1 0-15,7-6 16 16,-1-1 47-16,6-1 23 16,-1 0-9-16,4 0-19 15,1 0-17-15,-1-8-4 16,3-3 3-16,0 1-12 15,0 0-2-15,0-1-6 16,-3 4 4-16,3 1-6 0,-3 0-6 16,1 4 7-1,0 2-14-15,2 0 3 0,-3 0-1 16,3 0 4-16,0 0-2 16,2 0 2-16,0 7-1 15,1 1-5-15,-4 3-6 16,1 3-1-16,-1 0 0 15,-3 2 0-15,-3 2-1 16,-2 1-8-16,-2 1 8 16,-5 2-5-16,-2 0 6 15,0 2 0-15,0-1 2 16,-9-1 5-16,-6 1-7 16,-4-3 7-16,0-1-1 15,-4-2 3-15,3-3-8 16,1-4 5-16,-2-4 23 0,3-3 40 15,-1-3 33 1,-2 0 0-16,-1 0-26 0,0-3-35 16,-1-8-23-16,3-4-12 15,3-1-6-15,-1-1-86 16,5 2-69-16,-3-5-85 16,5 4-269-16,4 2-150 0</inkml:trace>
  <inkml:trace contextRef="#ctx0" brushRef="#br0" timeOffset="96314.31">3903 8654 481 0,'0'0'280'0,"0"0"-46"16,0 0-59-16,0 0-74 15,0 0-43-15,0 0-34 16,0 0-11-16,-18 0-2 15,7 0 11-15,-3 10 14 16,1 2 3-16,-3 3-4 16,1 5-1-16,-1 1 5 0,1 8-7 15,-1 3-7-15,3 1-14 16,2 6 3-16,2 3 0 16,2 4-1-16,5 2 0 15,2 2-12-15,0 0 0 16,0-2 1-16,9-5 9 15,2-5-10-15,2-4 1 16,1-8-1-16,-1-4 5 16,-2-4-6-16,1-5 1 15,-4-6 9-15,-3-1-9 0,-1-4 10 16,-2-2 8 0,4 0 1-16,0 0-20 0,5 0-42 15,11-12-136-15,-2-2-225 16,0-2-430-16</inkml:trace>
  <inkml:trace contextRef="#ctx0" brushRef="#br0" timeOffset="97164.39">4051 8889 38 0,'0'0'37'0,"0"0"515"16,0 0-310-16,0 0-42 16,0 0-45-16,0 0-45 0,0 0-35 15,19-30-4 1,6 22-11-16,2 0-8 0,6 0-20 15,2 2-13-15,-1 1 0 16,-1 5-17-16,-4 0-2 16,-6 0-1-16,-3 2-8 15,-7 10-8-15,-7 7-2 16,-3 3 7-16,-3 0 12 16,0 3-1-16,-13 2-6 15,-8-1-3-15,-1-2-18 16,2-3-5-16,0-3-20 15,5-7-5-15,1-2 0 0,3-3 0 16,5-5 25 0,4-1 24-16,2 0 9 0,0 0 42 15,0 0-4 1,6-6-5-16,9-1-4 0,1-2-7 16,4 4 7-16,0-2-14 15,3 5-14-15,-1 2 4 16,0 0-5-16,2 0-1 15,-1 5 0-15,-1 7-1 16,-2 4-14-16,-4 1 10 16,-5 4-4-16,-5 1 4 15,-1 2 5-15,-5-2-9 16,0-2 8-16,0 1-4 16,-13-2 6-16,-6-1 0 15,4-2 2-15,-5-4 4 0,3-2 0 16,0-4 13-16,2-4 16 15,1-2 23-15,2 0-3 16,-2 0-14-16,1 0-25 16,-1-9-16-16,1-4-15 15,2 1-33-15,1 0-49 16,10-10-76-16,0 6-96 16,0 0-257-16</inkml:trace>
  <inkml:trace contextRef="#ctx0" brushRef="#br0" timeOffset="97565.06">4560 8837 10 0,'0'0'525'16,"0"0"-288"-16,0 0-69 16,0 0-70-16,0 0 28 15,0 0 45-15,0 0 3 0,116 70-29 16,-74-45-48-16,-1 6-36 15,-3 3-30-15,-5 1-22 16,-2-1-8 0,-4 0 0-16,-2-2-1 0,-6-8-1 15,-3-4-13-15,-5-8-10 16,-4-4-25-16,-3-5-13 16,1-3-6-16,-3-7-34 15,1-11-58-15,-3-2-341 0</inkml:trace>
  <inkml:trace contextRef="#ctx0" brushRef="#br0" timeOffset="97915.34">4847 8729 42 0,'0'0'294'16,"0"0"45"-16,0 0-92 15,0 0-102-15,0 0-105 16,0 0-11-16,0 0 35 16,-50 126 7-16,29-74-15 15,1 4-19-15,-2-1-17 16,0-7-14-16,4-8-5 0,0-6 7 15,7-8-6-15,0-8-1 16,4-3 5-16,1-8-5 16,4-1 12-16,0-5-11 15,2 2-2-15,0-3-22 16,0 0-117-16,0 0-143 16,0-3-284-16</inkml:trace>
  <inkml:trace contextRef="#ctx0" brushRef="#br0" timeOffset="98431.09">5102 8937 15 0,'0'0'40'16,"0"0"231"-16,0 0-118 15,0 0 56-15,0 0 37 16,0 0-16-16,0 0-17 15,86 31-33-15,-49-28-29 16,-2 0-25-16,-2-3-22 16,-3 1-20-16,-6-1-32 0,-7 0-39 15,0 0-13 1,-4 0-38-16,-3 0-97 0,9 0-79 16,-7 0-125-16,0-6-359 0</inkml:trace>
  <inkml:trace contextRef="#ctx0" brushRef="#br0" timeOffset="98932.4">5795 8672 302 0,'0'0'238'0,"0"0"-108"16,0 0-37-16,0 0 10 16,0 0 10-16,0 0-34 15,-16 107-1-15,5-83-26 16,-7-1-11-16,0 0-12 15,-4-1-10-15,0-2 1 16,-3 1-14-16,3-4-6 16,5-1-2-16,0-2-51 15,7-2-30-15,0-4-14 16,6-2 22-16,4-2 20 16,-2-4 31-16,2 0 12 0,0 0 11 15,0 0 1-15,4 0 23 16,14 0 20-16,5 0 0 15,4 0-19-15,4 0-7 16,4 0 5-16,1 0 17 16,1 0 10-16,1-1 6 15,-7-4-13-15,-2 3-29 16,-6 2-13-16,-5-2-20 16,-3-2-76-16,-1-2-115 15,-7 3-140-15</inkml:trace>
  <inkml:trace contextRef="#ctx0" brushRef="#br0" timeOffset="99265.06">5777 8707 49 0,'0'0'349'15,"0"0"48"-15,0 0-151 16,0 0-117-16,0 0-90 16,0 0-29-16,0 0 55 15,7 90 32-15,4-52-32 16,0 3-18-16,-2 2 14 16,0 0-25-16,1-4-11 0,0-2-13 15,-1-4-2 1,-1-4-4-16,0-7 5 0,0-4-3 15,-1-7-7-15,-3-2 11 16,0-6-11-16,-1 0 8 16,2-3-9-16,1 0-55 15,5 0-77-15,1-9-153 16,-3-4-441-16</inkml:trace>
  <inkml:trace contextRef="#ctx0" brushRef="#br0" timeOffset="99731.03">5919 8422 48 0,'0'0'114'16,"0"0"229"-16,0 0-116 15,0 0-97-15,0 0-86 0,0 0 17 16,0 0 62-16,48 77-41 15,-24-39-37-15,2 7 2 16,3 10-8-16,-2 4-16 16,0 8-6-16,-2-1-9 15,-8-2 0-15,-3-2-8 16,-6-4-1-16,-3-5 1 16,-5-7 2-16,0-7 4 15,0-6-5-15,0-10 16 16,-7-4-11-16,-1-7-4 15,1-4-2-15,2-5-12 16,-6-3-76-16,2-6-99 16,1-7-216-16</inkml:trace>
  <inkml:trace contextRef="#ctx0" brushRef="#br0" timeOffset="100814.56">3070 9526 46 0,'0'0'47'16,"0"0"149"-16,0 0-4 16,0 0-119-16,0 0 48 15,0 0-8-15,0 0-5 16,-39 31-4-16,39-31-8 16,0 2 18-16,0-2-13 15,0 0-53-15,0 0-27 16,10 0-11-16,9 0 14 15,15 0 27-15,11 0-4 16,13 0-2-16,9-2 0 16,13-8-28-16,6 0-2 15,8-1-7-15,3 2-7 0,-6-3 0 16,-3 1-1 0,-1 2 7-16,-2-4-7 0,-4 4 0 15,-2-1 0-15,0 0 0 16,-2-1 0-16,4 4-1 15,4-1-2-15,3-1-4 16,1 1 7-16,3 1-6 16,-5-1 6-16,-2-1-7 15,-3 1 6-15,-4 0-6 16,-4-1 0-16,-5 2-4 16,-3 1-6-16,-1-2 14 15,-5 2 3-15,0 0 0 0,1 0 0 16,-3 1 12-1,-6 4-12-15,-4-1 1 0,-11 2 0 16,-3 0-1 0,-7 0 0-16,-5 0-1 0,-4 0 0 15,-3 0 2-15,-2 0-1 16,-3 0 0-16,-1 0-2 16,-3 0-27-16,-2 0-17 15,2-11-62-15,-6-4-119 16,0 1-260-16</inkml:trace>
  <inkml:trace contextRef="#ctx0" brushRef="#br0" timeOffset="101414.34">4088 9778 26 0,'0'0'319'0,"0"0"-129"16,0 0-18-16,0 0-16 0,0 0-52 16,0 0-11-1,0 0 19-15,94-10-3 0,-54 5 17 16,2 2-8-16,-2 0-37 15,-2 2-30-15,-3-2-22 16,-3 3-13-16,-3-2-15 16,-2 0 4-16,-3 0-5 15,-4 0-51-15,-2 0-65 16,-5-4-74-16,-6 0-97 16,-2 0-209-16</inkml:trace>
  <inkml:trace contextRef="#ctx0" brushRef="#br0" timeOffset="102064.7">4213 9745 28 0,'0'0'33'15,"0"0"283"-15,0 0-185 16,0 0-59-16,0 0-20 16,0 0 6-16,0 0-13 15,-23 55-8-15,17-37 15 16,2 0 17-16,1-3-30 16,3-1-18-16,0-1-3 0,0-4-6 15,0 0 5-15,0-4-2 16,0 0 1-16,7-2 0 15,4 0 33-15,1-3 1 16,3 0-22-16,1 0-9 16,-1 0-9-16,5 0 6 15,0-5 3-15,2-2 20 16,-1 1-7-16,-2-1-1 16,-1 2-6-16,0 3-5 15,-2 0-12-15,0 2-8 16,-3 0 0-16,3 0-1 15,-3 0 1-15,0 4-1 16,3 4 1-16,-3 1-1 16,0-1 0-16,0 3 0 15,-1 1-12-15,-3 4-18 0,-3-3-2 16,-1 6 26-16,-3-3-11 16,-2 2 17-16,0 2-6 15,0-2 1-15,-7 2 5 16,-8-2-1-16,-1 0 2 15,-2-2 0-15,-2 0 0 16,-2-4 1-16,-1-4 33 16,0-2 34-16,-2-6 49 15,-4 0 6-15,2 0-8 16,0-2-20-16,2-10-50 16,2 2-26-16,2-2-19 15,3-2-40-15,3-10-90 0,5 2-93 16,6 4-297-16</inkml:trace>
  <inkml:trace contextRef="#ctx0" brushRef="#br0" timeOffset="105280.85">17467 4716 10 0,'0'0'44'0,"0"0"139"15,0 0-81-15,0 0-51 16,0 0-2-16,0 0 0 16,0 0 16-16,-62-12 7 15,56 12-4-15,-5-4-18 16,-3 0-5-16,-1-2 0 16,-6 0-11-16,-3-2 0 15,-3 2 2-15,-4-3-20 0,-3 4-3 16,1 2-6-16,2-2-1 15,0 3-5-15,6 0-1 16,1 2 1-16,-1 0-1 16,-1 0 0-16,1 0 0 15,-4 0 3-15,0 0-3 16,0 4 7-16,-2 1-5 16,-1-2 5-16,1 0-1 15,0-1 2-15,0 3 10 16,2-1-8-16,0-1 3 0,2 4-7 15,3-3 11 1,0 2-16-16,1 2 5 0,0 3-6 16,4 0 0-1,-4 1 0-15,3 3 0 0,-2-1 1 16,0 3 6-16,-1-1-6 16,1 1-1-16,2 0 0 15,0 0-1-15,1 1 1 16,0 1 0-16,1 0-1 15,3 1 1-15,-3 0 0 16,3-2 1-16,-4 2 0 16,4-2 0-16,-1 2-1 15,1-1 0-15,-1 2 1 16,1-3-1-16,1 2-1 16,1-2 0-16,1 0 1 0,2 2 0 15,-3 1 1-15,-1 0-1 16,1 2 1-16,-1 0-1 15,3-1 1-15,0 1 6 16,4-3 1-16,0 2-7 16,3 0 0-16,-2 2 11 15,1 2-5-15,-2 2-6 16,0 0 0-16,1 2 5 16,2 2 1-16,-1-1-5 15,3 0 6-15,2 1-7 16,0-1 0-16,0 1 5 15,0-2-4-15,0-2 5 16,9 2-6-16,-1-2 0 16,2 2 0-16,-4 0 0 0,3-1 6 15,-3-2-1-15,1-1-5 16,0 0 6-16,0-2-6 16,-1 2 5-16,1-1-6 15,0 0 1-15,0 0 8 16,1 2-2-16,-1-4 6 15,2 1-6-15,0 0 8 16,0-1-5-16,-1 0 4 16,2 1-8-16,-1 0 4 15,1 0-10-15,2 0 16 16,1 2 2-16,3-2-7 16,-1 2 4-16,4-2-9 15,-4 2 8-15,1-2 1 0,-1 1 2 16,1-1-14-16,-1-3 9 15,3 0-12 1,3 0 10-16,-2-2 2 0,4 0-1 16,1 0 1-16,-2-1-3 15,0-4-2-15,1-1-5 16,-6 0 6-16,4-3 2 16,-3 0 0-16,3-1 3 15,6 1 6-15,4-1-3 16,1 0-13-16,1 1 4 15,0-3-1-15,-2 2 1 16,-1-3-7-16,-4-2 1 16,1-3-1-16,2 2 9 15,0-2 21-15,2 2-4 16,-2-3 5-16,3 0-19 0,-3 2 4 16,0-2-15-16,-2 0 15 15,-1 0-14-15,-4 0 11 16,3 0 0-16,-3 0 0 15,1 0 9-15,1-9-3 16,2 1 9-16,1 1-11 16,0-4-3-16,0 4-13 15,-2-4 0-15,-2 4 0 16,-2-4 5-16,1-1 0 16,1-4-5-16,1-2 6 15,0-1-6-15,5-6 0 16,-2-1 5-16,0 0-5 0,0-2-1 15,-5 2 1-15,-4-2 11 16,-3-2 0 0,1 0 5-16,-3-4-11 0,1-5-4 15,-1-3-2-15,3 1 8 16,-1-6-8-16,1 1 0 16,-3-2 0-16,1 2 0 15,-3-1 0-15,-3 4 0 16,2-4 1-16,-6 3-1 15,1 0 1-15,-3 1 11 16,0-1 4-16,0-1-16 16,0-2 1-16,3-3-1 15,-3 3 0-15,-2-2 0 16,0 5-5-16,0 1 5 0,0 2 0 16,-5 1 6-16,-5-2 0 15,-4 2-5-15,-4-3-1 16,0 5 0-16,-3 0 0 15,-2 4-4-15,-4 2-2 16,0 2 6-16,0 4 0 16,1 2-38-16,0 6-7 15,-1 4-75-15,-16 5-63 16,10 6-204-16,1 3-257 0</inkml:trace>
  <inkml:trace contextRef="#ctx0" brushRef="#br0" timeOffset="106781.13">15694 5879 38 0,'0'0'36'0,"0"0"-15"15,0 0-8-15,0 0-12 16,0 0 216-16,0 0-69 16,0 0-28-16,-2 20-46 15,2-18-48-15,0 2-16 16,11 0 20-16,4 0 51 16,10 2-12-16,4-2-25 0,2 1-4 15,5-4 12 1,-1 1-22-16,-4-2-14 0,-2 0-15 15,-4 0 0-15,-2 0-1 16,-3 0-17-16,-1 0-11 16,-3 0-31-16,-1-3-26 15,-5 0-22-15,-8 0 10 16,-2 0-54-16,0 0-83 0</inkml:trace>
  <inkml:trace contextRef="#ctx0" brushRef="#br0" timeOffset="107115.27">15689 5931 162 0,'0'0'203'0,"0"0"-102"16,0 0-13-16,0 0-10 15,0 0-23-15,0 0-7 16,0 0 5-16,0 10 22 16,0-8 6-16,12 0-25 15,13 0-5-15,10 0 30 16,9-2-7-16,6 0-29 16,0 0-19-16,0 0-18 15,-8 0-1-15,-4 0-7 16,-9 0-22-16,-9-2-44 0,-6 0-12 15,-8 0-29-15,-4 0-41 16,-2 0-41-16,-4-2-59 16,-12 0-114-16</inkml:trace>
  <inkml:trace contextRef="#ctx0" brushRef="#br0" timeOffset="107315.79">15786 5959 214 0,'0'0'248'16,"0"0"-120"-16,0 0-54 0,0 0 23 15,0 0 18 1,0 0-46-16,122 7-37 0,-84-7-10 16,-2 0-13-16,-5 0-9 15,-4 0-37-15,-1 0-104 16,-6-5-126-16</inkml:trace>
  <inkml:trace contextRef="#ctx0" brushRef="#br0" timeOffset="109648.11">16514 4661 113 0,'0'0'177'0,"0"0"93"16,0 0-133-1,0 0 7-15,0 0 27 0,0 0 2 16,72-5-45-16,-66-3-35 15,-2 0-22-15,3-4-26 16,-3 0-13-16,3-2-22 16,0-2 6-16,-2-3-7 15,-1 0 4-15,0-1-12 16,-2-5 9-16,-2 0-8 16,0-5 21-16,0-5-4 15,-10 0-18-15,-7-4 7 16,-4-4-7-16,-2 0-1 15,-6-6 1-15,-2-2 7 16,-7-6-8-16,-5-5 0 0,-5-6 6 16,-8-2-6-16,-6-3 10 15,-9-1-9 1,-5 2 10-16,-7-2-11 0,-3 2 8 16,-8 2-8-16,-3 0 0 15,0 2-1-15,-3 2 0 16,-21-9 1-16,-16-1-6 15,-29-9 6-15,-5 5-8 16,8 8 8-16,9 8 0 16,14 10 1-16,-1-1 0 15,-1 4 4-15,2-2-5 16,0 3-1-16,-1 2 1 16,-2 2-8-16,1 4 8 0,-5 5 0 15,2 1 10 1,3 7-10-16,3 2 0 0,3 7-10 15,7 5 10-15,20 5-1 16,20 4-4-16,20 4 4 16,2 2 0-16,-14 0 0 15,-12 0 1-15,-16 11 0 16,0 7-5-16,-18 11 4 16,-21 8 1-16,15-4-6 15,15-1 6-15,16-3-7 16,17-6 7-16,-13 5 0 15,-12 4 0-15,6 0 0 16,1-2 0-16,5 0 0 16,2 1 0-16,5-1 0 0,4 0-2 15,7 2 2-15,2 1-7 16,5-2 7-16,-1 3 0 16,3 2 1-16,-3 2-1 15,0 5 0-15,1-2-1 16,4 6-7-16,5-1 8 15,1 2-10-15,8 2 10 16,3 1-3-16,6-1 2 16,3 0 1-16,3 0 0 15,2 0-7-15,7 0 6 16,2-2 1-16,6-3-1 16,7-5 0-16,6-3 0 15,5-9 1-15,1-8 1 16,4-8 12-16,-2-3-13 0,2-8 19 15,0-1 10-15,0 0 12 16,0 0 1-16,0 0-17 16,0 0-25-16,0 0-26 15,-4 0-111-15,-2-6-173 16,0 2-346-16</inkml:trace>
  <inkml:trace contextRef="#ctx0" brushRef="#br0" timeOffset="110647.56">9304 3571 415 0,'0'0'196'0,"0"0"-60"15,0 0 22-15,0 0-30 16,0 0-58-16,0 0-52 16,0 0-18-16,-5-2-20 15,-3 18 3-15,-4 6 16 16,-3 5 1-16,-1 2-1 16,-1 6 1-16,-2-4 0 15,2 4 1-15,-1-6-1 16,0-1 0-16,3-3-20 15,4-5-19-15,-1-6-32 0,6-4-16 16,1-6-12 0,3-4 45-16,2 0 53 0,0 0 1 15,0-2 0-15,0-8 0 16,0 1 21-16,7 2-20 16,1 0 12-16,6-2-13 15,-1 3 3-15,3 0 3 16,-3 4-6-16,3 0 9 15,-1 2-9-15,-2 0 7 16,3 0 0-16,-3 0 2 16,1 0-2-16,1-5 15 15,-1 2 8-15,-3-2 5 16,1 0-11-16,-4-1-8 16,-1 0 25-16,-1 0 14 0,-4-3-2 15,1 2-5-15,-3-4-15 16,0-3 2-16,0 0-15 15,0-2-4-15,0 1-15 16,-5 1 14-16,-1 0-5 16,-1 1-10-16,3 1-10 15,-6 2-51-15,2 2-110 16,1 2-134-16</inkml:trace>
  <inkml:trace contextRef="#ctx0" brushRef="#br0" timeOffset="111797.69">11672 6336 42 0,'0'0'128'16,"0"0"-41"-16,0 0-41 0,0 0-10 15,0 0-7 1,0 0 49-16,0 0 30 0,0 0 25 16,0 0-32-16,0 0-22 15,0-4 1-15,0-1-22 16,0-4-6-16,0 1 3 15,0 1 1-15,0 1-11 16,0 1 13-16,0 4 13 16,0 1 0-16,0 0-17 15,0 0-1-15,0 0-22 16,0 0-21-16,0 0-10 16,0 0-23-16,0 13-4 0,0 7 11 15,0 4 16 1,0 5 0-16,-2 1 0 15,-2-5 0-15,2 0 0 0,0-5 0 16,-1-6 0-16,3-2 0 16,0-6 0-16,0-2 5 15,0-2-5-15,0-2-30 16,0 0-53-16,0 0-4 16,0-12-41-16,0-2-217 15,0-3-332-15</inkml:trace>
  <inkml:trace contextRef="#ctx0" brushRef="#br0" timeOffset="112350.92">11579 6327 290 0,'0'0'166'0,"0"0"-45"16,0 0-31-16,0 0 8 16,0 0 10-16,0 0-4 15,0 0-24-15,29-5-27 16,-18-1 1-16,0-1-22 0,0 1-5 15,0-3-17 1,-1 3 0-16,0 2-4 0,-1-2-6 16,1 2 0-16,-4 0 1 15,1 0 5-15,-1 2-5 16,-4-1 0-16,-2 3 1 16,2 0-1-16,-2 0-1 15,0 0 0-15,0 0-10 16,0 0-12-16,0 0 4 15,0 0 8-15,2 7 9 16,2 5 1-16,-2 2 0 16,0 3-1-16,2 4 1 15,1-3 0-15,-1 0 0 16,-2-1 0-16,2-5 0 16,-4-2 8-16,2-7 8 0,-2 1 8 15,3-4 2-15,-3 0 0 16,3 0-10-16,-1 0-16 15,-2-1-56-15,2-8-242 0</inkml:trace>
  <inkml:trace contextRef="#ctx0" brushRef="#br0" timeOffset="114764.16">6713 8918 51 0,'0'0'389'0,"0"0"-125"16,0 0-28-16,0 0-48 15,0 0-26-15,0 0-30 16,0 0-26-16,8 0-29 0,-8 0-22 15,0 0-29-15,0 0-26 16,0 7-1-16,0 9-10 16,0 6 11-16,0 10 0 15,0 5 19-15,0 6 1 16,0 4-4-16,0-1-7 16,5-2-2-16,-3-7-6 15,3-6 0-15,-3-7 0 16,0-8 0-16,-2-6 0 15,3-6 6-15,-3-4 15 16,2 0 1-16,-2 0 17 16,2 0-11-16,-2 0-29 15,0-10-70-15,0-4-172 16,0 3-297-16</inkml:trace>
  <inkml:trace contextRef="#ctx0" brushRef="#br0" timeOffset="115215.13">6563 9122 254 0,'0'0'176'15,"0"0"-68"-15,0 0 11 16,0 0 5-16,125 10-23 15,-85-10-3-15,-2 0-8 16,-4 0-11-16,-7 0-18 16,-8 0-7-16,-3 0-17 15,-9 0-12-15,-1 0-18 16,-4 0-7-16,0 0-9 0,-2 0-23 16,3 0-16-16,0 0-17 15,-1 1 3-15,0 4-52 16,4-3-71-16,-1 2-27 15,1-2-172-15</inkml:trace>
  <inkml:trace contextRef="#ctx0" brushRef="#br0" timeOffset="116215.09">7467 8941 350 0,'0'0'172'0,"0"0"-39"16,0 0 11-16,0 0-43 15,0 0-40-15,0 0-15 16,123-44-7-16,-109 44-24 15,1 0-13-15,-1 0 14 16,-1 4 22-16,1 7-16 16,-1 2 30-16,-1 3-12 15,-6 5-1-15,-2 2 8 16,-4 5 9-16,0 6-18 16,-6 2-25-16,-17 3 3 0,-1-1-3 15,-3-2 2-15,2-4-15 16,1-4 8-16,4-4-7 15,5-4 0-15,-1-6-1 16,5-4-1-16,1-2-17 16,6-3-3-16,2-5 9 15,2 0 12-15,0 0 11 16,0 0-11-16,0-11-22 16,9-1 4-16,7 4 9 15,2 1-1-15,1 2-11 16,4 1-2-16,2 4-4 15,1-2 14-15,2 2 5 16,5 0 8-16,-2 0-1 0,2 0 1 16,-4 0 0-1,-3-1 0-15,-6-2 19 0,-1 3-5 16,-6-2 20-16,-3 0-14 16,0 0 3-16,-4 0-14 15,1 0-2-15,-1 0-7 16,0-2-37-16,-2-4-79 15,-2 2-208-15,2-2-600 0</inkml:trace>
  <inkml:trace contextRef="#ctx0" brushRef="#br0" timeOffset="116564.82">7880 8931 196 0,'0'0'205'0,"0"0"-26"16,0 0 9-16,0 0-31 15,0 0-40-15,131 68-24 16,-93-48-37-16,1 0-9 16,-2-2-13-16,-3-1-3 0,-7-3 9 15,-3-2-18-15,-6-5-15 16,-2 2 0-16,-1-1-7 16,-1-2-44-16,-4-3-59 15,1 0-73-15,-6-3-162 0</inkml:trace>
  <inkml:trace contextRef="#ctx0" brushRef="#br0" timeOffset="116898.38">8045 8835 113 0,'0'0'391'0,"0"0"-186"16,0 0-57-16,0 0-74 15,0 0-57-15,0 0 80 16,0 0-4-16,-23 114-25 16,10-68 1-16,-5 2-25 15,1-1 2-15,1-5-24 16,3-8-5-16,2-6-15 15,4-10 11-15,2-4-12 16,3-6 4-16,0-6-4 16,2 0-2-16,0-2-23 15,0 0-140-15,2 0-158 0,10 0-90 0</inkml:trace>
  <inkml:trace contextRef="#ctx0" brushRef="#br0" timeOffset="117464.38">7230 9482 146 0,'0'0'177'15,"0"0"-79"-15,0 0 11 16,0 0-17-16,0 0 18 0,0 0 7 16,0 0 5-16,13 5-54 15,11-5-42-15,16 0-10 16,16 0 9-16,15-2 14 15,34-7 9-15,35 0-2 16,30-1 60-16,-14 2-28 16,-31 2-30-16,-43 1-35 15,-31 4-13-15,3-1-1 16,-5-1-14-16,-5 2 14 16,-15-2-6-16,-13 3 6 15,-9 0-5-15,-5 0 5 16,-2 0-76-16,0 0-119 15,-9 3-48-15,-7 3-160 0</inkml:trace>
  <inkml:trace contextRef="#ctx0" brushRef="#br0" timeOffset="118014.59">7673 9626 342 0,'0'0'182'0,"0"0"36"16,0 0 3-16,0 0-48 16,138 5-21-16,-100-4-20 15,0 2-32-15,-1-3-20 16,2 2-27-16,-3-2-12 15,-3 0-22-15,-2 0-3 16,-6 0-16-16,-8 0-5 16,-5 0-49-16,-8 0-52 15,-4 0-120-15,-20 0-112 16,-5 0-14-16</inkml:trace>
  <inkml:trace contextRef="#ctx0" brushRef="#br0" timeOffset="118681.93">7681 9643 224 0,'0'0'72'0,"0"0"-4"15,0 0-15-15,0 0-30 16,0 0-14-16,0 0-3 16,0 0 1-16,-37 88 9 15,37-80 14-15,0-2 22 16,12 0-12-16,3-1 1 15,1-1 15-15,1-4 38 16,1 2-3-16,2-2-22 16,0 0 3-16,-2 0-15 15,0 0-9-15,-2 0-18 16,-1 0-23-16,-1 0-6 16,3 0-1-16,-1 0 1 0,1 0-1 15,1 6 0 1,0 1-1-16,-4 3-10 0,-4 1 5 15,0-1 4-15,-1-1 1 16,-5 4-8-16,0-1 9 16,1-1 0-16,-3 1 0 15,-2 1-26-15,0-2 12 16,0 3-9-16,0-3 1 16,0 1 2-16,0 0 14 15,-9-2 6-15,-4 1 0 16,-3 2 5-16,-4-3-4 15,0 3-2-15,-4-6 1 16,1-1-1-16,1-2 0 0,0-4 1 16,2 0 8-1,0 0 23-15,0-4 12 0,-1-8-5 16,4-2-27-16,1-3-11 16,-1-4-34-16,3 3-82 15,5 3-183-15</inkml:trace>
  <inkml:trace contextRef="#ctx0" brushRef="#br0" timeOffset="120782.2">8822 9092 324 0,'0'0'255'0,"0"0"-66"16,0 0-46-16,0 0-59 16,0 0 14-16,0 0 51 15,0 0-21-15,116 18-28 16,-73-12-13-16,-3-3-33 0,0 4-23 15,-3-1-20 1,-5 0-9-16,-3-2 3 0,-2 0-5 16,-5-1-33-1,1-3-24-15,-6 0-58 16,-3 0-66-16,-6 0-100 0,-8-3-123 16</inkml:trace>
  <inkml:trace contextRef="#ctx0" brushRef="#br0" timeOffset="121148.13">8820 9270 251 0,'0'0'241'16,"0"0"-42"-16,0 0-4 16,0 0 3-16,0 0-30 15,0 0-51-15,116 20-11 16,-76-16-20-16,3 1-9 16,-1-3-2-16,-1 3-10 15,-8-4-12-15,-4 2-25 16,-5-3-11-16,-4 0-16 15,-5 2 0-15,-3-2-1 16,-6 0 0-16,1 0-22 0,-5 0-30 16,0 0-48-1,-2 0-90-15,0 0-122 0,0 0-320 0</inkml:trace>
  <inkml:trace contextRef="#ctx0" brushRef="#br0" timeOffset="123631.74">12468 6471 12 0,'0'0'174'0,"0"0"-110"0,0 0-22 16,0 0 25-16,0 0 0 15,0 0 8-15,0 0 24 16,6 64-28-16,-6-40-22 15,0 6-27-15,0 0 8 16,0 2-7-16,0 1-7 16,3-4-15-16,-1 0-1 15,2-5 2-15,6-2-2 16,-2-3 1-16,1-3 0 0,5-1 8 16,-3-3-7-1,5-3 3-15,-3-7-4 0,2 3 17 16,3-5-3-16,2 0-2 15,0 0 0-15,2 0-12 16,5 0 5-16,0 0 1 16,6 0-2-16,1 0-4 15,6 0 8-15,2 0-9 16,7 0 0-16,7 0 1 16,4 0-1-16,7 0 5 15,4 0-4-15,1 0 10 16,1 0 5-16,3 1 18 15,4 5 7-15,2-1 12 16,6 1-9-16,-1 0-13 16,-1 0-13-16,1 2-18 15,-2-1 6-15,-3 4-5 0,-4-1 5 16,-2 2-6-16,-5 3 0 16,-4-2-2-16,-3-1 2 15,-6 1 0-15,-2-6 0 16,-4-1 0-16,-4 0 0 15,-5-4 2-15,-7 0-2 16,-7-2 0-16,-6 0 0 16,-4 0 0-16,-3 0 0 15,-3 0 1-15,-5 0 5 16,-1 0 18-16,0-4 14 16,-2-1-24-16,-3 3 8 0,2-1-7 15,0-3-8 1,-1 3-7-16,1-6 16 0,1-3 15 15,2-3 9-15,-1-4-6 16,3-7-33-16,0-2 7 16,2-6-7-16,-2-4 6 15,-1 0-5-15,0-2 56 16,-4 4-19-16,-2 6 22 16,-2 3-11-16,0 7 14 15,0 6 1-15,0 4 1 16,0 6-6-16,0 2-26 15,0 2-34-15,0 0-9 16,0 0-55-16,0 0-88 16,0 0-160-16,0 8-217 0,0-2-69 15</inkml:trace>
  <inkml:trace contextRef="#ctx0" brushRef="#br0" timeOffset="125447.17">9669 8699 20 0,'0'0'331'16,"0"0"-118"-16,0 0-31 15,0 0-20-15,0 0-80 16,0 0-14-16,19 0-13 16,-6 0-23-16,5 0-13 0,5 0-19 15,9 0 2-15,4 0-1 16,2 0 6-16,-1 0-7 15,-3 0 0-15,-3 0 0 16,-8 4-7-16,-6 4 6 16,-3 2-12-16,-4 4 6 15,-1 4 0-15,1 3 7 16,-4 4 15-16,1 2 11 16,-3 6 2-16,3 1-7 15,-2 4 0-15,1 2 0 16,1 2 1-16,-3-2-12 15,0 0 0-15,-2-3-8 0,4-7 9 16,-4-4-5-16,0-6-5 16,0-6 22-16,-2-6 12 15,2-4 3-15,-2-4 1 16,0 0 18-16,0 0-19 16,0 0-8-16,0 0-30 15,0 0-82-15,0-6-134 16,-6-2-324-16</inkml:trace>
  <inkml:trace contextRef="#ctx0" brushRef="#br0" timeOffset="125713.56">9821 9018 427 0,'0'0'199'0,"0"0"12"15,0 0-9-15,0 0-54 16,0 0-29-16,131 0-31 16,-100-2-57-16,0-1-11 15,3 0-19-15,-1-1-1 16,6 1-65-16,11-3-117 15,-5 1-169-15,-5 1-283 0</inkml:trace>
  <inkml:trace contextRef="#ctx0" brushRef="#br0" timeOffset="126379.81">10638 8514 199 0,'0'0'273'15,"0"0"-77"-15,0 0-37 16,0 0-48-16,0 0-39 0,0 0-35 16,0 0-24-1,-15 12-3-15,-1-4 58 0,-1 7 7 16,-4 0-19-16,2 3-28 16,-4 6 4-16,1 2-21 15,1 6-2-15,0 4 0 16,3 5-8-16,2 0 7 15,5 6-6-15,2-1 7 16,5 3-9-16,4-2 2 16,0 1-2-16,0-1 1 15,6-6 0-15,7-2 1 16,1-5-2-16,-1-7 0 16,1-2 1-16,-3-8-1 15,3-4 6-15,-6-3-5 16,1-4 17-16,-3-2-5 0,0 1 0 15,0-4-2-15,-2 1-8 16,3-2-3-16,2 0-58 16,4 0-69-16,-2 0-147 15,-2 0-268-15</inkml:trace>
  <inkml:trace contextRef="#ctx0" brushRef="#br0" timeOffset="127230.89">10908 8795 315 0,'0'0'151'0,"0"0"-9"16,0 0-37-16,0 0-24 0,0 0-12 15,0 0-4 1,-129 30-6-16,106-10-15 0,2 4-23 16,0 4 0-16,3 1-8 15,7 7 1-15,7-3-2 16,4 1 2-16,0 0-1 15,2-1-3-15,15-3 13 16,6-2-5-16,4-2-2 16,2-5-8-16,-2-2-2 15,-3-5-5-15,-2-4-1 16,-2-3 1-16,1-2 0 16,-4-5 8-16,1 0-2 15,3 0 6-15,-2 0-6 16,-1-7 24-16,-3-4-2 15,-3-1 19-15,-3-1 18 0,-5 0-3 16,-4-1-23-16,0 0-5 16,0-1-3-16,0 4 6 15,-6-3-9-15,-8 0-17 16,-1 2 20-16,-6 2-16 16,-3 2-15-16,0 3-1 15,-3 1-6-15,0 4-11 16,2 0-27-16,5 0-55 15,5 3-61-15,4 8-48 16,2 0-99-16,6-3-60 0</inkml:trace>
  <inkml:trace contextRef="#ctx0" brushRef="#br0" timeOffset="127647.86">11147 8974 310 0,'0'0'176'15,"0"0"-36"-15,0 0-16 16,0 0-15-16,0 0-10 16,0 0 3-16,0 0-21 15,114 14-3-15,-79-7-4 16,1 1-3-16,-3 1-26 15,-4-3-21-15,-4-3-18 16,-6 1-6-16,-1-1 0 16,0-2-43-16,-5-1-37 15,-2 0-56-15,-1 0-110 16,-6 0-134-16</inkml:trace>
  <inkml:trace contextRef="#ctx0" brushRef="#br0" timeOffset="128380.9">11592 8845 283 0,'0'0'144'0,"0"0"-24"15,0 0 20 1,0 0 36-16,0 0-66 0,143 68-36 16,-106-46-4-16,1 2-13 15,-2-2-11-15,-2-2-7 16,-5-2-23-16,-5-2-16 15,-6-4 10-15,-5-2-9 16,-4-4-1-16,0-1-39 16,-5-5-32-16,-4 0-67 15,0 0-117-15,0 0-38 0</inkml:trace>
  <inkml:trace contextRef="#ctx0" brushRef="#br0" timeOffset="128698.4">11815 8831 182 0,'0'0'182'0,"0"0"-19"16,0 0-32-16,0 0-57 15,0 0 21-15,-43 132-30 16,35-92-23-16,-1 0-18 0,-1-5-11 16,2-6 6-16,1-3 3 15,1-5-8-15,2-7-5 16,-2-4 1-16,6-4-9 16,0-2 1-16,0-4-2 15,0 0-54-15,0 0-64 16,2 0-33-16,8 0-157 0</inkml:trace>
  <inkml:trace contextRef="#ctx0" brushRef="#br0" timeOffset="129314.77">11978 8463 165 0,'0'0'183'0,"0"0"-81"16,0 0-30-16,0 0-2 15,0 0 22-15,0 0 5 16,104 105-29-16,-73-59-19 16,0 8-28-16,-4 3-3 15,-2 0-17-15,-7 2 1 0,-3-5-1 16,-6-4 0-1,-2-2 6-15,-4-3-7 0,-3-5 6 16,0-5-4-16,0-4 4 16,0-6-5-16,0-2 15 15,0-8 3-15,0-2 0 16,-3-5-3-16,-2-2-5 16,3-4-11-16,0-2-57 15,2 0-83-15,-2 0-182 0</inkml:trace>
  <inkml:trace contextRef="#ctx0" brushRef="#br0" timeOffset="130731.09">9950 9463 270 0,'0'0'120'0,"0"0"14"15,0 0-46-15,0 0-17 16,0 0-28-16,0 0 7 16,0 0-16-16,16 2-17 15,-7-2-4-15,4 0 29 16,5 2 10-16,4-2-19 15,7 0-17-15,5 0-16 16,3 0 1-16,5 0 6 16,6 0 0-16,4 0 9 15,2 1-6-15,4-1 14 0,0 3-17 16,2-2 1-16,1 3-8 16,3-1 2-16,1-1 3 15,3-2-4-15,2 0-1 16,1 0 0-16,0 0 1 15,3 0 0-15,0 0 18 16,-1 0 0-16,-3-2 2 16,-4-1-15-16,-3 2-4 15,-3-2 4-15,-4-1-6 16,-1 3 0-16,3-3 0 0,0-1 5 16,4 1-5-1,5 0-1-15,3 3-5 0,-2 1 6 16,3 0-2-16,-4 0 1 15,-5 0 0-15,-8 0 0 16,-2 0 1-16,-8 0 14 16,1 0 34-16,-1 0 34 15,3 0-16-15,2 0-36 16,0 0 12-16,-3 1-14 16,-7 7-27-16,-11-1-1 15,-8 0-1-15,-6-3 1 16,-5 2-1-16,-7-3-15 15,-2-1-51-15,0-1-76 16,-2-1-115-16,-14 0-129 0</inkml:trace>
  <inkml:trace contextRef="#ctx0" brushRef="#br0" timeOffset="131780.6">10891 9679 172 0,'0'0'241'15,"0"0"-90"-15,0 0-24 16,0 0 0-16,0 0-4 16,133 0-6-16,-102 0-26 15,-2 0-18-15,-4 0-39 16,-4 0-10-16,-2 8-24 0,-6 4 0 15,-4-2 0-15,-2 5-1 16,-5-2 1-16,-2 3 0 16,0 0 7-16,0 0-7 15,-15 2 1-15,-6 0 5 16,-1-2-6-16,-1-2-10 16,2-2-16-16,0-1-8 15,6-5-21-15,1-3 1 16,8 0 19-16,2-3 22 15,1 0 13-15,3 0 1 16,0 0 9-16,0 0 9 16,0 0 30-16,9 0-25 15,6 0-23-15,3-6 2 16,5-2 30-16,2 1 14 16,-4 4-3-16,0-2-29 0,-1 4 1 15,-3 1 3-15,4 0-2 16,-4 0-1-16,3 0-15 15,-1 9 2-15,-2 2-3 16,1 3 7-16,-5 0-7 16,1 1-1-16,-5 4-9 15,-3 0-3-15,-2 2-5 16,-4 0-4-16,0 0 12 16,0 2-3-16,0-4 13 15,-13-1 0-15,-1-2 7 16,-3-2-6-16,-1-2 5 15,-4-2 16-15,0-2 29 0,-3-2-6 16,0-2-9-16,4-4 2 16,-2 0-6-16,3 0-9 15,-1 0-23-15,2-1-36 16,-10-16-108-16,4 3-140 16,3-3-417-16</inkml:trace>
  <inkml:trace contextRef="#ctx0" brushRef="#br0" timeOffset="133980.98">6706 5916 192 0,'0'0'137'15,"0"0"-10"-15,0 0-7 16,0 0-9-16,150 0-6 0,-113 0 18 15,3 0-4-15,-4 0-54 16,-3 0-36-16,-6 0-11 16,-5 1-2-16,1-1-10 15,-6 2 9-15,1-2 2 16,-2 0-3-16,-3 0-5 16,-4 0-8-16,-5 0-1 15,-1 0-1-15,-1 3-28 16,-2-2-58-16,0 4-37 15,0-2-9-15,0 2-16 16,0 2-38-16,0-3-86 0</inkml:trace>
  <inkml:trace contextRef="#ctx0" brushRef="#br0" timeOffset="136963.51">9711 4614 214 0,'0'0'189'0,"0"0"-96"16,0 0 17-16,0 0-35 15,0 0-8-15,0 0-20 0,-137-32-21 16,99 28-25-16,-7 2 0 15,-6-1-1-15,-5 2 0 16,-4-4 1-16,2 2 0 16,4-1 1-16,6-2-2 15,3-2 1-15,5 1 1 16,2 2-1-16,0 0 9 16,-6 2-10-16,-6 3 1 15,-8-3 0-15,-2 3 0 16,-2 0 0-16,5 0 0 15,3 0 0-15,9-1 0 16,5 1 20-16,9 0 4 0,2 0-16 16,2 0-9-16,0 0 12 15,-4 0-5-15,0 0 16 16,-1 0-16-16,-3 4-5 16,-5 4 6-16,-5 0-8 15,-6 4 10-15,-4 0-9 16,-3 1 33-16,4 2-20 15,10-3-1-15,8-1 23 16,11 2-36-16,7-3 0 16,5 0-1-16,2 1-9 15,0 4 5-15,-2 1 5 16,-8 2 1-16,-1 4 8 16,-4 0-9-16,-1 0 1 0,2 0-1 15,3 0 0 1,5-1 0-16,-2 1-6 0,1 0 6 15,1 0 0-15,-1 0 1 16,-2 0 0-16,0 0 7 16,-1-3-8-16,2 2 5 15,5-5-5-15,1-3-6 16,3 0 5-16,4-1 0 16,0 5-6-16,-1-2 1 15,-2 8 4-15,0-2 3 16,-2 3-2-16,-3 2 2 15,-3 3 0-15,1-2 6 16,-1 0 3-16,-2 1-9 16,4 0 0-16,-1 0 0 0,1 2 0 15,1 0 7-15,-1 3-8 16,1 0 1-16,5-3-1 16,1 2-2-16,6-2 2 15,2 1-7-15,0-1 7 16,0-1 0-16,0 1 0 15,2 3 0-15,2-1 1 16,3 2-1-16,-3 0 2 16,0 0-2-16,4 0 0 15,-2 2 0-15,1 1 0 16,3 2 8-16,6 2 2 16,0-1 1-16,2 4-9 15,-2-2 7-15,-1 2-8 16,1-5-1-16,1 0 1 15,-1-1 0-15,4-4 15 16,2 1-10-16,5-3 14 0,2 0-1 16,5-2 10-16,-1 0-16 15,0-2 3-15,3-1-4 16,-5-2-5-16,0-1 0 16,0-4-6-16,3 0 9 15,-3-2 15-15,4-2 4 16,0 3-18-16,0-4-2 15,-4 3-8-15,1 0 0 16,-3 0-1-16,0-2 10 16,0 3-1-16,2-4 0 0,2-1 17 15,5-2-10 1,2 1 13-16,3-3-6 0,-4-2 2 16,-1 1-12-16,-5 0-7 15,-6 1-6-15,-2 0-1 16,-3 1 1-16,2-3 1 15,1 3 12-15,4-1-3 16,2-2 1-16,0 2-5 16,5-1 3-16,-3-2-4 15,0 1-4-15,0 0-1 16,-2 2 0-16,0-2 8 16,2-2-7-16,3-1 9 15,6 0-4-15,5-1 4 16,4-4-9-16,2 2 1 15,-1-2-1-15,-2 2-1 0,-2 1 1 16,-2-2-1-16,-3 1 8 16,-1-2-8-16,1 0 1 15,-1 0 0-15,4 0-1 16,4 0 6-16,-1-6-6 16,2 0 0-16,-4-2 0 15,-1 2 1-15,1 1 0 16,-2-4 5-16,2 1-5 15,-1-2-1-15,3-2 0 16,1 1 0-16,-2-4 1 16,-3 3-1-16,-3-1 0 15,-2-2 0-15,-2 1 7 16,-4-3 0-16,-3 2 8 0,3-1 2 16,-3 0 13-1,0 0-10-15,-2 0-2 0,0 1 2 16,-3 2-14-16,-3 3 3 15,-1-2-1-15,-2 1 13 16,2-1-2-16,1-2 12 16,1-2-7-16,1-2 0 15,1-2-1-15,3 2-17 16,0-2 8-16,-2 0-13 16,-2 2 11-16,-3 0-3 15,0-2-4-15,0 0-5 16,1 0 0-16,-1-4 0 0,2 0 0 15,3-2-1-15,2 0 1 16,0-3 0-16,0 4 0 16,2-4 1-16,-2 1-1 15,-2 3 0-15,-2-2-1 16,-4-1 1-16,4 0 0 16,2 0 0-16,4-4-1 15,2 0-12-15,3 1 13 16,-3 1-6-16,-6 5-1 15,-4 3 6-15,-7 4 1 16,-5 0 0-16,-5 0 5 16,0-5 14-16,4-1-13 15,-3-6 10-15,1-2-4 16,-1-4 2-16,-3-1-6 16,-1-5 5-16,-1 4-7 0,-2 1 9 15,0 1 23-15,0 2-20 16,0-2-1-16,0 3-11 15,0-3 12-15,0-3-17 16,0-5 4-16,-2-6-4 16,-3-2-2-16,-2 1 1 15,-3 1 0-15,-4 1-1 16,-1 3-6-16,-6 2 7 16,0 0 6-16,-2 2 2 15,-2 0-7-15,1 0-2 16,-1-2 0-16,1 1 0 0,-3 1-1 15,0 0 1 1,1 4 0-16,-1 4-6 0,0 2 7 16,0 6 1-1,-2 2 0-15,1 2-1 0,-1 1 0 16,-5 3-8-16,-2 0 0 16,-2 3 2-16,-1-2-16 15,-4 1 20-15,1 0 1 16,0 3-5-16,-1-2 6 15,3 3 0-15,-2 2-6 16,-5 4 6-16,-3 0-12 16,-2 4-6-16,-6 2 8 15,-3 0-5-15,1 0 8 16,2 0-3-16,-2 8-6 0,2 1-16 16,2 2-11-1,3 1-17-15,2 2-17 0,6 1-27 16,5-1-75-16,2 1-55 15,9-2-125-15,6-4-382 0</inkml:trace>
  <inkml:trace contextRef="#ctx0" brushRef="#br0" timeOffset="138279.79">11305 4716 312 0,'0'0'190'16,"0"0"-34"-16,0 0-22 15,0 0-12-15,0 0-56 16,0 0-18-16,0 0 2 15,0 8 26-15,0-8 18 16,2 0 13-16,2 0-48 0,-2-4-41 16,6-6-4-16,-2-4 1 15,3-4-6-15,-1 0-8 16,4-2 20-16,1 0-2 16,3-2-4-16,1-3 8 15,4 2-14-15,4-1 5 16,1-4-2-16,6 2 13 15,3-3-5-15,5 2 9 16,2-3-20-16,3 5-3 16,-1 0 1-16,3 2 2 15,2 2 1-15,2 0-9 16,3 1 6-16,2-2-6 16,-1 4 0-16,1 2 0 15,-2 3-1-15,-5 6 0 16,-3 3-8-16,2 4 1 15,-4 0-9-15,1 4 15 16,1 12-5-16,6 2 6 0,-2 2 1 16,4 2 0-16,-5 2-1 15,-5 2-1-15,-8 1-5 16,-5-4-1-16,-4 2 6 16,-7-3 0-16,-2-3 1 15,-2-2 5-15,-3-2 8 16,-2-5-13-16,-4-2 0 15,-1-2 1-15,-3-1-1 16,-3-5 0-16,0 1 0 16,0-1 0-16,0 0-9 0,0 0-30 15,0 0-93-15,0 3-129 16,0-1-138-16,0-1-4 0</inkml:trace>
  <inkml:trace contextRef="#ctx0" brushRef="#br0" timeOffset="139096.85">12644 4484 367 0,'0'0'189'0,"0"0"-64"16,0 0 47-16,0 0-42 15,0 0-33-15,0 0-44 16,0 0-25-16,9-6-14 16,-3 6-14-16,5 0 0 15,5 6 0-15,-1 6 16 16,4 2-16-16,1 2 1 0,-3 0-1 16,1 2 2-16,-2-5-1 15,0 2-1-15,-6-3 1 16,-1-3-1-16,-2-4 3 15,-2-3-2-15,-5-1 8 16,0-1-9-16,0 0 9 16,0 0-9-16,0 0 7 15,0 0 13-15,4 0 8 16,0 0 59-16,1-7-39 16,4-5-32-16,0 0-15 15,0-4 12-15,1 0-12 16,4-3 8-16,-3 1 11 0,1 0 12 15,-4 1 10-15,1-2 0 16,-5 5 5-16,2 0-2 16,-6 5-10-16,0 2-22 15,0 4 9 1,0 0 7-16,0 3-4 0,0 0-8 16,0 0-17-16,0 0-2 15,-10 0-17-15,-5 0 9 16,-5 10 0-16,-1 2-9 15,4 1-15-15,1-4 17 16,5 0 4-16,5-5-5 16,3-4 7-16,3 0 11 15,0 0 9-15,0 0 5 16,-2 0 7-16,2 0-21 16,0 0-6-16,-2 2-14 0,-1-1-1 15,-1 4 5-15,-1-4-7 16,-1 4-41-16,2 0-35 15,-3 4-55-15,5-1-109 16,-1-3-143-16</inkml:trace>
  <inkml:trace contextRef="#ctx0" brushRef="#br0" timeOffset="140813.79">13243 8671 371 0,'0'0'302'0,"0"0"-81"15,0 0-81 1,0 0-78-16,0 0-33 0,0 0 39 16,0 0 38-16,25 94-10 15,-21-54-5-15,0 2 1 16,3 2-20-16,5-3-26 16,-2 2-17-16,3-2 6 15,-1-6-19-15,-1-4 6 16,-5-6 1-16,2-2 9 15,-6-7-5-15,0-5-1 16,0 0-8-16,-2-3-12 16,3-4 7-16,-3 0-13 0,0-2 6 15,2-2 1-15,-2 0-7 16,0 0-13-16,2 0-46 16,2 0-61-16,0-12-93 15,2-2-184-15,-2 0-298 16</inkml:trace>
  <inkml:trace contextRef="#ctx0" brushRef="#br0" timeOffset="141266.01">13040 8909 400 0,'0'0'105'16,"0"0"52"-16,0 0-22 16,0 0-59-16,0 0 38 0,0 0-28 15,128 0-23 1,-95 0-9-16,-2 0-9 0,3 0 17 16,-1 0 22-1,-2 0-1-15,-2 3-29 0,-4-3 10 16,-6 0-22-16,-5 0-12 15,-3 0-24-15,-7 0-6 16,1 0-36-16,-3 0-89 16,5 0-110-16,0 3-124 15,-3 1-191-15</inkml:trace>
  <inkml:trace contextRef="#ctx0" brushRef="#br0" timeOffset="142180.54">13999 8803 477 0,'0'0'227'16,"0"0"-87"-16,0 0 6 15,0 0-93-15,0 0-28 16,0 0-18-16,0 0 3 16,133-8-9-16,-102 8-1 0,-2 0-1 15,-4 6 0 1,-3 6-1-16,-4-1-14 0,-7-3-2 15,-2 3-7-15,0-3 16 16,-5 0 9-16,3 1 6 16,-1-1-6-16,2 5 0 15,-4 1 9-15,0 2 18 16,-2 4 18-16,-2 3-10 16,0 3 17-16,0 2 1 15,0 2-9-15,-6-1-18 16,4 0 3-16,0-1-19 15,2-4 15-15,0-4-6 0,0-2-11 16,-2-5-2-16,2 0 4 16,-3-3 2-16,3-2-5 15,-3-2-4-15,3-1-3 16,-2-4-59-16,2-1-76 16,-2 0-14-16,-2 0-19 15,-1-6-88-15</inkml:trace>
  <inkml:trace contextRef="#ctx0" brushRef="#br0" timeOffset="142516.39">14034 8968 23 0,'0'0'277'0,"0"0"-171"16,0 0 103-16,0 0 13 16,0 0-25-16,0 0-15 15,154 24-33-15,-112-21-49 16,0 1-53-16,-3 0-33 15,-8 0-14-15,-2 2-6 16,-5-1-14-16,2-2-28 16,1 0-48-16,13-3-73 0,-5 0-151 15,-2 0-377-15</inkml:trace>
  <inkml:trace contextRef="#ctx0" brushRef="#br0" timeOffset="143263.32">14794 8715 166 0,'0'0'326'0,"0"0"-111"16,0 0-81-16,0 0-69 16,0 0-13-16,0 0 6 15,0 0 19-15,-7 17-12 16,-4-6-17-16,-1 1-18 16,-3 2-2-16,1-1-14 15,-1 6 2-15,-3 1-15 16,3 0 6-16,1 2 2 0,3 2-3 15,1 2 11-15,3 6-7 16,4-1 2-16,3 6 1 16,0 1 0-16,0 3-13 15,5-3 2-15,6 0-2 16,2-2 1-16,3-4 0 16,-1-2 0-16,-1-6 0 15,1-2-1-15,-1-6 12 16,-3-6 1-16,-3-2 26 15,0-3-1-15,-4-2-3 16,1-1-15-16,-1-2-11 16,0 0-9-16,10 0-58 15,-3 0-67-15,2-2-275 0</inkml:trace>
  <inkml:trace contextRef="#ctx0" brushRef="#br0" timeOffset="144047.82">14912 8943 12 0,'0'0'545'0,"0"0"-395"15,0 0 22-15,0 0-33 16,0 0-29-16,0 0-18 0,0 0-40 16,112-22-15-16,-88 22-17 15,0 0 6-15,-1 5 10 16,-1 12-11-16,-5 2-13 15,-5 4-11-15,-5 4 0 16,-5 0 0-16,-2 5 11 16,0 1-12-16,-9-1-9 15,-11-2-4-15,-1 0-6 16,2-6 5-16,1-1-2 16,3-9 15-16,1-1-1 15,3-5 2-15,4-2-8 16,5-3 7-16,0-3 1 15,0 0-1-15,2 0 1 16,0 0-7-16,0 0 6 0,0 0-41 16,0 0-6-16,6-5 22 15,5-1 14-15,3 2-14 16,-1 0 3-16,5 0-5 16,-3 2 7-16,4 2 9 15,-4 0 7-15,3 0 5 16,-1 0 17-16,4 0 19 15,-3 0 2-15,-1 0 20 16,-1 0-10-16,-1 0-9 16,-4 0-17-16,-1 0-21 15,-4 0 5-15,-2 0-5 16,-1 0-2-16,-1 0-6 16,0 0-33-16,8 0-64 0,-4 0-111 15,0 0-368-15</inkml:trace>
  <inkml:trace contextRef="#ctx0" brushRef="#br0" timeOffset="144448.16">15317 9021 215 0,'0'0'175'0,"0"0"-25"16,0 0-15-16,0 0-18 15,0 0-17-15,121 105-15 16,-92-80-17-16,0 2-22 16,-3-4-12-16,-1-2-14 15,-5-3-6-15,0-4 1 16,-2-2-15-16,-3-4 7 16,-1-4 3-16,-3 0-8 0,-2-4-2 15,-2 0-45 1,-5 0-71-16,-2 0-111 0,0 0-90 0</inkml:trace>
  <inkml:trace contextRef="#ctx0" brushRef="#br0" timeOffset="144813.76">15543 8985 372 0,'0'0'210'0,"0"0"-59"16,0 0-40-16,0 0-57 16,0 0-27-16,0 0 31 15,0 0 24-15,-25 48 2 16,7-21-30-16,-2 3-15 15,-2 2-17-15,-3 2 1 16,3 0-22-16,0 0 10 16,4-7-11-16,5 0 0 15,1-6 0-15,6-6-5 16,-1-5 4-16,3-2 2 16,2-3-2-16,2-2-43 15,0 0-65-15,0-3-83 0,0 0-72 16,0 0-222-16</inkml:trace>
  <inkml:trace contextRef="#ctx0" brushRef="#br0" timeOffset="145397.7">16000 8921 544 0,'0'0'232'16,"0"0"-88"-16,0 0-63 15,0 0-55-15,0 0 47 16,0 0 48-16,19 104-9 16,-12-58-21-16,-5 2-20 15,3 1-14-15,-1-5-16 16,-1-5-6-16,-1-6-27 15,0-10 11-15,-2-4-7 16,2-5-6-16,-2-8-5 0,0-2 5 16,0-3-6-1,0-1-17-15,0 0-104 0,0 0-103 16,0 0-153-16</inkml:trace>
  <inkml:trace contextRef="#ctx0" brushRef="#br0" timeOffset="145597.84">15965 9136 540 0,'0'0'174'0,"0"0"13"16,0 0-73-16,166 0-85 0,-86 0-29 15,-13 0-185-15,-12 0-160 16</inkml:trace>
  <inkml:trace contextRef="#ctx0" brushRef="#br0" timeOffset="146130.63">16723 9019 192 0,'0'0'375'0,"0"0"-114"0,0 0-105 15,0 0-111-15,0 0-39 16,0 0 13-16,0 0 4 16,-35 59 7-16,12-40-18 15,-1 2-3-15,0-1-8 16,1-2 1-16,1 0-2 16,1-4-26-16,4-2-14 15,3-2-25-15,3-4-12 0,5 0-27 16,4-2 32-16,2-4 24 15,0 2 44-15,0-2 4 16,0 0 25-16,0 0-2 16,6 0-22-16,5 0 10 15,3 0-10-15,1 0 6 16,3 0 19-16,5 0 39 16,3 0-10-16,5 0 14 15,5 0 9-15,4 0-23 16,-2 0 2-16,-3 0-26 15,-1 0-16-15,-10 0-15 16,-5 0-8-16,-6 0-50 16,-7 0-37-16,-3 0-71 15,-3 0-70-15,0 0-415 0</inkml:trace>
  <inkml:trace contextRef="#ctx0" brushRef="#br0" timeOffset="146464.63">16696 9032 506 0,'0'0'310'0,"0"0"-92"15,0 0-91-15,0 0-79 16,0 0 19-16,0 0 21 15,0 0-17-15,48 94-20 0,-42-58-3 16,-1 3-13-16,-1 3-12 16,-2-3 5-16,0-5-6 15,0-4 2-15,0-6-9 16,2-6-3-16,-2-3-6 16,-2-8 2-16,2-3-8 15,0-1-5-15,-2-3-73 16,7 0-158-16,-1 0-160 15,3 0-401-15</inkml:trace>
  <inkml:trace contextRef="#ctx0" brushRef="#br0" timeOffset="146880.09">16962 8782 127 0,'0'0'286'0,"0"0"-171"15,0 0 86-15,0 0-11 16,0 0-70-16,100 125-24 0,-73-79-17 16,-5 7-47-1,-2 4-16-15,-8 4-4 0,-6 1 5 16,-6 2-15-16,0-7 8 16,0 0-9-16,-6-8 0 15,-6-8 0-15,3-7-1 16,3-7 8-16,-1-7-7 15,2-6-1-15,1-8 0 16,-1-2-10-16,3-4-26 16,-6 0-48-16,-2-4-165 15,1-7-483-15</inkml:trace>
  <inkml:trace contextRef="#ctx0" brushRef="#br0" timeOffset="148247.57">14087 9422 58 0,'0'0'183'0,"0"0"-95"16,0 0-6-16,0 0-15 15,0 0 9-15,0 0 11 16,0 0-1-16,87 4 24 16,-66-4-29-16,1 2-20 15,0 2-8-15,2-1 8 16,3-1-6-16,-2-1-12 15,2 1-14-15,2 1-7 16,2-2-13-16,2-1-9 16,3 2 8-16,2-2-7 0,1 0 9 15,0 3-10 1,1-3 18-16,-3 0 2 0,1 1 9 16,-1 2-14-16,-2-2-2 15,-2 2 1-15,3-3-7 16,4 1 1-16,1-1 5 15,3 3-3-15,3-1-9 16,-3 0 12-16,2 1-13 16,-1 0 0-16,-3-2-1 15,1 2 2-15,-3-2-2 0,2-1 2 16,1 3 3 0,1-3-4-16,3 2 0 0,2 2-1 15,0-1 0-15,0 2 1 16,2 1-10-16,-3-2 9 15,0 0-11-15,1 0 11 16,0 0-6-16,0 0 5 16,1 2-12-16,0-2 12 15,2 2-11-15,-1 0 3 16,0-3 9-16,-2 4-9 16,3-3 10-16,-4 0-9 15,2 2 6-15,-2-2-1 16,2 1-4-16,-2-4-12 15,-1 3-9-15,3-2-10 16,-4 2 23-16,1-1 10 0,0 2-7 16,0-1 13-16,1 2 0 15,2-2 10-15,-2 2 4 16,4-1 2-16,-3-2 10 16,0 0-7-16,-2-3 31 15,-5 0-23-15,-7 0 22 16,-6 0-15-16,-8 0 8 15,-8 0-16-15,-6 0 16 16,-7 0-24-16,0 0-18 16,-7-3-122-16,-15 1-157 15,-7-2-449-15</inkml:trace>
  <inkml:trace contextRef="#ctx0" brushRef="#br0" timeOffset="149413.7">15264 9693 446 0,'0'0'242'16,"0"0"-38"-16,0 0-36 16,0 0-108-16,0 0-18 0,0 0-7 15,0 0 13-15,125-17-8 16,-83 17-18-16,0 0-15 16,-1 0-6-16,-6 0-1 15,-4 6-11-15,-8 5-14 16,-6-1-11-16,-3-1 10 15,-5 0 3-15,-3-1-6 16,-4 2 6-16,-2 0 17 16,0 3 5-16,0-1 1 15,-8 1 6-15,-10 3-5 16,-6-1 12-16,-3 0-12 16,0-1 15-16,-2-2-15 15,2-2 7-15,3-1-8 0,1-4 0 16,6-1-11-1,3 1-8-15,5-3 4 0,5-2-6 16,4 0 0-16,0 0 11 16,0 0 10-16,4 0 49 15,12 0-17-15,2 0-23 16,4-7-8-16,1 3 0 16,-2 1 1-16,0 1 12 15,-3 2-12-15,1 0 5 16,-1 0-6-16,0 0 0 15,-2 2-1-15,-1 8 0 16,-1 0 0-16,-3-1-16 16,-4 6-25-16,-3-1 4 15,-4 4 25-15,0-2-7 0,0 2 9 16,-4-1-3 0,-12 2 12-16,-2-2-6 0,-2-3 7 15,-4-1 0-15,-1-1-1 16,-2-4 1-16,-2-2 28 15,2-3 44-15,1-2 42 16,2-1 20-16,3 0-34 16,2 0-7-16,5-6-45 15,1 0-29-15,1 0-19 16,4-2-37-16,1 2-114 16,3 0-169-16</inkml:trace>
  <inkml:trace contextRef="#ctx0" brushRef="#br0" timeOffset="167029.79">3239 8434 12 0,'0'0'1'0,"0"0"-1"15,0 0-1-15,0 0-10 16,0 0 10-16,0 0 1 15,43-40 0-15,-30 29 0 16,2-3 0-16,5-1 0 16,3-6 0-16,4 1 0 15,0-1 0-15,-2 1 0 16,2-1 0-16,2 3 0 16</inkml:trace>
  <inkml:trace contextRef="#ctx0" brushRef="#br0" timeOffset="167348.47">4409 8568 67 0,'0'0'142'0,"0"0"-142"0</inkml:trace>
  <inkml:trace contextRef="#ctx0" brushRef="#br0" timeOffset="168850.27">3310 8520 289 0,'0'0'167'16,"0"0"-39"-16,0 0 8 15,0 0-23-15,0 0-22 16,0 0-29-16,0 0-19 15,-7-4-20-15,7-5 15 16,0-1-2-16,0-5-8 16,0-4-18-16,10 0 7 15,3-3-2-15,3-1-7 16,1-2 4-16,4 2-11 16,0 0 9-16,2 1-8 0,4-2 5 15,6-1-7 1,3 1 0-16,7 0 0 0,3 1 0 15,5 5-1-15,3-1 0 16,1 2 1-16,1 4-7 16,0 3 7-16,0 0 1 15,-6 4-1-15,2 1 0 16,-1 3 0-16,-4 2-1 16,0 0-1-16,-5 0-5 15,-1 13-3-15,-1 7 8 16,-5 4-11-16,-2 7 13 15,-4-2-8-15,-2 6 8 16,-2 1-8-16,-3 0 8 0,-4-3-1 16,-3 0-7-1,1-3 7-15,-5-4-4 0,-4-7 5 16,0-2 0 0,-3-7 0-16,-2-2 0 0,-2-6 1 15,0-2-1-15,0 0 16 16,0 0 10-16,0 0-10 15,0 0-6-15,0 0-10 16,0-10-124-16,0 0-193 0</inkml:trace>
  <inkml:trace contextRef="#ctx0" brushRef="#br0" timeOffset="169847.3">3152 8366 202 0,'0'0'90'0,"0"0"-4"16,0 0-4-16,0 0-18 15,0 0 12-15,0 0 21 0,0 0-22 16,89-110-10-16,-60 87-6 16,7-1-18-16,4-2-7 15,7 0 0-15,9-5-20 16,4 0 8-16,11-1-22 16,5-2 12-16,4-1-11 15,2 4 5-15,1-1 6 16,1 0-12-16,3 1 9 15,2 6-2-15,1-2 6 16,-3 5-13-16,-8 4 2 16,-5 2-2-16,-7 5 0 15,-5 2-2-15,-6 3 2 16,-2 2 0-16,-5 0 0 0,-2 0 0 16,1 0 2-1,4-3-1-15,2 2-1 0,-2-1 0 16,-2 2 0-16,-6 2 0 15,-6 2 0-15,-6 0-1 16,-9 0-1-16,-2 0-6 16,-3 6 7-16,-5 4-12 15,3 0 13-15,-1 2-7 16,1 3 6-16,1-1 1 16,2 7 0-16,0 0 0 15,2 3-1-15,-1 2 1 16,-1 3 0-16,0 2 0 15,-1-1 0-15,-1-1 0 0,1 2-1 16,0-3 1-16,0 0 0 16,2-2 0-16,-5 0 0 15,1-5 1-15,-3 2 0 16,-2-4-1-16,-1-2 0 16,-6-3 0-16,0-3-1 15,1-3 1-15,-3-6-1 16,-2 1 1-16,2-3 0 15,-2 0-1-15,0 0-27 16,0 0-112-16,0-4-228 0</inkml:trace>
  <inkml:trace contextRef="#ctx0" brushRef="#br0" timeOffset="170613.14">4357 8504 150 0,'0'0'149'0,"0"0"-87"16,0 0-17-16,0 0 11 15,0 0-19-15,0 0-12 0,0 0-15 16,43-14-4-16,-30 14-5 16,3 9 6-16,1 2 13 15,8 3-4-15,0-1-7 16,-3-1-1-16,0-5 5 16,-2 1-13-16,-6-4 2 15,-5 0-1-15,-5-4 0 16,-2 2 0-16,0-2 0 15,-2 0-1-15,3 0-23 16,1 0-35-16,0-8-93 16,-1 0-220-16</inkml:trace>
  <inkml:trace contextRef="#ctx0" brushRef="#br0" timeOffset="170962.66">4581 8410 173 0,'0'0'181'16,"0"0"-79"-16,0 0-54 15,0 0-38-15,0 0-10 16,0 0-10-16,0 0 10 16,-2 24 28-16,-3-7 5 0,2 2-7 15,-1 1 2 1,-1 2-14-16,1-4 5 0,2-1-18 16,0-4 9-16,0-1-9 15,2-4-1-15,0-1-13 16,0-1-68-16,0-3-85 15,0 0-238-15</inkml:trace>
  <inkml:trace contextRef="#ctx0" brushRef="#br0" timeOffset="171764.37">5429 8238 103 0,'0'0'174'0,"0"0"-58"16,0 0-13-16,0 0-10 16,0 0-28-16,0 0-25 15,0 0-25-15,-13 1-15 0,13 2 0 16,17-2 7-16,6 1 30 16,4 0 14-16,4 2-31 15,-2 1-10-15,-4-1-9 16,-4-1-1-16,-3 0 0 15,-5 0 0-15,-3-3 0 16,-4 3 0-16,1-3 2 16,-1 0-2-16,2 0-25 15,3 0-62-15,-1 0-66 16,0-4-103-16</inkml:trace>
  <inkml:trace contextRef="#ctx0" brushRef="#br0" timeOffset="172030.36">5649 8147 293 0,'0'0'179'0,"0"0"-104"16,0 0-61-16,0 0-2 15,0 0 14-15,0 0 1 16,0 0 8-16,-8 54 4 16,8-37-30-16,0 0-2 0,0 4 3 15,0 6-10 1,0 0-64-16,0-8-113 0</inkml:trace>
  <inkml:trace contextRef="#ctx0" brushRef="#br0" timeOffset="173312.85">9790 8382 290 0,'0'0'169'0,"0"0"-78"16,0 0-36-16,0 0-25 16,0 0 9-16,0 0-6 15,0 0-1-15,-9-10 23 16,9 4 23-16,4-6-31 15,14-2-32-15,6-2-1 16,5-5-8-16,5 3 2 0,-1-1-8 16,5 0 0-16,0 1 0 15,4 0 0 1,2 0 0-16,4 0 0 16,1 2 12-16,-3 2-12 0,4 4 6 15,-4 1-6-15,-1 5 0 16,-1 1 0-16,1 3-1 15,-3 0 0-15,0 0 0 16,1 0 1-16,1 6 0 16,2 5 1-16,-4 0-1 15,-5 1 0-15,-1 1 0 16,-3-4 0-16,-6 1 0 16,-2 0 0-16,-5 0 0 15,-5 3-5-15,-1 1 4 0,-1 1 1 16,-1 1 0-16,-4 3-1 15,1 0 0-15,0-1 1 16,-2 0 0-16,0 1 0 16,-3-5 1-16,-2-4-1 15,0-4 0-15,-2-4 6 16,0 0-6-16,2-2 2 16,-2 0-2-16,2 0-30 15,3 0-124-15,-3-6-216 0</inkml:trace>
  <inkml:trace contextRef="#ctx0" brushRef="#br0" timeOffset="173879.76">10846 8400 153 0,'0'0'118'15,"0"0"-28"-15,0 0-24 0,0 0-2 16,0 0-14-16,0 0-15 16,0 0-5-16,109 10-11 15,-96-4-2-15,-1 0-5 16,-3-2-4-16,-1 0-7 16,-4-2 9-16,1-2-4 15,0 0 11-15,-1 0 38 16,1 0 6-16,1-10-25 15,1-2-16-15,-1-2 0 16,2-2-13-16,-2 2-1 16,-2-1-6-16,1 4 1 0,-5 0 31 15,0 6 18-15,0 0 13 16,0 4-11-16,0-1-3 16,0 2-10-16,0 0-11 15,0 0-28-15,0 0-20 16,0 0-12-16,0 0-4 15,0 0 23-15,0 8 12 16,-2 1-8-16,-7 5-27 16,-3 2-48-16,-1 7-43 15,2-8-114-15,0 0-150 0</inkml:trace>
  <inkml:trace contextRef="#ctx0" brushRef="#br0" timeOffset="174830.35">9850 8399 191 0,'0'0'86'16,"0"0"12"-16,0 0-23 16,0 0 13-16,0 0-16 15,0 0-17-15,0 0-13 16,116-110-4-16,-87 95 12 15,7-3-1-15,8-3 5 16,7-1-11-16,5-2-1 16,4 0 0-16,3 0-12 15,-1 2-14-15,-2 2 3 16,0 0 4-16,0 4 2 0,-2 0-8 16,4 0-10-1,0 2 3-15,4 4-10 0,-4 0 1 16,-7 4-1-16,-1 6 0 15,-9 0 0-15,-5 0-1 16,-2 0-1-16,-5 8-5 16,0 4 6-16,3 1 1 15,0-2-1-15,2 3 2 16,-1-2-2-16,1 1 1 16,-7-2 0-16,0 5 0 15,-1 1-9-15,1 1 8 16,0 5-4-16,-2-1 5 15,-2-2 1-15,-5 1-1 16,-2-1-9-16,-2 0 8 0,0 0 1 16,-1-1 0-16,-3-2 0 15,-5-3 0-15,-3-3-1 16,-1-3-7-16,-5-2 8 16,0-1-21-16,0-1 1 15,0-2-32-15,0-1-49 16,0-1-74-16,0 0-54 15,0 0-275-15</inkml:trace>
  <inkml:trace contextRef="#ctx0" brushRef="#br0" timeOffset="175312.94">11537 8319 209 0,'0'0'80'16,"0"0"-36"-16,0 0-25 15,0 0 10-15,0 0 1 16,0 0-4-16,113 28-3 0,-101-19-5 16,-6-2 2-16,-2-1 16 15,-2-1-7-15,-2-5-2 16,0 0 25-16,0 0 38 16,0 0 32-16,7-5-57 15,-1-7-40-15,4-2-5 16,-3-1 11-16,1-3-10 15,0 0-3-15,-4 1 5 16,-2 5 4-16,0 2 25 16,0 4 6-16,-2 4 9 15,0 0-14-15,0 2-18 0,0 0-35 16,3 0-26 0,-1 0-94-16,11 0-143 15,-2 10-12-15,2-1-311 0</inkml:trace>
  <inkml:trace contextRef="#ctx0" brushRef="#br0" timeOffset="176379.9">14157 8554 100 0,'0'0'287'16,"0"0"-165"-16,0 0-5 16,0 0-16-16,0 0-17 15,0 0-29-15,0 0 11 16,-12-3 7-16,12-1 3 16,0-5-44-16,16-1-22 15,4-4 0-15,9-1-9 16,9-2 6-16,6 1 2 15,4 0 4-15,2 2-12 0,0 2 7 16,-2 4-8-16,-1 2-2 16,0 2 2-16,-2 2-1 15,-3 2 0-15,-1 0-4 16,-4 0 4-16,-3 6 1 16,-3 4-10-16,-2 2-6 15,-5 0-6-15,0 4 5 16,-1-2 4-16,-3 5 4 15,3-5-3-15,-4 5 5 16,2-1-3-16,-6 0 10 0,-1 0-7 16,-4-2 0-1,-1 2 1-15,-4-4 4 16,0 1-5-16,-1-5 6 0,0-3 0 16,-2 0 1-16,1-3 0 15,-1-3 6-15,-2-1 4 16,2 0-9-16,-2 3 9 15,2-3-9-15,0 0-1 16,1 0 0-16,4 0-33 16,10 0-49-16,-1 0-175 15,-3 0-298-15</inkml:trace>
  <inkml:trace contextRef="#ctx0" brushRef="#br0" timeOffset="176780.27">15036 8632 248 0,'0'0'179'0,"0"0"-76"15,0 0-33-15,0 0-18 16,0 0-24-16,0 0-28 16,0 0 12-16,-4-1-4 15,13 7 5-15,3 0-12 0,-4-3 9 16,1 4 10-16,0-6-4 16,-2 3-4-16,-5-4-2 15,2 0 24-15,-4 0 37 16,5 0 29-16,-1 0 7 15,3-4-39-15,2-7-51 16,2-6-10-16,-3 4 4 16,0-1-9-16,-4 2 8 15,-4 5 2-15,0 3-12 16,0 4-12-16,0 0-167 16,-12 2-210-16</inkml:trace>
  <inkml:trace contextRef="#ctx0" brushRef="#br0" timeOffset="177647.89">14045 8520 49 0,'0'0'264'15,"0"0"-118"-15,0 0-42 16,0 0 7-16,0 0-24 15,0 0-15-15,0 0-17 0,34-20-16 16,-3 4 8-16,4 0 0 16,8-2 0-16,3 0 10 15,8 2-18 1,4 0-16-16,5 2-17 0,5 2 1 16,6 1-6-16,4 2 8 15,5-2-9-15,-1 1 0 16,2 1 0-16,-3 1 0 15,-4-1 1-15,-5 3-1 16,-3 2 0-16,-6 3 0 16,-5 1 0-16,0 0 0 15,-3 0 2-15,-2 0-2 16,-1 0-2-16,-4 5 2 0,0 6-2 16,-6 1 2-16,-2-3-8 15,-4 4 8-15,-5-2-2 16,-2 1 0-16,-7 2-20 15,-2 2-24-15,-2 1 22 16,0 3 10-16,0 1-2 16,1 4 7-16,4-1-24 15,-1 0 17-15,1-3 0 16,-4 0 15-16,-3-2 0 16,-3-4-9-16,-3-3 10 15,-1-2-1-15,-3 0-6 16,3 1 7-16,0-2-1 15,-2 1 1-15,1-2 1 16,-3-2 1-16,1 0-2 0,-3 0 0 16,2-1-37-16,-3 0-65 15,2-2-40-15,0-2-35 16,-1-1-231-16</inkml:trace>
  <inkml:trace contextRef="#ctx0" brushRef="#br0" timeOffset="177963.32">16057 8657 155 0,'0'0'96'15,"0"0"-58"-15,0 0 19 16,0 0 7-16,0 0 9 16,0 0-8-16,0 0 6 15,9 0 39-15,-4 0-22 16,1 0-10-16,1-3-3 16,-1-5-35-16,2 3-29 15,-4-4-9-15,0 3-2 16,3 2-21-16,-1 2-117 15,-1-1-134-15</inkml:trace>
  <inkml:trace contextRef="#ctx0" brushRef="#br0" timeOffset="181863.75">3291 11587 16 0,'0'0'25'16,"0"0"259"-16,0 0-113 15,0 0 52-15,0 0-15 0,0 0-31 16,-14-73-46-16,14 71-15 16,0 2-31-16,0 0-31 15,0 0-21-15,0 0-24 16,0 0-9-16,0 0-19 15,0 12 0-15,0 11 19 16,0 10 13-16,0 9 13 16,2 7-1-16,1 5-6 15,-1-1-9-15,0-3-4 16,0-3-6-16,3-8 7 16,-3-12-6-16,0-6-1 15,0-11 0-15,-2-3 1 16,2-3 5-16,-2-4 1 15,0 0 6-15,2 0-13 16,-2 0-14-16,0 0-66 16,0-4-116-16,0-6-327 0</inkml:trace>
  <inkml:trace contextRef="#ctx0" brushRef="#br0" timeOffset="182229.49">3277 11574 297 0,'0'0'189'16,"0"0"13"-16,0 0-31 0,0 0-15 15,0 0-19-15,0 0-15 16,0 0-25-16,0-20-39 16,0 20-51-16,0 0-7 15,0 6-23-15,-9 8 23 16,-2 5 8-16,-1 0 8 16,-3 0-2-16,1 0-5 15,1-1 0-15,0-2-8 16,0-2 8-16,2-4-9 15,-1-1-68-15,6-4-54 0,3-1-46 16,3-2-24-16,0 1-115 16</inkml:trace>
  <inkml:trace contextRef="#ctx0" brushRef="#br0" timeOffset="182781.88">3422 11566 168 0,'0'0'170'0,"0"0"-58"15,0 0-31 1,0 0-19-16,0 0 20 0,0 0 21 16,0 0 15-16,74 0-6 15,-39 0 3-15,3-2-3 16,4-2-17-16,1 0-31 15,-5 2-20-15,-7-1-34 16,-9 3-9-16,-4 0-1 16,-7 0-8-16,-2 0-27 15,-3 3-45-15,-3 3-45 16,-3 4-70-16,0-2-65 16,-9-2-50-16</inkml:trace>
  <inkml:trace contextRef="#ctx0" brushRef="#br0" timeOffset="183463.25">3469 11572 91 0,'0'0'156'15,"0"0"-74"-15,0 0 18 0,0 0-17 16,0 0-5 0,0 0-16-16,0 0-13 0,-5 61-8 15,5-41-25-15,0-2-6 16,0-2-9-16,0-3 5 15,0-2-6-15,0-5 0 16,9-2-30-16,0-4 27 16,-3 0 3-16,4 0 17 15,-1 0-5-15,-1-3-5 16,4-4-1-16,-3 0-5 16,1-1 12-16,2 2 16 15,1-1 1-15,0 0 11 16,3 2-18-16,-1 2-7 0,-1 2-9 15,-1 1 0 1,-3 0-6-16,1 0-1 0,-3 0 0 16,2 1 1-16,-2 9 0 15,3 1 7-15,-2 0-6 16,0 3 5-16,0 0-1 16,-5 5-6-16,-2 1 0 15,-2-3-1-15,0 6 1 16,0-4-1-16,-12 2 0 15,-5-2-1-15,2-2 2 16,-3-1 0-16,1-4 0 16,-1-2 6-16,-1 0 40 15,2-6 37-15,-1-2-15 16,1-2-16-16,1 0-14 16,0 0-1-16,3-2-9 0,2-8-9 15,2-1-18-15,0 0-1 16,2-1-78-16,7 2-73 15,0 1-113-15,0 3-531 0</inkml:trace>
  <inkml:trace contextRef="#ctx0" brushRef="#br0" timeOffset="184062.88">3866 11612 147 0,'0'0'276'16,"0"0"-97"-16,0 0-54 15,0 0-51-15,0 0-21 16,0 0-5-16,0 0 10 16,-3-4 1-16,3 4 34 15,5 14-27-15,8 4-8 16,5 6-4-16,4 5-21 16,4-1-1-16,1 4-18 15,-2-2-2-15,2-2-9 16,-6-2-2-16,0-2 7 15,-3-4 0-15,-1-2 5 0,-1-2-2 16,-5-2-10 0,0-4 1-16,-1-2 0 0,-4-4 7 15,1 0 1-15,-1-1 1 16,-1-3-11-16,0 0-16 16,-3 1-84-16,-2-1-79 15,0 0-113-15,0 0-421 0</inkml:trace>
  <inkml:trace contextRef="#ctx0" brushRef="#br0" timeOffset="184480.86">4064 11653 352 0,'0'0'150'0,"0"0"1"16,0 0-41-16,0 0-35 16,0 0-40-16,0 0 5 15,0 0 38-15,-29 41-23 16,20-14-23-16,-1 5-10 15,-1 2-2-15,1 1-14 16,0 2 1-16,-1-3-6 0,1-2 6 16,0-6-7-16,3-2 1 15,1-6-1-15,2-3 0 16,2-7 0-16,-1-1 0 16,1-2 0-16,2-5 18 15,0 1 7-15,0-1-9 16,0 0 4-16,0 0-4 15,0 0-16-15,0 0-52 16,0 2-127-16,0-2-162 0</inkml:trace>
  <inkml:trace contextRef="#ctx0" brushRef="#br0" timeOffset="186246.54">4307 11761 173 0,'0'0'185'0,"0"0"-64"16,0 0-39-16,0 0-37 15,0 0-10-15,0 0 8 16,0 0 8-16,-46 0 5 16,44 0 2-16,2 0 14 15,0 0 4-15,0 0-2 16,0 0-30-16,2 0-14 15,14 0 34-15,9 0-11 0,4 0 1 16,0-3-11-16,-1 3-8 16,-1 0-10-16,-2 0-6 15,2 0-8-15,0 0 15 16,-3 0 5-16,-2 0-6 16,-2 0 4-16,-9 0-10 15,-1 0-6-15,-6 0-13 16,-4 0 2-16,2 0-2 15,-2 0 0-15,0 0-10 16,0 0-71-16,0 0-77 16,0 7-155-16,0 3-297 0</inkml:trace>
  <inkml:trace contextRef="#ctx0" brushRef="#br0" timeOffset="187713.58">4720 11566 421 0,'0'0'189'15,"0"0"-16"-15,0 0-14 16,0 0-33-16,0 0-8 15,0 0-23-15,0 0-30 16,25-56-19-16,-9 49-14 16,2 1-22-16,4 3-9 15,5-1-1-15,-2 3 1 0,-2-2 0 16,-2 3 6-16,-5 0-7 16,-3 0 0-16,-2 0-7 15,-2 4-1-15,0 7 7 16,-3 8-9-16,-4 1 2 15,-2 2-3-15,0 5 3 16,0 2-4-16,-4 1 12 16,-14 3 0-16,1 0 0 15,-6 0 9-15,1 1-9 16,-2-4-15-16,3-2-52 16,-1-6-24-16,5-5 0 15,1 0 13-15,0-7-15 0,5-1 8 16,0-7 36-16,0 1-13 15,4-3 14-15,0 0-5 16,5 0 8-16,0-4-4 16,2-2 48-16,0 0 1 15,0 2 1-15,2 0 6 16,9 2 6-16,1 0 6 16,3 2 0-16,3 0 22 15,2 0 1-15,2 0 16 16,3 0 32-16,-3 0 5 15,1 0-1-15,-4 0 17 16,4 0 28-16,-3 0-24 16,2 0-8-16,0 0-25 0,-1-2-34 15,-2-2-28 1,-3-3-10-16,-3 4-9 0,-3-1 1 16,-4 2 5-16,-2-2-7 15,1 3-8-15,-1-4-49 16,-2 3-68-16,5-6-86 15,-2 2-138-15,-1 0-358 0</inkml:trace>
  <inkml:trace contextRef="#ctx0" brushRef="#br0" timeOffset="188313.48">5231 11501 234 0,'0'0'157'0,"0"0"-46"15,0 0-34-15,0 0-7 16,0 0-23-16,0 0 13 0,0 0-19 16,-62 69-1-1,55-46-7-15,-2-2-2 0,4 4-4 16,3-2-1-16,0 2-9 16,2-1-5-16,0-2 15 15,0-1-2-15,4-3 7 16,8-1 8-16,1-3 15 15,0-2 5-15,3-5-2 16,1 2-6-16,4-6-20 16,-1 2-16-16,0-3-15 15,0-2 11-15,0 0-5 16,0 0 2-16,-2 0 5 16,-3-8 8-16,1-3-2 15,-1-2 15-15,-1-3-7 16,-1-2-5-16,-1-3-3 0,-3 0-1 15,-1-1 10-15,0-5 12 16,-4 1 7-16,-4 1-8 16,0-7-8-16,0 5-13 15,-4-1-5-15,-15 0-14 16,-7 3-11-16,-6 0 9 16,-5 4-36-16,-8 8-55 15,-18 13-64-15,13 0-122 16,5 3-221-16</inkml:trace>
  <inkml:trace contextRef="#ctx0" brushRef="#br0" timeOffset="189729.28">3148 12168 104 0,'0'0'183'0,"0"0"-67"16,0 0-46-16,0 0-31 16,0 0 6-16,0 0 6 15,0 0 15-15,-3 0 5 16,3 0-1-16,0 0-6 0,0 0-21 16,5-2-15-1,11 2-11-15,3-2-5 0,6 0-2 16,2 2 3-16,2-3 3 15,0 3 14-15,0-1 5 16,0 1 1-16,-2-2-3 16,2-1-5-16,0 2-7 15,0 1-3-15,4 0-2 16,0 0-5-16,3 0 1 16,-1-2-11-16,1 2 11 15,-1 0-6-15,2-3 14 16,-4 3-3-16,-2 0 1 15,-2 0-4-15,-3 0-8 16,1 0 4-16,0 0-8 0,0 0 6 16,2 0-8-16,2 0 1 15,0 0-1-15,3 0 1 16,-3 0-1-16,2 0 0 16,-2 0 0-16,3 0-1 15,1 0 1-15,4 0 1 16,1 0 0-16,2 0 0 15,-2 0 5-15,0 0-6 16,-4 0 0-16,-1 0 0 16,1 0-1-16,0 0 1 15,4 0 1-15,2 0 1 16,3-1-1-16,3-4 0 16,2 4-1-16,-2-2 1 0,2 2-1 15,-1 1-1 1,0 0 1-16,-4 0-1 0,-3 0 1 15,3 0 0-15,-3 5 0 16,0-2 0-16,3 0 1 16,-1-3-1-16,1 0 0 15,-1 0 1-15,-4 0 0 16,-1 0 5-16,-6-1-5 16,-4-4 21-16,-3 1-6 15,-4 3-3-15,-6 1-13 16,-3 0 0-16,-6 0-1 15,-5 0-34-15,-2 0-108 16,0 1-161-16,-13 8-2 0</inkml:trace>
  <inkml:trace contextRef="#ctx0" brushRef="#br0" timeOffset="190412.9">4055 12404 165 0,'0'0'150'0,"0"0"-31"16,0 0-28-16,0 0-1 16,0 0-1-16,0 0-4 15,0 0 6-15,0-10 2 16,0 7 1-16,11 2-3 16,9 0-22-16,7-1-2 15,4-1-10-15,5 0 2 16,3 0 1-16,-1 3-5 15,-2 0-12-15,-5 0-24 0,-7 0-10 16,-3 0-9-16,-8 0 0 16,-1 0-19-16,-4 0-31 15,-1 0-24-15,-3 0-48 16,-4 6-89-16,0-1-126 16,0-3-45-16</inkml:trace>
  <inkml:trace contextRef="#ctx0" brushRef="#br0" timeOffset="191146.95">4141 12356 378 0,'0'0'162'16,"0"0"-44"-16,0 0-65 15,0 0-47-15,0 0 1 16,0 0 17-16,0 0 7 16,-22 21-18-16,18-9-7 0,2-3 4 15,-1 1 0 1,1 0 2-16,2 0-6 15,0-2-5-15,0 2 9 0,0-2-3 16,0-1-6-16,0-2 1 16,0 0 5-16,2-4 3 15,7-1 16-15,4 0 45 16,3 0-16-16,0 0-18 16,4 0-18-16,-5-4 16 15,3 0 3-15,-5 1-2 16,1 0-20-16,-1 3-3 15,1 0-12-15,-1 0 1 16,1 0-1-16,-1 0 0 16,0 0-1-16,-1 0 0 15,-2 6 0-15,1 1-9 16,-1-1 9-16,-2 1-2 0,3 2 1 16,-3-1-1-16,0-1 1 15,-1 1 0 1,-1 1-5-16,-1-1-1 0,-2 2-9 15,-1 0-6-15,-2 2 1 16,0 0 6-16,0 2 2 16,-8 0 12-16,-5-3-1 15,0 1-5-15,-5 1 7 16,2-3 2-16,-1-2 0 16,-1-1-2-16,3-1 19 15,1-1 9-15,1-3-2 16,0-2 23-16,-1 0 5 15,-1 0-14-15,-4 0-25 16,-1-2-15-16,3-9-2 0,-1 4-41 16,2-1-63-16,0-2-52 15,8 0-102-15,-1 4-310 0</inkml:trace>
  <inkml:trace contextRef="#ctx0" brushRef="#br0" timeOffset="192047.1">6102 11640 143 0,'0'0'381'15,"0"0"-153"-15,0 0-35 16,0 0-77-16,0 0-44 15,0 0-9-15,0 0-16 16,0-9-6-16,2 9-31 0,2 15-9 16,4 10 25-16,3 7 39 15,0 9-30-15,0 4-4 16,-2 3-4-16,-3-2-14 16,1-7-2-16,-2-6-9 15,-3-5 7-15,0-8 0 16,-2-4-8-16,3-6 0 15,-3-2 0-15,0-2 0 16,0-2 0-16,0-4 1 16,0 2-1-16,0-2 12 15,0 0-4-15,0 0-9 16,0 0-39-16,2 0-19 16,0-2-90-16,0-4-177 15,-2 0-309-15</inkml:trace>
  <inkml:trace contextRef="#ctx0" brushRef="#br0" timeOffset="192345.75">6004 11841 176 0,'0'0'322'0,"0"0"-87"16,0 0-5-16,0 0-74 0,134-13-30 16,-101 13-44-16,-6 0-44 15,-3 0-23-15,-3 0-15 16,-4 0-40-16,12 6-77 15,-6 5-111-15,-1-5-307 0</inkml:trace>
  <inkml:trace contextRef="#ctx0" brushRef="#br0" timeOffset="193279.48">6833 11733 408 0,'0'0'224'0,"0"0"-40"15,0 0-61-15,0 0-38 16,0 0-21-16,0 0-12 15,0 0-17-15,23-25-5 0,-4 20 17 16,6-2 16-16,2 5-3 16,0 2-18-16,-3 0-12 15,-2 0-9-15,-4 0-20 16,-1 9 0-16,-1 5-1 16,-5 3 0-16,-1 6-9 15,-4 1 8-15,-6 6-7 16,0 2 7-16,0 1 0 15,-6 0 1-15,-10-3 0 16,-2-4 1-16,-2-2 0 16,0-5 0-16,0-2 8 15,0-5-9-15,2 0 0 16,2-2-22-16,0-4-15 16,6 0-13-16,1-2-3 15,2-4-2-15,4 0 12 0,1 0 43 16,2 0 15-16,0 0 11 15,0 0-24-15,0 0 18 16,0-4-8-16,5-2-12 16,6 0 1-16,2 0 0 15,5 2 0-15,-2 1 12 16,4 0-2-16,0 1-9 16,0 2 8-16,0 0 3 15,3 0 7-15,-4 0 15 16,4 0 1-16,-5 0 5 0,-5 0-8 15,0 2-5-15,-4 1-9 16,-2-3-3-16,-1 0-6 16,1 0-3-16,0 0-7 15,0 0-42-15,4 0-87 16,0 0-162-16,-2 0-320 0</inkml:trace>
  <inkml:trace contextRef="#ctx0" brushRef="#br0" timeOffset="193646.87">7218 11787 175 0,'0'0'268'16,"0"0"-112"-16,0 0-65 15,0 0-16-15,0 0 65 16,0 0-17-16,0 0-16 16,101 52-19-16,-70-32-7 15,-2 2-21-15,0-2-30 16,-5 0-17-16,-6-4-12 15,-3-4 1-15,-3-3-1 16,-3-3 5-16,-1-4-6 0,0 3-20 16,-2-1-58-16,-1 0-61 15,-3-2-106-15,-2 0-98 0</inkml:trace>
  <inkml:trace contextRef="#ctx0" brushRef="#br0" timeOffset="193929.71">7352 11712 398 0,'0'0'148'0,"0"0"-67"0,0 0 56 16,0 0-20-16,0 0-7 15,-26 119-6-15,19-79-10 16,-3-3-18-16,2-4-13 16,-3-3-25-16,1-8-15 15,4-3-7-15,-1-6-7 16,3-3-2-16,2-2-7 16,0 1-21-16,0 1-134 15,2-1-153-15,0-2-440 0</inkml:trace>
  <inkml:trace contextRef="#ctx0" brushRef="#br0" timeOffset="194548.31">6663 12197 52 0,'0'0'149'0,"0"0"-14"15,0 0-31 1,0 0-26-16,0 0-3 0,150 3 13 16,-99-3 22-16,9 0 8 15,9 0 28-15,4 0 12 16,6 0-13-16,-1 0-25 15,-7 0-18-15,-6-4-45 16,-9 2-34-16,-14-1-11 16,-11 3-11-16,-9 0-1 15,-9 0 0-15,-1 0-31 16,-5 0-74-16,-1 6-121 16,-2 3-131-16,-1-1-49 0</inkml:trace>
  <inkml:trace contextRef="#ctx0" brushRef="#br0" timeOffset="194998.42">7016 12421 137 0,'0'0'209'16,"0"0"-38"-16,0 0 0 15,0 0 16-15,0 0-10 16,0 0-7-16,0 0-27 16,122-11-21-16,-84 11-32 15,-5 0-36-15,1 0-28 16,-7 0-17-16,-5 0-3 0,-5 0-6 15,-3 0-22-15,-5 0-71 16,-7 0-79-16,-2 8-126 16,0 1-204-16</inkml:trace>
  <inkml:trace contextRef="#ctx0" brushRef="#br0" timeOffset="195629.73">7014 12472 139 0,'0'0'104'0,"0"0"-9"16,0 0-38-16,0 0-26 16,0 0-14-16,0 0-4 15,0 0-6-15,-5 65-1 16,5-65 11-16,0 0 27 16,9 0 41-16,6 0-42 15,3 0-17-15,3 0-6 16,-2 0 6-16,-1-6 13 15,2 0 23-15,-2 0 0 0,0 2-5 16,0 0 6-16,-2 0 8 16,-6 4-3-16,1 0-33 15,-1 0-28-15,-2 0-7 16,1 0 0-16,-1 0-1 16,0 8 0-16,-1-1 0 15,-1 2-5-15,1 1 4 16,-4 2-9-16,1 1 9 15,-4 2-6-15,0 1 7 16,0 1-7-16,0-3 6 16,-4 3-9-16,-6-1 11 15,-1-2-2-15,-3 2 1 16,1-2-4-16,-5-3 5 0,-1 2 10 16,-2-3 7-1,-3-4 9-15,-3 1-15 0,3-6 9 16,-3-1-6-16,0 0 41 15,0 0 0-15,1-4-24 16,1-8-9-16,-1-4-22 16,3-4 0-16,12-10-80 15,4 4-189-15,7 2-279 0</inkml:trace>
  <inkml:trace contextRef="#ctx0" brushRef="#br0" timeOffset="196346.87">8025 12071 117 0,'0'0'258'16,"0"0"-69"-16,0 0-21 15,0 0-17-15,0 0-15 16,0 0-10-16,0 0-23 16,100 0-38-16,-75 0-36 15,-3 0-16-15,-2 2-4 16,-2-2-9-16,0 0-3 0,-2 0-70 15,-1 0-90-15,-3 2-139 16,-6-2-369-16</inkml:trace>
  <inkml:trace contextRef="#ctx0" brushRef="#br0" timeOffset="196630.2">7999 12176 222 0,'0'0'204'0,"0"0"-25"16,0 0-18-16,0 0-25 16,0 0-20-16,0 0-31 15,137 15-34-15,-112-15-11 16,2 3-15-16,-5-3-24 15,0 0 6-15,-2 0-6 16,-1 2-1-16,-2-1-25 16,-1 2-67-16,3 0-72 15,0 2-135-15</inkml:trace>
  <inkml:trace contextRef="#ctx0" brushRef="#br0" timeOffset="199297.15">9032 11794 65 0,'0'0'165'15,"0"0"-67"-15,0 0 10 16,0 0-56-16,0 0-38 16,0 0-13-16,0 0 21 15,6-5 34-15,-6 3 47 16,0-1 22-16,0 3 7 15,0 0-36-15,0 0-25 0,0 0-46 16,-8 19-8-16,-5 4 38 16,-6 8 3-16,-3 1-13 15,0 1-10-15,-2-2-15 16,1-3-13-16,2-1-1 16,0-6-4-16,1-3-1 15,2 0-1-15,0-1-1 16,3-6-19-16,1-1-37 15,6-4-14-15,1-1 6 16,5-4 20-16,2-1 31 16,0 0 12-16,0 0 2 15,0 0 0-15,0 0-20 16,2 0-3-16,7 0 2 16,4 0 0-16,5 0 13 15,7 0 7-15,4 0-1 0,2-1 1 16,4 1 1-16,1 0 0 15,-1-2 9-15,-1-1 23 16,-5 2 8-16,0-1 19 16,-5-2-4-16,-1 2-20 15,-6-2-25-15,-3-1-10 16,-3 3-10-16,-5 2-55 16,-3 0-42-16,-3-2-87 15,0 2-135-15</inkml:trace>
  <inkml:trace contextRef="#ctx0" brushRef="#br0" timeOffset="199714.68">9017 11819 10 0,'0'0'512'0,"0"0"-343"16,0 0 74-16,0 0-52 15,0 0-73-15,0 0-52 16,0 0-27-16,-2-32-10 16,2 32-3-16,-3 2-18 0,3 16-6 15,0 9 10 1,0 11 30-16,0 6 3 0,0 6-17 15,0 0-5-15,5-1-7 16,3-2-6-16,-1-3-8 16,2-4-1-16,-4-8 0 15,-1-4 6-15,-2-8-7 16,0-5 0-16,-2-6 1 16,0-5-1-16,3-2-9 15,-3-2-23-15,0 0-19 16,0 0-24-16,0 0-86 15,0 0-399-15</inkml:trace>
  <inkml:trace contextRef="#ctx0" brushRef="#br0" timeOffset="200496.35">9231 11989 113 0,'0'0'275'16,"0"0"-123"-16,0 0 12 15,0 0-35-15,0 0-24 16,0 0-8-16,0 0-10 15,115-74-21-15,-99 73-16 16,-5 1-17-16,0 0-14 16,0 0-18-16,2 7-1 15,-1 9 0-15,-1 6-1 0,-2 2 0 16,-4 5 0-16,-5 0-6 16,0 1 6-16,0 2-1 15,-10-2-5-15,-7-1 6 16,-2-4 1-16,2-3-1 15,-1-3-16-15,3-3-5 16,-1-4-18-16,5-2-8 16,1-4 0-16,4-2-25 15,2-4-10-15,4 0 63 16,0 0 20-16,0 0 1 16,0 0 14-16,0-2-8 15,0-4 9-15,4 2 0 16,5 0 3-16,5 0-1 15,3 0 0-15,7-1-2 0,8-1-3 16,1 4 3-16,0-5 4 16,4 1 28-16,-6 2 17 15,-2 0 1-15,-7 2-12 16,-6 2-6-16,-1-2-9 16,-3 2-1-16,-4-2-6 15,-1 2-2-15,-3 0-4 16,-2 0-10-16,-2 0-3 15,2 0-12-15,-2 0-1 16,0 0-56-16,0 0-75 16,0 0-98-16,0 0-103 0</inkml:trace>
  <inkml:trace contextRef="#ctx0" brushRef="#br0" timeOffset="203397.74">9981 12049 150 0,'0'0'230'0,"0"0"-111"16,0 0-64-16,0 0-20 16,0 0 5-16,0 0 32 15,0 0 15-15,-31-3 5 16,16 3-2-16,-3 0-13 16,-3 0-11-16,2 0-4 15,-4 0-7-15,3 3-16 16,3 1-21-16,3 1-8 15,5-1 0-15,5-2-8 0,4-2 5 16,0 0 15-16,0 0 24 16,0 0-4-16,2 0-13 15,20 0-13-15,10 0 3 16,10 0-6-16,3 0 0 16,-3 0-1-16,-3 1-12 15,-7 3 1-15,-8-2 0 16,-5 0 1-16,-4 0-2 15,-7 1 9-15,0-3-9 16,-6 0 0-16,0 0 0 16,-2 0-12-16,0 1-34 15,0-1-92-15,9 3-104 0,-1-3-132 16,4 0-355-16</inkml:trace>
  <inkml:trace contextRef="#ctx0" brushRef="#br0" timeOffset="204179.39">10293 11851 241 0,'0'0'214'16,"0"0"-40"-16,0 0-42 16,0 0-4-16,0 0-2 15,0 0-5-15,0 0-9 16,-2-12-15-16,10 7-29 16,9 2-43-16,5-3-14 15,5 2-10-15,4-2 0 16,0 3 0-16,3 3 0 15,-5 0-1-15,-3 0 0 16,-6 0-2-16,-4 3-12 16,-3 7 5-16,-7 6-6 0,1 2 4 15,-2 4-1-15,-3 5 11 16,0 2 0-16,-2 0 0 16,0 4 0-16,0 1 1 15,0-3 1-15,0 1-1 16,0-5 2-16,0 0-1 15,0-5 0-15,-2-4 1 16,0-5 11-16,2-2 1 16,0-5-2-16,0-2-5 15,0-2 0-15,0 0-5 16,0-2-2-16,0 2-57 0,0-2-121 16,-2 0-120-1,2 0-297-15</inkml:trace>
  <inkml:trace contextRef="#ctx0" brushRef="#br0" timeOffset="204397.84">10391 12039 492 0,'0'0'237'16,"0"0"-54"-16,0 0-60 16,0 0-75-16,0 0-40 0,136-6-8 15,-94 6-101-15,-8 2-156 16,-3 2-351-16</inkml:trace>
  <inkml:trace contextRef="#ctx0" brushRef="#br0" timeOffset="204781.2">10735 11897 134 0,'0'0'269'15,"0"0"-80"-15,0 0-46 16,0 0-58-16,0 0-25 16,0 0 10-16,0 0-15 15,50 46-8-15,-21-24-6 16,3 2 2-16,3-1 8 15,4-6-22-15,-6 1-2 16,-4-3-12-16,-5-4-14 16,-4-1 0-16,-7-2-1 0,-1-2-9 15,-3-1-42-15,-5-1-35 16,2-1-42-16,0-3-90 16,-4 0-83-16</inkml:trace>
  <inkml:trace contextRef="#ctx0" brushRef="#br0" timeOffset="205146.57">10879 11811 354 0,'0'0'161'0,"0"0"-41"16,0 0-35-16,0 0-44 15,0 0 22-15,0 0 60 16,0 0-23-16,-33 105-25 16,22-59-23-16,-1 0-3 15,3-5-8-15,1-1-15 16,-1-7 3-16,2-5 3 15,2-6-2-15,1-8-7 16,0-3-7-16,4-5-1 16,-2 0-5-16,2-1-4 15,0-3-6-15,0 6-57 0,0 0-136 16,8-1-179-16</inkml:trace>
  <inkml:trace contextRef="#ctx0" brushRef="#br0" timeOffset="206580.37">8938 12403 32 0,'0'0'309'0,"0"0"-149"16,0 0-45-16,0 0-35 15,0 0-23-15,0 0-6 16,0 0 1-16,-13-5 7 16,13 3 0-16,0 2 2 15,0 0-6-15,0 0-10 16,0 0-6-16,0 0-7 16,0 0-11-16,0 0-12 15,9 0-2-15,7 0-5 16,6 0 11-16,2 0 4 15,5 0-2-15,0 0-4 16,3 0 1-16,1 0 4 0,0 0 3 16,3 0 4-16,2 0-4 15,0 0-3-15,0 0-8 16,1 0 4-16,2 0 1 16,1 0 2-16,2 0 2 15,1 0 3-15,-3 0 1 16,4 0-2-16,-5-2 2 15,1-2-3-15,-1 1-6 16,-1 0-10-16,-2 2 4 16,-3-1-5-16,4 2 0 15,-4 0-1-15,1 0 0 16,-1 0 1-16,-1 0 0 16,-3 0-1-16,-2 0 0 0,-2 0 0 15,-3 0 0 1,1 0 0-16,-1 0 0 0,3 0 0 15,4 0 0-15,2 0 0 16,4 0 1-16,0 0-1 16,3 0 0-16,-2 0-2 15,0 0 1-15,0 0 0 16,-5 0-1-16,3 0 2 16,-3-3 0-16,1 2-1 15,1-2 1-15,4 1 0 16,1 2-1-16,2 0 1 15,3 0-1-15,-6 0 0 16,1 0 0-16,-3 0-6 0,-4 2 6 16,-4 2 1-16,-3 1 1 15,1-4-1-15,-5 2 1 16,1-3 0 0,-6 0 6-16,-3 0-6 0,-5 0-1 15,-5 0 0-15,-2 0-23 16,-2 2-108-16,0 0-150 15,0 3-333-15</inkml:trace>
  <inkml:trace contextRef="#ctx0" brushRef="#br0" timeOffset="207763.29">9788 12715 133 0,'0'0'219'16,"0"0"-43"-16,0 0-20 15,0 0-7-15,0 0-9 16,0 0-4-16,0 0-35 16,-7-34-26-16,11 25-11 15,12 1-17-15,4-1-24 16,2-1-17-16,2 4 4 15,1 0 1-15,-3 1-5 16,1 5-4-16,-4 0-1 16,0 0 0-16,-2 0-1 15,-3 0 0-15,-1 9 0 16,-4 1 0-16,-2 2-6 16,-5 1-1-16,-2 2-3 15,0 1 1-15,0-3 8 0,-16 4-9 16,1-5 10-16,-3 1 0 15,0-6 1-15,0 1-1 16,1-2 0-16,1 0-18 16,3-2 3-16,1 0 3 15,6-4-8-15,1 3 0 16,3-3 8-16,2 0 12 16,0 0 13-16,0 0 3 15,0 0-2-15,0 0 14 16,4 0-23-16,7-3-5 0,5-1-2 15,2 0-4-15,0 2-1 16,2 0 6-16,0 0 0 16,-2 2-9-16,-1 0 8 15,1 0-4-15,-5 0 6 16,1 0-1-16,-5 0-8 16,3 4 3-16,-6 0-2 15,3 2 7-15,-5 3-6 16,0-2-13-16,2 2-11 15,-6-2 11-15,0 4 3 16,0-1-1-16,0 2 8 16,0-1 1-16,-6 3 1 15,-2-1 0-15,-3-1 8 0,-1-1-7 16,1-2 6-16,-2-1-12 16,0-3 13-16,-5 0 5 15,0-1 13-15,0-2 19 16,1-2-6-16,-2 0 0 15,4 0-4-15,1 0 7 16,-1-2-34-16,-1-4-9 16,-1-1-92-16,-1 2-83 15,2-1-160-15,5-1-325 0</inkml:trace>
  <inkml:trace contextRef="#ctx0" brushRef="#br0" timeOffset="210063.52">11677 11857 225 0,'0'0'302'0,"0"0"-132"16,0 0-37-16,0 0-41 15,0 0-37-15,0 0-20 16,0 0 20-16,8 24 36 16,-6 3-4-16,2 4-21 15,-4 2-22-15,0 4-11 16,0-3-5-16,0 1-12 0,0-5-3 15,0-2-4-15,0-8 11 16,0-3-10-16,0-4 0 16,0-5-4-16,0-5 4 15,0-3 0-15,0 3-4 16,0-3 0-16,0 0-6 16,0 0-7-16,0 0-80 15,0 0-90-15,0 0-123 16,0 0-496-16</inkml:trace>
  <inkml:trace contextRef="#ctx0" brushRef="#br0" timeOffset="210379.62">11548 11985 437 0,'0'0'154'15,"0"0"18"-15,0 0-2 16,0 0-28-16,0 0-26 16,153-2-21-16,-113 2-31 15,-2 0-20-15,-7 0-27 16,-6 0-4-16,-3 0-13 15,-6 0 0-15,-5 0-20 16,-2 0-43-16,-1 0-64 16,4 0-41-16,-3 0-62 0,-1 0-107 15</inkml:trace>
  <inkml:trace contextRef="#ctx0" brushRef="#br0" timeOffset="212929.18">12432 12078 215 0,'0'0'504'0,"0"0"-281"15,0 0-14-15,0 0-63 16,0 0-69-16,0 0-38 16,0 0-15-16,38-57 13 15,-27 45 3-15,3 0 3 0,-3-2-3 16,3 0-10 0,-4-2 1-16,1 2 1 0,1-3-3 15,-4 3 2-15,1 1 18 16,0 1 7-16,-4 4-2 15,-1 2-4-15,-4 3-3 16,2 3-21-16,-2 0-20 16,0 0-6-16,0 0-17 15,3 0-4-15,-3 12-14 16,4 13 10-16,-2 9 23 16,2 5 2-16,-1 8 0 15,-1-1 0-15,-2-1-4 16,0-7-6-16,0-4-8 15,0-8 8-15,0-8 9 16,0-4-6-16,0-6 6 0,0-7 1 16,0 2 1-16,0-3 0 15,0 0 12-15,0 0-2 16,0 0-11-16,0 0-68 16,2 0-99-16,10 0-161 15,-2 0-481-15</inkml:trace>
  <inkml:trace contextRef="#ctx0" brushRef="#br0" timeOffset="213512.43">13018 11921 72 0,'0'0'303'0,"0"0"-96"16,0 0-75-16,0 0-57 15,0 0-59-15,0 0 7 16,0 0 37-16,-35 34 5 16,12-14-28-16,-1 2-21 0,-5 0-6 15,2-2-8-15,0-1-2 16,7-4-7-16,2-5-11 16,7-2-10-16,2-2-1 15,2 0-1-15,3-3-6 16,2 0-9-16,0 0 10 15,2-1 14-15,0-2 8 16,0 0 4-16,0 1 9 16,0-1 1-16,2 0 10 15,14 0 9-15,3 0-7 16,6 0 3-16,0 0-3 16,2 3 3-16,2-2 14 15,2 3 8-15,2-1-8 0,1 0 2 16,1 0-7-16,-2-2-5 15,1-1-13-15,-5 0 0 16,-5 0-7-16,-6 0-22 16,-9 0-33-16,-9 0-45 15,0-5-131-15,-2-1-387 0</inkml:trace>
  <inkml:trace contextRef="#ctx0" brushRef="#br0" timeOffset="213846.46">12996 11895 544 0,'0'0'209'16,"0"0"22"-16,0 0-50 15,0 0-97-15,0 0-50 16,0 0-34-16,0 0 1 15,0 34 9-15,0-4 41 16,0 4-2-16,0 2-7 16,0-1-4-16,0-6-6 15,0 0 0-15,-2-5 4 16,2-4-1-16,0-2-4 16,0 0-9-16,0-4-12 0,0-2-3 15,0-1-5 1,0-4-2-16,0-1-5 0,0 0-79 15,0 0-91-15,0-2-120 16,0-2-243-16</inkml:trace>
  <inkml:trace contextRef="#ctx0" brushRef="#br0" timeOffset="214379.41">13181 11959 87 0,'0'0'206'15,"0"0"-63"-15,0 0 18 16,0 0-18-16,0 0-16 16,0 0-30-16,0 0-10 15,129 112-12-15,-102-90-7 16,-3-1-14-16,-3-2-5 16,-4-2-20-16,-1-1-17 15,-3-4-4-15,-2-3-7 16,-4 0 5-16,0-3-4 15,-5-2-2-15,0-4-7 16,-2 0-37-16,2 0-28 16,0 0-37-16,3 0-47 15,-1 0-211-15</inkml:trace>
  <inkml:trace contextRef="#ctx0" brushRef="#br0" timeOffset="-214717.2">13345 11914 345 0,'0'0'225'0,"0"0"-71"15,0 0-55-15,0 0-55 0,0 0-32 16,0 0 4-16,0 0 50 16,-23 45 5-16,11-11-30 15,-3 6-14-15,-4 2-10 16,2 2-8-16,-1-5-8 16,2-6 0-16,5-6 0 15,5-9 29-15,-1-8 31 16,5-3 26-16,2-2-4 15,0-5-8-15,0 0-4 16,0 0-21-16,0 0-22 16,0 0-12-16,0 0-5 15,0 0-11-15,0 0-61 16,-3 0-68-16,-1 0-109 16,-1 0-310-16</inkml:trace>
  <inkml:trace contextRef="#ctx0" brushRef="#br0" timeOffset="-212200.59">13771 11837 235 0,'0'0'205'16,"0"0"-29"-16,0 0-20 15,0 0-29-15,0 0-5 0,0 0-2 16,0 0-10-1,0-16-3-15,0 16-29 0,0 0-40 16,0 0-38-16,0 18-9 16,0 9 9-16,2 12 9 15,-2 3 3-15,0 2 2 16,0-2 9-16,0 0-10 16,0-5-2-16,0-5-1 15,0-4 1-15,0-4-3 16,0-4-7-16,0-6 6 15,0-4-6-15,0-4 5 16,0-2-5-16,0-4 7 16,0 0 6-16,0 0 0 15,0 0 4-15,0 0-18 16,0 0-88-16,2 0-85 0,0 0-168 16,4 0-461-16</inkml:trace>
  <inkml:trace contextRef="#ctx0" brushRef="#br0" timeOffset="-211733.25">13633 12068 113 0,'0'0'160'0,"0"0"-35"15,0 0-37-15,0 0-26 16,0 0-2-16,0 0 9 16,0 0 32-16,-2-6 7 15,2 6-40-15,2 0-4 0,18 0-8 16,9 0 6-16,2 0-1 16,4 2 3-16,2 2-24 15,-4-1-3 1,-6-1 5-16,-3-2-2 0,-6 2-2 15,-7-2-18-15,-1 0-7 16,-4 0-12-16,-4 3-1 16,2 2-102-16,-4 1-187 15,3 1-318-15</inkml:trace>
  <inkml:trace contextRef="#ctx0" brushRef="#br0" timeOffset="-210465.89">14143 12003 116 0,'0'0'308'15,"0"0"-152"-15,0 0 16 16,0 0-19-16,0 0-66 16,0 0-40-16,0 0-8 0,110-64-2 15,-81 60 2-15,-2 4-5 16,-4 0 3-16,0 0-24 16,-1 4-12-16,-4 10 1 15,0 4-2-15,-7 4 0 16,-4 1-7-16,-7 7 6 15,0-1-1-15,-3 2 1 16,-16-1-5-16,-6-4 5 16,-2-1 1-16,-4-3-15 15,2-1-17-15,2-7-15 16,5-2 0-16,4-4-6 16,7-2 5-16,2-2 3 15,4-4 19-15,3 0 26 16,2 0 10-16,0 0 8 15,0 0-10-15,0 0 4 0,7 0-12 16,4-2-1-16,5-2 1 16,0 2 1-16,1 0 15 15,3 2 10-15,1 0-3 16,-2 0 9-16,6 0 17 16,-3 0 6-16,1 0 5 15,1 0 8-15,-2 0 12 16,1 0-4-16,-1 0 1 15,-4 0 1-15,-2 0-7 16,-3 0-17-16,-5-6-13 16,2 1-24-16,-4-1-9 0,-1-1-8 15,1 1-46-15,-2-2-79 16,4-2-103-16,-2 2-131 16,1 2-313-16</inkml:trace>
  <inkml:trace contextRef="#ctx0" brushRef="#br0" timeOffset="-209999.93">14799 11959 28 0,'0'0'321'0,"0"0"-168"0,0 0-16 16,0 0-56-1,0 0-40-15,0 0-8 0,0 0 4 16,-95 5-1-16,80 6-1 16,2 5 7-16,4 1-6 15,4-2-10-15,5 1-14 16,0-3-1-16,0-3 4 15,11-3 27-15,9-1 18 16,3-2-10-16,2-4-10 16,-2 0-11-16,2 0-6 15,0-1-7-15,-5-9 0 16,-2 0 15-16,-5-5 6 16,-4 1-6-16,-5 0-5 0,-1 0-10 15,-3 0-16-15,0-1 0 16,-7 1-23-16,-11-1 8 15,-8 1 5-15,-8 1-32 16,-2 6-62-16,1 7-50 16,-7 0-40-16,8 17-68 15,10 2-135-15</inkml:trace>
  <inkml:trace contextRef="#ctx0" brushRef="#br0" timeOffset="-209532.69">14720 12123 192 0,'0'0'235'16,"0"0"-122"-16,0 0-31 16,0 0-16-16,0 0-11 15,0 0-3-15,0 0 9 16,-44 46-37-16,44-29-12 16,0 0-2-16,0 2 2 0,5-5-2 15,10 0 10-15,3-2 22 16,-1-4-7-16,1-2 15 15,1-4 17-15,-2-2-8 16,3 0-7-16,-5 0-4 16,4 0 4-16,-4-8-1 15,-1-6 10-15,-1-1-7 16,-2 0-6-16,-4-3-16 16,-3 0-13-16,-4-3 8 15,0 4-5-15,0-3-16 16,-14 3-6-16,-5 2-15 15,-21 6-66-15,6 4-121 0,2 5-332 16</inkml:trace>
  <inkml:trace contextRef="#ctx0" brushRef="#br0" timeOffset="-208233.61">12512 12300 178 0,'0'0'170'0,"0"0"-45"0,0 0-41 16,0 0-33-16,0 0-5 16,0 0 9-16,0 0 12 15,-9 0-9-15,9 0-10 16,0 0-9-16,0 0 3 15,7 2 0-15,7 0-13 16,-1-2-6-16,3 0-2 16,3 2 10-16,2-2-4 15,1 0 11-15,0 0-3 16,2 0 4-16,1 0-13 0,0 0-3 16,4 0 6-1,0 0-7-15,6 0 1 0,3 2-9 16,4 0-3-16,5 2 2 15,2 0 0-15,7 0 0 16,0 0 1-16,2 0 1 16,2 3-5-16,2-4 6 15,3-2-10-15,3 4 4 16,4-1-9-16,6 0-1 16,7 0 1-16,2 2-1 15,6 2 0-15,1 3 0 16,0-4 0-16,-5-1 0 15,-7 1 0-15,-4-4 1 16,-5-1 0-16,-3 0 0 16,-6 2 0-16,1 0 9 15,-1 0 2-15,1 5 8 16,-3-1 5-16,-6-1-9 0,-9 0-9 16,-7-2-1-16,-11-1-5 15,-7-4 5-15,-4 2 5 16,-7-2 2-16,-1 0-6 15,-6 2-7-15,2 0-1 16,3 5-72-16,0 1-48 16,2 3-82-16,0 6-72 15,-4-1-71-15,-5-4-280 0</inkml:trace>
  <inkml:trace contextRef="#ctx0" brushRef="#br0" timeOffset="-206967.44">13457 12599 74 0,'0'0'342'16,"0"0"-119"-16,0 0-57 16,0 0-47-16,0 0-35 15,0 0-18-15,0 0-11 16,33-37 17-16,-8 34 4 15,0-1-13-15,4 4-18 16,0 0-17-16,-3 0-15 16,-2 0-4-16,-3 0 1 15,-2 0-10-15,0 10-1 16,-7 2 0-16,0 0-1 16,-5 2-6-16,-5 2-3 15,-2 0 2-15,0 0-7 16,-9 2 9-16,-9-2 7 15,-1 2 0-15,-4-5 0 16,0 2 0-16,1-5-23 0,3-2-12 16,2-1 5-16,7-4 4 15,3-3 1-15,3 2 8 16,4-2 17-16,0 0 17 16,0 0 12-16,0 0-28 15,0 0 25-15,11-2-16 16,2-1-10-16,5-4 1 15,0 3-1-15,-3 2 9 16,3 0-8-16,-3 2-1 16,2 0 0-16,-2 0-1 15,1 0-2-15,-1 2 2 16,1 7 1-16,-3-3-1 16,1 1-1-16,-3 1-5 15,-3 0 7-15,-3 2 0 0,-1 1-1 16,-4 1-7-16,0-1-1 15,0 1 8-15,0 1-7 16,0-2 8-16,-2 4-1 16,-7-4 1-16,-2 2 0 15,-3-1 1-15,-1-2 16 16,-3 2 21-16,1-5-2 16,-4 2-2-16,1-6-4 15,-2 2 11-15,2-5 8 16,0 0-13-16,2 0 4 15,0 0 5-15,3 0 0 0,-1 0-14 16,1 0-15-16,-3 0-12 16,2-5-4-16,-2 2-49 15,0-1-40 1,-4-2-35-16,4 3-104 0,5 0-181 16</inkml:trace>
  <inkml:trace contextRef="#ctx0" brushRef="#br0" timeOffset="-180750.63">4743 14683 26 0,'0'0'10'16,"0"0"-4"-16,0 0 20 15,0 0 11-15,0 0-35 16,0 0 158-16,-100 8-116 16,84-5 28-16,1-3 5 15,-3 0-22-15,3 0-5 16,1 0-5-16,-2 0-13 15,0 0-22-15,1 2-9 0,-3-2-1 16,-2 2 7 0,0-2 45-16,0 2 39 0,0 0 16 15,2-2-6-15,4 0 8 16,6 0-14-16,1 0 1 16,5 0-38-16,0 0-16 15,2 0-13-15,0 0-3 16,0 0-14-16,0 2-5 15,0-2 2-15,0 0 2 16,4 0-10-16,14 0-1 16,11 4 14-16,16-4-12 15,15 0 8-15,15 0 3 16,33 0 3-16,31 0 5 16,38 0-13-16,10 0-3 0,-7-4-5 15,-17-2 0-15,-22-2 0 16,-2 2 1-16,0-1-1 15,4-2 1-15,3 3 0 16,8 0-1-16,2 2 6 16,-7 4-5-16,-33-2-1 15,-35 2 1-15,-33-4 18 16,-21-1 3-16,-2 3 20 16,-5-3 48-16,-4 4 13 15,-8-5-33-15,-4 3 3 16,0 3-7-16,-4 0-42 0,0 0-24 15,0 0-8 1,0 0-48-16,0 0-122 0,-23 0-16 16,-2 0-86-16,3 0-393 15</inkml:trace>
  <inkml:trace contextRef="#ctx0" brushRef="#br0" timeOffset="-178817.72">5404 14959 59 0,'0'0'123'15,"0"0"184"-15,0 0-100 16,0 0-18-16,0 0-42 16,0 0-15-16,0 0-32 15,0 18 23-15,0-16-4 16,6-2-11-16,4 0-36 16,5 0-19-16,8 0-22 15,8 0-4-15,5 2-8 16,2 2-4-16,4 2-14 15,0 0 5-15,-3 1-5 16,-4-2 0-16,-6 1 0 16,-4 0 1-16,-8-6-2 15,-3 4-15-15,-5-4-32 16,-7 0-48-16,-2 0-55 0,-6 0-83 16,-17 0-169-16,-4 0-212 15</inkml:trace>
  <inkml:trace contextRef="#ctx0" brushRef="#br0" timeOffset="-178050.97">5425 15016 134 0,'0'0'201'0,"0"0"-74"0,0 0-33 15,0 0-9-15,0 0-9 16,0 0 14-16,0 0-18 16,2 73-10-16,-6-57-11 15,-1-6-22-15,1 2-11 16,2-3-12-16,2 1-4 15,0-7 5-15,0 2-7 16,0 0 1-16,0-1 15 16,0-4 17-16,6 0 0 15,5 0 29-15,3 0-5 16,-1 0-15-16,3 0-16 16,-1 0 7-16,-1-4 5 15,1-3-9-15,-1 2 6 0,-3 4-9 16,2-4-3-16,-2 1-11 15,-2 4-11-15,2 0-1 16,1 0 1-16,-2 0 0 16,-1 0 0-16,3 0-1 15,1 0 0-15,3 9 1 16,-1-1 0-16,3 1 7 16,-1 0-8-16,0 1 7 15,-5-2-7-15,2 1-1 16,-3 1 0-16,-2 3-8 0,-2-3 9 15,0 1 0 1,-3 4-2-16,-2-1-18 16,-2 0-8-16,0 2-1 0,0-2 12 15,0 0-12-15,-4-1 3 16,-7 0-6-16,-5 1-2 16,-2-1 8-16,-2 0 20 15,0-3 6-15,-5 2 13 16,-2-1 26-16,2-4-8 15,-2-2 6-15,2-2 24 16,2-3-16-16,1 0 19 16,5 0 5-16,1 0-1 15,0-4-12-15,2-6-21 16,4 3-18-16,1-6-17 16,3 3-13-16,0-4-70 0,6-2-131 15,0 6-189 1,0-4-699-16</inkml:trace>
  <inkml:trace contextRef="#ctx0" brushRef="#br0" timeOffset="-172517.33">4329 14293 78 0,'0'0'299'0,"0"0"1"15,0 0-56-15,0 0-104 16,0 0-50-16,0 0-14 15,0 9 14-15,0-9 18 16,0 0-13-16,2 0-29 16,3 0-43-16,1-5-11 0,0-7-12 15,1 2 0-15,3 0 0 16,-4 3 0-16,0-6 0 16,-1 3 1-16,1 0 0 15,-3 1 0-15,2 1 0 16,-3 1 0-16,0 1 0 15,0 2 1-15,-2 0-1 16,0 2 11-16,2 2 1 16,-2 0 4-16,0 0-5 15,0 0-11-15,0 0-1 16,0 0-9-16,0 0-5 16,0 0-7-16,0 8 4 15,5 10 6-15,-1 6 10 16,3 6 2-16,2 7 0 15,-2 0 0-15,1 1-1 0,0 0 0 16,-2-4-2-16,-2-3 1 16,1-8 0-16,1-2-1 15,-4-6-4-15,3-2 6 16,-2-7 7-16,-1-2 28 16,-2 0-6-16,2 0 2 15,-2-4-8-15,2 0-5 16,-2 0-5-16,2 0-1 15,-2 0-12-15,3 0-34 16,-1-12-77-16,0 0-165 16,0 0-450-16</inkml:trace>
  <inkml:trace contextRef="#ctx0" brushRef="#br0" timeOffset="-171966.79">4556 14178 36 0,'0'0'276'0,"0"0"-60"15,0 0-28 1,0 0-70-16,0 0 12 0,0 0-11 16,0 0-12-16,81 0 9 15,-53-1-13-15,3 1 1 16,1-5-15-16,-1 5-45 15,-5 0-34-15,-1 0-10 16,-5 0 0-16,-7 0-27 16,-1 5-34-16,-6-5-32 15,1 0-22-15,-7 0-44 16,0 0-87-16,0 0-129 16,-9 0-154-16</inkml:trace>
  <inkml:trace contextRef="#ctx0" brushRef="#br0" timeOffset="-171317.52">4594 14191 162 0,'0'0'284'16,"0"0"-92"-16,0 0-29 15,0 0-65-15,0 0-37 16,0 0-13-16,0 0 15 16,-9 30 12-16,5-18-31 15,-1 2-21-15,0 3-16 16,3-2 0-16,2-1-5 16,0 1 4-16,0-7-5 0,0 3 0 15,0-5-1 1,0-2-6-16,5 0 6 0,2-2-1 15,1-2 1-15,1 0 6 16,3 0 4-16,3 0 0 16,1 0-9-16,3-6 5 15,2-2-5-15,-1 0 0 16,2 2-1-16,-4 0 1 16,-3 5 7-16,-1-2 10 15,-3 3-5-15,0 0-3 16,0 0-3-16,0 0-7 0,1 6 0 15,-4 4 1-15,1 2 0 16,-2 2-1 0,0 0 3-16,-5 4-2 15,-2 0 9-15,0 3-1 0,0 1-9 16,0 0 1-16,0-4-1 16,-9-1 7-16,-2 2-6 15,0-9 12-15,-3 0 25 16,1-3 23-16,-1-3 16 15,1 1-4-15,2-5-5 16,-5 0-17-16,3 0-17 16,-5 0-16-16,3-11-10 15,-3 4-8-15,5-5-27 16,-1 2-35-16,5 0-56 16,3-3-72-16,4 0-106 0,2 3-336 15</inkml:trace>
  <inkml:trace contextRef="#ctx0" brushRef="#br0" timeOffset="-170883.87">4919 14287 393 0,'0'0'240'0,"0"0"-9"15,0 0-45-15,0 0-92 16,0 0-61-16,0 0-15 15,0 0 15-15,22 24 70 16,-2-6-5-16,5 2-35 16,0 4-21-16,2-1-16 15,2-5-14-15,-6 4-11 16,4-9 1-16,-4 4 5 16,-1-7 2-16,-4-2-8 15,-2-2 0-15,-1-3 11 16,-3 0-5-16,-4-3-7 0,-1 1-1 15,-5-1-53-15,-2 0-64 16,0 0-85-16,-7 0-141 16,-7-4-330-16</inkml:trace>
  <inkml:trace contextRef="#ctx0" brushRef="#br0" timeOffset="-170550.88">5086 14203 28 0,'0'0'321'16,"0"0"-202"-16,0 0 61 15,0 0-34-15,0 0-45 16,-9 124-9-16,-5-87 7 15,4-5-17-15,-3-2-21 16,-1-3-12-16,3-4 19 16,2-3-24-16,0-4-8 15,0-4-10-15,5-2-10 16,2-5-14-16,0-3 6 16,2 0-6-16,0-2-2 0,0 0-17 15,0 0-62 1,0 0-60-16,0 0-120 0,0 0-261 0</inkml:trace>
  <inkml:trace contextRef="#ctx0" brushRef="#br0" timeOffset="-169851.05">5267 14305 183 0,'0'0'220'0,"0"0"-47"15,0 0-46-15,0 0-28 16,0 0-3-16,0 0 6 16,0 0 13-16,33 11 21 0,-13-11-16 15,5 0-45-15,-3 0-27 16,0 0-24-16,-4 0-16 16,-2 3-7-16,-6-1 0 15,2-2 11 1,-3 2 5-16,-1-2 15 0,2 2-11 15,-6-2-13-15,1 0-8 16,-5 2-1-16,2-2-36 16,-2 0-56-16,0 0-70 15,0 0-111-15,0 0-214 0</inkml:trace>
  <inkml:trace contextRef="#ctx0" brushRef="#br0" timeOffset="-169234.6">5563 14297 195 0,'0'0'288'0,"0"0"-116"15,0 0 3-15,0 0-15 16,0 0-31-16,0 0-5 16,0 0-27-16,15-58-15 0,-4 48-36 15,3 3-18 1,-1 1-1-16,3 6-2 0,-3-2-2 16,3 2-4-16,-1 0 13 15,-1 0-10-15,-1 0-5 16,-1 7-16-16,-3 7-1 15,-3 4 0-15,-4 4 1 16,-2 5 16-16,0 0-4 16,0 3-3-16,-17 2-8 15,-3-1-2-15,-3-4 0 16,0 0-21-16,6-10-16 16,1 2-3-16,5-11-8 15,3 0 0-15,3-2 8 16,2-6 8-16,3 0 8 15,0 0 24-15,0 0 0 0,0 0 19 16,3 0-6-16,8 0-12 16,2 0-1-16,3-6 1 15,1 4 8-15,4 2-2 16,1-2 5-16,1 2 2 16,1-2 7-16,0 2 5 15,-3-2-3-15,-6 0 3 16,-1 0 11-16,-1-2-1 15,-2-2-10-15,0-3-20 16,0 2-6-16,-1-1-7 16,0-2-43-16,-3 0-54 15,-1-9-50-15,-3 6-90 0,-1-2-159 16</inkml:trace>
  <inkml:trace contextRef="#ctx0" brushRef="#br0" timeOffset="-168734.88">5853 14203 195 0,'0'0'177'0,"0"0"-12"15,0 0 9-15,0 0-39 0,0 0-33 16,-7 124-3-16,7-93 2 16,0-3-19-16,11 0-21 15,7-6-10-15,2-3 1 16,0-2-5-16,3-5-23 16,-4-3-2-16,-1-3-13 15,3-2-2-15,-4-1 0 16,1-3 3-16,1 0-2 15,0 0-8-15,1-3-1 16,-3-7-8-16,2-3 9 16,-2-3 2-16,-3-2 7 15,-1-2-8-15,-4-3 25 16,-2-1 19-16,-3 0-5 16,-2-8-5-16,-2 2-13 0,0-2 2 15,0 4 11-15,-4 0 15 16,-12 6-28-16,-4 3-22 15,-4 4-1-15,-3 7-39 16,-4 2-20-16,2 4-29 16,0 2-36-16,-13 0-45 15,8 12-86-15,5 2-130 0</inkml:trace>
  <inkml:trace contextRef="#ctx0" brushRef="#br0" timeOffset="-167933.88">6405 14145 10 0,'0'0'336'0,"0"0"-128"16,0 0 48-16,0 0-18 16,0 0-53-16,0 0-25 15,0 0-50-15,11-10-29 16,-11 10-46-16,0 6-30 16,4 12-4-16,2 6 16 0,-2 9 18 15,0 10 4 1,1 1 0-16,-1 2-1 0,-2-5-11 15,2-5-18-15,2-7 5 16,-4-4-5-16,0-8-2 16,-2-2 2-16,0-7-7 15,2-2 4-15,-2-2-6 16,0 0 8-16,2-4-8 16,-2 0-49-16,0 0-53 15,0 0-57-15,0-12-99 16,0 2-347-16</inkml:trace>
  <inkml:trace contextRef="#ctx0" brushRef="#br0" timeOffset="-167734.02">6299 14321 502 0,'0'0'277'15,"0"0"-24"-15,0 0-65 16,0 0-78-16,127 0-53 16,-90 0-35-16,1 4-22 15,13-2-82-15,-11 0-173 16,-6-2-324-16</inkml:trace>
  <inkml:trace contextRef="#ctx0" brushRef="#br0" timeOffset="-167083.33">6788 14193 383 0,'0'0'247'15,"0"0"-21"-15,0 0-26 0,0 0-80 16,0 0-67-16,0 0-18 15,0 0 6-15,125-40 1 16,-103 46-19-16,-1 7-6 16,-6 10-15-16,-1 1 8 15,-6 6-3-15,-6 2-6 16,-2 2 0-16,0-2 1 16,-17-2 6-16,-5 1-6 15,-1-3 4-15,-4-9-6 16,3 2-6-16,2-8-15 0,2-3-18 15,4-1-22-15,3-1-8 16,6-8-8-16,3 0 24 16,4 0 47-16,0 0 6 15,0 0 0-15,0 0 13 16,4-8 5-16,7 2 3 16,5 1-2-16,3 1 9 15,6 1 11-15,2-1 7 16,2 2-4-16,2 2 18 15,0-2-8-15,-2 2 10 16,-4 0-25-16,-2 0-23 16,-8 0-14-16,-5-2-14 15,2-1-45-15,-3 2-36 16,2-13-79-16,-2 1-161 0,-2 1-498 16</inkml:trace>
  <inkml:trace contextRef="#ctx0" brushRef="#br0" timeOffset="-166783.34">7129 14147 390 0,'0'0'200'15,"0"0"-110"-15,0 0 14 0,0 0 24 16,0 0-11-16,0 0-33 16,87 111 10-16,-65-88-11 15,-1 1-35-15,-2-4 2 16,-1-4-31-16,-5-2-4 16,1-8-14-16,-5 1-1 15,-3-6-2-15,2-1-34 16,-4 0-34-16,-4 0-69 15,0-8-144-15,-7 2-110 0</inkml:trace>
  <inkml:trace contextRef="#ctx0" brushRef="#br0" timeOffset="-166484.55">7212 14071 598 0,'0'0'274'16,"0"0"18"-16,0 0-61 16,0 0-101-16,0 0-57 15,0 0-42-15,0 0-23 16,-3 36 7-16,-5 2 17 16,-4 8 22-16,1 2 10 15,-2-4-10-15,2-4-8 16,2-5-13-16,2-11-18 15,1-7 6-15,1-2-11 16,3-10-2-16,-1 2-8 0,1-1-67 16,-4-2-103-16,-3-4-159 15,5 0-374-15</inkml:trace>
  <inkml:trace contextRef="#ctx0" brushRef="#br0" timeOffset="-165667.62">7024 14654 72 0,'0'0'237'0,"0"0"-70"16,0 0-33-16,0 0-31 0,0 0-15 15,0 0-7-15,0 0-16 16,-20 6-13-16,18-4-16 16,2-2-23-16,-2 2-6 15,2-2-7-15,0 4 6 16,0-4 2-16,0 0 18 16,0 0 29-16,4 0-16 15,16 0-21-15,10 4-10 16,9-4-2-16,13 2 1 15,6 3 9-15,6-4 0 16,3-1 0-16,2 0-7 16,-1 0 27-16,-11 0 15 0,-8 0 0 15,-13 0-8 1,-12 0-6-16,-9 0-4 0,-7 0-28 16,-6 0-5-16,-2 0-10 15,0 0-32-15,0 0-92 16,-2 0-63-16,-12 0-121 15,1 0-448-15</inkml:trace>
  <inkml:trace contextRef="#ctx0" brushRef="#br0" timeOffset="-161251.12">8096 14430 9 0,'0'0'68'0,"0"0"183"15,0 0-10-15,0 0-42 16,0 0 10-16,0 0-24 16,0 0-15-16,-2 2-12 15,2 2-37-15,0-4-32 16,0 0-25-16,11 0-16 16,9 0-9-16,14 0-9 0,8 0-5 15,3 0-6 1,1 0-10-16,-5 1-9 0,-6 3-3 15,-3 1-45-15,-11 2-37 16,0-2-45-16,-8-5-84 16,-4 0-100-16,-5 0-239 0</inkml:trace>
  <inkml:trace contextRef="#ctx0" brushRef="#br0" timeOffset="-160932.34">8138 14574 129 0,'0'0'189'0,"0"0"-24"15,0 0 20-15,0 0 40 16,0 0-32-16,0 0-23 16,129 36-12-16,-94-36-33 15,-2 0-29-15,-2 0-49 16,-2 0-22-16,-3 0-18 16,-3 0-7-16,-3 0-36 0,5 0-91 15,-8 0-107-15,-1 0-329 16</inkml:trace>
  <inkml:trace contextRef="#ctx0" brushRef="#br0" timeOffset="-159534.54">9219 14579 78 0,'0'0'274'16,"0"0"-69"-16,0 0-59 15,0 0-12-15,0 0-46 16,0 0-13-16,0 0-41 16,4 1-27-16,10-1 9 15,7 3 1-15,4-3 15 16,7 0-6-16,11 1-16 15,7 4 2-15,16-3-11 16,11 3 6-16,28-1-5 0,27 0 6 16,-6 2 0-16,-12-2-8 15,-16-2 0-15,-18 2-1 16,11 0-25-16,30-1-22 16,19-1 12-16,25 2 10 15,11-4-19-15,-5 0 11 16,-12 1 19-16,-19 4 7 15,-1-3-17-15,-28 1 18 16,-24-3 7-16,-27 0 10 16,-22 0 25-16,-5 0 37 15,-8 0 44-15,-7 0 129 16,-12-3-7-16,-1 1-143 0,-5-3-28 16,0 4-4-16,0 1-34 15,0 0-29-15,0 0-58 16,0 0-107-16,-15 0-58 15,-8 0-75-15,-2 0-288 0</inkml:trace>
  <inkml:trace contextRef="#ctx0" brushRef="#br0" timeOffset="-158001.08">10355 15025 20 0,'0'0'316'0,"0"0"5"0,0 0-51 15,0 0-106-15,0 0-65 16,0 0-43-16,0 0 7 16,69-36 0-16,-42 32 1 15,0-4-30-15,0 6-7 16,2 2-4-16,0 0-11 15,0 0 3-15,0 14-14 16,-2 1-1-16,-8-3 0 16,-3 5-1-16,-9 2 0 15,-5-5-1-15,-2 7-4 16,0-3-4-16,-11 0-1 16,-9 5 2-16,-5-6 8 15,-2 2-8-15,3-5 3 16,2-2-10-16,1-2 15 0,8-2-15 15,3-7 15-15,2 2-6 16,4-1 7-16,2-2 0 16,2 0 0-16,0 0 12 15,0 0 2-15,0 0 20 16,0 0-20-16,0-2 0 16,6-2-14-16,6 0-7 15,1 0 6-15,3-2 0 16,1 2 1-16,4 0 0 15,-2 4 9-15,-1 0-3 16,1 0 4-16,-4 0 0 16,-1 0 10-16,1 0 1 15,-1 0-1-15,-1 0-7 16,-1 0-7-16,2 9-4 0,-1 4-2 16,-3 1 0-16,-4 0 0 15,-1 2-1-15,-3 4-7 16,-2-2-2-16,0 3-1 15,0-4 9-15,-2 1 1 16,-12 1 0-16,-1-2 1 16,-1 1 0-16,-4-3 12 15,0 0-11-15,0-1 9 16,0-3-8-16,-3-4 7 16,3-3-7-16,-2 0 5 15,2-4 5-15,-2 0-6 0,2 0 10 16,0 0-2-16,2 0-14 15,0-8 0-15,2-4-40 16,-3-15-100-16,1 9-134 16,2-5-281-16</inkml:trace>
  <inkml:trace contextRef="#ctx0" brushRef="#br0" timeOffset="-153218.06">9362 14061 232 0,'0'0'290'0,"0"0"-183"16,0 0-10-16,0 0-2 15,0 0-33-15,0 0-4 16,-52 74-6-16,33-54-22 16,-4 2-11-16,-1-6-9 15,-3 5-4-15,-2-4 0 16,2-1-6-16,1-2-18 0,6-4-36 15,7-2 9-15,5-2 6 16,4-4 15-16,4-2 4 16,0 0 18-16,0 0 2 15,4 0 22-15,10 0-14 16,3 0-7-16,4 0 6 16,6-2-7-16,2 0 10 15,4 2 14-15,5 0 10 16,1 0-14-16,2 0-10 15,-1 0 3-15,-4 2-13 16,-3 4 6-16,-8-4-5 16,-5 2 6-16,-5-4-7 15,-1 0-11-15,-5 0-15 16,-9 0-36-16,0-4-65 16,0-2-132-16</inkml:trace>
  <inkml:trace contextRef="#ctx0" brushRef="#br0" timeOffset="-152850.72">9310 14027 103 0,'0'0'589'16,"0"0"-366"-16,0 0-56 15,0 0-87-15,0 0-70 16,0 0-4-16,0 0-3 16,27 68 17-16,-23-32 9 15,1 5 10-15,-2 6 23 16,-3-1-8-16,2-2-13 16,-2-4-5-16,0-3-19 15,0-9 1-15,0-6-1 16,0-5 9-16,0-4 2 15,0-3-12-15,0-6-7 16,0 0-9-16,0-4 10 16,0 0-10-16,0 0-49 15,0 0-100-15,0 0-80 16,0 0-157-16</inkml:trace>
  <inkml:trace contextRef="#ctx0" brushRef="#br0" timeOffset="-152150.89">9509 14101 421 0,'0'0'123'0,"0"0"-38"15,0 0 26-15,0 0-9 16,0 0-16-16,0 0-27 16,127-14-19-16,-112 20-14 15,1 8-4-15,-5 3-10 0,-1 6-12 16,-6 2 3 0,-4 4-2-16,0 3 0 0,0 1 0 15,-12 3 5-15,-5-5-4 16,-4 1 9-16,-1-6-11 15,3-2 0-15,-4-3-13 16,5-4-19-16,3-8-23 16,1 1-4-16,5-10 42 15,3 0 17-15,3 0 8 16,3 0 8-16,0 0-1 16,0-10-9-16,0 1 8 15,7-1 18-15,7 3-31 16,3 1-1-16,3 2 0 15,3 0 0-15,1 1-1 16,0 3 0-16,1 0 1 0,0 0 9 16,-4 0 20-16,4 0 22 15,-4 0 19-15,-1 0 16 16,-3-1 10-16,-3-2-31 16,-5 3-20-16,-5-1-10 15,-2 1-6-15,-2 0-29 16,0 0-5-16,0 0-44 15,0-5-78-15,0 1-113 16,0 1-268-16</inkml:trace>
  <inkml:trace contextRef="#ctx0" brushRef="#br0" timeOffset="-151584.74">9935 14249 333 0,'0'0'498'0,"0"0"-378"16,0 0-41-16,0 0 11 15,129 9-22-15,-85-6-28 16,-3 2-8-16,-8 0-16 16,-9-1-14-16,-8 0-2 15,-12-2-30-15,-4 0-63 16,-2 0-124-16,-16 0-12 16,1-2-343-16</inkml:trace>
  <inkml:trace contextRef="#ctx0" brushRef="#br0" timeOffset="-150834.77">10371 14083 25 0,'0'0'57'0,"0"0"44"15,0 0-44-15,0 0-23 16,129 0 15-16,-106 4-7 16,-8 10-14-16,-3 0 0 15,-4 6 26-15,-3 4-24 16,-3 2-1-16,0 5 16 16,-2-2 2-16,2 1-8 15,-2 0 9-15,0-2 23 16,0 0 7-16,0-2-5 15,0-4-2-15,0 1 1 0,-4-6-12 16,2-2 8-16,0-3-19 16,-1-6-14-16,1-2-18 15,2-1-17-15,-2-2-6 16,-7-1-94-16,0 0-102 16,-2 0-104-16</inkml:trace>
  <inkml:trace contextRef="#ctx0" brushRef="#br0" timeOffset="-150235.59">10386 14279 631 0,'0'0'137'0,"0"0"-52"15,0 0-25-15,0 0-36 16,125 14-22-16,-91-10-1 16,-5 1-1-16,-11-2-29 15,-7 1-92-15,-7 2-65 16,-4-5-107-16</inkml:trace>
  <inkml:trace contextRef="#ctx0" brushRef="#br0" timeOffset="-149782.11">10627 14191 392 0,'0'0'187'0,"0"0"-40"16,0 0-9-1,0 0-50-15,0 0 6 0,0 0-6 16,0 0-7-16,134 73-7 16,-94-52-15-16,0 3-7 15,0-1-14-15,-4-3-4 16,-2-3-14-16,-8-3-7 16,-2 0-13-16,-5-3 0 15,-9-5-11-15,-1-2-24 16,-6-4-32-16,-3 0-69 0,0 0-55 15,-5 0-101 1,-8-4-298-16</inkml:trace>
  <inkml:trace contextRef="#ctx0" brushRef="#br0" timeOffset="-149417.1">10933 14177 339 0,'0'0'262'0,"0"0"-13"15,0 0-4-15,0 0-88 16,0 0-94-16,0 0-32 16,0 0-30-16,-7 1-1 0,-5 16 19 15,-3 7 12-15,-3 6 6 16,-1 4-8-16,-4 4 5 15,1-1-24-15,2-4-5 16,2-1-5-16,2-6 0 16,5-3 0-16,2-5 0 15,3-6 0-15,1-2 0 16,2-6 0-16,3-2-14 16,0 0-23-16,0-2-24 15,0 0-1-15,0 0-38 16,0-2-101-16,0-4-383 0</inkml:trace>
  <inkml:trace contextRef="#ctx0" brushRef="#br0" timeOffset="-148617.6">11325 14166 469 0,'0'0'202'0,"0"0"16"15,0 0-8-15,0 0-25 0,0 0-21 16,0 0-28-16,0 0-25 15,0-39-42-15,0 39-45 16,0 0-24-16,0 14-19 16,0 11 12-16,0 10 7 15,0 5 9-15,0 2-7 16,0-2 0-16,0-2-2 16,0-8 7-16,-2-3-6 15,2-9 5-15,0-5-5 16,0-3 6-16,0-1-5 15,0-5-1-15,0 0-1 16,0-3-3-16,0-1-62 0,-8 0-116 16,4 0-99-1,-2 0-207-15</inkml:trace>
  <inkml:trace contextRef="#ctx0" brushRef="#br0" timeOffset="-148384.83">11196 14325 567 0,'0'0'291'0,"0"0"-71"15,0 0-35-15,0 0-51 16,117 0-65-16,-78 0-21 0,1 0-46 15,0 2-2-15,15 4-134 16,-7-2-148-16,-6-2-337 0</inkml:trace>
  <inkml:trace contextRef="#ctx0" brushRef="#br0" timeOffset="-147818.56">11764 14321 273 0,'0'0'187'0,"0"0"-2"16,0 0 19-16,0 0-50 15,0 0-31-15,0 0 3 0,0 0-4 16,35-92-22-16,-33 79 2 15,1 5-27-15,-1 1 4 16,-2 5-13-16,2 2-12 16,-2 0-31-16,0 0-12 15,0 0-11-15,0 0-11 16,0 6-8-16,0 14 5 16,0 8 14-16,0 8 0 15,0 7 8-15,0-2-6 16,0 0-2-16,0-6 0 15,0-4 0-15,0-5 0 16,0-8-2-16,0-3 2 16,0-7-1-16,0-2 1 15,0-1 1-15,0-5-1 16,0 0-44-16,0 0-69 0,2 0-72 16,1 0-105-1,-1-2-250-15</inkml:trace>
  <inkml:trace contextRef="#ctx0" brushRef="#br0" timeOffset="-147317.72">12113 14181 360 0,'0'0'242'0,"0"0"-129"16,0 0 2-16,0 0 20 15,0 0-37-15,0 0-14 16,0 0-18-16,-46 88-15 15,25-68-25-15,-1 2-7 16,0-1-12-16,0-4-7 16,-3-1-26-16,6-2-20 15,0-3 10-15,9-4-24 16,2-2 7-16,4-4 17 0,4-1 20 16,0 0 16-16,0 0 8 15,10 0 4 1,5 0-12-16,5 0 0 0,-1 0 0 15,8-1 16-15,0-2 5 16,6 1 18-16,3 2-2 16,3-1-6-16,-4 1-11 15,-4 0-20-15,-4 0-12 16,-7 0-56-16,-6 0-24 16,-6 0-41-16,-4 0-22 15,-1 0-37-15,-3 0-158 0</inkml:trace>
  <inkml:trace contextRef="#ctx0" brushRef="#br0" timeOffset="-147000.72">12134 14178 586 0,'0'0'243'0,"0"0"-67"16,0 0-106-16,0 0-62 16,0 0 2-16,0 0 57 15,0 0 28-15,26 127-3 16,-17-89-20-16,0 1-14 16,-4-3-17-16,-1-5-6 0,-2-3-10 15,-2-3 1-15,3-5-3 16,-3-6-16-16,2-3 1 15,0-5-8-15,-2-1 0 16,2-5-55-16,0 0-72 16,0 0-112-16,1 0-268 0</inkml:trace>
  <inkml:trace contextRef="#ctx0" brushRef="#br0" timeOffset="-146634.37">12345 14243 159 0,'0'0'371'15,"0"0"-158"-15,0 0-77 16,0 0-55-16,0 0-25 16,0 0 67-16,0 0 18 15,69 62-11-15,-40-38-37 16,2 5-33-16,-2-4-39 16,-4 1-12-16,-5 1-8 15,-4-10-1-15,-6-2-1 16,0-3-21-16,-1-3-21 0,-5-5-44 15,-2-1-54-15,-2-3-79 16,0 0-123-16,-4 0-307 0</inkml:trace>
  <inkml:trace contextRef="#ctx0" brushRef="#br0" timeOffset="-146350.95">12516 14208 143 0,'0'0'366'0,"0"0"-210"0,0 0-89 16,0 0 29-16,0 0 13 15,0 0-14-15,-73 129-8 16,51-87-19-16,2-3-26 15,2-4-2-15,1-6-11 16,3-8-5-16,1-4-13 16,1-3-4-16,8-9-7 15,-1-3-10-15,5-2-103 16,0 0-121-16,0 0-152 0</inkml:trace>
  <inkml:trace contextRef="#ctx0" brushRef="#br0" timeOffset="-145767.39">13025 14195 93 0,'0'0'334'16,"0"0"-77"-16,0 0 3 0,0 0-37 15,0 0-48 1,0 0-42-16,0 0-41 15,4-2-41-15,-2 2-32 0,3 10-19 16,-1 12 0-16,3 11 8 16,0 6 15-16,-3 1-4 15,3 6 2-15,-5-3-10 16,0-5-3-16,0-6-2 16,-2-6-6-16,3-7 2 15,-3-4 5-15,0-7 0 16,0-2-7-16,0-6-8 15,0 0-46-15,0 0-87 16,0-4-69-16,-5-4-359 0</inkml:trace>
  <inkml:trace contextRef="#ctx0" brushRef="#br0" timeOffset="-145568.21">12925 14339 570 0,'0'0'292'15,"0"0"-100"-15,0 0-50 16,0 0-66-16,131 0-44 16,-98 4-32-16,17 5-68 15,-10-6-217-15,-3 1-466 0</inkml:trace>
  <inkml:trace contextRef="#ctx0" brushRef="#br0" timeOffset="-144867.03">13276 14259 195 0,'0'0'166'16,"0"0"-71"-16,0 0-17 16,0 0 3-16,129-7-3 15,-106 7 14-15,-3 0-14 16,-4 6-7-16,-3 1-34 15,-4 7-28-15,-5-4 0 0,-4 6-8 16,0 2 0 0,0 0 10-16,-15 2 0 0,-5 1-10 15,-3-1-2-15,-1 0-8 16,0-1-11-16,-3-2-15 16,2 1-7-16,3-8-8 15,2 0-24-15,4-3-2 16,6 2 12-16,2-5 25 15,6-4 13-15,2 0 26 16,0 0 36-16,0 0 8 16,10 0-3-16,2 0-29 15,9 0 10-15,-2 0 38 16,6-4 31-16,0 4 0 16,4 0 15-16,0 0 2 15,2 0 10-15,2 0-4 16,-4 0-18-16,0 0-1 0,-6 0-47 15,-8 0-15-15,-1 0-9 16,-5 0-11-16,-1 0-13 16,-1-6-41-16,-3-7-93 15,1 0-151-15,-5 1-334 0</inkml:trace>
  <inkml:trace contextRef="#ctx0" brushRef="#br0" timeOffset="-144468.81">13673 14327 484 0,'0'0'128'16,"0"0"-94"-16,0 0 2 15,0 0 39-15,0 0-13 16,0 0-17-16,125 59 17 16,-100-59 20-16,-1 0-5 0,-4-7-15 15,-4-4 7-15,-8-2-19 16,-1-3-24-16,-5 2-26 15,-2 4-15-15,0-3-17 16,0 0-26-16,-9 3 16 16,-6-3-4-16,-9 6 3 15,-5 0-53-15,-21 4-87 16,10 3-25-16,5 0-88 0</inkml:trace>
  <inkml:trace contextRef="#ctx0" brushRef="#br0" timeOffset="-143868.64">13688 14408 152 0,'0'0'278'16,"0"0"-96"-16,0 0-5 15,0 0-28-15,0 0-32 0,0 0-17 16,0 0 4-16,0-17-20 16,0 17-36-16,0 0-36 15,-8 0-12-15,-5 0-1 16,-3 8 1-16,3 7-2 16,1 1 2-16,5 1-1 15,5 8 1-15,2-4 1 16,0 2 1-16,5-3 7 15,13 0-1-15,4-2 10 16,2-3 5-16,3-8-1 16,0-1 18-16,2-4-3 0,0-2 18 15,0 0-16-15,-2 0 2 16,0-13-10-16,0-2-6 16,-4-3 5-16,0-1 4 15,-7-4 14-15,-5 0-7 16,-3 2-13-16,-8-4-3 15,0 8-3-15,0 1-22 16,-13 4-9-16,-11 6-81 16,-30 1-110-16,5 5-139 15,7 0-441-15</inkml:trace>
  <inkml:trace contextRef="#ctx0" brushRef="#br0" timeOffset="-142352.6">11616 14650 367 0,'0'0'99'16,"0"0"-4"-16,0 0 14 16,0 0 0-16,0 0-55 15,0 0-44-15,0 0-9 16,50 6-1-16,-37-4 1 15,1 0-1-15,1 2-1 16,3 0 1-16,-1-4 0 0,2 4 1 16,1-4-1-16,2 0 2 15,2 0-2-15,5 0 1 16,0 0 0-16,5 0 8 16,-1 0-1-16,-2 0-7 15,0 0 0-15,-4 0-1 16,-2 0 1-16,-3 0-1 15,-2 0 0-15,-2 0 0 16,2 0 8-16,2 0-6 16,3 0 11-16,4 0-5 0,0 2-8 15,2 1 19 1,0-1 0-16,-2-2 5 0,-2 1 4 16,-3-1-4-16,-2 0-6 15,1 0 0-15,-3 0-2 16,2 0-14-16,3 0-2 15,1 0 0-15,3 0 6 16,0 0-6-16,5 0 0 16,-3 4-6-16,-2-2 6 15,0 2 0-15,-4-3 0 16,-2 2 0-16,2-1 0 16,2 0 0-16,2 0 2 15,2 0 5-15,5 0-7 16,-1 2-2-16,4-4-4 15,-4 4 5-15,1-4 1 0,-3 0-1 16,1 0 1-16,1 2 0 16,-2-2 0-16,1 2 0 15,-3 0 1-15,0-2-1 16,0 0-1-16,-2 0 1 16,0 0 0-16,-2 0 0 15,2 0 0-15,-2 0 0 16,2 0 0-16,-2 0 0 15,2 0-13-15,2 0 2 16,0 0 1-16,3 0 8 16,1 0-5-16,1 0 4 15,-1-4 2-15,1 2-7 16,0-2 8-16,0 4 6 16,-5 0 14-16,-4 0-1 15,-10 0 8-15,-3 0 25 16,-3 0 16-16,-5 0 15 0,1 0 7 15,-2 0 3-15,-3 0-16 16,0 0-9-16,-2 0-24 16,0 0-27-16,0 0-17 15,0 0-36-15,-20 0-110 16,-7 0-170-16,-9 0-277 0</inkml:trace>
  <inkml:trace contextRef="#ctx0" brushRef="#br0" timeOffset="-130617.95">4808 14015 100 0,'0'0'16'0,"0"0"142"16,0 0-73-16,0 0-64 0,0 0-21 16,0 0-30-1,13-4-91-15,-10 4-100 0</inkml:trace>
  <inkml:trace contextRef="#ctx0" brushRef="#br0" timeOffset="-129134.99">4808 14015 519 0,'26'6'193'16,"-26"-6"-72"-16,3 0 19 15,-3 0-70-15,0 0-40 16,2 0-8-16,-2 0-8 16,0 0 14-16,0 0-1 15,0 0 18-15,0 0-6 16,0-6-24-16,0 2-4 15,0 1-10-15,0 3 14 16,0-1-14-16,0-2 6 16,0 1-6-16,0-2-1 0,0 0 0 15,0 3 0-15,2-6 7 16,-2 1-6 0,2 0 9-16,-2-4 30 0,2 0-12 15,0 0 2 1,1-1 5-16,0 0-23 0,-1-1 5 15,0 0 9-15,0 3-5 16,0 0 9-16,0-1-11 16,1-2-4-16,1 1-14 15,0-2 15-15,1 3-8 16,2-6 8-16,-1 2 2 16,1 3-4-16,-1 0-7 15,2 1-7-15,-2 4 1 0,1-1-1 16,4-1 0-16,0 1 0 15,4 0-1-15,4-2-6 16,0 0 7-16,6-1 0 16,2 1-6-16,-3 1 6 15,3-1 0-15,-5 4 0 16,0-5 0-16,1 2 1 16,-3 2-1-16,0 2 0 15,2 0-1-15,1 0-1 16,1-1 2-16,5 0-13 15,0 1 12-15,0-3 1 16,2 1 0-16,-2 1 1 16,0-4-1-16,-2 4-2 15,0 1 1-15,-3-3 0 16,3 1-9-16,1-2 9 0,7-1 0 16,0-2 1-1,3 1 1-15,-3-2 0 0,1 1-1 16,-3 0 0-16,-4 3-6 15,-2 4 4-15,-2-2 1 16,-1 2-7-16,1 1 7 16,1 0 0-16,3 0 1 15,4 1 0-15,-2-1 0 16,4 1 0-16,-2 2-2 16,-4 0-5-16,0 0 4 15,-5 0 3-15,-2 0-7 16,-1 2 6-16,-6 2 2 15,1 0 0-15,1-1-1 0,2 0 0 16,3 1 0 0,2 0 0-16,3 0 0 0,0 0 0 15,-3 2-1-15,-1 0-7 16,-4 0 2-16,-1-1-16 16,-5 0 12-16,-1 1-3 15,-1 0 4-15,-2 0 0 16,0 0 8-16,0-2 0 15,-3 1-4-15,1-2 5 16,0 0 0-16,0-2 6 0,1 1-5 16,-1-2-2-1,-1 0 2-15,2 3-1 16,-2-3 1-16,1 1-1 0,-3-1 0 16,2 4-6-16,2-4 6 15,-2 4 0 1,1-2-1-16,1 2-6 0,0-1 6 15,1 1 0-15,-3-1-11 16,0 1 12-16,0 0-8 16,-2 1 8-16,3-2-1 15,-1 1 1-15,0 2-7 16,4 2 7-16,1 2-1 16,0 3 1-16,0 0 0 15,2 5-2-15,-2 2 2 16,1 1-1-16,-1 0 1 0,-3-2 0 15,2-3 1 1,-4 0-1-16,-1 0 0 0,1-6 0 16,-4 0 0-16,4-2 0 15,-4-1-1-15,-2 2 1 16,2-3 1-16,-2 2 7 16,0-2-7-16,0-2-1 15,0 0 1-15,0-4-2 16,0 0 1-16,0 0-48 15,0 0-47-15,0 0-85 16,-6-1-132-16,-4-8-461 0</inkml:trace>
  <inkml:trace contextRef="#ctx0" brushRef="#br0" timeOffset="-125318.74">6769 13878 117 0,'0'0'188'16,"0"0"-108"-16,0 0 14 16,0 0-10-16,0 0-15 15,0 0-11-15,0 0-9 16,10 0-19-16,-10 0-14 16,3 0-16-16,-1 0-8 15,2 0-6-15,8 6 6 16,1 1 8-16,7 6 0 15,1-5 9-15,0 2-9 16,2-4 1-16,-5 0-1 0,-1-1 0 16,-3-3 1-16,-1 1 0 15,-4-1-1-15,-3 0-1 16,-1 0-17-16,-2-2-30 16,-1 2-16-16,-2-2-32 15,0 0-20-15,0 0-110 0</inkml:trace>
  <inkml:trace contextRef="#ctx0" brushRef="#br0" timeOffset="-124919.12">6942 13812 58 0,'0'0'185'0,"0"0"-80"16,0 0-1-16,0 0-21 16,0 0-21-16,0 0-34 15,0 0-21-15,-2-4-7 16,-3 14 1-16,-1 2-1 15,1 4 2-15,1 2 4 0,0 1-5 16,-1-2 9-16,0 5-9 16,1-5 0-16,2 1 0 15,0-4 0-15,-1-5-1 16,3 0 0 0,0-5 1-16,0-4 0 0,0 0 6 15,0 0-6-15,-2 0 6 16,0 0-7-16,0 0-73 15,-2 0-253-15</inkml:trace>
  <inkml:trace contextRef="#ctx0" brushRef="#br0" timeOffset="-124334.83">6798 13852 116 0,'0'0'168'15,"0"0"-84"-15,0 0-19 16,0 0-52-16,0 0-13 0,0 0 1 16,0 0 1-1,58 20 18-15,-39-14-4 0,-1 2-9 16,-3-3-6-1,-1 0 0-15,-3-1-1 0,-2 0 2 16,0-2-1-16,-2-2 0 16,1 0-1-16,1 0-14 15,1 0-19-15,-2 0-29 16,-1 0-76-16,-3 0-84 0</inkml:trace>
  <inkml:trace contextRef="#ctx0" brushRef="#br0" timeOffset="-123968.08">6922 13820 39 0,'0'0'120'0,"0"0"-3"16,0 0-31-16,0 0-28 15,0 0-19-15,0 0-12 16,0 0-11-16,-4-6-15 16,-1 6-1-16,0 0 0 0,-1 6 0 15,-1 7 7-15,-1 0-6 16,0 5 9-16,0 1-9 15,-1-2 1-15,3-1-2 16,-2-2 0-16,6-4-10 16,0-4-3-16,0-2 0 15,2-4-13-15,0 0 2 16,0 0 11-16,0 0-26 16,0-9-126-16</inkml:trace>
  <inkml:trace contextRef="#ctx0" brushRef="#br0" timeOffset="-123817.45">6922 13820 150 0</inkml:trace>
  <inkml:trace contextRef="#ctx0" brushRef="#br0" timeOffset="-123634.77">6922 13820 150 0,'-27'4'130'0,"30"-4"-33"0,-3 0-32 0,0 0-60 0,0 0-5 0,0 0-12 16,0 2 12-16,0 8 8 16,0 1-8-16,0 0 7 15,0-5-7-15,0 0 6 16,0-2-6-16,0-1 0 0,0-3 2 16,0 0 7-1,0 0 24-15,8 0 47 16,4 0-40-16,1-7-28 0,0 1-12 15,-1 2-6-15,1 4-20 16,-2 0-43-16,-2 0-64 0</inkml:trace>
  <inkml:trace contextRef="#ctx0" brushRef="#br0" timeOffset="-119418.52">10286 13872 179 0,'0'0'182'0,"0"0"-103"0,0 0 16 16,0 0-18-16,0 0-21 16,0 0-8-16,0 0 11 15,0 0-4-15,21-8-22 16,-21 8-11-16,0 0-11 16,0 0 5-16,0 0-3 15,0 4-6-15,2 6-7 16,0 3 1-16,3 6 0 15,-1 4 0-15,0-2 5 16,0 2-5-16,2-2 5 16,-4 2-5-16,2-10 8 15,-2 1-8-15,1-5-1 16,-3-4 1-16,2-1-1 16,-2-4-1-16,0 0-10 15,0 0 1-15,0 0-15 16,0 0-17-16,0-4-85 15,0-6-157-15</inkml:trace>
  <inkml:trace contextRef="#ctx0" brushRef="#br0" timeOffset="-118735.73">10320 13868 150 0,'0'0'204'0,"0"0"-116"16,0 0-8-16,0 0-10 16,0 0-30-16,0 0-4 15,0 0 9-15,2-2-2 16,-2 2-10-16,0 0-7 15,0 0-17-15,0 0-8 16,0 0-1-16,0 0-11 16,4 0 9-16,6 0-12 15,3 0 14-15,7 0 1 16,9 0 15-16,5 0-3 16,5 0 1-16,3 0-8 0,1 2-5 15,1-2 0-15,-3 0 0 16,-3 2 1-16,-5-2-2 15,-4 0-2-15,-4 0-7 16,-3 0-2-16,-6 0-1 16,-6 0 5-16,-3 0 1 15,0 0 5-15,-5 0 0 16,-2 0 1-16,3 0 5 16,-3 0-5-16,0 0 2 15,0-2 12-15,2 0 2 16,0 2-9-16,0-2-6 15,-2 2 0-15,0 0-1 16,0 0 0-16,0 0-1 16,0 0-5-16,0 0-6 15,0 0 4-15,0 0-8 0,0 6 16 16,0 7 0-16,0-2 0 16,0 5 7-16,0 1-6 15,2-3 6-15,0 3-5 16,1-4 6-16,-3-4-8 15,0-3 1-15,2 1 0 16,-2-6-1-16,0-1 1 16,2 0-1-16,10 0-53 15,1 0-96-15,1 0-337 0</inkml:trace>
  <inkml:trace contextRef="#ctx0" brushRef="#br0" timeOffset="-117951.85">11813 13856 168 0,'0'0'210'0,"0"0"-123"16,0 0-24-16,0 0-38 15,0 0-24-15,0 0 36 16,0 0 15-16,28 77-9 0,-18-42-5 16,-2-1-6-16,-1-2 7 15,-3-4 1-15,2-3-7 16,-4-7-2-16,0-4-7 15,-2-6 8-15,0-2-12 16,0-4 3-16,0 0 5 16,0-2-8-16,0 0-3 15,2 0-5-15,-2 0 11 16,0 0-23-16,0 0-31 16,0-15-105-16,0 2-92 15,0-1-130-15</inkml:trace>
  <inkml:trace contextRef="#ctx0" brushRef="#br0" timeOffset="-117351.83">11855 13878 117 0,'0'0'159'16,"0"0"-81"-16,0 0 1 15,0 0-44-15,0 0-24 0,0 0-10 16,0 0-1 0,0 0 0-16,0 0 1 0,15 0 29 15,6 2-4-15,3 2 27 16,10 2-5-16,3-2-5 15,6-2-5-15,4 2-9 16,4-4 2-16,0 4-13 16,2-4-11-16,1 0-7 15,-2 0 1-15,-6 0 0 16,1 0 0-16,-7 0 0 16,-2 0-1-16,-7 0 0 15,-4 0 0-15,-7 0 0 16,-3 0 0-16,-5 0 0 0,-3 0 0 15,-5 0 0 1,-2 0 1-16,-2 0 0 0,0 0-1 16,0 0-2-16,0 0-8 15,0 0 9-15,0 0-1 16,0 6 2-16,0 0 0 16,0 6 14-16,-2 6 2 15,-2 0-3-15,2 4 19 16,0-1 1-16,2-1 9 15,0-4-19-15,0-7 2 16,0 0-2-16,0-8-16 16,0 3-6-16,0-4 9 15,0 0-10-15,0 3-68 16,-3-3-123-16,-4 0-121 0</inkml:trace>
  <inkml:trace contextRef="#ctx0" brushRef="#br0" timeOffset="-114664.84">9553 13854 39 0,'0'0'120'0,"0"0"-93"15,0 0 14-15,0 0 18 0,0 0 9 16,0 0-2-16,0 0-17 15,0 0 6-15,2 0-23 16,1 0 7-16,1 0 14 16,-1 0-8-16,-1 0 12 15,0 0 1-15,3 0-26 16,-3 0-22-16,4 0-7 16,-1-7-2-16,2 0 0 15,2-3-1-15,-1-2 0 16,1 2 0-16,1-2 0 15,0 2 1-15,-1 0-1 16,3 0 1-16,-2 0 0 16,1 0 5-16,3 0-4 0,-1 0 20 15,1-4-10 1,1 4-1-16,-1-2 17 0,-1-1-8 16,3 4-6-16,-3-6 1 15,3 2 12-15,1-4-8 16,4 2-7-16,0-2 1 15,6-1 5-15,2 0-12 16,2-2-4-16,3 0 6 16,-1 0-7-16,-2-3 0 15,-2 4 0-15,-2 1 25 16,-2-1-9-16,-5 6 3 16,0 1-12-16,0 2-7 15,3 0 6-15,6 0-7 16,4 0 0-16,5 0-6 15,4-3 6-15,3 4 0 16,3-1 3-16,-1-1-3 0,0 4 0 16,0-1 0-16,-5 0 0 15,3-1 0-15,-1 1 0 16,6-2 0-16,-2 2 1 16,8-2 5-16,0 1-6 15,2 0 0-15,0 1 0 16,-2 0-1-16,-6 1 0 15,2 1 1-15,-6 0 0 16,-1 0 0-16,2-1 1 16,-2 1-1-16,-1 1 1 15,3-2-1-15,5 1 1 16,-2 0-1-16,4 0-2 0,0 0 2 16,-4 2-9-1,2 2 9-15,-6 0-1 16,-1 2 1-16,-1 0 0 0,-1 0 1 15,-3 0-1-15,2 0-1 16,3 0 0-16,-3 0 0 16,1 0 1-16,-1 0-1 15,-4 0 1-15,-3 6-1 16,0 2 1-16,-4 0-10 16,-5 2 9-16,1 0-5 15,-1 0 5-15,3 2 1 16,0-1 0-16,5 0 0 15,1 0 0-15,1-1 1 16,0-1 0-16,-2 1-1 0,-3 3 0 16,-4 0 0-16,-4-1-1 15,0 3 0-15,-3-1-17 16,0 0 5-16,-4-1 7 16,1 2 6-16,1 0 0 15,-3-1 1-15,6 1-2 16,-1 1 0-16,3 0 1 15,0 4-1-15,4-1 1 16,2 0-1-16,-2 1 0 16,0 0 1-16,-4-2 0 15,-2 0 0-15,2-2 0 16,-5 0 0-16,-3 1-2 16,-1-6 0-16,-3 2 1 0,-3-1 0 15,2-3 0-15,-1 6 0 16,-1-3 1-16,1 4-5 15,3 2 5-15,-4 0 6 16,1 2 2-16,1-2 4 16,-2 1 1-16,-1-2 9 15,-1-5-11-15,-2 0 7 16,2-3 5-16,-4-4-4 16,0-2-6-16,-2-3-5 15,2 3-7-15,-2-3-1 16,0 0-19-16,0 0-88 15,0 0-172-15,-6 0-301 0</inkml:trace>
  <inkml:trace contextRef="#ctx0" brushRef="#br0" timeOffset="-113967.17">13274 13790 93 0,'0'0'77'0,"0"0"-7"16,0 0 32-16,0 0-33 15,0 0-34-15,0 0-15 16,0 0-1-16,31 51-6 16,-28-40-3-16,-1-3 0 0,0-2-9 15,0-2 1-15,0-4 0 16,4 0-1-16,-2 0 10 16,0 0 4-16,3 0 32 15,-1 0-2-15,4-6-10 16,-4-6-19-16,1 0 4 15,-1-2 9-15,1 2-2 16,-2 0 6-16,-1 1 1 16,1 3 12-16,-3-1-9 15,0 3 11-15,-2 4-10 16,2-2-8-16,-2 2-11 0,0 2-19 16,0 0 0-16,0 0-17 15,0 0-44 1,-4 6 22-16,-5 0 39 0,-5 6-1 15,1-2 1-15,-1 2 0 16,1-6 0-16,3 2 0 16,-4 0-22-16,3-2-30 15,1-1-27-15,2-5-4 16,-3 0-22-16,4 0-31 16,0 0-259-16</inkml:trace>
  <inkml:trace contextRef="#ctx0" brushRef="#br0" timeOffset="-102251.68">21222 9575 78 0,'0'0'165'16,"0"0"39"-16,0 0-33 15,0 0 67-15,0 0-7 16,-13 6 2-16,13-6-41 16,0 0-41-16,2-10-50 15,4 0-63-15,1-4-15 16,-1-1-2-16,4 2-11 0,-1-3-4 15,-1 0-5-15,4-4 0 16,-3 2 0-16,-3-3 1 16,3 3-1-16,-4 4 6 15,-1 3 2-15,1 0 6 16,-5 5-3-16,2 5 4 16,-2-2 4-16,0 3-7 15,0 0-13-15,0 0 0 16,0 0-11-16,0 0-13 15,2 0-4-15,0 17-14 16,2 6 16-16,1 10 17 16,-1 9 9-16,-1 4 5 0,-1 3 6 15,1-4 1-15,-3-1-5 16,2-8-6-16,-2-4 1 16,0-6-1-16,0-5 0 15,0-7 1-15,0-6-1 16,0-5 0-16,0 0 6 15,0-3-7-15,2 0-23 16,2 0-48-16,9-5-80 16,3-11-182-16,-1 2-447 0</inkml:trace>
  <inkml:trace contextRef="#ctx0" brushRef="#br0" timeOffset="-101569.04">21487 9351 61 0,'0'0'275'0,"0"0"-136"16,0 0-19-16,0 0-11 16,0 0-21-16,0 0-4 15,0 0 4-15,-7 7-17 16,25-7 19-16,5 0-18 16,6 0-27-16,4 0-20 15,0-2-14-15,1 2-10 16,-5 0-1-16,-2 0 1 0,-3 0-1 15,-4 0 0-15,-2 2-9 16,-5 8 0-16,-1 0 2 16,-4 5-6-16,1 0-2 15,-3 5 8-15,2 2 7 16,-2 4 1-16,1 1 0 16,-1 1 0-16,-4 0-1 15,1 1 13-15,-3 2 10 16,0-5-4-16,0 0 1 15,0-4-6-15,0-2 4 16,0-4-2-16,0-6-9 16,0-2 3-16,0-4-3 15,0-4-5-15,0 0 11 16,0 0 6-16,0 0-19 16,0 0-23-16,0-8-108 0,-3-6-203 15,-1-2-296-15</inkml:trace>
  <inkml:trace contextRef="#ctx0" brushRef="#br0" timeOffset="-101317.87">21600 9571 123 0,'0'0'277'15,"0"0"-95"-15,0 0 2 16,0 0-28-16,0 0-55 0,0 0-1 16,0 0 35-16,63 0-31 15,-27-2-31-15,4-2-33 16,2 2-40-16,3 0-1 16,15 0-69-16,-9 2-144 15,-6-2-197-15</inkml:trace>
  <inkml:trace contextRef="#ctx0" brushRef="#br0" timeOffset="-100802.39">22107 9370 248 0,'0'0'221'0,"0"0"-80"16,0 0-29-16,0 0-27 16,0 0 40-16,0 0 3 15,0 0-14-15,77 74-21 16,-44-47-12-16,4-1-16 15,-2 2-20-15,-1-4-9 16,-5-2-5-16,-5-2-12 16,-2-4-11-16,-6-4-2 15,-3-5 3-15,-1-1-8 16,-6-1 7-16,1-3-8 0,-5 0-5 16,0-2-32-1,0 0-20-15,-2 0-20 0,0 0-52 16,0-4-127-16,0-8-262 0</inkml:trace>
  <inkml:trace contextRef="#ctx0" brushRef="#br0" timeOffset="-100434.92">22298 9372 253 0,'0'0'259'0,"0"0"-71"0,0 0-41 15,0 0-56-15,0 0-40 16,0 0-21-16,0 0 60 16,-20 50-3-16,13-18-19 15,-2 7-9-15,-4 0-8 16,-3 4-22-16,0 0-16 15,3-8-6-15,1-6-7 16,0-2 1-16,5-7 0 16,3-4 6-16,2-4-1 15,2-4 1-15,0-2-5 16,0-2 4-16,0 0-6 16,0-4-40-16,4 0-93 0,11 0-129 15,6 0-60-15</inkml:trace>
  <inkml:trace contextRef="#ctx0" brushRef="#br0" timeOffset="-99068.58">22674 9555 221 0,'0'0'182'15,"0"0"-77"-15,0 0-14 16,0 0-23-16,0 0 28 16,0 0 53-16,0 0-10 15,83 2-25-15,-54 2-23 16,0-2-9-16,0 0-1 15,0 0-7-15,-2-2 9 16,1 2-13-16,-5-2-14 16,-3 0-25-16,-7 0-16 15,-6 0-8-15,-2 0-7 0,-5 0-20 16,2 0-62 0,2 0-72-16,3 0-79 0,-1-2-158 0</inkml:trace>
  <inkml:trace contextRef="#ctx0" brushRef="#br0" timeOffset="-98368.75">23173 9487 3 0,'0'0'267'0,"0"0"-64"16,0 0-35-16,0 0 2 15,0 0-40-15,0 0-36 16,0 0-19-16,18-56-7 16,-1 43-7-16,0 5-13 15,-1 2 7-15,-1 5-28 16,1 1-20-16,-1 0-7 16,-1 0 0-16,1 10 0 15,-1 3 0-15,-3 5 10 16,-5 1 4-16,-4 3-1 15,-2 4-1-15,0 0-3 0,-2 0 4 16,-13 2 4-16,-3-4-4 16,0-2-10-16,-2-4-3 15,2-4-32-15,1-2 2 16,1-2-14-16,1-4 1 16,3 0-1-16,1-4-6 15,7 0-10-15,2-2 18 16,2 0 18-16,0 0-1 15,0 0-11-15,6 0-7 0,7 0 43 16,5 0 3-16,0-4 20 16,0 0 25-16,2 0 15 15,0 2-12-15,0 0-9 16,-2 0-1-16,2 0-1 16,-2 2-12-16,1-2-9 15,-3-1-2-15,3 0 8 16,-6-1 4-16,-1-3-16 15,2 1-8-15,-5-5-5 16,3 3-40-16,-1 0-55 16,6-9-88-16,1 2-130 15,-5 0-238-15</inkml:trace>
  <inkml:trace contextRef="#ctx0" brushRef="#br0" timeOffset="-97847.77">23541 9332 18 0,'0'0'336'0,"0"0"-129"15,0 0-35-15,0 0-16 16,0 0-69-16,0 0-35 16,0 0 1-16,-62 49-6 0,57-31 0 15,5 4 8 1,0 3-1-16,0 4-2 0,0-1-11 16,0 4-5-16,16-2-16 15,-1-2-8-15,6-2-3 16,-4-6 4-16,1-4 7 15,1-3-4-15,-4-6 1 16,1-3-6-16,1-4 9 16,1 0 16-16,2 0 15 15,2-4-17-15,1-9-17 16,-1-2-8-16,-4-3-7 16,0 2 6-16,-5-2 0 15,1-2 3-15,-6 2 5 16,-1-2 0-16,-5-2 6 15,-2 0 2-15,0 0-5 0,0 0-18 16,-9-1 1-16,-9 3-2 16,-6 2-2-16,-5 2-23 15,-7 4-73-15,-19 8-97 16,8 4-161-16,7 0-260 0</inkml:trace>
  <inkml:trace contextRef="#ctx0" brushRef="#br0" timeOffset="-95968.6">21238 9876 13 0,'0'0'51'0,"0"0"-50"16,0 0 11-16,0 0 125 15,0 0-90-15,0 0-15 16,0 0-7-16,-47 31 2 15,42-31 29-15,1 0 26 16,2 0 9-16,0 0-8 16,2 0-11-16,0 0-10 15,0 0-16-15,0 0-21 0,0 0-25 16,0 0 0-16,0 0 0 16,2 0 5-16,6 0 20 15,5 0-8-15,1 0-2 16,4 0 1-16,4 0-2 15,1 0-1-15,4 0 9 16,2 0-1-16,2 0 7 16,2 0-2-16,0 0 3 15,1 0 6-15,-1-1-11 16,3 1 15-16,-1-2-14 16,2 2 1-16,0 0-19 15,1 0 3-15,-3 0-8 16,1 0-1-16,2 0 0 15,-4 0 0-15,1 0 6 16,1-3 9-16,-1 2-3 0,1 0 9 16,-1-4-9-16,2 3-3 15,-2 2-10-15,1 0 1 16,-1 0-1-16,1 0 0 16,-1 0 0-16,4 0 1 15,-1 0-1-15,1 0 1 16,6 0-1-16,0 0 0 15,-1 0 0-15,3 0 1 16,-3 0-1-16,-1 0 1 16,-3 0-1-16,-5 0 0 15,-1 0 0-15,1 0 0 0,-1 0 1 16,4 0-1 0,0 0 0-16,4 0 0 15,1 0-1-15,1 4-12 16,1 1-7-16,-1 0 8 0,1-2-4 15,-3 1 8-15,-2 1-7 16,-2-1-7-16,2 0-1 16,0 2 4-16,0-2 8 15,1 0-1-15,-1-4 6 16,2 0 5-16,0 0 1 16,3 0 0-16,6 0 18 15,5-8 19-15,4 2 11 16,-3 2-6-16,-3 0-24 15,-11 2-4-15,-12 2-4 0,-9-3 6 16,-6 3 18-16,-5-1 9 16,-3 1-27-16,-2 0-16 15,-4 0-13-15,-2 0-122 16,-2 1-195-16,-15 4-83 0</inkml:trace>
  <inkml:trace contextRef="#ctx0" brushRef="#br0" timeOffset="-95252.16">22236 10122 49 0,'0'0'230'0,"0"0"-56"0,0 0-9 16,0 0-61-16,114 22 21 16,-81-17 4-16,2-5 12 15,1 0 0-15,-3 0-18 16,1 0-43-16,-5 0-41 16,-5 0-24-16,-3 1-5 15,-4 3-9-15,-3-2-1 16,-6 0-13-16,1 0-38 15,-5 2-39-15,-1-1-33 16,-3 1-41-16,-3 0-129 0,-12-3-201 0</inkml:trace>
  <inkml:trace contextRef="#ctx0" brushRef="#br0" timeOffset="-94501.05">22311 10153 264 0,'0'0'144'0,"0"0"-80"0,0 0-21 16,0 0 11-16,0 0 5 16,0 0-16-16,0 0 0 15,-31 46-5-15,29-38-18 16,2 0-3-16,0-1 2 16,0 2-9-16,0-3 0 15,0 1-4-15,0 0-5 16,0-4 6-16,0 1-7 15,0-1-1-15,0-3-9 16,2 0 9-16,3 0 1 16,-1 0 14-16,1 0 47 15,1 0 0-15,1 0-19 0,2 0-9 16,2-3-3-16,0-1-11 16,3 1-6-16,-1-1 3 15,1 1-6-15,-1 3 2 16,-1 0 6-16,0 0-2 15,1 0-3-15,1 0-1 16,-3 0-3-16,3 0 1 16,-3 5-9-16,2 3-1 15,-2 0 1-15,0 2-1 16,-2 2 0-16,-2 2-1 16,-3 0-8-16,1 2 2 15,-3 0-8-15,-2 0 15 16,0 0-2-16,0 0 2 15,0 1 0-15,0-5 0 0,0 1 0 16,-9-3 0-16,0 2 8 16,-4-2-1-16,-1-3 0 15,-1 2 3-15,-1-3 8 16,1-2 25-16,-4-2 6 16,0-2 12-16,-1 0 13 15,-5 0-7-15,-4 0-7 16,0-6-12-16,3-4-19 15,1 3-20-15,7-2-9 16,9 6-16-16,5-2-91 16,2 1-145-16,2 0-381 0</inkml:trace>
  <inkml:trace contextRef="#ctx0" brushRef="#br0" timeOffset="-91536.16">24295 9659 225 0,'0'0'173'16,"0"0"-36"-16,0 0 6 15,0 0-24-15,0 0-11 0,0 0 6 16,-9 6-11-16,9-6-35 16,0 0-28-16,0 0-18 15,0 0-11-15,2 0-10 16,9 0-1-16,0 0 28 15,7 0 1-15,2 0-2 16,4 0-9-16,3 0-5 16,-2 0-3-16,1 0-9 15,-3 0 8-15,-4 0-9 16,-3 0 1-16,0 0-1 16,-5 0-3-16,0 0-17 0,0 0-9 15,-1 0-29 1,-2 0-49-16,3 0-68 0,-1-3-98 15,-6-2-67-15</inkml:trace>
  <inkml:trace contextRef="#ctx0" brushRef="#br0" timeOffset="-90985.36">24346 9810 179 0,'0'0'105'0,"0"0"-24"15,0 0-4-15,0 0-23 0,0 0-2 16,0 0-11-1,0 0-17-15,-18 11-14 0,18-11-10 16,0 0 0-16,0 0 0 16,0 0 9-16,11 0 24 15,11 0 90-15,5 0 10 16,4 0-42-16,3 0-10 16,-3 0-12-16,-2 0-18 15,-7 0-31-15,-2-2-5 16,-6 1-8-16,-4 1-7 15,-1 0 0-15,-4 0 0 16,0 0-23-16,-1 0-43 16,0 0-34-16,3 0-63 15,-3 0-73-15,-2 0-161 0</inkml:trace>
  <inkml:trace contextRef="#ctx0" brushRef="#br0" timeOffset="-88282.04">25036 9756 18 0,'0'0'20'0,"0"0"-20"16,0 0-14-16,0 0 14 16,0 0 122-16,0 0-32 15,0 0-9-15,38 12-21 16,-34-12-9-16,-2 0-12 16,4 0-16-16,0 1 6 15,-1-1 28-15,3 0 15 16,4 0 5-16,1 0-3 15,2 0-14-15,1 0-3 16,-1 0-14-16,3 0-8 16,1 0 8-16,0 0-5 15,4 0-2-15,1 0-2 0,3 0 7 16,2 0-6-16,0 0-9 16,5 0-12-16,-3 0 2 15,4 0 7-15,-1 0 5 16,1 0-14-16,3 0-6 15,-5 0-7-15,4 0 0 16,-4 0 0-16,2 0 6 16,3 0 0-16,0 0-4 15,2 0 3-15,0 0 2 16,2 0 0-16,3 0-7 16,-3 0 1-16,-2 0 8 15,1 0 0-15,-3 0 0 16,-1-1 6-16,3-2-4 15,1 0-11-15,-1 1 0 0,2-1 0 16,3 3-1-16,-1 0 0 16,5 0 2-16,-2 0-2 15,2 0 0-15,3 0 0 16,-4 0 0-16,1 0 1 16,0 0-1-16,-2 0 0 15,3 0-3-15,-4 0 2 16,1 0-5-16,1 0 6 15,2 0 0-15,4 0 0 16,3 0 0-16,5 0 1 16,4 0 0-16,2 0-1 15,-3 0 0-15,-5 0 0 16,-6 0-8-16,-6 0 6 0,-8 0 1 16,-1 0 1-16,-4 0-1 15,1 0 1-15,1 0 0 16,3 0 2-16,1 0 0 15,3 0 0-15,-1 0 4 16,-3 0 4-16,-5 3 10 16,-6 0 5-16,-4 2-6 15,-10-2 0-15,-5 1-6 16,-4-1-6-16,-4-3-4 16,1 0-2-16,-3 1 5 15,0-1-6-15,0 4-9 16,0 0-36-16,0 2-94 15,-5 2-90-15,-9-2-43 16,-5-1-249-16</inkml:trace>
  <inkml:trace contextRef="#ctx0" brushRef="#br0" timeOffset="-85068.78">25308 9340 5 0,'0'0'0'16,"0"0"0"-16,0 0 173 16,0 0-173-16,0 0-126 15</inkml:trace>
  <inkml:trace contextRef="#ctx0" brushRef="#br0" timeOffset="-84333.54">25061 9249 208 0,'0'0'189'0,"0"0"-59"16,0 0 4-16,0 0-23 15,0 0-8-15,0 0-7 16,0 0-9-16,-22 1 19 16,22-1-21-16,0 0-34 0,0 0-9 15,4 0-7 1,4 0-19-16,9 0 8 0,5 0-2 16,7 0-12-16,2-1-4 15,-2-2-5-15,-5 3-1 16,-4 0 0-16,-7 0 0 15,-1 0-15-15,-5 0-5 16,-3 11 2-16,2 4 8 16,0 3-4-16,-2 6 12 15,2 6 1-15,-3 2 0 16,1 2-9-16,-4-1 10 16,0-1 1-16,0-2 6 15,0-4-5-15,0-4-1 0,0-1 8 16,0-4-9-1,0-1 6-15,0-4 7 0,-2-2 0 16,2-4-4-16,0 0-2 16,0-4-6-16,0-2 8 15,0 0-9-15,0 0-3 16,0 0-48-16,0-2-82 16,0-8-197-16,0-2-498 0</inkml:trace>
  <inkml:trace contextRef="#ctx0" brushRef="#br0" timeOffset="-84050.86">25114 9481 49 0,'0'0'283'15,"0"0"-10"-15,0 0-112 16,0 0-28-16,0 0-46 16,0 0-44-16,0 0-20 15,112-14-11-15,-88 14-12 16,1 0-29-16,-1 0-30 16,0-2-21-16,5 0-37 15,14-7-34-15,-7 4-35 16,-7-4-169-16</inkml:trace>
  <inkml:trace contextRef="#ctx0" brushRef="#br0" timeOffset="-83468.79">25553 9304 47 0,'0'0'264'0,"0"0"-122"16,0 0-11 0,0 0-18-16,0 0-37 0,0 0 5 15,0 0-12-15,-62 36-7 16,55-22-12-16,0 2 2 15,5 2-6-15,0 2-13 16,2 3-7-16,0-1 10 16,0 0-14-16,9 0-3 15,2-2 11-15,2-5-1 16,3 0-4-16,2-3 4 16,-2-4 7-16,1 0-4 15,-1-4-6-15,1-1-13 16,1 0 1-16,1-3-1 15,0 0-12-15,2 0 9 16,-3 0-4-16,-3 0-3 0,-2-4 7 16,-1-2 3-16,-2-4-3 15,2-2-2-15,-3-3 3 16,-1 1 4-16,1-5 7 16,-2-1 13-16,-4 0 13 15,-3-2 7-15,0 0 10 16,0 0-16-16,0-3-9 15,-12 2-15-15,-1 4-12 16,-5 1-13-16,-4 3 0 16,-5 3-11-16,-6 3-35 15,-4 9-52-15,0 0-74 16,-3 10-56-16,7 8-120 0,12-4-254 0</inkml:trace>
  <inkml:trace contextRef="#ctx0" brushRef="#br0" timeOffset="-74685.82">26659 9236 213 0,'0'0'232'15,"0"0"-91"-15,0 0-50 16,0 0-43-16,0 0-28 0,0 0 13 16,-27 0 22-16,25 0 0 15,2 0-3-15,0 0 16 16,0 0 20-16,0 0 2 16,8 0-21-16,5 0-11 15,10 0-13-15,2 0-24 16,4-2-14-16,0 0-7 15,-3 2 1-15,-2 0-1 16,-3 0 0-16,-3 0-1 16,-1 0-6-16,-1 0 6 15,-5 11-12-15,1-3 1 16,-4 7 6-16,-3 3 1 16,-3-1 4-16,-2 6 2 0,0 3-1 15,0 2 9 1,0 0 7-16,0 3-2 0,0-3 1 15,0-3-14 1,0-3 2-16,0-2 3 0,0-5-5 16,0-5 6-16,0-4-6 15,0-2 0-15,0-4 8 16,0 0 1-16,0 0-10 16,0 0-40-16,0 0-47 15,0-10-115-15,0-4-340 0</inkml:trace>
  <inkml:trace contextRef="#ctx0" brushRef="#br0" timeOffset="-74468.63">26770 9390 538 0,'0'0'273'16,"0"0"-94"-16,0 0-28 16,0 0-73-16,116-20-52 15,-85 18-26-15,-2 2-6 16,13 0-86-16,-7 0-109 16,-6 0-141-16</inkml:trace>
  <inkml:trace contextRef="#ctx0" brushRef="#br0" timeOffset="-74101.76">27089 9293 209 0,'0'0'270'15,"0"0"-111"-15,0 0-103 16,0 0-15-16,0 0 52 0,0 0 4 16,0 0-22-16,98 67-4 15,-69-51-14-15,0 1-11 16,-2-4-11-16,-4-1-11 15,0 1-15-15,-5-4-8 16,-3 0 0-16,1-1-1 16,-5-2-26-16,-2-2-53 15,0-4-54-15,-2 0-149 16,-3 0-109-16</inkml:trace>
  <inkml:trace contextRef="#ctx0" brushRef="#br0" timeOffset="-73735.58">27282 9232 438 0,'0'0'236'15,"0"0"-103"-15,0 0-53 16,0 0-80-16,0 0 8 16,0 0 46-16,0 0 37 15,-68 80-10-15,43-41-23 16,-4 9-5-16,-2-3-5 16,-1-1-23-16,6-3 8 0,1-7 2 15,5-9 7-15,4-4 1 16,3-9-2-16,6-4-2 15,0-5-17-15,3 2-10 16,2-5-11-16,2 2-1 16,0-2-79-16,0 0-108 15,0 0-156-15,0 0-269 0</inkml:trace>
  <inkml:trace contextRef="#ctx0" brushRef="#br0" timeOffset="-69818.66">26346 9316 364 0,'0'0'264'16,"0"0"-59"-16,0 0-6 15,0 0-51-15,0 0-40 16,0 0-19-16,0 0-17 15,-9-16 8-15,9 16 16 16,0 0-1-16,0 0-28 0,0 0-13 16,0 0-38-1,0 1-16-15,-2 20-20 0,-2 6 20 16,-3 6 25-16,1 7-5 16,1-1-7-16,0-1-4 15,3-5-8-15,2-4 5 16,0-3 1-16,0-6-5 15,0-3-1-15,0-6 1 16,0-3-1-16,0-2 0 16,0-2-1-16,0-4-6 15,0 0-22-15,0 0-15 16,0 0-23-16,0 0-26 16,0 0-52-16,0 0-49 15,0-4-169-15,0-6-559 0</inkml:trace>
  <inkml:trace contextRef="#ctx0" brushRef="#br0" timeOffset="-69264.97">26171 9449 271 0,'0'0'184'0,"0"0"-79"16,0 0-49-16,0 0-41 16,0 0-14-16,0 0 0 15,0 0-1-15,-32 5 2 16,32-2 14-16,0-3 26 15,7 0 7-15,8 1 14 16,12 4 33-16,8-3-17 0,6-2-27 16,5 0 3-16,0 0 13 15,-7 0 29-15,-3 0 10 16,-7 0-15-16,-7-4-2 16,-6 0-12-16,-3 1-35 15,-4 3-26-15,0 0-16 16,-4 0-1-16,-1 0-19 15,-2 0-72-15,1 0-74 16,-3 7-66-16,0 0-87 16,0 1-258-16</inkml:trace>
  <inkml:trace contextRef="#ctx0" brushRef="#br0" timeOffset="-68002.53">26351 10076 121 0,'0'0'352'16,"0"0"-141"-16,0 0-45 15,0 0-79-15,0 0-44 16,0 0 0-16,0 0 15 16,100-42 3-16,-75 42-9 15,-3 0-14-15,-2 0-12 16,0 3-10-16,-5 10-9 16,2 1 2-16,-7 2-1 0,-3 3-7 15,-5-4-1-15,-2 5-12 16,0-1 4-16,-9 3 8 15,-11-3 26-15,-6 2-11 16,-1-4-15-16,0-2-9 16,3-4-15-16,1 0-25 15,6-4 4-15,3-2 0 16,3-2 10-16,5-3 16 16,3 0 19-16,3 0 9 15,0 0 10-15,0 0 3 16,7-3-5-16,4-7-5 15,3 1 10-15,-1 4-1 16,0-1-8-16,3 4-12 0,0 0-1 16,-1 2 0-16,-2 0-2 15,3 0-6-15,-1 0 8 16,-1 6 0-16,1 2 7 16,-3 5-6-16,-2 0-1 15,-1 1-3-15,-1 2 2 16,-4 1-6-16,0 2 6 15,-4-1-6-15,0 0 0 16,0 0-2-16,0 0 9 16,0-2 0-16,-4 0 2 15,-8 1 6-15,-1-4 0 16,-3 1 22-16,3-6 12 0,0 1-3 16,-1-6 16-1,3 0 12-15,0-3-10 0,-2 0-12 16,-2 0-16-16,-1 0-15 15,-3 0-14-15,4-3-10 16,-9-9-89-16,3 2-110 16,4 0-321-16</inkml:trace>
  <inkml:trace contextRef="#ctx0" brushRef="#br0" timeOffset="-45452.74">24010 4680 332 0,'0'0'179'16,"0"0"-82"-16,0 0 9 0,0 0 0 16,0 0-15-16,126 96-42 15,-88-62 9-15,0 1-3 16,-1-2-3-16,2-2-26 15,-6-5-13-15,-4-4 1 16,-5-8-1-16,-3-1-4 16,-8-8 4-16,-4-2 6 15,-2 0-6-15,-5-3-5 16,-2 0-8-16,0 0-66 16,0-11-52-16,0-2-251 0</inkml:trace>
  <inkml:trace contextRef="#ctx0" brushRef="#br0" timeOffset="-45137.27">24252 4672 546 0,'0'0'278'15,"0"0"-131"-15,0 0-86 16,0 0-60-16,0 0 21 16,0 0 43-16,-74 112 10 15,54-69-21-15,-2-2 12 16,0-5-11-16,1-4-10 16,4-3-5-16,1-8-14 0,3-2-13 15,-1-3-2-15,1-6 5 16,5-2-16-16,0-5-36 15,2 0-57-15,-9-3-49 16,1 0-186-16,1-4-594 0</inkml:trace>
  <inkml:trace contextRef="#ctx0" brushRef="#br0" timeOffset="-44385.17">23615 5243 108 0,'0'0'113'15,"0"0"-47"-15,0 0 40 16,0 0 36-16,140 9 4 16,-62-9 53-16,12 0-8 15,7 0-19-15,8 0-15 0,0 0-32 16,-5-4-47 0,-9-2-47-16,-15-2-15 15,-16 2-9-15,-13 0-6 0,-16 1-1 16,-10 4-20-16,-10 1-69 15,-5 0-66-15,-6 0-110 16,0 4-111-16,0 2-214 16</inkml:trace>
  <inkml:trace contextRef="#ctx0" brushRef="#br0" timeOffset="-44068.43">24047 5426 36 0,'0'0'323'0,"0"0"-106"15,0 0-38-15,0 0 4 16,127 0 1-16,-83 0-41 16,1-3-46-16,-3 3-23 15,-6 0-39-15,-5 0-24 16,-8 0-11-16,-5 0-57 16,-3 0-79-16,-7 0-84 15,-2 0-110-15,-6 0-393 0</inkml:trace>
  <inkml:trace contextRef="#ctx0" brushRef="#br0" timeOffset="-43636.19">24168 5438 137 0,'0'0'258'16,"0"0"-131"-16,0 0 29 15,0 0-56-15,0 0-57 16,0 0-17-16,0 0-6 16,-90 103-12-16,90-91 2 15,0-5 4-15,0 1 14 0,9 1 38 16,9-2 15 0,4 0 3-16,5 0-17 0,0-1-25 15,2 0-16-15,-3 2-6 16,1 1-10-16,-4 0-9 15,-4 2-1-15,-3 1 0 16,-3 2-11-16,-4 2-5 16,-4-1-11-16,-3 3-34 15,-2 1-14-15,0-3-8 16,-2-2 30-16,-14-1 49 16,-1-5 4-16,-3 1 7 15,-3-1 4-15,-2-4 2 16,2-2 2-16,-2-2 12 15,2 0-1-15,5 0-10 0,1-6-16 16,8-22-44-16,4 4-99 16,5-6-177-16</inkml:trace>
  <inkml:trace contextRef="#ctx0" brushRef="#br0" timeOffset="-43200.91">25141 4834 142 0,'0'0'307'16,"0"0"54"-16,0 0-148 16,0 0-98-16,0 0-89 15,0 0-13-15,0 0 27 16,40 119 5-16,-27-71 16 15,-2-2 13-15,-3-4-6 0,-2-8-5 16,-2-10-20-16,-4-5-18 16,3-6-7-16,-3-7-8 15,0-2-10-15,0-2-46 16,0-2-106-16,0 0-77 16,0-6-152-16</inkml:trace>
  <inkml:trace contextRef="#ctx0" brushRef="#br0" timeOffset="-43020.21">25092 5061 687 0,'0'0'296'0,"0"0"-43"15,0 0-92-15,150-32-90 16,-98 24-65-16,2 2-6 15,25-2-129-15,-15 2-145 16,-6 2-255-16</inkml:trace>
  <inkml:trace contextRef="#ctx0" brushRef="#br0" timeOffset="-42436.37">25948 4838 261 0,'0'0'237'0,"0"0"-81"15,0 0-26-15,0 0-71 16,-118-14-29-16,89 14-4 15,2 8-16-15,4 8-8 16,4 4-2-16,7 4-10 16,6-2-18-16,6 5-11 15,0-5 12-15,4-4 27 0,16-2 1 16,5-8 1 0,3-6 12-16,1-2 24 0,2 0-1 15,-4-2 25 1,0-12-15-16,-4-2-11 0,-6-2-6 15,-3-3-1-15,-3 2 23 16,-5-6 0-16,-1 4-10 16,0-2 3-16,-3 6-4 15,-2 4-1-15,0 5 18 16,0 7-8-16,0 1-17 16,0 0-13-16,2 0-20 15,2 1-33-15,3 20 23 16,2 7 10-16,0 5 17 15,2 7-4-15,1 3-7 16,-4-1-4-16,1-6 6 0,-5-3 0 16,4-6-7-16,-6-5 8 15,2-4-9 1,0-5 0-16,-1-6 6 0,1-1-6 16,-2-4-38-16,2-2-71 15,10 0-58-15,1-8-51 16,1-6-317-16</inkml:trace>
  <inkml:trace contextRef="#ctx0" brushRef="#br0" timeOffset="-42101.34">26453 4969 283 0,'0'0'244'0,"0"0"-51"15,0 0-43-15,0 0 19 16,0 0 22-16,0 0-59 15,141 17-39-15,-105-14-55 16,-5-3-22-16,-10 0-16 16,-2 0-26-16,-6 2-77 0,-2-2-98 15,-4 0-138-15,-3 0-254 16</inkml:trace>
  <inkml:trace contextRef="#ctx0" brushRef="#br0" timeOffset="-41868.85">26451 5129 391 0,'0'0'252'0,"0"0"40"15,0 0-51-15,119 12-76 16,-84-10-80-16,-2 0-52 0,-4 0-17 15,0 0-16-15,-2 0-32 16,-5 2-85-16,7-4-80 16,-7 0-148-16,-1 0-354 0</inkml:trace>
  <inkml:trace contextRef="#ctx0" brushRef="#br0" timeOffset="-40318.74">27331 4786 272 0,'0'0'164'16,"0"0"-68"-16,0 0 7 16,0 0-16-16,0 0-12 15,0 0 2-15,0 0-4 16,29-26-29-16,-20 26-23 16,0-1-8-16,4 1-11 0,3 0-1 15,1 0 0-15,2 0 0 16,1 0 0-16,2 0-1 15,0 0 0-15,1 0 0 16,-3 0 0-16,-1 2 1 16,-2 11 9-16,-2 1-9 15,-4 7 9-15,0 2 2 16,-2 8 8-16,-5 4-10 16,-2 2 0-16,-2 1-8 15,0-4-1-15,0-2 8 16,0-6-2-16,0-2 2 0,0-2 5 15,0-5-2 1,-4-4 8-16,2-3-4 0,0-4-14 16,2-2 5-16,-3-2 3 15,3-2 3-15,0 0-13 16,0 0-6-16,0 0-34 16,0-6-82-16,0-8-217 15,0 0-381-15</inkml:trace>
  <inkml:trace contextRef="#ctx0" brushRef="#br0" timeOffset="-40069.39">27334 4981 98 0,'0'0'173'15,"0"0"61"-15,0 0-48 16,0 0-4-16,142 3-30 16,-82-1-36-16,2 4-35 15,-4-3-25-15,-6 0-34 16,-14 2-22-16,-9-3-30 16,-10 2-74-16,-3-4-99 15,-7 2-125-15,-2-2-307 0</inkml:trace>
  <inkml:trace contextRef="#ctx0" brushRef="#br0" timeOffset="-38837.36">23802 5300 146 0,'0'0'111'0,"0"0"-53"15,0 0 1-15,0 0 1 16,0 0-13-16,-129 136 16 15,111-96-20-15,5 6-8 16,3 6 4-16,8 5-19 16,2 1-4-16,0 1-14 15,4-2 14-15,15-3-9 16,3-6-7-16,7-6 2 16,2-3 19-16,5-10 11 15,2-3 13-15,4-5 2 16,3-7-15-16,1-4-7 15,3-8-9-15,-1-2 4 0,-2 0 4 16,-2-6-3-16,-1-12-8 16,-3-2 0-16,-3-4 5 15,0-3 3-15,-4-1-3 16,-4-3-10-16,-3 2-7 16,-3-3 6-16,-5-1-6 15,-7-4 21-15,-7-3 10 16,-4-8 24-16,0-9 8 15,-6-3-3-15,-15-2-22 16,-3 6-4-16,-7 8-35 16,-5 10 0-16,-4 9-7 15,-2 14-16-15,-3 7-73 0,-13 8-108 16,12 8-130-16,8 6-330 16</inkml:trace>
  <inkml:trace contextRef="#ctx0" brushRef="#br0" timeOffset="-37652.97">24604 5889 16 0,'0'0'379'16,"0"0"-181"-16,0 0-43 15,0 0-10-15,0 0-77 16,0 0-45-16,0 0-22 16,-6-10-1-16,4 10 0 15,-1 0 0-15,3 0 0 16,-3 5 27-16,3 4 25 15,0 5 6-15,0 1-3 0,3 2-24 16,10 3-4-16,2 0 11 16,8-2 1-16,6 2 2 15,2-2-1-15,5-1-8 16,4 0 1-16,5 2 5 16,4-1-10-16,4-1-9 15,3 2-8-15,6-2 0 16,0 0-4-16,7-3-6 15,3 2 0-15,-1-5 1 16,3 4-1-16,-3-5 1 16,-2 2-1-16,-2-2 1 15,-1-4 0-15,2 0 0 16,-3-2-1-16,1-2 5 0,7-2-5 16,4 0 1-1,4 0 6-15,7 0 1 0,1 0-8 16,0-4 6-16,0-6 1 15,3 1-8-15,-1-6 1 16,0-1 6-16,-4-2-6 16,-3-4 5-16,-1-2 1 15,-2-4-6-15,-2-4 0 16,2-3 0-16,-4 0 0 16,0-4 1-16,-11 3-1 15,-5 2-1-15,-15 2 0 16,-12 2 1-16,-8 3 6 15,-10 2-1-15,-3 3 0 16,-5 2-5-16,-4 4 9 0,-2 5 4 16,-2 4-6-16,0 3-8 15,0 2-13-15,0 2-9 16,0 0-14-16,0 0 4 16,-4 0 10-16,2 0 20 15,-4 0-8-15,6 2 0 16,0-2 0-16,0 0-3 15,0 0 11-15,0 0 2 16,0 0 29-16,8 0 22 16,-4 0-7-16,0-2-28 15,-2 0-5-15,-2 2 13 16,0 0-24-16,0 0-47 16,-8 0-12-16,-6 2 43 15,-1 8 5-15,-3-1 10 16,0 4-12-16,-2 1-32 0,-5 2-39 15,-17 8-135-15,5-4-178 16,-4 0-329-16</inkml:trace>
  <inkml:trace contextRef="#ctx0" brushRef="#br0" timeOffset="-11352.86">23831 10463 280 0,'0'0'198'15,"0"0"-129"-15,0 0-30 16,0 0-30-16,0 0-9 16,0 0 32-16,0 2 28 15,0-2 4-15,0 0-11 16,0 0-9-16,0 0-2 15,7-2-25-15,1-4-10 16,4-2-6-16,1-2 0 0,3 2 1 16,-1-2 4-16,1-2-5 15,1 0 20-15,2-3 8 16,-2 1-6-16,3-5-1 16,1-1-2-16,2-2-5 15,4-3 2-15,4 0 8 16,3-6 7-16,7-2 21 15,-2-4 25-15,6-1 15 16,-2 0-6-16,3 1-13 16,3-2-13-16,5 1-32 15,4-2-4-15,2-3 7 16,5 0 3-16,-3 0 9 16,-9 6-9-16,-12 6 0 0,-12 11 0 15,-14 6 3 1,-9 6 3-16,-4 6-14 0,-2-1-16 15,0 3-11 1,0 0-21-16,0 0-35 0,0 0-45 16,0 0-90-16,-8 0-102 15,-3 7-34-15,-1-3-201 0</inkml:trace>
  <inkml:trace contextRef="#ctx0" brushRef="#br0" timeOffset="-10537.38">24588 9682 209 0,'0'0'204'16,"0"0"-70"-16,0 0-23 15,0 0-36-15,0 0-27 16,0 0-21-16,0 0 11 15,12 5 37-15,1-3 12 16,7-2-1-16,1 2-15 16,2-2-35-16,2 0-20 15,0 0-6-15,2 0-4 0,-6 0 0 16,2 0-4-16,-5 0 6 16,-3 0 0-16,-3 0 4 15,-4-2-5-15,-1-2 0 16,-3 1-1-16,-2 3-4 15,-2-1 5-15,3 1-6 16,-3 0 0-16,0 0 1 16,0 0-2-16,0 0 1 15,0 0 0-15,0 0 0 16,0 0 8-16,0 0-9 16,0 0-12-16,0 0 2 15,0 0-3-15,0 8 13 16,0 4 13-16,-3 6 3 15,-1 5-5-15,0 4 1 16,-3 4 2-16,1 1 7 0,2-1-1 16,-4-2-3-16,4-5 5 15,-1-6 1-15,3-3-4 16,2-8-9-16,0-4-4 16,0 0-4-16,0-3 6 15,0 0 4-15,0 0-12 16,-2 4-60-16,0-2-114 15,-2 2-414-15</inkml:trace>
  <inkml:trace contextRef="#ctx0" brushRef="#br0" timeOffset="-8786.41">24656 9725 15 0,'0'0'215'16,"0"0"-87"-16,0 0-34 16,0 0-35-16,0 0-27 15,0 0-6-15,0 0-2 16,0 0 9-16,0 0 9 15,0 0 22-15,0 0 1 16,0 0-9-16,0 0-8 16,0 0-15-16,0 0-13 15,0 0-17-15,0 0-3 16,0 0-10-16,0 0-3 16,2 0 3-16,9 8 10 15,-1 2 0-15,7 4 0 16,0 3-1-16,3 2 0 15,3 0-12-15,-4 1-3 16,2-1 2-16,-1-2 1 0,-7-3 10 16,1-4 2-16,-6-2-1 15,-1-2 1-15,-3-3 1 16,1 0-1-16,-2-2 1 16,1 2 0-16,-2-1 0 15,0-2 0-15,0 1 1 16,3-1-1-16,3 0-38 15,0 0-86-15,-2 0-90 0</inkml:trace>
  <inkml:trace contextRef="#ctx0" brushRef="#br0" timeOffset="-5420.46">25319 10479 51 0,'0'0'330'0,"0"0"-151"16,0 0-35-16,0 0-15 15,0 0-37-15,0 0-4 16,0 0 14-16,-8 0-4 15,1-3-20-15,2 1-8 16,-2-3-12-16,-1-1-7 16,-1-2-6-16,-3 0-6 15,-3-2-6-15,-1-2-2 16,-1-4 4-16,-4-2 1 16,-1-2 1-16,-2-4-12 15,-1-2-11-15,-4-2-4 16,0 0-10-16,0 0 1 15,-2-1 6-15,2 2-7 16,-2-1 0-16,0-1 1 0,0 1 0 16,-3 2-1-16,1 2 0 15,0 2 1-15,-3 2 11 16,-3 0-2-16,4 2-8 16,-1 1 12-16,5 0 5 15,4 1 6-15,5 0 6 16,5 2-5-16,3 2-1 15,3 0 9-15,2 4-5 16,3 0 0-16,1 2-2 16,2-1 4-16,1 3 13 15,0 3-3-15,0-2-7 16,2 3-21-16,-2 0-13 0,2 0-6 16,0 0-15-1,0 0-50-15,0 0-74 0,0 0-60 16,0 0-104-16,11 0-189 15,2 3 105-15</inkml:trace>
  <inkml:trace contextRef="#ctx0" brushRef="#br0" timeOffset="16580.93">20872 12187 322 0,'0'0'294'0,"0"0"-132"16,0 0-42-16,0 0-84 15,0 0 1-15,0 0 26 16,132-28 42-16,-103 25 15 15,0 0-17-15,-3 2-16 16,1 1-26-16,2 0-26 16,-3 0-16-16,-1 1-10 15,0 10-8-15,-7 1-1 16,-5-1-4-16,-7 5-19 0,-6 3-1 16,0 3 8-16,-4 2 16 15,-19-1 0-15,-6 4 8 16,-6 1-8-16,-5-2-6 15,0-2-26-15,-1 1-39 16,8-6-51-16,6-2-21 16,10-6 7-16,3-2 21 15,10-5 32-15,2-4 83 16,2 0 31-16,0 0 93 16,0 0-3-16,11 0-18 15,4-6-57-15,4-3-20 16,0 4-5-16,6 1-5 15,-3 1 1-15,3 2-5 16,-3 1-2-16,0 0-9 16,-4 0 1-16,0 0-2 0,-4 1 0 15,-1 7-6-15,1 1 4 16,-6 3-8-16,1-1 3 16,-3 3-15-16,-1 3 2 15,-5-1 3-15,0 2 1 16,0 0 10-16,-3 2 6 15,-12-1 6-15,-5 0 4 16,-5 1 6-16,-1-4 18 16,-3-2-3-16,0-2-2 15,0-4 1-15,2-2-1 16,1-3 2-16,3-3 1 0,1 0-9 16,0 0-10-1,1-6-13-15,4-7-59 0,-3-10-103 16,9 6-190-1,-1 1-531-15</inkml:trace>
  <inkml:trace contextRef="#ctx0" brushRef="#br0" timeOffset="18248.89">21665 12065 67 0,'0'0'203'0,"0"0"-37"16,0 0-77-16,0 0-17 15,0 0-1-15,0 0 45 16,0 0 12-16,-17 0-22 0,12 0-30 16,1 3-19-16,-4 0-12 15,0 4-8-15,1-2-15 16,-3 3 4-16,0 3 9 15,-1-1-11-15,0 1 3 16,0 2 9-16,0 1-10 16,-1 2-1-16,-1 2 12 15,-3 1 1-15,3 4-10 16,0 1-12-16,1 2 0 16,2 2-7-16,3 2-2 15,0 6 0-15,4 2 3 16,3 7 5-16,0-1-6 0,0 2-2 15,6-5-7-15,7 0 0 16,2-5-10-16,3-6 10 16,0-2 16-16,2-4-2 15,-2-3-5-15,-3-4-2 16,1-5 4-16,-5-2 5 16,-5-4 20-16,2-1 12 15,-6-5-10-15,-2 0-13 16,2 0-9-16,-2 0-1 15,2 0-15-15,0 0-15 16,3 0-65-16,3 0-84 0,11 0-106 16,-1 0-253-1,-5 0-291-15</inkml:trace>
  <inkml:trace contextRef="#ctx0" brushRef="#br0" timeOffset="31048.94">21692 12464 85 0,'0'0'147'0,"0"0"130"16,0 0-40-16,0 0-49 15,0 0-61-15,11-18-39 16,-2 8 6-16,-3-2-8 16,4 0-22-16,-1 0-34 15,2 1-10-15,0-4-4 16,0-1-14-16,0-1-1 16,1 4 5-16,-4-3 1 15,1 0 21-15,-5 4 24 0,1 2 1 16,-2 4 6-16,-3 2-9 15,0 2-18-15,0 2-17 16,0 0-15-16,0 0-14 16,0 0-11-16,0 6-20 15,0 15 14-15,0 10 23 16,0 9 8-16,0 8 8 16,0 2 0-16,0 0 6 15,0-5-12-15,0-7 7 16,0-7-7-16,0-4-2 15,0-7 0-15,0-6 2 16,0-4-2-16,0-2 1 0,0-4 0 16,0-1-1-16,2-3 1 15,-2 0-1-15,2 0-26 16,0 0-34-16,7-3-75 16,-1-9-191-16,4 2-564 0</inkml:trace>
  <inkml:trace contextRef="#ctx0" brushRef="#br0" timeOffset="31612.28">21937 12372 36 0,'0'0'199'0,"0"0"-44"0,0 0-86 16,0 0 28-1,0 0-5-15,0 0-11 0,0 0 33 16,130-56-26-16,-106 54-17 16,-2 2-26-16,1 0-21 15,-2 0-9-15,-3 0-6 16,1 8-8-16,-6 9 10 15,1 4 0-15,-6 6 5 16,1 4-6-16,-3 5 5 16,-1 0 2-16,-2 1-5 15,-3-5-12-15,0-4 6 16,0-6 7-16,0-3 16 16,0-4 0-16,0-5 4 0,0-4-2 15,0-1-14-15,0-4-8 16,0 0-8-16,0-1-1 15,0 3-4-15,0-3-83 16,-6 0-96-16,2 0-117 16,-2-11-194-16</inkml:trace>
  <inkml:trace contextRef="#ctx0" brushRef="#br0" timeOffset="31830.72">22017 12501 134 0,'0'0'228'15,"0"0"38"-15,0 0-27 16,0 0-3-16,0 0-61 16,0 0-46-16,140 0-61 15,-99 0-50-15,-1 0-18 16,16 0-104-16,-12 0-144 15,-3 0-252-15</inkml:trace>
  <inkml:trace contextRef="#ctx0" brushRef="#br0" timeOffset="32164.02">22421 12422 485 0,'0'0'254'0,"0"0"-79"16,0 0-75-16,0 0-35 15,0 0 0-15,0 0-9 16,0 0-18-16,104 59-13 15,-77-32-5-15,0 2-6 16,-3-4-3-16,-1 0-10 16,-4-9 1-16,-3-3 10 15,-3-4-12-15,-1-3-24 16,-3-4-45-16,-1-2-51 0,-3 0-90 16,-1-5-136-16</inkml:trace>
  <inkml:trace contextRef="#ctx0" brushRef="#br0" timeOffset="32478.71">22568 12314 204 0,'0'0'388'15,"0"0"-179"-15,0 0-115 16,0 0-64-16,0 0 42 0,0 0 44 16,-50 113-54-16,33-68-21 15,-1 2-6-15,-2-1-12 16,0-4-10-16,0-4 1 16,-1-8-4-16,8-8 2 15,3-5-11-15,2-6 6 16,4-3-6-16,2-4-1 15,2 0-35-15,0-4-114 16,2 0-94-16,10-6-110 0</inkml:trace>
  <inkml:trace contextRef="#ctx0" brushRef="#br0" timeOffset="32896.13">22828 12431 267 0,'0'0'277'16,"0"0"-63"-16,0 0-45 15,0 0-62-15,0 0 26 16,0 0-12-16,0 0-28 15,96 37-26-15,-69-28-37 16,-3-2-17-16,1-2-2 16,-2-4-4-16,2-1-7 15,21 0-65-15,-7-4-123 16,-3-7-312-16</inkml:trace>
  <inkml:trace contextRef="#ctx0" brushRef="#br0" timeOffset="33512.59">23265 12364 338 0,'0'0'199'0,"0"0"-40"15,0 0 15-15,0 0-23 16,0 0-39-16,0 0-38 16,0 0-26-16,105-58-19 15,-92 58-10-15,1 0-13 16,-3 8-6-16,-3 8-6 15,0 6 5-15,-8 4 0 16,0 4-14-16,0 2 3 16,-12 3 12-16,-8-6 18 15,-4 1-4-15,-3-5 6 16,2-3-18-16,0-6-1 16,4-4-1-16,3-2-9 15,5-4-5-15,3-3-4 16,6 0 5-16,2-3 4 15,2 0 9-15,0 0 13 16,0 0-13-16,2 0-2 0,6 0-5 16,6-3 7-16,1 0 1 15,6 0 0-15,6 0 5 16,0 0-6-16,4 2 7 16,0 0 12-16,-4 1 26 15,0-3-9-15,-8 1-2 16,-3 2-4-16,-3-2-12 15,-4 2-8-15,0 0-9 0,-2-2-1 16,-1 2-6-16,1-2-34 16,2-10-32-16,-2-1-95 15,-1 0-363-15</inkml:trace>
  <inkml:trace contextRef="#ctx0" brushRef="#br0" timeOffset="33979.44">23613 12290 9 0,'0'0'223'0,"0"0"-97"15,0 0-42-15,-54 106-2 16,45-69-4-16,5-2-12 16,4-2 11-16,0-6-8 15,0-2 0-15,13-6 63 16,8-4-11-16,0-3-11 16,4-4-11-16,2-4-12 15,0-1-26-15,-1-3-26 16,1 0-9-16,-3 0-4 15,1-5-3-15,-3-5-6 16,-1-2-2-16,-4-3 1 16,-3 0-2-16,-3-3-1 15,-3-2-2-15,-3-2-6 0,-3-7-1 16,-2 0 22-16,0-6-8 16,-7-1-13-16,-14 2-1 15,-8 4 0-15,-6 4-13 16,-4 10-15-16,-3 10-24 15,2 6-50-15,-5 8-49 16,11 14-131-16,10-2-236 0</inkml:trace>
  <inkml:trace contextRef="#ctx0" brushRef="#br0" timeOffset="34464.22">23827 12091 139 0,'0'0'581'0,"0"0"-364"16,0 0-99-16,0 0-76 16,0 0-20-16,0 0 14 15,0 0 6-15,96 112-12 16,-72-62-5-16,0 5-10 15,-8-1 5-15,-5 0-20 16,-9-2-9-16,-2-4 9 16,0 1 6-16,-4-7 2 15,-9-6 5-15,-1-4 0 16,-1-8-12-16,3-7-1 16,1-6 0-16,5-3 1 15,1-6 6-15,3-2-4 0,2 0-3 16,0 0-65-16,0 0-81 15,0-10-210-15</inkml:trace>
  <inkml:trace contextRef="#ctx0" brushRef="#br0" timeOffset="50013.74">24403 12356 124 0,'0'0'254'0,"0"0"-131"0,0 0 2 15,0 0-16-15,0 0-30 16,0 0-21-16,-24 0 10 15,24 0-42-15,0 0-16 16,0 0-9-16,0 0 12 16,0 0 28-16,0 0 37 15,20 0 26-15,11-2 48 16,10 2-46-16,9-4-33 16,6 1-27-16,0-3-30 15,-4 4-7-15,-10-3-7 16,-11 1-1-16,-9 2-1 15,-9 0 0-15,-8 0-7 16,-3 2-28-16,-2 0-56 16,0 0-72-16,-2 0-93 15,-13 9-85-15,-4-2-201 0</inkml:trace>
  <inkml:trace contextRef="#ctx0" brushRef="#br0" timeOffset="50397.52">24426 12519 453 0,'0'0'155'15,"0"0"-63"-15,0 0 83 16,0 0 7-16,0 0-14 16,0 0 0-16,0 0-35 15,131-3-41-15,-88-1-28 16,-3-1-25-16,-1-1-14 15,-5 2-25-15,-3 0 0 16,-6 0-35-16,-3 1-45 16,-1 1-20-16,-4 2-47 15,3 0-54-15,-2 0-96 16,-5 0-78-16</inkml:trace>
  <inkml:trace contextRef="#ctx0" brushRef="#br0" timeOffset="52730.28">25090 12240 204 0,'0'0'155'16,"0"0"-33"-16,0 0-4 0,0 0-4 15,0 0 19-15,0 0 0 16,-29 0-39-16,29 0-2 15,0 0 1-15,0 0-5 16,0 0-12-16,15 0-15 16,10 0-8-16,15 0-12 15,7-4-10-15,5 2-2 16,-2 0-10-16,-3 0-13 16,-9 2-5-16,-7 0 2 15,-6 0-3-15,-12 0-31 16,-7 0-77-16,-6 0-59 0,0 0-122 15,-4 10-29-15,-11 0-47 16</inkml:trace>
  <inkml:trace contextRef="#ctx0" brushRef="#br0" timeOffset="53329.22">25110 12284 225 0,'0'0'123'16,"0"0"-25"-16,0 0-26 0,0 0-20 15,0 0 6-15,0 0-19 16,0 0-19-16,-61 68-11 15,59-56 8-15,0 1-6 16,2-1-2-16,0-5-7 16,0 1 0-16,0-4 8 15,6-2 0-15,6-2 23 16,3 0 54-16,4 0-2 16,3 0-24-16,0-4-13 15,0-2-6-15,1 0-9 16,-4 2-7-16,-1 1-4 15,-1 3-11-15,-2 0-10 16,1 0 0-16,1 0-1 16,-1 3 0-16,-1 5 0 0,1 4-8 15,-3 0 6-15,-2 2-4 16,1 3 5-16,-6-2-8 16,-4 1 8-16,1 3-9 15,-3-1 8-15,0 2-7 16,0-2 8-16,-5 0-8 15,-6-4 9-15,0 0-1 16,-2-4 0-16,1-3-7 16,-1-1 8-16,-2-3 33 15,-3-1 29-15,-3-2-18 16,0 0-8-16,-4 0-13 16,2 0-11-16,1-5-12 15,7-1-31-15,8-1-53 16,5-1-123-16,2 2-292 0</inkml:trace>
  <inkml:trace contextRef="#ctx0" brushRef="#br0" timeOffset="54080.02">25751 12109 32 0,'0'0'368'15,"0"0"-90"-15,0 0-93 16,0 0-17-16,0 0-51 15,0 0-43-15,0 0-22 16,14-22-7-16,-14 22-9 16,0 0-13-16,0 0-13 15,-11 2-9-15,-2 12 26 0,-6 11 18 16,0 5-7-16,3 8-15 16,3 6-1-16,5 5-1 15,6 2-5-15,2 0-6 16,0 1 6-16,8-5-15 15,7-3 8-15,1-3-8 16,-1-5 7-16,3-8-7 16,-3-3 0-16,-3-8 9 15,-1-5 2-15,-5-4 11 16,-1-4-2-16,-3-1-7 16,0-3-6-16,-2 0 3 15,0 0-11-15,0 0-13 16,7 0-73-16,0 0-97 0,-1-5-355 0</inkml:trace>
  <inkml:trace contextRef="#ctx0" brushRef="#br0" timeOffset="54631">25955 12314 271 0,'0'0'215'16,"0"0"-69"-16,0 0-59 16,0 0-48-16,0 0-13 15,0 0 11-15,0 0 11 0,95-8 14 16,-68 8-13-16,-5 0-4 15,-2 0-6-15,-2 4-20 16,-3 2-3-16,-1 4-9 16,-3 4-1-16,2 6 2 15,-1 3 10-15,-1 4-7 16,-1 3 1-16,0-2 1 16,-4-2-2-16,-1-1-2 15,-1-7-2-15,0-2-5 16,-4-4-1-16,0-5 8 15,0 2-9-15,0-6 2 16,0 2-1-16,0-3-1 16,0-2-63-16,0 0-90 15,0 0-87-15,-6 0-59 0</inkml:trace>
  <inkml:trace contextRef="#ctx0" brushRef="#br0" timeOffset="54864.39">25976 12443 10 0,'0'0'403'16,"0"0"-175"-16,0 0-19 0,0 0-53 15,0 0-43 1,132-15-54-16,-92 11-36 15,0 2-23-15,1-2-10 0,11 0-113 16,-6 2-140-16,-9-2-132 16</inkml:trace>
  <inkml:trace contextRef="#ctx0" brushRef="#br0" timeOffset="55329.59">26547 12258 38 0,'0'0'274'16,"0"0"-126"-16,0 0-16 16,0 0-43-16,0 0-7 15,0 0-21-15,-102 110 16 16,94-78-5-16,6 1-27 15,2-2-12-15,0-2-14 16,10-3-3-16,9-4 13 16,6-2 5-16,2-6-2 15,2-5 14-15,-2 0-15 16,2-7 25-16,-5-2-3 16,2 0-11-16,-3 0-16 15,-1-11-2-15,-4-2-3 16,0-3-8-16,0-2-4 0,-5-4-8 15,-2-3 16 1,-2-1-5-16,-4-4 7 0,-3 2 9 16,-2-1 1-16,0-2-9 15,-9 3 2-15,-11 1-10 16,-3 2-12-16,-4 5-7 16,-4 2-19-16,0 6-35 15,0 8-89-15,-5 4-99 16,7 8-111-16,7 6-258 0</inkml:trace>
  <inkml:trace contextRef="#ctx0" brushRef="#br0" timeOffset="55796.5">27071 12184 597 0,'0'0'204'16,"0"0"-83"-16,0 0-59 0,0 0-33 15,0 0 32-15,0 0 46 16,26 110 2-16,-21-63-19 16,-5 6-19-16,2-1-22 15,-2-1-5-15,0-7-8 16,0-8-11-16,0-10-8 15,0-7 8-15,0-6 3 16,2-5-9-16,-2-6-3 16,2-2-2-16,-2 0 1 15,2 0 5-15,1 0-20 16,4-2-79-16,2-8-167 0,-3-2-373 16</inkml:trace>
  <inkml:trace contextRef="#ctx0" brushRef="#br0" timeOffset="55997.23">26959 12461 522 0,'0'0'218'16,"0"0"2"-16,0 0-86 15,116-4-64-15,-69 4-70 16,24-4-16-16,-9-3-192 0,-8 4-307 16</inkml:trace>
  <inkml:trace contextRef="#ctx0" brushRef="#br0" timeOffset="56529.21">27525 12318 7 0,'0'0'185'0,"0"0"-25"16,0 0-46-16,0 0-3 16,0 0-23-16,0 0-16 15,0 0 15-15,-43-6 30 16,43 4 12-16,0 2-25 16,0 0-22-16,10-2-15 15,7 2-28-15,6 0-21 16,4 0-7-16,2 0 2 15,-2 0-7-15,-4 0-5 16,0 8-1-16,-5 2-1 0,-1 4-1 16,-3 2-9-1,-1 6 9-15,-4 3-4 0,-2 5-4 16,-5-1 4-16,-2 2 5 16,0-2 0-16,0-3 0 15,0-5 1-15,0-3 0 16,0-4 0-16,-2-1 0 15,0-6 2-15,0-1-2 16,2-2 2-16,0-4-2 16,0 0-16-16,0 0-51 15,0 0-57-15,0 0-64 16,0-3-173-16</inkml:trace>
  <inkml:trace contextRef="#ctx0" brushRef="#br0" timeOffset="56746.3">27552 12471 426 0,'0'0'241'15,"0"0"-44"-15,0 0-41 16,0 0-61-16,0 0-60 15,144-3-35-15,-103 3-9 16,12 0-114-16,-8 0-141 16,-10 0-280-16</inkml:trace>
  <inkml:trace contextRef="#ctx0" brushRef="#br0" timeOffset="57029.34">27982 12377 351 0,'0'0'192'0,"0"0"-64"16,0 0-69-16,0 0 38 15,0 0 13-15,0 0-21 0,0 0-21 16,98 89-3-16,-67-66 1 15,-2-1-1-15,-2-5-26 16,-7-2-25-16,-2-5-5 16,-7-2-9-16,-5-3 0 15,-1-2-67-15,-5-3-86 16,0 0-104-16,0 0-117 0</inkml:trace>
  <inkml:trace contextRef="#ctx0" brushRef="#br0" timeOffset="57396.04">28107 12324 3 0,'0'0'214'15,"0"0"-46"-15,0 0-28 16,0 0 23-16,0 0-56 16,0 0-14-16,-76 110-10 15,56-78-20-15,0-1-17 16,-1-3-14-16,6-5-12 16,1-2-7-16,6-6-3 15,3-4 0-15,1-3 2 16,4-4 4-16,0-2 13 15,0-2 16-15,0 0-3 0,0 0-16 16,0 0-16-16,0 0-10 16,0 0-5-16,0 0-76 15,0 0-78-15,2 0-78 16,7 0-117-16</inkml:trace>
  <inkml:trace contextRef="#ctx0" brushRef="#br0" timeOffset="57880.33">28211 12087 155 0,'0'0'242'16,"0"0"-79"-16,0 0-22 0,0 0-22 15,0 0-34-15,0 0-27 16,0 0-21-16,96 116-22 16,-71-72-5-1,-3 5-1-15,-5 1 4 0,-7 0-12 16,-8-2-1-16,-2-2 0 16,0-5 2-16,-7-7-4 15,-6-4 2-15,2-9 0 16,1-2 0-16,2-7 2 15,1-6-2-15,3-1 0 16,0-4 0-16,1-1 0 16,-6 0-10-16,3 0-92 15,-3 0-210-15</inkml:trace>
  <inkml:trace contextRef="#ctx0" brushRef="#br0" timeOffset="65978.81">21141 12015 258 0,'0'0'172'15,"0"0"-78"-15,0 0-16 16,0 0 3-16,0 0-9 0,0 0 1 15,-8 0-3-15,8 0-14 16,0 0-4-16,0 0 3 16,0 0-9-16,0 0-8 15,0-1-22-15,0-7-15 16,0-1 6-16,8-1-6 16,6-2 1-16,1-1-1 15,8-4-1-15,1-3 1 16,3 3 0-16,2-4 0 15,0 0 1-15,0 4 8 16,0-1 3-16,-3 3 1 16,3 2-2-16,-2 3-12 15,0 1 1-15,2 3-1 0,0 3 1 16,0-1-1-16,0 4 0 16,0 0 0-16,0 0-1 15,0 0 1-15,2 0-1 16,1 0 1-16,-3 0-2 15,2 0 2-15,-2 0 0 16,-5 0 0-16,0 0 0 16,-3 4 0-16,-1-1-1 15,-5 3-5-15,-2 1-1 16,-1 0-4-16,-1 4 10 16,3 1-7-16,-2 1 8 15,1 4 0-15,1-2 0 16,-1 2-1-16,1 1 0 0,-3-3 0 15,-2 2-1 1,0-3 1-16,-2 1-9 16,-1-2 9-16,-1-1 0 0,2 0 1 15,-5-2-1-15,0-3 1 16,0 0 0-16,-2-2 0 16,3-4 0-16,-3 1 1 15,0-2 8-15,0 0-8 16,0 0-1-16,0 0-45 15,0 0-83-15,0 0-119 16,0 0-448-16</inkml:trace>
  <inkml:trace contextRef="#ctx0" brushRef="#br0" timeOffset="66678.69">21997 11979 111 0,'0'0'123'0,"0"0"-81"15,0 0 10-15,0 0 7 16,0 0-13-16,0 0-17 16,0 0 0-16,35 4-3 15,-31-4-3-15,-4 2-2 16,0-2 0-16,0 0 29 15,4 0 29-15,-2 0-18 16,2-2-12-16,1-2-11 16,-1 0-18-16,-4 1 3 15,2 3 2-15,-2 0 1 16,0 0 10-16,0 0-6 0,0 0-5 16,0 0-8-16,0 0 2 15,0 0-19-15,0 0 0 16,2 0-11-16,3 0-5 15,2 0 16-15,2 9 0 16,-1-1 6-16,4 2-5 16,-3-1 2-16,-1-2-3 15,1 1 1-15,1-2 0 16,-2 0-1-16,-1-2 6 16,-1 0-5-16,-1-1 8 15,0-2-8-15,-1-1 7 16,-2 0-6-16,0 0 9 15,-2 0-5-15,3 0 4 16,-1 0 5-16,0 0-15 0,0-4-1 16,2-4-23-16,0 2-24 15,-2-2-8-15,0 2-11 16,-2-1-22-16,0-2-23 16,0 1-41-16,0 2-56 0</inkml:trace>
  <inkml:trace contextRef="#ctx0" brushRef="#br0" timeOffset="66995.98">22144 11901 245 0,'0'0'145'0,"0"0"-44"16,0 0-35-16,0 0-31 15,0 0-17-15,0 0-9 16,0 0-8-16,-22 0 15 16,17 13 24-16,-1-1 9 15,-1 3-2-15,1 2-1 16,-4-4-3-16,4-1-7 16,2 0-7-16,-1 1-19 15,3-6-1-15,0-1-2 16,2-2 2-16,-2 0-9 15,-1 0 0-15,0-2-14 16,1 2-63-16,0 0-37 0,2-1-91 16,-2-2-191-16</inkml:trace>
  <inkml:trace contextRef="#ctx0" brushRef="#br0" timeOffset="68245.4">21072 11964 238 0,'0'0'189'0,"0"0"-91"15,0 0-1-15,0 0-44 0,0 0-9 16,0 0 25-16,0 0 9 15,-2-33-10-15,2 24-16 16,0 1-23-16,0-5-5 16,0 1-6-16,12-5 3 15,1 2 1-15,2-1-5 16,3-3-2-16,5 0 4 16,1-1 11-16,2-1 3 15,9-2 2-15,-2-4 7 16,5 2 9-16,1-4-16 15,1 2 2-15,3 0-12 16,1 1 0-16,4 2-5 16,2 3-10-16,4-4-2 0,4 3-7 15,0 2 7 1,-2 1-6-16,-3 6-1 0,-4 1 0 16,-2 4 0-16,-5 3-1 15,2 4-1-15,2 1 0 16,0 0 0-16,5 0 0 15,5 0 0-15,-2 8 1 16,1-1 0-16,-1 2-1 16,-5 1 1-16,-5-1 0 15,-6 2-1-15,-2-1 0 16,-2-2 0-16,-1 2-7 16,0 0 8-16,3 0 0 0,-1 0 6 15,1 0-6 1,-1 3-2-16,0-2 2 0,-7 1-2 15,-4-2-18-15,-3 3-8 16,-4-2 18-16,-1-1 3 16,2 0 7-16,-3 3 0 15,4-2 1-15,-2 3-1 16,3 0 0-16,1 3-1 16,-2-2-5-16,-1 3 5 15,0 3-14-15,-2 1 8 16,-3 2-7-16,1-2 1 15,-4 1 4-15,1-2 8 16,-1-4-2-16,1 2 2 16,-5-2 1-16,4-4-1 15,-4-1 0-15,1 0 0 0,-1-4 1 16,-2 1 0-16,2-5-1 16,-2 2 1-16,-2 1-1 15,0-3 1-15,-2 2-2 16,2-2 1-16,-2 2-34 15,3-2-59-15,-3 1-29 16,4 1-56-16,-2-4-74 16,0 1-43-16</inkml:trace>
  <inkml:trace contextRef="#ctx0" brushRef="#br0" timeOffset="68579.8">23154 11972 54 0,'0'0'314'16,"0"0"-83"-16,0 0-124 15,0 0-48-15,0 0-52 16,0 0-4-16,0 0-2 15,22 0 1-15,-9 7-1 16,-2-1 13-16,-1-2 15 16,-6-2 29-16,0-2 7 0,-2 0-4 15,1 0-14-15,-3 0-8 16,0 0 6-16,2 0-23 16,0 0-6-16,2 0-16 15,14-6-82-15,-2-4-207 16,2-3-508-16</inkml:trace>
  <inkml:trace contextRef="#ctx0" brushRef="#br0" timeOffset="69778.85">25176 12093 329 0,'0'0'123'16,"0"0"-47"-16,0 0-18 15,0 0-3-15,0 0-2 16,0 0-8-16,0 0-5 16,25-31 15-16,-13 22-9 15,1 2-14-15,1-4 1 0,1 4-12 16,3-5-8 0,-1 4 7-16,4-5 9 0,1-1 1 15,2-1 8-15,3-2-9 16,4 1 0-16,2 2-5 15,3-2-8-15,0 2-7 16,2 1-9-16,-1 2 1 16,1 3 0-16,1-2-1 15,-6 4 1-15,3-2 0 16,-1 0 9-16,3 2-4 16,3-1 1-16,-2 2-7 15,5 1 1-15,-1 2 0 16,2-2 6-16,-4 1-5 15,-2 2-4-15,-6 1 2 16,-6 0-1-16,-3 0 1 0,1 0-2 16,-3 0 1-1,-1 0 0-15,0 5 0 0,2 4 0 16,-1 0 0-16,3 3-6 16,-6 1 6-16,2-1 0 15,-2 0 0-15,-3-1-5 16,0 2 5-16,-3-3 0 15,0 2-1-15,-1-1 2 16,-3 2-6-16,-1-1 5 16,2 3-9-16,-4-1 9 15,3 1-5-15,-2 2 5 16,0-6 1-16,-1-1 0 16,-1 0 1-16,-1-3-1 0,-4-4 6 15,2 1 3 1,-2-1 5-16,0-1 2 0,0 2-3 15,2-2-3-15,-2-1-4 16,0-1 0-16,3 3-3 16,-3-3 6-16,0 0-9 15,0 0 0-15,4 0-55 16,1 0-129-16,-3 0-178 0</inkml:trace>
  <inkml:trace contextRef="#ctx0" brushRef="#br0" timeOffset="70913.13">25221 11955 188 0,'0'0'98'16,"0"0"-4"-16,0 0-24 15,0 0-19-15,0 0 11 16,0 0-3-16,0 0 12 16,119-74-21-16,-90 58-14 15,2 2 9-15,2-3 13 16,5 2 5-16,2-1-31 16,0 0-7-16,2 1-4 15,-2 1-2-15,3 0-9 16,-3 3 5-16,0-4-14 0,3 1-1 15,3 0 6-15,3 0-6 16,2 0 1-16,3 0 15 16,-1 3 11-16,3-4 4 15,-3 3 2-15,1-1 0 16,-3 5-11-16,3-3 0 16,-3 5-15-16,2-2 3 15,1 4-8-15,-1 2 6 16,-2 2-6-16,-1 0 5 15,-4 0-7-15,4 0 0 16,-2 2 0-16,4 6 0 16,1 0 2-16,1-1-2 15,-1 0 0-15,-6 0 0 0,-5 0 0 16,-1 1 1 0,-6 0-1-16,-4 0 0 0,3 3 0 15,-3-2 0 1,2 5-1-16,1 0-1 0,-3 4-6 15,0 5 7-15,-2 0 0 16,-2 2 0-16,-2 1-11 16,-4-1 11-16,0 2-6 15,-3-1 7-15,-3 0-1 16,-2-2-5-16,3 0 5 16,-3-2-6-16,1-2 7 15,-1-2 0-15,1-2 1 16,-4-2 0-16,1-6 9 15,-3-2 17-15,-4-4 15 16,-2 1 15-16,-2-3-12 0,0 0 0 16,0 0-12-1,0 0-9-15,0 0-24 0,-4 0-44 16,-10 0-152-16,-5-5-358 0</inkml:trace>
  <inkml:trace contextRef="#ctx0" brushRef="#br0" timeOffset="76546.29">21130 13523 65 0,'0'0'69'0,"0"0"8"15,0 0 99-15,0 0-85 16,0 0 41-16,0 0-2 16,-13 4-17-16,11-4-6 15,2 0-3-15,0 0-4 16,0 0-13-16,0 0-21 0,0 0-9 16,0 0-2-1,7 0 19-15,15 0 7 0,9-4-22 16,7 0-11-16,6-1-13 15,1-1-9-15,-1 0-13 16,-6-1-4-16,-5 1-9 16,-8 4 0-16,-7 0 0 15,-9 2-16-15,-2 0-45 16,-5 0-77-16,-2 4-122 16,-7 12-51-16,-12 0-31 15</inkml:trace>
  <inkml:trace contextRef="#ctx0" brushRef="#br0" timeOffset="77149.28">21110 13546 192 0,'0'0'196'16,"0"0"-124"-16,0 0 45 16,0 0-45-16,0 0-17 15,0 0-11-15,0 0 0 16,-59 68-22-16,51-53-12 16,4 0-9-16,2-6 2 15,2 0 3-15,0-3-5 16,0-5 12-16,0-1 9 0,0 0 59 15,11 0 8-15,7-1-8 16,2-5-30-16,2-3-22 16,0 2-13-16,1 1-15 15,-1-1 9-15,0 6-9 16,1-2 0-16,1 3-1 16,1 0 0-16,-1 0 0 15,-4 0-1-15,1 7 0 16,-6 3-10-16,-1-1 10 15,-6 4-1-15,-1 3 1 16,-3-1-7-16,-2 2 8 0,-2 3 1 16,0 0 0-16,0 0 0 15,0-2 0-15,-4 0-1 16,-9 0 0-16,-3-2 1 16,-1-2-1-16,-6-2 11 15,3-1 21-15,-2-5 13 16,2-4-3-16,4 1 22 15,0-3-13-15,4 0-11 16,0 0-8-16,1 0-19 16,1-4-13-16,2-3-43 15,3-2-53-15,5-7-67 16,0 2-105-16,7 3-302 0</inkml:trace>
  <inkml:trace contextRef="#ctx0" brushRef="#br0" timeOffset="77779.97">21579 13780 555 0,'0'0'273'0,"0"0"-55"0,0 0-44 16,0 0-53-16,0 0-45 16,0 0-4-16,0 0-18 15,13-64-1-15,-5 51-14 16,0 1-11-16,0 1-7 15,1-1-6-15,-3-1-5 16,2-1-2-16,-2 2 5 16,-1 1-5-16,-1 1 6 15,0-1 2-15,-2 3 7 16,1 2 6-16,-1 2 3 0,1 2-10 16,-3 0-4-1,2 2-8-15,-2 0-10 16,0 0-1-16,0 0-8 0,0 0 1 15,0 0-6-15,2 0-6 16,0 0-9-16,1 14 13 16,1 5 14-16,-2 5 1 15,-2 3 0-15,2 5 1 16,-2 3 0-16,0-3 0 16,0 0 0-16,0-4 0 15,0-5 0-15,0 0-1 16,-2-10 1-16,2-4-1 15,0-1 0-15,0-6 1 16,0 0 0-16,0-2 6 16,0 0 0-16,0 0-6 0,0 0-22 15,0 0-73 1,4 0-105-16,10 0-174 0,1 0-532 0</inkml:trace>
  <inkml:trace contextRef="#ctx0" brushRef="#br0" timeOffset="78213.05">21899 13676 413 0,'0'0'238'16,"0"0"-68"-16,0 0 28 16,0 0-72-16,0 0-67 15,0 0-38-15,0 0-1 16,52 1 16-16,-25 16 0 15,-2 3-13-15,4 0-5 16,-2 2 5-16,0-2 0 16,-2-2 5-16,-5-4-11 15,-2-2-1-15,-2-2-7 0,-3-4 4 16,-5-2-10-16,2 0-2 16,-6-2 6-1,0-1-7-15,-1 2-37 0,-1-1-67 16,-2 2-83-16,0-2-132 15,0 0-184-15</inkml:trace>
  <inkml:trace contextRef="#ctx0" brushRef="#br0" timeOffset="78563.03">22093 13579 333 0,'0'0'236'16,"0"0"-88"-16,0 0-32 16,0 0-74-16,0 0-42 15,0 0 23-15,0 0 32 16,-40 80 5-16,25-42-13 15,-3 4-3-15,-1-3 20 16,0 1-5-16,1-6-2 16,0-2-9-16,2-6-16 15,3-3-11-15,4-6-12 16,0-5-2-16,5-3-5 16,-1-3-2-16,5-3-37 0,0 1-60 15,0-2-74 1,0-2-138-16</inkml:trace>
  <inkml:trace contextRef="#ctx0" brushRef="#br0" timeOffset="79432.1">22550 13768 38 0,'0'0'78'16,"0"0"-15"-16,0 0-4 15,0 0-23-15,0 0 0 16,0 0 8-16,0 0 8 15,-74 18 4-15,74-18 10 16,0 0 8-16,0 0 20 16,0 0 14-16,0 0 12 15,0 0-3-15,3 0-7 16,14 0-41-16,8 0 2 16,4 0 2-16,4 0-20 15,6 0 4-15,-4 0-2 0,1 0 6 16,-5 0-14-16,-4 0 8 15,-8 0 2-15,-3 0-10 16,-7 0-16 0,-3 0-14-16,-4 0-10 0,1 0-7 15,-3 0 0-15,0 0-1 16,0 0-25-16,0 0-36 16,0 0-40-16,0 0-84 15,0 0-123-15,0 3-293 0</inkml:trace>
  <inkml:trace contextRef="#ctx0" brushRef="#br0" timeOffset="82179">23252 13499 327 0,'0'0'136'0,"0"0"-67"16,0 0 6-16,0 0-26 16,0 0-6-16,0 0 2 15,0 0 13-15,-96-8-2 0,82 10-4 16,1 8-8-16,-5 3-4 15,1 4-10 1,-2 2 7-16,2-2-1 16,1 5-20-16,5 1-2 0,5 0-4 15,0 4-3-15,4 0-1 16,2 0 3-16,0-4-9 16,2 2 2-16,12-7 7 15,4 0 11-15,4-4 19 16,3-4-7-16,0-2 0 15,-1-3-31-15,-2-4 0 16,0-1 18-16,-1 0 0 16,-4 0 1-16,1-10-4 15,0 0-6-15,-2-2-8 16,-6 0 6-16,0 2-2 0,-3-2 7 16,-3 4 3-16,-4-5 19 15,0 4-3-15,0-1 7 16,0 2-1-16,-7 0-9 15,-9 2-6-15,-3 2-10 16,-6 4-12-16,-6 0 0 16,0 0-1-16,0 1-1 15,2 10 1-15,4 1-20 16,4 2-52-16,6 0-27 16,4 4-47-16,6 0-51 15,5 4-46-15,0-1-44 16</inkml:trace>
  <inkml:trace contextRef="#ctx0" brushRef="#br0" timeOffset="82830.25">23424 13603 61 0,'0'0'222'0,"0"0"-130"16,0 0 35-16,0 0-43 15,0 0-39-15,0 0 2 16,0 0-19-16,-70 91 6 16,70-76 8-16,0 3-10 15,0 2 16-15,0 1-11 16,12 0-2-16,3-2 11 0,1-1-1 15,3-3-15 1,4-2-11-16,-1-3 4 0,3-6 8 16,1-2 11-1,1-2 2-15,0 0-12 0,-1 0-11 16,1-6 3-16,-4-6 14 16,-2-4 7-16,0 0-16 15,-3-4-7-15,-5 3-1 16,-2-4-6-16,-4 0 5 15,-5 2 2-15,-2-1 14 16,0 0-2-16,-2 0 2 16,-14 2-14-16,-1 1-9 15,-6 4-13-15,-1 2-10 16,-3 4-26-16,0 2-7 0,0 3-19 16,-2 2-57-1,3 0-23-15,-1 4-69 0,7 11-113 16,11-1-363-16</inkml:trace>
  <inkml:trace contextRef="#ctx0" brushRef="#br0" timeOffset="83412.27">24203 13668 258 0,'0'0'96'0,"0"0"-47"16,0 0-6-16,0 0 54 15,0 0 44-15,0 0-2 16,0 0-9-16,131 0 1 15,-93 0-11-15,1 0-33 16,-6 0-26-16,-4 0-36 16,-7-4-18-16,-4 4-6 15,-5 0-1-15,-2 0-14 0,-2 0-60 16,-2 0-59-16,-3 0-117 16,-2 0-100-16</inkml:trace>
  <inkml:trace contextRef="#ctx0" brushRef="#br0" timeOffset="83695.45">24386 13806 937 0,'0'0'314'0,"0"0"-209"15,0 0-3-15,0 0-57 16,120-20-19-16,-107 17-17 16,-4 3-9-16,-6 0-23 15,-3 0-92-15,0 0-89 16,0 3-130-16,0 5 4 0</inkml:trace>
  <inkml:trace contextRef="#ctx0" brushRef="#br0" timeOffset="85245.15">24187 13820 84 0,'0'0'107'0,"0"0"-51"15,0 0 30-15,0 0-44 16,0 0 4-16,0 0 25 15,0 0 29-15,-2-2 1 0,6 2-33 16,10 0-21-16,7-2-21 16,2 2-6-16,6 0-8 15,5-2 11-15,2 0-1 16,4 0 2-16,2 0 7 16,-1 0-13-16,-6-2-7 15,-6 4-9-15,-5 0-1 16,-4 0 1-16,-7 0-2 15,-3 0-36-15,-6 0-65 16,-4 4-69-16,0 2-38 16,0 0-182-16</inkml:trace>
  <inkml:trace contextRef="#ctx0" brushRef="#br0" timeOffset="87695.84">24839 13555 201 0,'0'0'150'0,"0"0"-15"16,0 0-21-16,0 0 0 15,0 0 13-15,0 0 11 16,0 0-7-16,0-24-27 16,8 18-54-16,5 2-13 15,10-2-9-15,3 0-2 0,4 2 0 16,3 1-1-16,2 0-5 15,-3 3-7 1,-3 0-4-16,-5 0-9 0,-2 0 1 16,-4 3-1-16,-2 4-1 15,-5 3-11-15,-7 2-2 16,-2 3-2-16,-2 3-10 16,0 1 1-16,-20 1-4 15,-2 0-28-15,-4 1-19 16,-3-6 8-16,0-1 7 15,2-1 26-15,4-5-21 16,6-3 4-16,1-1 11 16,7-2 14-16,5 1 8 15,2-3 15-15,2 0 4 0,0 0 0 16,0 0-2-16,0 0-18 16,8-6 20-16,6 0 21 15,-1 1 24-15,0 4-16 16,3-2-17-16,-1 3-4 15,1 0-7-15,3 0 0 16,-4 0 0-16,3 0 7 16,-1 7-2-16,1 2-5 15,-2 0-1-15,-3 5 0 16,-4-4-1-16,-2 1-1 16,-5 4-4-16,-2 1-1 15,0-3 7-15,0 4-1 16,-5-1 0-16,-5-1 0 0,-2-2 1 15,-1-1 15 1,0-2 9-16,-3 0 23 16,-2-4-1-16,3-2 3 15,2 0-6-15,-1-4 8 0,3 0 1 16,-3 0-4-16,1 0-25 16,-5 0-23-16,1 0-3 15,-4-2-68-15,1 2-84 16,2 0-56-16,7 0-72 0</inkml:trace>
  <inkml:trace contextRef="#ctx0" brushRef="#br0" timeOffset="88179.68">25448 13561 871 0,'0'0'211'16,"0"0"-110"-16,0 0 11 16,0 0-66-16,125-3-24 15,-103 3-21-15,-5 0 0 16,-7 0-1-16,-1 0-49 0,-7 1-79 16,-2 9-120-16,-9 0-70 15,-6 0-206-15</inkml:trace>
  <inkml:trace contextRef="#ctx0" brushRef="#br0" timeOffset="88845.07">25448 13561 195 0,'-100'22'238'16,"98"-22"-127"-16,2 0 2 0,-2 0-70 16,-2 0-21-16,-1 4 19 15,-2 9-12-15,0 1-10 16,1-1-12-16,2 0-5 15,1-1-2-15,3-5 1 16,0 2 0-16,0-8-1 16,0 2 1-16,0-3 0 15,11 0 50-15,3 0-15 16,5 0 0-16,2 0-13 16,-1-4-3-16,2-6 2 0,-2 5-6 15,1 2 8-15,-4-1-8 16,1 4-7-16,-1 0-9 15,-1 0 2-15,0 0-2 16,2 4 1-16,-3 5-1 16,1 4 0-16,-3 1 0 15,-3 3 0-15,-2 2 0 16,-4-1 0-16,-1 2 0 16,-3-4 0-16,0 2 2 15,0-4-1-15,-3 2 6 16,-7-1-1-16,-6-4 1 15,-2-1-6-15,-2 0 7 16,0 0 2-16,0-1-4 0,0-4 17 16,4-3 13-1,3-2 19-15,0 0 1 0,-1 0-9 16,3 0-11-16,-3-5-20 16,1-2-9-16,0-3-7 15,2 0-11-15,0-4-21 16,6 3-45-16,5-8-61 15,0 5-80-15,7 2-175 0</inkml:trace>
  <inkml:trace contextRef="#ctx0" brushRef="#br0" timeOffset="89478.76">25772 13597 150 0,'0'0'113'16,"0"0"5"-16,0 0-16 0,0 0-50 15,0 0-3-15,-29 108-2 16,27-86-4-16,2 0 13 15,0 1-7-15,0-4 3 16,6 0 19-16,7-1-9 16,3-5-5-16,2-2 2 15,0 1-3-15,-2-8-11 16,1 0 3-16,1-2-3 16,2-2-3-16,0 0-12 15,3 0-11-15,-1-6-7 0,0-8-4 16,-2 0 1-1,0-2 1-15,-2-2 0 0,-4 1-2 16,-1-6 5-16,-3 3 10 16,0-4 5-16,-4-1 9 15,-3 1 8-15,-3 1-5 16,0-4-23-16,-9 4 2 16,-14 0-10-16,-3 1-9 15,-8 6-15-15,1 4-14 16,-3 6-7-16,1 6-59 15,-2 0-77-15,-2 16-57 16,10 5-33-16,6-2-150 0</inkml:trace>
  <inkml:trace contextRef="#ctx0" brushRef="#br0" timeOffset="90113.04">26636 13491 129 0,'0'0'279'0,"0"0"-95"0,0 0 18 16,0 0-30-16,0 0-65 16,0 0-42-16,0 0-25 15,-11-25-21-15,11 34-16 16,0 15 3-16,0 6 43 15,0 10 19-15,0 2-16 16,0 5-17-16,0-2-16 16,0 1-3-16,0-5-15 15,0-7 6-15,0-11-6 16,0-2 0-16,0-9-1 16,0-3 3-16,0-7 3 15,0-2 0-15,0 0 8 16,0 0 4-16,0 0 2 15,0 0-20-15,0 0-44 16,0-2-101-16,0-7-196 0,0 1-400 16</inkml:trace>
  <inkml:trace contextRef="#ctx0" brushRef="#br0" timeOffset="90395.36">26503 13696 475 0,'0'0'133'0,"0"0"2"15,0 0 24-15,127 0-30 16,-85 0-22-16,-5 0-35 15,-3 0-30-15,-7 0-22 16,-7 0-19-16,-3 1-1 16,-1 1-9-16,-3 1-42 15,3-3-61-15,-3 0-89 16,1 0-105-16</inkml:trace>
  <inkml:trace contextRef="#ctx0" brushRef="#br0" timeOffset="92662.45">27110 13489 103 0,'0'0'150'0,"0"0"-6"16,0 0-23-16,0 0-7 15,0 0 4-15,0 0 8 16,0 0 6-16,-4-25 1 16,4 19-16-16,0 1-16 15,0-1-34-15,0 0-26 16,14 0-21-16,3 0-18 16,10 2 9-16,4 1-11 15,3 2 1-15,1 1 1 16,-2 0 9-16,-4 0-11 15,-4 8 0-15,-7 6-7 0,-7 4-6 16,-4 4-6-16,-7 4 3 16,0 2 0-16,-7 4-9 15,-18-4 9-15,-4 1-7 16,-6-5-12-16,-1-2-15 16,1-4 6-16,4-5 4 15,6-2 8-15,7-5-4 16,5-4-1-16,6 2 4 15,3-4 33-15,0 0 10 16,4 0 5-16,0 0-3 16,0-6-12-16,0 0-6 15,8 0 6-15,8 0 16 0,0 1-8 16,3 4-8 0,1-1 1-16,3 2-1 0,2 0 8 15,-2 0-8-15,0 0 0 16,0 5-1-16,-6 8-7 15,-1 1 6-15,-3 0-4 16,-4 2 5-16,-2 2-7 16,-3-1 8-16,-2 2-1 15,-2-3 0-15,0-1-7 16,0 2 6-16,0-3 1 16,-6-2 1-16,-10 2 23 15,-1-4 11-15,-4 0-3 16,2-1 3-16,0-3 2 15,1-3-6-15,3-3-8 16,-1 0 11-16,1 0-11 16,-1 0 0-16,1 0-3 0,-1-2-19 15,3-5-50-15,-1 2-59 16,5-11-53-16,5 6-111 16,4 0-372-16</inkml:trace>
  <inkml:trace contextRef="#ctx0" brushRef="#br0" timeOffset="93095.8">27588 13533 322 0,'0'0'190'0,"0"0"-41"0,0 0 27 16,120-6-11-1,-74 6-45-15,4 0-10 0,-6 0-16 16,-1 0-32-16,-10 0-43 16,-9 0-10-16,-6 0-9 15,-7 2-13-15,-6 4-60 16,-5 0-99-16,0 5-64 15,-12-2-9-15,-5-1-93 0</inkml:trace>
  <inkml:trace contextRef="#ctx0" brushRef="#br0" timeOffset="93645.31">27561 13600 58 0,'0'0'125'0,"0"0"-38"16,0 0 14-16,0 0-36 15,0 0-28-15,0 0-8 16,0 0-7-16,-71 90-6 15,71-90 13-15,0 0 85 0,2 0-18 16,15 0-12 0,6 0-22-16,4-3-13 0,4-2-13 15,0 0-14-15,-2 4 3 16,0-2-9-16,-2 3 4 16,-3 0-10-16,0 0-4 15,-1 9 0-15,-3 0-6 16,-2 5 2-16,-2 1-2 15,-6 1 1-15,-3 0-1 16,-5 2 1-16,-2-2 0 16,0 0 0-16,0 2 5 15,-11-4 7-15,-5 2 10 16,1-2-3-16,-5-6 12 16,2 3-10-16,0-5 2 15,-2-4 1-15,5 3-3 16,-4-5-2-16,4 0 0 15,1 0-7-15,-1 0-1 0,1-2-12 16,4-6-6-16,3 0-17 16,3-2-19-16,4 2-39 15,0 0-54-15,11 2-109 16,5 4-391-16</inkml:trace>
  <inkml:trace contextRef="#ctx0" brushRef="#br0" timeOffset="94113.99">28062 13615 314 0,'0'0'184'0,"0"0"-96"0,0 0-4 16,0 0 0-16,0 0 8 15,0 0-17-15,0 0-28 16,116 87-11-16,-85-62-15 16,-2 4 1-16,0-2-9 15,0-4-3-15,-4-1-1 16,-4-4-3-16,0-4 5 16,-3-2-4-16,-1-1 1 15,-3-4-7-15,-3-3 8 16,-2 0-9-16,-3-2 0 15,-4-2-29-15,-2 0-36 16,0 0-62-16,0 0-187 0</inkml:trace>
  <inkml:trace contextRef="#ctx0" brushRef="#br0" timeOffset="94461.97">28288 13552 157 0,'0'0'293'0,"0"0"-156"15,0 0-60-15,0 0-40 0,0 0 7 16,0 0 39-1,0 0 8-15,-66 121-24 0,33-68-40 16,-3-5-15-16,-1-2-11 16,3-2 7-16,7-8-7 15,9-9 1-15,7-8 0 16,5-3 5-16,2-12 8 16,4 1 6-16,0-5 5 15,-3 0-10-15,3 0-16 16,-5 0-24-16,1 0-174 15,-1 0-336-15</inkml:trace>
  <inkml:trace contextRef="#ctx0" brushRef="#br0" timeOffset="108729.71">21188 14981 328 0,'0'0'262'16,"0"0"-61"-16,0 0 14 15,0 0-46-15,0 0-37 16,134 4-25-16,-93-4-5 0,-4 0-26 16,-3 0-34-16,-5 0-25 15,-5 0-15-15,-6 0-2 16,-2 0-6-16,-6 0-47 15,-3 0-60-15,-7 0-106 16,0 0-192-16,-7 0-329 0</inkml:trace>
  <inkml:trace contextRef="#ctx0" brushRef="#br0" timeOffset="109316.15">21238 14981 251 0,'0'0'217'0,"0"0"-141"0,0 0 16 16,0 0 15-16,0 0-20 16,0 0-8-16,0 0 12 15,-101 115-27-15,88-98-34 16,4-3-12-16,4 0-10 15,3-8-8-15,2-1 0 16,0-2-13-16,0-3 7 16,2 0 6-16,10 0 71 15,3 0 29-15,5 0-29 16,3-3-35-16,4-3-5 16,-1 1-10-16,3 0-6 0,0 2-8 15,-3 3-5 1,-1 0-1-16,-2 0-1 0,-4 0 0 15,-1 4-6-15,1 6 4 16,-4 2-9-16,1 1 11 16,-3 1 4-16,0 4-1 15,-2 0-3-15,-2 3-1 16,-5-2-11-16,-1 3 12 16,-3-4-1-16,0 4 1 15,-3-5 2-15,-12-2-2 16,-3 3 11-16,-5-5-5 15,2 0 4-15,1-3 2 16,-1-2 16-16,4-3 7 0,-4-5 11 16,4 0 8-1,-1 0-12-15,-2 0-11 0,5-9-22 16,-2 1-9-16,9 2-21 16,3 2-38-16,5-5-57 15,0-4-100-15,18 1-169 16,4 0-385-16</inkml:trace>
  <inkml:trace contextRef="#ctx0" brushRef="#br0" timeOffset="109931.46">21685 15236 462 0,'0'0'264'16,"0"0"-67"-16,0 0-80 15,0 0-49-15,0 0-26 16,0 0-16-16,0 0 3 16,31-54 0-16,-24 41 3 0,0 3-1 15,-2-3 1-15,-1 0-1 16,0-1 4-16,1-3 7 16,-3-2 0-16,0 2 0 15,-2 0 7-15,2 5 8 16,-2 0 0-16,0 8-10 15,0-2-1-15,0 3-6 16,0 3-21-16,0 0-10 16,0 0-9-16,0 0-9 15,0 0-13-15,2 3-8 16,-2 11-4-16,3 11 25 16,-1 4 9-16,-2 7-1 15,0-1 0-15,0 2 0 0,0 2 1 16,0-6 0-16,0-3 1 15,0-3-1 1,0-6 0-16,0-2 0 16,0-5 6-16,0-5-5 0,0-2 0 15,0-1 1-15,0-2-1 16,0-4-1-16,0 0-26 16,0 0-65-16,9 0-89 15,4-4-123-15,1-6-418 0</inkml:trace>
  <inkml:trace contextRef="#ctx0" brushRef="#br0" timeOffset="110328.7">21924 15141 107 0,'0'0'281'0,"0"0"-83"0,0 0-28 15,0 0 6 1,0 0-38-16,0 0-56 0,0 0-7 15,127 77 2-15,-98-55-32 16,0 0 2-16,-5 0 11 16,0-4-32-16,-6 0-10 15,-1-5-15-15,-5-5 5 16,-3 1-4-16,-1-3-1 16,-4-2-1-16,0-2-14 15,-2-2-26-15,-2 0-31 16,0 0-45-16,0-6-110 15,0-4-260-15</inkml:trace>
  <inkml:trace contextRef="#ctx0" brushRef="#br0" timeOffset="110695.46">22149 15071 98 0,'0'0'201'16,"0"0"90"-16,0 0-76 16,0 0-10-16,0 0-61 15,0 0-71-15,0 0-73 16,-16 12 2-16,7 10-2 16,-2 9 59-16,-7 2 4 15,1 6-18-15,-6-4-12 16,4 6-7-16,-4-5-3 0,0-4 15 15,1-1 4-15,3-4-14 16,2-4-9-16,5-6-9 16,5-5 3-16,2-1-6 15,3-7-6-15,2-4 0 16,0 0 8-16,0 0-9 16,0 0-37-16,0 0-81 15,11 0-108-15,7-4-173 16,2-7-467-16</inkml:trace>
  <inkml:trace contextRef="#ctx0" brushRef="#br0" timeOffset="111845.44">22481 15252 75 0,'0'0'189'15,"0"0"-45"-15,0 0-51 16,0 0 29-16,0 0 3 16,0 0 29-16,0 0 35 15,-36 18-8-15,36-18-37 16,2 0-44-16,7 0-21 16,11 0-39-16,12 0-6 15,10 0 5-15,7 6 4 16,-1-6-17-16,0 0-4 15,-8 4 7-15,-11-4 3 16,-7 0-7-16,-9 0 3 0,-9 0-3 16,2 0-15-16,-6 0 0 15,0 0-8-15,0 0-1 16,0 0 0-16,0 0-1 16,0 0-22-16,0 0-32 15,0 0-15-15,0 0-40 16,0 0-86-16,6 0-119 15,5-8-405-15</inkml:trace>
  <inkml:trace contextRef="#ctx0" brushRef="#br0" timeOffset="115245.08">23075 15108 18 0,'0'0'0'0,"0"0"-18"15,0 0 18-15,0 0 180 16,0 0 8-16,0 0-15 16,0 0-7-16,-15 0-26 15,15 0-46-15,0 0-24 16,0 0-15-16,0 0 5 15,0 0 16-15,0-3 24 16,7-5-32-16,6-2-27 16,7-2-2-16,3 2-13 15,1-1-13-15,0 4-7 16,-1 3-6-16,-1 4 0 16,-5 0-6-16,2 4-5 15,-6 10-5-15,-2-2-12 0,-4 4-11 16,-5 0 6-16,-2 2 12 15,0 0 20-15,-6 0 1 16,-11-1 10-16,0-2-10 16,-5 2-6-16,1-3-16 15,2 0-10-15,1-7-11 16,2 2 12-16,7-3 5 16,0-6 14-16,7 0 12 15,0 0 12-15,2 0 11 16,0 0-14-16,0 0-8 15,2-4 0-15,7-2 17 16,0 1-11-16,4 2-7 16,3-1-10-16,-1 2 10 15,2 2 2-15,0 0-2 16,1 0-7-16,-1 0-3 0,2 0-1 16,-2 2 0-16,-3 5-1 15,-1 8 1-15,-4-3-7 16,0 4-16-16,-5 2-8 15,-2 2 11-15,-2-1 18 16,0 2 13-16,0 1-1 16,0-4 1-16,-13 1-2 15,-1-2 2-15,-3-3 44 16,-3 0 27-16,-1-2-2 16,-2 2 12-16,0-8-11 15,3 2-12-15,2-4-23 16,5 0-8-16,2-4-3 0,-1 0-4 15,1 0-13 1,0 0-7-16,0-9-68 0,6-14-89 16,5 1-122-16,0 1-264 0</inkml:trace>
  <inkml:trace contextRef="#ctx0" brushRef="#br0" timeOffset="115661.69">23457 15141 176 0,'0'0'279'16,"0"0"-51"-16,0 0-28 15,0 0-23-15,0 0-21 16,123-12-42-16,-98 12-31 0,2 0-21 15,0 0-14 1,2 0-23-16,-2 0-12 0,-2 0-11 16,-6 3-2-16,-5 1-9 15,-3-3-55-15,-2 3-57 16,-9-4-80-16,0 5-117 16,0-5-90-16</inkml:trace>
  <inkml:trace contextRef="#ctx0" brushRef="#br0" timeOffset="116211.68">23486 15154 186 0,'0'0'113'0,"0"0"-51"16,0 0 20-16,0 0-16 16,0 0-6-16,0 0-1 15,0 0-25-15,-72 64-19 16,72-64-8-16,0 0 10 16,6 0 24-16,13 0 60 15,5 0-20-15,8 0-35 16,-1 0-32-16,0 4-13 15,-4-4 1-15,0 4-2 0,-8 0 1 16,2 2-1-16,-3 1-7 16,-3 4-2-16,1 1 1 15,-3 2-4-15,0-4-1 16,-4 4-3-16,0 2 3 16,-5-2-11-16,-4 2-1 15,0 0 19-15,0 4 6 16,-4-2 16-16,-12 1 5 15,-1-6 1-15,-2 1 23 16,0-2-16-16,1-6 30 16,-5 3 0-16,4-9-1 15,-4 0-1-15,3 0-14 16,3 0 2-16,3 0-3 0,3 0-9 16,2 0-15-1,0-11-18-15,4 3-22 0,5-2-92 16,3-5-72-16,15 0-155 15,4-1-398-15</inkml:trace>
  <inkml:trace contextRef="#ctx0" brushRef="#br0" timeOffset="116646.16">23969 15123 13 0,'0'0'260'0,"0"0"-103"16,0 0-21-16,0 0 15 15,0 0-37-15,124 95-20 16,-90-73-3-16,0 0-4 0,-6-4 1 16,1 0-30-16,-4 0-6 15,-3-5-5 1,-1-5-20-16,-6 3-11 0,1-3-3 15,-5-4-4-15,-3 0-9 16,-3-2 0-16,0-2-55 16,-5 2-67-16,0-2-72 15,0 0-100-15,0 0-217 0</inkml:trace>
  <inkml:trace contextRef="#ctx0" brushRef="#br0" timeOffset="116978.58">24185 15111 58 0,'0'0'288'0,"0"0"-47"0,0 0-104 15,0 0-63-15,0 0-6 16,0 0 27-16,0 0 2 15,-65 94-4-15,43-51-22 16,-4 2-18-16,-1 3-6 16,-2-5-8-16,2 0 0 15,0-8-6-15,5-9 5 16,5-6 0-16,5-5-11 16,5-8 1-16,5-3-18 0,2 0 3 15,0-4 3 1,0 0-16-16,0 0-14 0,0 0-94 15,0-4-89-15,7-9-309 0</inkml:trace>
  <inkml:trace contextRef="#ctx0" brushRef="#br0" timeOffset="117429.19">24502 15186 71 0,'0'0'291'15,"0"0"-63"-15,0 0-40 0,0 0-13 16,0 0-2-1,0 0-24-15,0 0-50 0,125 0-24 16,-90 0-14-16,-1 0-24 16,-8 0-23-16,-6 0-14 15,-6 0-10-15,-6 0-61 16,-3 0-61-16,-3 0-91 16,-2 0-95-16,0-4-20 15</inkml:trace>
  <inkml:trace contextRef="#ctx0" brushRef="#br0" timeOffset="117661.66">24567 15316 434 0,'0'0'269'15,"0"0"-18"-15,0 0-9 16,155 0-71-16,-110 0-74 16,-10 0-51-16,-6-6-28 15,-6 0-18-15,-7 4-49 16,3-16-80-16,-3 2-165 16,-3 0-423-16</inkml:trace>
  <inkml:trace contextRef="#ctx0" brushRef="#br0" timeOffset="119661.46">25092 15011 137 0,'0'0'331'0,"0"0"-77"15,0 0-57-15,0 0-51 16,0 0-70-16,0 0-21 16,0 0-6-16,96-16 0 15,-65 16-5-15,-2 0-21 16,-2 9-17-16,-3 2-4 15,-2 3 6-15,-3 0-8 16,-7 1-1-16,-2-2-5 0,-8 3-6 16,-2-1-4-1,0 2 15-15,-12 0-2 0,-10 1-4 16,-4-3 7-16,-3 2-7 16,0-4 1-16,2-4-8 15,5-4-2-15,6 0-12 16,7-5 2-16,5 4 7 15,1-4 19-15,3 0 9 16,0 0 5-16,0 0 6 16,0 0 5-16,9 0 10 15,5 0-16-15,1-4-18 16,5-5 9-16,1 8-2 16,0-2 0-16,2 3-7 15,0 0-1-15,-1 0 0 16,-3 0-6-16,2 8 6 0,-4 5-1 15,-1-3 1-15,-5 2 0 16,-1 2 0-16,-4 0 0 16,-4 3-11-16,-2 2 2 15,0 2 8-15,0-2 0 16,0 3 0-16,-14-6 1 16,-1 2 0-16,-1-3 18 15,-3-2 13-15,0-5 7 16,2-2 7-16,1-2 0 15,5 0 0-15,0-4-5 16,2 0 2-16,0 0-7 16,-2 0-12-16,2-4-13 15,-2-6-10-15,3 2-61 16,4-10-63-16,4 4-96 0,0 0-185 0</inkml:trace>
  <inkml:trace contextRef="#ctx0" brushRef="#br0" timeOffset="120111.86">25649 15004 58 0,'0'0'151'0,"0"0"60"16,0 0-67-16,0 0-21 16,0 0-22-16,0 0-22 15,0 0-8-15,15 0 20 16,8 0 25-16,6 0-36 0,4 4-17 16,3-1-9-16,4 2-9 15,-2 4-13-15,0-5-10 16,-5 0-11-16,-4 0-10 15,-8 2-1-15,-11-2-48 16,-10-2-90-16,0 3-163 16,-2-5-217-16</inkml:trace>
  <inkml:trace contextRef="#ctx0" brushRef="#br0" timeOffset="120712.3">25609 15058 162 0,'0'0'98'16,"0"0"-10"-16,0 0-13 15,0 0-22-15,0 0-15 16,0 0-9-16,0 0 1 16,-53 110-4-16,53-105-10 15,0-1 39-15,15 1 56 0,1-5-6 16,1 0-8-16,6 0-12 16,-1 0-8-16,3 0-26 15,-1 0-17-15,2 0-9 16,-3 0-16-16,0 0-9 15,-6 0 0-15,-1 4 0 16,-1 0-6-16,-3 5-2 16,1-3 7-16,-1 2-1 15,-4 5 1-15,-1-5 0 16,-5 4 1-16,0 0-1 16,-2 2-1-16,0-2 1 15,0 2 1-15,-2 0 5 16,-11-2 18-16,1-2 6 0,-1-3 6 15,-3-2-7 1,3-1 4-16,-3-4 13 0,-1 2 10 16,1-2-6-16,-2 0-18 15,0 0-11-15,5 0-1 16,1 0-7-16,4 0-11 16,1 0-1-16,3 0-3 15,0-4-35-15,2 2-26 16,-2-3-31-16,4 1-74 15,0-4-64-15,0-1-120 16</inkml:trace>
  <inkml:trace contextRef="#ctx0" brushRef="#br0" timeOffset="121328.62">26017 15109 121 0,'0'0'140'0,"0"0"-49"0,0 0 6 15,0 0-24-15,0 0-13 16,0 0-11-16,0 0-2 16,-43 113 12-16,41-95 1 15,0 4-14-15,2 0-9 16,0-2 1-16,0 0-6 15,0-3 7-15,11-2 6 16,4-7 7-16,6 2 30 16,-2-1-8-16,4-6-31 15,-1-2-6-15,3 2 3 16,-3-3-6-16,0 0-16 0,3 0-6 16,-3-3-3-1,0-5 2-15,-2-5-3 0,3-3-1 16,-6-4-1-16,-1-2 13 15,-3-2 52-15,-3-2 16 16,-4-5-7-16,-6 3-30 16,0 2 1-16,0 0 0 15,-6 2-10-15,-17 3-40 16,-8-4-1-16,-10 9-9 16,-3 7-61-16,-7 6-65 15,0 3-51-15,-21 12-69 16,15 2-108-16,10 0-211 0</inkml:trace>
  <inkml:trace contextRef="#ctx0" brushRef="#br0" timeOffset="124728.88">26723 14997 108 0,'0'0'489'16,"0"0"-279"-16,0 0 2 16,0 0-38-16,0 0-73 15,0 0-40-15,0 0-23 16,0-20-38-16,0 38-15 15,2 12 15-15,3 6 33 16,-3 5 12-16,0-2-20 16,0 2-9-16,-2-5 7 15,2-6-11-15,-2 2-1 16,2-10 7-16,1-4-2 0,-1-4-8 16,-2-5-6-16,3-2-1 15,-3-5 0-15,2-2 8 16,-2 0-9-16,2 0-28 15,0 0-27-15,1-6-64 16,-1-7-187-16,-2 0-395 0</inkml:trace>
  <inkml:trace contextRef="#ctx0" brushRef="#br0" timeOffset="124963">26620 15199 332 0,'0'0'290'15,"0"0"-11"-15,0 0-19 16,0 0-57-16,125 0-61 16,-94 0-72-16,0 0-46 15,-2 0-24-15,2 0-42 16,12 0-112-16,-9 0-138 15,-5 0-271-15</inkml:trace>
  <inkml:trace contextRef="#ctx0" brushRef="#br0" timeOffset="126094.88">27300 14997 58 0,'0'0'229'0,"0"0"-106"15,0 0-29-15,0 0-3 16,0 0-8-16,0 0 2 16,0 0-4-16,-92 90-11 15,79-66-24-15,5 2 4 16,1 0 0-16,2 4-3 16,5 3-3-16,0-5 6 0,0 2-12 15,9-4-5-15,7 1-11 16,2-4 10-16,3 0-10 15,2-10 20-15,-3 1 4 16,3-1-12-16,-4-9-8 16,2-2 10-16,1-2 6 15,0 0-2-15,0 0-20 16,3 0-8-16,-2-11-2 16,-4-3-4-16,-3 0 2 15,-1-2 0-15,-5-2 0 16,-2-1-8-16,-3-2 18 15,-3-2 1-15,-2 6 0 16,0-1 0-16,0 0-5 0,-9 4-6 16,-9 6-8-1,-4-1-14-15,-4 9 13 0,-6 0-14 16,-4 0-8-16,-2 9-15 16,5 3-5-16,2 4-22 15,6 1-6-15,8 4-37 16,9-3-60-16,8 0-58 15,12-5-112-15,9-5-227 0</inkml:trace>
  <inkml:trace contextRef="#ctx0" brushRef="#br0" timeOffset="126664.03">27708 15102 5 0,'0'0'157'0,"0"0"-7"15,0 0-77-15,0 0 30 16,0 0-4-16,0 0-28 16,0 0 0-16,-112 102-5 15,108-80 2-15,2 0-3 16,2 2 13-16,0 2-7 15,6-4-9-15,7-1-24 16,3-2-14-16,3-5 21 16,0-4-3-16,1-3-13 15,1 2 5-15,0-9 21 16,4 0-7-16,0 0-16 16,2-4-8-16,2-13-5 15,2-2-4-15,-4-4-14 0,-4-2 8 16,-2-1-2-16,-6-2 2 15,-5-4 13-15,-10 2-3 16,0-3-5-16,0 3 5 16,-19 2-9-16,-3 0 2 15,-4 5-12-15,-3 6-19 16,-2 11-80-16,-21 6-67 16,10 12-147-16,-1 6-205 0</inkml:trace>
  <inkml:trace contextRef="#ctx0" brushRef="#br0" timeOffset="132961.45">22988 16312 202 0,'0'0'140'0,"0"0"-42"0,0 0 0 15,0 0 3 1,0 0-20-16,0 0 1 0,-11 5 15 16,11-5 10-16,0 0-7 15,0 0-26-15,0 0 5 16,0 0-3-16,3 0-21 15,3-5-7-15,2-5-8 16,0-2-19-16,3-2-10 16,1 0-9-16,-1-4 12 15,1 4-1-15,-2 2-5 16,-1 2 13-16,-1-4 6 16,-1 6-8-16,-2-1 7 15,-1 0 6-15,1 5-4 16,-3-4-4-16,0 4-3 15,0 2-8-15,-2 2-6 0,2 0-1 16,-2 0-3-16,0 0 4 16,0 0 6-16,0 0-13 15,0 0-4-15,0 0-21 16,0 18-26-16,0 8 47 16,3 10 4-16,4 7 1 15,-3 5 0-15,3-1-1 16,-3 0 2-16,0-3-2 15,-1-4 7-15,1-4-5 16,-2-10-1-16,3-4-1 16,-3-7 0-16,1-7 6 15,-1 1-4-15,0-9 6 16,0 4 0-16,2-4-1 16,-1 0 0-16,-1 0-7 15,4 0-25-15,6 0-74 0,15-18-49 16,-3 0-174-1,0 0-309-15</inkml:trace>
  <inkml:trace contextRef="#ctx0" brushRef="#br0" timeOffset="133677.91">23574 16137 212 0,'0'0'160'0,"0"0"-89"15,0 0-3-15,0 0-12 16,0 0-10-16,0 0-4 16,0 0 3-16,-102-6 5 0,85 6 1 15,1 3-6-15,1 5-5 16,1 2-18-16,1 2-12 15,1 5-3 1,1 6 6-16,5-1 0 0,1 4 3 16,3 6 1-16,2-4-8 15,0 7 3-15,0-3-12 16,11 0 1-16,4 2 0 16,1-2 0-16,5 0 11 15,-4-6-11-15,1 0-1 16,-1-8-13-16,-1-4 2 15,-3-2 11-15,3-11 16 16,-5 4 5-16,3-5 10 0,-1 0 11 16,0 0 5-1,-1-10 9-15,1-4 11 0,-1 2-1 16,-4-2-16-16,1-4-13 16,-3 0 13-16,0-1-8 15,-4 0 6-15,-2-1 12 16,0 2-2-16,0 2-13 15,0 1-17-15,-8 2-14 16,-5-1-13-16,-3 6 0 16,-1-1 4-16,-8 9-5 15,1 0-9-15,-5 0-16 16,2 0-27-16,3 17-40 16,1 7-51-16,5 6-60 15,10-2-119-15,3-6-174 0</inkml:trace>
  <inkml:trace contextRef="#ctx0" brushRef="#br0" timeOffset="134180.82">23782 16231 72 0,'0'0'233'0,"0"0"-55"16,0 0 9-16,0 0-34 15,0 0-31-15,129 107-29 0,-98-80-34 16,-4 5 3-16,0-6-1 15,0-4-6-15,-1-5 3 16,-1-2 9 0,-1-5-28-16,-4-2-17 0,-2-4-8 15,-5 1-14-15,-4-5-4 16,-4 2-34-16,0-2-44 16,-3 0-84-16,-2 0-105 15,0 0-100-15</inkml:trace>
  <inkml:trace contextRef="#ctx0" brushRef="#br0" timeOffset="134511.43">24027 16208 497 0,'0'0'251'16,"0"0"-101"-16,0 0-70 16,0 0-69-16,0 0 12 15,0 0 32-15,0 0 3 16,-83 125-1-16,59-75-18 16,-5 4-3-16,-2 4 9 0,2-5-19 15,2-12-6 1,7-5-1-16,7-10-2 0,4-8-6 15,4-6-3-15,5-6-6 16,0-1-1-16,0-5-1 16,0 0-55-16,10 0-79 15,5-6-80-15,1-3-161 0</inkml:trace>
  <inkml:trace contextRef="#ctx0" brushRef="#br0" timeOffset="135178.65">24370 16276 245 0,'0'0'185'0,"0"0"-81"0,0 0-23 15,0 0-47-15,0 0-15 16,0 0 72-16,0 0 20 15,74 8-20-15,-41-4-21 16,3-4-21-16,-3 0-26 16,-2 2-9-16,-4-2-8 15,-4 0-6-15,-6 0-23 16,-1 3-33-16,-5-3-73 16,-3 0-93-16,-5 0-120 15,-3 0-9-15</inkml:trace>
  <inkml:trace contextRef="#ctx0" brushRef="#br0" timeOffset="135478.77">24479 16459 248 0,'0'0'292'0,"0"0"-51"16,0 0-14-16,0 0-34 15,129 0-51-15,-97 0-26 16,-5 0-28-16,-7-4-23 0,-5 0-10 16,-4 2-36-1,-4 0-11-15,-5 2-8 0,1-2 0 16,-3 2-38-16,0 0-67 15,0-4-66-15,-9-4-129 16,-5 4-302-16</inkml:trace>
  <inkml:trace contextRef="#ctx0" brushRef="#br0" timeOffset="140194.64">25203 16084 253 0,'0'0'295'0,"0"0"-110"0,0 0-26 16,0 0-35-16,0 0-49 16,0 0-37-1,0 0-15-15,4 0-23 0,-4 0-1 16,-8 8-31-16,-3 10 32 16,-5 1 12-16,-1 2 20 15,-6 3-22-15,-2 2-4 16,-2-3 8-16,4-2-1 15,0 2-13-15,1-6 0 16,4 1-29-16,4-8-1 16,6-1-25-16,4-1 4 15,4-8-1-15,0 0-6 16,0 0 12-16,0 0 46 0,4 0 2 16,9 0 16-16,3 0-10 15,3 0-1 1,6 0 12-16,2-5-3 0,2 2-3 15,4 3 7-15,3 0 3 16,-1 0 10-16,4 0 9 16,-4 0 0-16,-1 0-10 15,-5 0-18-15,-5 0-12 16,-4 3-1-16,-2-3-1 16,-3 5-3-16,-1-5-33 15,-1 0-38-15,-1 0-50 16,-6 0-114-16,-1-8-88 0</inkml:trace>
  <inkml:trace contextRef="#ctx0" brushRef="#br0" timeOffset="140646.4">25248 16062 273 0,'0'0'314'16,"0"0"-91"-16,0 0-17 0,0 0-50 16,0 0-67-16,0 0-24 15,0 0-17-15,-8-19-8 16,8 19-40-16,0 0-1 15,0 19-11-15,0 11 12 16,0 2 40-16,0 8-6 16,2 4-9-16,2 0-2 15,0-2 1-15,-2-2-10 16,1 0 5-16,-1-5-7 16,-2-3-11-16,2-6 12 15,-2-6-2-15,2-3 1 16,0-4-3-16,-2-3-8 15,2-2 10-15,-2-4-9 16,0-4-2-16,3 0-14 16,0 0-32-16,1 0-44 0,9-4-70 15,1-10-176 1,1-1-449-16</inkml:trace>
  <inkml:trace contextRef="#ctx0" brushRef="#br0" timeOffset="141294.92">25533 16365 427 0,'0'0'284'0,"0"0"-62"16,0 0-48-16,0 0-61 15,0 0-31-15,0 0-19 16,0 0-5-16,4-54-13 15,3 41-15-15,-2-5 4 16,2 0-5-16,-5 0 11 0,2-3 3 16,0 2-5-1,-1 5-8-15,-1-3-4 0,0 4-7 16,0 3 2-16,-2-3 5 16,3 7-7-16,-3 4 0 15,0 2-4-15,2 0-8 16,-2 0 0-16,0 0-7 15,0 0 0-15,0 0-7 16,0 0-10-16,0 0-16 16,0 2-16-16,0 17 27 15,5 4 16-15,-3 8 6 16,2-1-2-16,0 7 2 16,-1-2 0-16,-1-3 3 0,0 1-3 15,-2-3 0 1,0-4 1-16,0-8 4 0,0-1-4 15,2-2-1-15,0-7 0 16,4-6 1-16,-2-2 8 16,0 0-2-16,0 0-7 15,3 0-25-15,3 0-21 16,7-10-91-16,-1-8-188 16,-1 4-347-16</inkml:trace>
  <inkml:trace contextRef="#ctx0" brushRef="#br0" timeOffset="141910.82">25828 16043 49 0,'0'0'199'0,"0"0"-101"0,0 0-15 16,0 0-1-16,0 0 0 16,0 0 3-16,0 0-8 15,-83 113 11-15,74-88-20 16,2 2 0-16,2-4-5 16,5 4-5-16,0-1 7 15,0 1-14-15,5-4-18 16,9-1 2-16,-1 5-16 15,3-9 10-15,-1-1-13 16,-1-4 0-16,1-3 14 16,-1-6 14-16,3-2 25 15,1-2-3-15,0 0-25 16,2-6-12-16,3-8-12 0,-4-4-8 16,3-4-2-16,-3-9 3 15,-4 4-1-15,-3-4-7 16,-6 0 12-16,-6-5 17 15,0 5-13-15,0-1-18 16,-18 0-1-16,-7 2 1 16,-3 0-11-16,-8 6-32 15,-2 8-59-15,-18 14-50 16,12 2-135-16,2 0-121 0</inkml:trace>
  <inkml:trace contextRef="#ctx0" brushRef="#br0" timeOffset="153561.02">23002 16646 20 0,'0'0'0'0,"0"0"0"15,0 0 241-15,0 0-73 0,0 0-56 16,0 0-9-16,0 0-2 16,0 0 11-16,0 0-12 15,0 0-23-15,0 0-20 16,0 0-16-16,0 0-15 15,0 0-26-15,0 2-3 16,0 5-4-16,2 1 7 16,1 2 22-16,-1 3 4 15,2 0-13-15,-2 1-3 16,0 0-9-16,0 2 9 16,2-1-8-16,-4-1 4 15,0-2-6-15,0 2 1 16,0-4-1-16,0-2 0 15,0-4-1-15,2-2-6 16,0 2-3-16,0-4 0 0,2 0 10 16,-1 0 2-16,1 0 12 15,2 0 23-15,4 0-16 16,1 0-12-16,-1-6 1 16,2 2-9-16,-1 0 0 15,0 0-1-15,3 0 0 16,1 2 1-16,1-2-1 15,4-1-1-15,0 5 0 16,0 0 1-16,0 0-1 16,0 0 0-16,-2 0 0 15,2 0 1-15,2 0-1 16,1 0 1-16,-1 0-1 16,0 0 1-16,3 0 1 0,-3 0 1 15,-3 0-1-15,2 0 6 16,-3 0-6-16,-1 0 0 15,-1 0 0-15,2 0 0 16,-2 0 5-16,-1 0-5 16,1 0 1-16,-1 5 0 15,1-5 4-15,-3 4-5 16,1-4 0-16,-1 0 0 16,-1 0-1-16,-4 0 2 15,3 0 8-15,-2 0-4 16,0 0-4-16,0 2 4 15,2-2-5-15,-4 0 1 16,2 4-1-16,-5-4-1 0,1 0 1 16,-3 0 9-1,0 0 5-15,-2 0-1 0,2 0 2 16,-2 0 6-16,0 0 4 16,0 0 8-16,2 0 2 15,-2 0-23-15,3-10-3 16,-1 2 9-16,-2 2 22 15,0-6 8-15,0 3 7 16,0 4-8-16,0-4-4 16,0 3-9-16,0 3-12 15,0-1-12-15,0 4-11 16,0 0-9-16,0 0-31 16,0 0-77-16,0 0-73 0,-11 4-27 15,0 5-63-15,0 4-227 0</inkml:trace>
  <inkml:trace contextRef="#ctx0" brushRef="#br0" timeOffset="164246.24">30459 12241 211 0,'0'0'140'0,"0"0"-41"16,0 0 31-16,0 0-32 15,0 0-11-15,25 45-19 16,-14-31 43-16,5 2-4 15,6 5 10-15,0 0-7 16,5 5-42-16,2 4-14 16,-2 2-22-16,-2 0-15 15,-2-2-4-15,0 1-7 16,-3-5 4-16,-3-4-2 0,-3-2-7 16,-1-6 1-16,-3-2-1 15,-1-4 0-15,-5-4 5 16,0-2-4-16,-2 0-2 15,-2-2-9-15,0 0-29 16,0 0-20-16,0-8-111 16,0-8-226-16,-4 2-425 0</inkml:trace>
  <inkml:trace contextRef="#ctx0" brushRef="#br0" timeOffset="164694.37">30763 12300 328 0,'0'0'251'0,"0"0"-26"16,0 0-59-16,0 0-63 16,0 0-37-16,0 0-28 15,0 0-9-15,-14 0-29 0,7 0-4 16,-4 10 4-16,-5 6 16 16,-3 8 9-16,-6 4 17 15,-2 8 3-15,-2 3-16 16,0 1-12-16,0-2-8 15,2-4-3-15,4-2-5 16,2-7 1-16,3-4 6 16,3-6-7-16,6-7 1 15,2-2-1-15,5-3 6 16,0-3 5-16,2 0 11 16,0 0 1-16,0 0-24 15,0 0-3-15,0-11-167 16,8-2-322-16</inkml:trace>
  <inkml:trace contextRef="#ctx0" brushRef="#br0" timeOffset="165361.81">30921 12466 3 0,'0'0'273'0,"0"0"-93"16,0 0-30-16,0 0-10 15,0 0-10-15,118 15-19 16,-87-13-27-16,0 1-33 0,-4 0-27 16,-2 1-11-1,-4-3-13-15,0 3-1 0,-6 1-39 16,-1-4-40-1,-3 3-61-15,-3-1-53 0,-8-3-25 16,0 0-265-16</inkml:trace>
  <inkml:trace contextRef="#ctx0" brushRef="#br0" timeOffset="165610.58">31006 12584 235 0,'0'0'139'0,"0"0"25"0,0 0 30 16,0 0 8-16,0 0-11 16,0 0-19-16,0 0-23 15,116 43-41-15,-95-43-62 16,-3 0-25-16,0 0-18 15,-2 0-3-15,1 0-70 16,12 0-115-16,-4 0-161 16,-3-2-320-16</inkml:trace>
  <inkml:trace contextRef="#ctx0" brushRef="#br0" timeOffset="166461.16">31660 12362 9 0,'0'0'7'15,"0"0"169"-15,0 0-43 16,0 0-71-16,0 0 17 16,0 0 2-16,-118 116-38 15,93-96 21-15,4 1-40 16,0-3-15-16,1 2-9 15,5-5 2-15,1 0-2 16,5-3 0-16,3-4-8 0,4-4-3 16,0-1 9-1,2-2 2-15,0-1 0 0,0 0 8 16,0 0 8-16,0 0 4 16,0 0 19-16,4 0 6 15,5 0-30-15,4 0-14 16,5-1 1-16,2-4 12 15,5 1 20-15,-1 2 12 16,5 2 17-16,4-2 10 16,3 2 12-16,0-2 0 15,2 2-9-15,-3 0-21 16,-6 0-23-16,-2 0-21 16,-9 0-10-16,-5 0-1 15,-4 0-53-15,0 0-59 0,-2 0-75 16,-3 0-73-16,-2-4-27 15</inkml:trace>
  <inkml:trace contextRef="#ctx0" brushRef="#br0" timeOffset="166827.56">31710 12378 261 0,'0'0'282'0,"0"0"-70"15,0 0 0-15,0 0-106 16,0 0-89-16,0 0-17 0,0 0 0 16,0 34 32-16,0-7 24 15,0 5-9-15,0 0 8 16,0-1-6-16,0 1-9 15,0-1 1-15,0-6-3 16,4-2 5-16,0-3-11 16,1-4-13-16,-3-4-6 15,0-2-5-15,0-4-7 16,0 0 8-16,-2-5-2 16,0 2-7-16,2-3-35 15,1 0-59-15,4 0-48 16,0-3-100-16,1-8-263 0</inkml:trace>
  <inkml:trace contextRef="#ctx0" brushRef="#br0" timeOffset="167398.75">31968 12583 189 0,'0'0'309'15,"0"0"-139"-15,0 0-1 16,0 0-42-16,0 0-37 15,0 0 1-15,0 0-20 16,-2-89-9-16,2 73-21 16,0 0 2-16,0 2 15 15,0 2-14-15,0 3-9 16,0 0-8-16,0 5-6 16,0 0 2-16,0 0 3 15,0 2 3-15,0 2-3 16,0 0-23-16,0 0-3 0,0 0-17 15,0 0-20 1,0 4-6-16,0 10 22 0,0 7 15 16,0 4 5-16,0 5 2 15,0 3-1-15,0-2 0 16,0 0 2-16,0-3-2 16,0-4 1-16,0-3 0 15,0-2 1-15,0-5 3 16,2-4-5-16,-2-4-1 15,0-2 1-15,0-2 1 16,0-1 5-16,0-1-6 16,0 0-5-16,2 0-17 15,0 0-28-15,2 0-53 16,1-11-165-16,0-1-272 0</inkml:trace>
  <inkml:trace contextRef="#ctx0" brushRef="#br0" timeOffset="168027.44">32209 12394 214 0,'0'0'99'16,"0"0"-21"-16,0 0 20 15,0 0-23-15,0 0 5 16,0 0 0-16,0 0-9 16,-58 117-13-16,51-91-19 15,3-1-16-15,4 4-7 16,0-5-6-16,0 0 2 0,0-2 1 16,4-4 7-1,7-2 17-15,3-3 11 0,1-6 10 16,3-1 17-16,2-5 8 15,2-1-1-15,-1 0-22 16,0 0-22-16,-1-7-9 16,1-3-2-16,-2-4-2 15,-3 0 1-15,-1-2-5 16,-1-2 3-16,-5-3-2 16,0 0-1-16,-7-3-1 15,-2-2 0-15,0 0-5 16,0-2 11-16,-11-3 6 15,-9 4-18-15,-4 0-13 16,-7 5-1-16,-4 4 0 16,-2 4-22-16,-1 8-77 0,0 4-44 15,-11 2-106-15,9 0-262 16,7 6-148-16</inkml:trace>
  <inkml:trace contextRef="#ctx0" brushRef="#br0" timeOffset="169593.89">23495 16866 15 0,'0'0'62'16,"0"0"163"-16,0 0-65 15,0 0-74-15,0 0 5 16,0 0-29-16,0 0-24 16,-9 13 7-16,9-11 21 15,0 1 18-15,0 5-3 16,0 0-9-16,0 6-1 0,0 1-25 16,0-2-5-16,0 3-17 15,0 2-3-15,2 0-8 16,5 5-7-16,-1-6 2 15,3 5 18-15,2-4 3 16,0 6-4-16,7 2 4 16,0-3 3-16,4 3-7 15,5 2-9-15,0-2-2 16,4 1-1-16,0 4-7 16,3-5 4-16,-1 2-10 15,0-2 10-15,5 1-9 16,-2-4 5-16,4-1 0 15,2 0 7-15,3 0-13 0,4-8 0 16,7 3 9-16,2-7-8 16,6-6 8-16,5-4-8 15,0 0 6-15,1 0-7 16,-4-9 6-16,-1 0-6 16,-3 0-1-16,-4-4-9 15,-7-1 3-15,-4-9 7 16,-5 1 0-16,-3-4 8 15,-4-6 27-15,1 2 6 16,-3-3-7-16,-2 8-14 16,-2-2-5-16,0-4-9 15,-2 5-5-15,-5 2 1 16,-4-2 6-16,-5 3-7 16,-3 5 0-16,-4 4-1 15,-4 6-7-15,-2 8-25 0,0-4-43 16,0 4-96-16,0 0-121 15,0 0-115-15,-8 8-196 16</inkml:trace>
  <inkml:trace contextRef="#ctx0" brushRef="#br0" timeOffset="170579.12">24943 17030 155 0,'0'0'220'16,"0"0"-96"-16,0 0-34 15,0 0-56-15,0 0-15 16,0 0 6-16,0 0 14 16,13 18 26-16,5-14 23 15,2-4-15-15,2 0-22 16,3 0-16-16,-1 0-18 16,1 0-7-16,-3 0-8 15,0-8 5-15,-1 2-6 16,-4-2 5-16,-3 1 5 15,-3 1 15-15,-3 1 7 16,-2 5-9-16,-4 0-11 0,0 0-13 16,-2 0-1-1,0 0-14-15,0 0-5 0,0 0-16 16,0 0 20-16,0 11 16 16,0 0 1-16,0 7 0 15,0 4 0-15,-2 1-1 16,-4 0 0-16,4-1-1 15,2 4 1-15,-2-7-1 16,2-1 1-16,0 0 0 16,0-6 0-16,0-2 1 15,0 1 5-15,0-5-6 16,-2-1 2-16,2-5-2 0,0 0 1 16,-2 0 18-16,2 0 6 15,-2 0-8-15,-1 0-17 16,-1-8 0-16,0-2-16 15,-3 2-7-15,-2-2-11 16,-2-3 16-16,-3 0 2 16,1-1 4-16,-2 0 12 15,-1-2 8-15,1 2 15 16,-1 0 5-16,1 1-2 16,1 8 1-16,1-4 2 15,3 5-13-15,4-1-7 16,1 5-8-16,3 0 0 15,2-5 0-15,0 5-1 16,0 0 0-16,0 0-19 16,2 0 10-16,11 0 9 0,3 0 9 15,3 0-9-15,0 0 0 16,1 0-17-16,-2 0-12 16,-2 0-36-16,-1 0-68 15,-6 0-100-15,-2 5-165 16,-3 0 90-16</inkml:trace>
  <inkml:trace contextRef="#ctx0" brushRef="#br0" timeOffset="174794.23">31264 12818 22 0,'0'0'0'0,"0"0"0"16,0 0 169-16,0 0-21 0,0 0-28 16,0 0-16-1,0 0-36-15,-7 3-8 0,7-3 15 16,0 0-4-16,0 0-12 15,13 0 11-15,10 4-15 16,10 0-5-16,10 0-4 16,10 2-5-16,11 1-5 15,17-1 9-15,8-2-7 16,11-1-11-16,5 2-4 16,0-1-14-16,-5 0 4 15,-11 2-12-15,-13-2 14 16,-13 0 5-16,-13 0-1 0,-9-4 0 15,-10 1 5 1,-7-1-6-16,-6 3-9 0,-5-1-9 16,-3 2-2-1,-6-1-15-15,-2 3-62 0,-2 3-69 16,0-1-17-16,0-2-43 16,-6-1-72-16,-10 2-295 0</inkml:trace>
  <inkml:trace contextRef="#ctx0" brushRef="#br0" timeOffset="175744.26">31710 13102 241 0,'0'0'136'16,"0"0"-17"-16,0 0 11 15,0 0-29-15,0 0 22 0,0 0-3 16,0 0-10 0,11-61-15-16,-11 60-18 0,0 1-31 15,0 0-9-15,2 0 0 16,-2 0-8-16,0 0-17 16,0 0-12-16,0 0-11 15,0 1-14-15,2 14 5 16,2 5 20-16,-2 8 13 15,0 7-6-15,4 0 5 16,-4 5-11-16,2 0 11 16,-2 0-12-16,3-3 6 15,-3-3-5-15,0-8 0 16,-2-2-1-16,0-6 0 16,0-6 0-16,0-4 0 15,0-2 1-15,0-6-1 0,0 0 13 16,0 0 6-16,0 0 0 15,0 0 0-15,2 0-9 16,0 0-10-16,12-4-112 16,-1-6-211-16,3 0-426 0</inkml:trace>
  <inkml:trace contextRef="#ctx0" brushRef="#br0" timeOffset="176579.64">32222 13058 32 0,'0'0'71'0,"0"0"129"16,0 0-102-16,0 0-16 16,0 0-35-16,0 0-29 15,0 0-5-15,-132-8 13 16,112 16 2-16,1 2-4 15,-2 5 1-15,3-1-2 16,1 5-16-16,3 5 2 16,1 0 31-16,2 5-7 15,4 0-7-15,2 0-4 0,5-2-9 16,0 0 9-16,0-4-8 16,14-2 11-16,6-4 25 15,0-2-15-15,3-3-13 16,-4-2-8-16,4-2-4 15,-1-4-1-15,-3 0 10 16,0-4 4-16,-1 0 3 16,-3 0 0-16,-1 0 7 15,-3-5 18-15,-5-4 17 16,1-3-17-16,-2 0-11 16,-1-3 5-16,1 0-10 15,-3-3 4-15,0 0-5 16,-2-3 9-16,0 5 14 0,0 0-6 15,0 2-20 1,-7 5-6-16,-2-2 2 0,-2 5-10 16,-4 5-17-16,-3 1-10 15,-7 0-3-15,-6 4-5 16,0 11 11-16,-3 3-18 16,1 2-8-16,4 3-33 15,6 1-47-15,8-2-34 16,1 2-60-16,8-6-83 15,2-2-110-15</inkml:trace>
  <inkml:trace contextRef="#ctx0" brushRef="#br0" timeOffset="185228.74">30199 14279 243 0,'0'0'233'0,"0"0"-81"15,0 0-4-15,0 0-26 16,0 0-21-16,0 0-13 16,-9 0 5-16,9 0-9 15,4 0-5-15,5 0-18 16,4 4-19-16,8 10 25 15,8 5 2-15,6 6-23 16,3 3-24-16,5 2-6 16,-3 1-10-16,-5 1-5 15,-1-4 0-15,-8-2-1 0,-5-3 0 16,-4-4-11-16,-1-1-1 16,-3-3-3-16,-4-6-15 15,-2-3-11-15,-2 2-4 16,-1-8-29-16,-2 0-29 15,0 0-39-15,-2 0-35 16,0 0-77-16,0-10-71 16</inkml:trace>
  <inkml:trace contextRef="#ctx0" brushRef="#br0" timeOffset="185628.83">30488 14247 452 0,'0'0'294'15,"0"0"-116"-15,0 0-38 16,0 0-62-16,0 0-43 15,0 0-27-15,0 0-6 16,-24 32 36-16,9-3 44 16,-4 4-14-16,-3 5-18 15,-2 1-7-15,-1-2-14 0,3 1-13 16,1-9-4-16,4-4-11 16,3-6 1-16,6-5-1 15,1-3 6-15,5-9-6 16,0 1-1-16,2-2 6 15,0-1 3-15,0 0-9 16,0 0-16-16,0 0-51 16,0 0-84-16,2 0-108 15,11-6-297-15</inkml:trace>
  <inkml:trace contextRef="#ctx0" brushRef="#br0" timeOffset="186162.11">30756 14386 143 0,'0'0'150'16,"0"0"-13"-16,0 0 12 16,0 0-19-16,0 0-12 15,0 0-5-15,0 0-35 16,13 5-19-16,10 0 36 15,8-2-18-15,2 1-38 16,3 1-7-16,-1-4-19 16,-6 4-13-16,-2-4-30 0,-4 2-57 15,-6-2-52-15,-1-1-43 16,-7 0-55-16,-5 0-72 0</inkml:trace>
  <inkml:trace contextRef="#ctx0" brushRef="#br0" timeOffset="186414.43">30721 14489 279 0,'0'0'285'15,"0"0"-42"-15,0 0-38 16,119 8-43-16,-82-6-56 16,-2 1-48-16,-4-2-31 15,-6 2-18-15,-6-1-9 16,2-2-43-16,1 0-89 16,-2-5-140-16,-4-5-250 0</inkml:trace>
  <inkml:trace contextRef="#ctx0" brushRef="#br0" timeOffset="187277.04">31575 12719 186 0,'0'0'110'16,"0"0"-13"-16,0 0 19 15,0 0-7-15,158-40 28 16,-102 20-12-16,11-2-18 16,11-4-10-16,10-2-23 15,5 0-5-15,-2-2-8 16,-1 2 2-16,-15 3-23 15,-8 6-6-15,-18 5-20 16,-13 3-4-16,-14 7-10 16,-9 2 0-16,-9 1-25 0,-4 1-66 15,0 0-93-15,-4 0-58 16,-15 3-23-16,-8 6 66 0</inkml:trace>
  <inkml:trace contextRef="#ctx0" brushRef="#br0" timeOffset="187960.67">31320 13419 5 0,'0'0'15'15,"0"0"151"-15,0 0-50 16,0 0-77-16,0 0 8 16,0 0-11-16,0 0-8 15,87 0 24-15,-61-10 31 16,6-4 0-16,1 0 5 16,5-2-13-16,6 0-2 15,5-5-12-15,14 0 4 16,10-3-7-16,12-5-2 15,10-3 17-15,3 3 9 16,1-4 13-16,-10 6-10 0,-16 0-8 16,-12 7-20-16,-22 4-13 15,-10 4-5-15,-10 4-7 16,-9 2-16-16,-5 3-15 16,-3 3-1-16,-2 0-27 15,0 0-75-15,0 0-98 16,0 5-122-16,-2 5-43 15,-11 0-274-15</inkml:trace>
  <inkml:trace contextRef="#ctx0" brushRef="#br0" timeOffset="211793.84">31361 14258 192 0,'0'0'283'16,"0"0"-116"-16,0 0 12 15,0 0-53-15,0 0-45 16,0-6-10-16,3-1 11 15,4 1-8-15,0-4 14 16,1 2-8-16,1 1-23 0,3-2-22 16,3 3-21-1,3 0-12-15,2 2-2 0,2 2-1 16,-2 2-8-16,1 0-1 16,-4 0-3-16,1 6 1 15,-5 9-18-15,-4 4-7 16,-2 3 7-16,-7 8 12 15,0-1 6-15,0 2 12 16,-12 3 0-16,-5-4 1 16,-3-1 0-16,-1-3-1 15,2-7-1-15,-1-3-18 16,4-6-1-16,5-1 12 16,2-5-18-16,5-4 5 15,2 2 21-15,2-2 15 16,0 0 11-16,0 0-3 0,0 0-21 15,0 0-2 1,0 0-26-16,4 0 8 0,5-2 18 16,2-2 0-16,0 4-5 15,4 0-2-15,3 0 5 16,1 0 2-16,2 0-1 16,2 0 0-16,-3 0 0 15,2 0 1-15,0 0 7 16,-1 0 18-16,0 0 14 15,0 0 4-15,-1 0 5 16,-5 0-6-16,-1 0-10 0,-7-9-10 16,-1 5-7-16,-4-2-15 15,-2 2-24-15,0-3-86 16,0-11-62-16,0 1-178 16,-8 2-212-16</inkml:trace>
  <inkml:trace contextRef="#ctx0" brushRef="#br0" timeOffset="212343.68">31765 14235 59 0,'0'0'163'0,"0"0"-75"16,0 0 15-16,0 0-8 15,-63 104-14-15,59-79 1 16,4-3 16-16,0-3-11 15,6-1 8-15,13 0-7 16,5-1-2-16,1-3-26 16,4-6-13-16,0-2-4 15,-1-2-7-15,-1-4-1 16,0 0-10-16,-5 0 1 0,1 0-3 16,-4 0-8-16,0-4-1 15,-4-6 8-15,-1-2 9 16,-6-3-4-16,1-2 8 15,-2-1 15-15,-4-9-18 16,-3 1-11-16,0-2-2 16,-5-2 2-16,-13 2-4 15,-2 0-6-15,-2 3-11 16,-3 4 2-16,1 5-2 16,1 8-16-16,2 0-45 15,0 5-51-15,5 3-22 16,1 3-2-16,1 17-48 15,8 0-53-15,1-7-85 0</inkml:trace>
  <inkml:trace contextRef="#ctx0" brushRef="#br0" timeOffset="212811.94">32161 14131 16 0,'0'0'175'15,"0"0"55"-15,0 0-58 16,0 0-17-16,0 0-27 0,121 10-14 15,-86-10-18 1,2 2-27-16,-2 0-14 0,-1 0-10 16,-3-2-13-16,-2 0-12 15,-2 2-11-15,-6-2-9 16,-5 2-1-16,-5-2-65 16,-11 2-70-16,0 0-153 15,-6-2-95-15</inkml:trace>
  <inkml:trace contextRef="#ctx0" brushRef="#br0" timeOffset="213392.48">32153 14133 237 0,'0'0'134'0,"0"0"-63"15,0 0-8-15,0 0-11 16,0 0 7-16,0 0 5 16,0 0-18-16,-79 70-19 15,77-62-2-15,2-3-8 16,0 0 5-16,0-1 7 15,0-4 24-15,2 0 28 0,12 0 9 16,3 0 21-16,4 0-34 16,1 0-45-16,1 0-6 15,-1 0-2 1,0 0-8-16,1 0-8 0,-8 0-8 16,3 0-1-16,-1 2-5 15,4 10 5-15,-3-4-6 16,-1 4 6-16,-3 4 1 15,-3-2 0-15,0 2 0 16,-4 0 0-16,0 2-7 16,-3 2 6-16,-2 0-1 15,-2-2 0-15,0 0 1 16,0 3 1-16,0-10 13 0,-9 0 21 16,-2-1 18-1,0-2-1-15,-2-2 2 0,1-2-5 16,-1-1-16-16,-3-3-11 15,-1 0-8-15,-1 0 6 16,-3 0-19-16,2 0-45 16,-2 0-72-16,2 0-89 15,1-7-147-15,7 1-364 0</inkml:trace>
  <inkml:trace contextRef="#ctx0" brushRef="#br0" timeOffset="214093.7">31274 14662 130 0,'0'0'235'16,"0"0"-98"-16,0 0-13 15,0 0-31-15,0 0-18 0,0 0 10 16,0 0-14-16,-13-2-18 16,42 2 12-16,19 0 0 15,11 0 5-15,19 0 2 16,27 14-4-16,31 2-23 15,24 6-14-15,-10-4-9 16,-30-5-9-16,-42-4 0 16,-25-9-12-16,3 5 6 15,5-5 9-15,-1 1 2 16,-12-1-2-16,-7 0-3 16,-12 0 1-16,-12 0-6 0,-8 0-8 15,-6 0 0-15,-3 0-42 16,0 0-86-16,0 0-124 15,-16 0-144-15,-7 4-346 0</inkml:trace>
  <inkml:trace contextRef="#ctx0" brushRef="#br0" timeOffset="-214736.18">31908 14837 116 0,'0'0'138'15,"0"0"-89"-15,0 0 6 16,0 0-15-16,0 0-24 16,0 0 6-16,-40 112 20 15,40-99 5-15,13-3 40 16,7 3 28-16,7-5 8 15,2-2-28-15,-2-1-25 16,-1-5-14-16,-2 0-4 16,-3 0-7-16,-6 0 6 15,-1 0 8-15,-3-7 11 16,-5-1 4-16,-4-6-6 0,-2-2-22 16,0-2-15-16,0-1-20 15,-6-4-11-15,-14 1-6 16,-2 2 6-16,-5 1-19 15,-2 10-21-15,0 1-27 16,2 8-42-16,6 0-43 16,-4 16-45-16,7 8-97 15,7-2-22-15</inkml:trace>
  <inkml:trace contextRef="#ctx0" brushRef="#br0" timeOffset="-214165.99">32015 15008 240 0,'0'0'223'0,"0"0"-78"16,0 0-10-16,0 0-25 15,0 0-42-15,0 0-16 0,0 0-10 16,-49-23-6 0,38 23-14-16,-3 0-12 0,1 0-9 15,-3 4 0-15,3 11-1 16,1-4-1-16,1 3 0 15,5 4-9-15,2 0 3 16,-1-4 0-16,5 0-5 16,0 2 11-16,0-2 0 15,0-1-17-15,13-2 2 16,8 1 16-16,6-2 39 16,4-2 19-16,2 1-19 15,0-9-1-15,-1 0-2 16,-6 0-5-16,-2 0 15 0,-3 0 15 15,-5-4-9-15,-1-6-3 16,1-3-12-16,-5 0-7 16,-1-8 17-16,-5 4 15 15,-5-2-6-15,0-1-23 16,-5 3-14-16,-10-2-18 16,-7 2-1-16,-3 5-8 15,0 1-43-15,-1 7-81 16,-10 4-95-16,7 0-111 15,5 0-239-15</inkml:trace>
  <inkml:trace contextRef="#ctx0" brushRef="#br0" timeOffset="-208333.11">30316 15102 439 0,'0'0'98'16,"0"0"-50"-16,0 0 85 0,0 0-9 15,0 0-26-15,0 0-30 16,0 0-23-16,-4-15-23 16,0 15-22-16,-1 0-16 15,-3 9 15-15,-2 14 1 16,2 4 12-16,-1 9-4 16,7 4-8-16,2 4 0 15,0-2-7-15,15 0 7 16,16-2 7-16,7-1 2 15,9-6-2-15,7-1-1 16,2-5-5-16,-1-8 6 16,3-2-6-16,-2-12-1 15,-3-2 6-15,1-3-3 16,-6 0 3-16,-2-13-6 16,-7-5 2-16,-5-4-1 0,-7-4 11 15,-8 2-5-15,-5-2 28 16,-8 0 20-16,-4 6 3 15,-2 9 14-15,0-2-18 16,0 7-18-16,0 6-8 16,0 0-28-16,0 0-20 15,0 4-29-15,7 16 5 16,5 14 33-16,3 2 10 16,3 0 1-16,5 3 0 15,0-6 0-15,9-2-2 16,-1-9-6-16,7-4-8 15,2-4 9-15,0-6 7 16,3-4 1-16,-1-4 0 0,-4 0 5 16,-3-4-6-1,-4-8 1-15,-4 2 6 0,-4-5-6 16,-5-1 0-16,-7 2 0 16,-3 6 5-16,-3 2-5 15,-5 3 0-15,0 3-1 16,0 0-47-16,0 0-37 15,0 0 9-15,4 13 23 16,6 5 39-16,5 4 11 16,3 1 2-16,9-2-1 15,4-4-6-15,7-1 7 16,3-5 7-16,5-7-1 16,0-4 4-16,1 0-4 15,-7 0 2-15,-2-7-2 16,-7-11 6-16,-4-5 5 0,-3-4 8 15,-3 1 1-15,-4-1 4 16,-3 5 5-16,-8 8 23 16,1 2-3-16,-5 10-23 15,-2-2-22-15,2 4-10 16,0 0-35-16,4 4-26 16,0 10-3-16,3 8 47 15,7-3 17-15,1 3 1 16,3-4 8-16,5 0 1 15,6-7 3-15,5 0 16 16,8-5-6-16,8-4-6 16,6-2-6-16,2 0 0 0,4-4 1 15,-6-12 11-15,-3-2 5 16,-7-4 2-16,-4-2 2 16,-8-8 13-16,-3 1-6 15,-1-1-15-15,-9 3-13 16,-7 0 1-16,-7 9-5 15,-9 4 49-15,0 8 6 16,0 4-16-16,0-1-35 16,0 5-11-16,0 0 0 15,0 0-1-15,0 0-17 16,0 0-40-16,0 0-56 16,0-1-121-16,0-2-334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26:08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9395 10238 67 0,'0'0'178'0,"0"0"-45"0,0 0-69 16,0 0 32-16,0 0-9 16,-131 29-11-16,111-25-2 15,2 0 8-15,2-3-15 16,3 2-8-16,2-1-17 15,2-1-7-15,5-1 9 16,1 0-13-16,3 0-7 16,0 0-6-16,0 0-5 15,11 0-6-15,14 0-7 16,10 0 2-16,13 0 9 16,14-1-4-16,27 1 0 15,36 0 5-15,35 0 8 0,9 10 13 16,-6 8-1-16,-18 2-15 15,-42-2-15 1,-26-4 4-16,-25-4-6 0,-15-5 0 16,-3 1 1-16,-1-1 0 15,-4 1 30-15,-9-4 9 16,-7 0-15-16,-4-2-3 16,-6 2 1-16,-1-2-23 15,1 0-6-15,-3 0-132 16,0 0-357-16</inkml:trace>
  <inkml:trace contextRef="#ctx0" brushRef="#br0" timeOffset="8599.94">17945 11379 35 0,'0'0'32'0,"0"0"-31"16,0 0-1-16,0 0 7 16,0 0 51-16,71 8-5 15,-32-3-31-15,9-1 60 16,5 1 0-16,10 2-17 16,8 1 22-16,33 4-6 15,39 2-21-15,40-3-14 16,10 2-18-16,-8-9-9 15,-27-4 25-15,-46 0 1 0,-27 0-4 16,-27-4-5-16,-14-3-10 16,4 1-13-16,-6 3-12 15,-3-3-1-15,-12 2 0 16,-9 1-59-16,-11 3-94 16,-3 0-91-16,-4 0-264 0</inkml:trace>
  <inkml:trace contextRef="#ctx0" brushRef="#br0" timeOffset="13349.48">11543 12166 37 0,'0'0'1'0,"121"2"214"16,-48-2-111-16,10 0-64 15,-6 0-8-15,-3 0-16 16,-7 0-7-16,-5 0 4 16,-8-4 5-16,-12-1-12 15,-9-1-6-15,-8 3-13 16,-12-3-19-16,-9-1-8 0,-4 2-48 16,0-1-115-16</inkml:trace>
  <inkml:trace contextRef="#ctx0" brushRef="#br0" timeOffset="13766.28">11073 12137 62 0,'0'0'26'0,"0"0"103"15,0 0-36-15,0 0-6 16,0 0 5-16,0 0 27 15,116 21-27-15,-67-20-16 16,11-1 8-16,7 0-7 16,11 0-19-16,27 0-9 15,-5 0-16-15,7 0-13 0,-3 0-12 16,-17 0-8 0,5 0-17-16,-13 0-26 0,-11 0-37 15,-13 0-18 1,-12 0-16-16,-8-1-12 0,-12-7-22 15,-10 2-115-15</inkml:trace>
  <inkml:trace contextRef="#ctx0" brushRef="#br0" timeOffset="14232.35">11305 12164 5 0,'0'0'49'0,"0"0"109"15,156 9-52-15,-82-9-27 16,3 0 10-16,10 0-12 16,5 0-21-16,-1 0-14 15,0 0-32-15,-6 0-10 16,-5-1-10-16,-6-3-69 16,8-5-43-16,-18 3-58 15,-14 0-100-15</inkml:trace>
  <inkml:trace contextRef="#ctx0" brushRef="#br0" timeOffset="34348.66">12038 13128 25 0,'0'0'121'0,"0"0"-4"16,0 0-47-16,0 0 5 16,138 2 0-16,-93-2-23 15,5 0-3-15,6 3 5 16,6-3-15-16,13 1 0 15,6 1-25-15,27 1 19 16,25-1-12-16,23 5-13 16,-11-2-7-16,-33-4-1 15,-37 1-24-15,-23-2-32 16,-2 0-8-16,15 0-77 0,-11-10-49 16,-19 0-128-16</inkml:trace>
  <inkml:trace contextRef="#ctx0" brushRef="#br0" timeOffset="34866.23">12183 13172 59 0,'0'0'106'16,"0"0"-1"-16,0 0-66 15,127 32 37-15,-79-25 2 0,8 0-11 16,9-3 9 0,7 1-25-16,5-5-5 0,4 0 1 15,3 0 0-15,1 0-17 16,-3 0-1-16,-2 0-18 15,-8 0-9-15,-8 0-1 16,-12 0-1-16,-10 0 0 16,-13 0-19-16,-10 0-7 15,-5 0-10-15,-5 0-9 16,-7 0-7-16,0 0 5 16,-2-2-11-16,0-7-14 15,0 1 2-15,0 0-80 0</inkml:trace>
  <inkml:trace contextRef="#ctx0" brushRef="#br0" timeOffset="38949.55">12949 6699 59 0,'0'0'77'0,"0"0"71"16,0 0-60-16,138 4-31 0,-69-4 8 16,27 4-15-16,34 2-2 15,30 3-21-15,13 3 6 16,-5-1-20-16,-12 1-3 16,-23 0-9-16,-23-2 6 15,-26 0 2-15,-26-3-9 16,-18-1 2-16,0-1-2 15,-6 1 1-15,-3 0-1 16,-11-2 0-16,-9-2-8 16,-7 1-10-16,1-3-31 15,-5 0-42-15,0 0-39 16,0 0-120-16</inkml:trace>
  <inkml:trace contextRef="#ctx0" brushRef="#br0" timeOffset="39316.07">13170 6788 42 0,'0'0'101'15,"0"0"59"-15,0 0-33 16,123 14-30-16,-48-10-6 16,29-4-31-16,35 1 25 15,27 2 2-15,6 3-18 16,-32 0-28-16,-39 1-22 15,-43 0-18-15,-16-1 2 16,-2-1-3-16,-4 4-46 16,-7-2-70-16,-22 6-61 15,-7-5-44-15,0 0-89 0</inkml:trace>
  <inkml:trace contextRef="#ctx0" brushRef="#br0" timeOffset="47298.89">10286 14857 42 0,'0'0'290'0,"0"0"-147"16,0 0-48-16,0 0-7 0,0 0-11 15,0 0-17-15,-80 0-21 16,78 0-19-16,2 0-7 16,0 0-13-16,0 0-1 15,0 0-2-15,16 0-13 16,19 0 16-16,19 0 22 15,17 2 10-15,16-2 4 16,24 0 16-16,25 0-15 16,-11 0 4-16,-15-7-17 15,-20 2-11-15,-20-4 6 16,3 0-3-16,3-4 4 16,-11 4-5-16,-17-5 5 15,-10 4-11-15,-13 4 5 16,-11 0-4-16,-10 6 5 15,-2-5-15-15,-2 5-7 0,-2-5-87 16,-14-2-103-16,-1 1-301 16</inkml:trace>
  <inkml:trace contextRef="#ctx0" brushRef="#br0" timeOffset="54882.91">13297 16102 36 0,'0'0'74'15,"0"0"128"-15,0 0-127 16,0 0-6-16,0 0 0 16,0 0 8-16,-108 8-22 15,106-8 1-15,2 0-16 16,0 2-4-16,0-2-15 16,5 4-14-16,24 0 12 15,18 0 31-15,17 1 51 16,17-5-10-16,9 0-18 15,9 0-21-15,-3 0-7 0,-5 0-9 16,-9-9-23-16,-12 3-13 16,-15 2 6-16,-14-4 2 15,-20 8-7-15,-7-4-1 16,-12 4-52-16,-2 0-8 16,0 0-54-16,0 0-54 15,-11 8 66-15,-20 6-9 16,4-3-80-16,-2-5-314 0</inkml:trace>
  <inkml:trace contextRef="#ctx0" brushRef="#br0" timeOffset="149480.79">18240 11278 9 0,'0'0'213'0,"0"0"-149"16,-142-9-35-16,116 9 14 16,9 0-21-16,11 0-22 0,6 0 0 15,0 0 0 1,18 0 61-16,18 0 6 0,17 0 6 16,18 0 9-16,36 4 6 15,36 4-12-15,40 3-29 16,10 0-24-16,-8 4-9 15,-25 0-5-15,-46-1-9 16,-31-4 0-16,-32-3 0 16,-20-7-19-16,-6 0-33 15,-9 0 4-15,-10 0 31 16,-6 0-6-16,-6 0-62 16,-37-7-42-16,3 0-61 15,0-1-152-15</inkml:trace>
  <inkml:trace contextRef="#ctx0" brushRef="#br0" timeOffset="149814.1">18198 11256 78 0,'0'0'162'0,"0"0"-54"15,114 9 7-15,-43-6 8 0,34-2-9 16,38 1-29-16,31 2-1 16,3 4-32-16,-32-2-22 15,-40 1-10-15,-42-6-14 16,-17 2-5-16,2-3 0 15,-4 0-1-15,-7 0-15 16,-14 0-31-16,-23 0-28 16,0 0-24-16,-7 0-156 0</inkml:trace>
  <inkml:trace contextRef="#ctx0" brushRef="#br0" timeOffset="150132.41">18327 11205 114 0,'0'0'153'15,"0"0"-17"-15,0 0-30 16,137 13 13-16,-68-9-5 15,13 3-10-15,7-3 0 16,2 2-31-16,-2-4-3 16,-4 2-18-16,-12-2-9 15,-10 0-6-15,-12-2-20 16,-13 2-4-16,-15-2-13 0,-10 0 0 16,-8 2-17-16,-5 1-53 15,-3-2-95-15,-15 1-135 16,-4 1-81-16</inkml:trace>
  <inkml:trace contextRef="#ctx0" brushRef="#br0" timeOffset="152631.14">11851 11516 18 0,'0'0'186'0,"0"0"-97"0,0 0-49 16,0 0 20 0,-123 6-16-16,90 9-3 0,0-2-2 15,-1 5 7 1,5 3 1-16,0 2-13 0,4 8-4 15,1 2-13-15,3 8-2 16,4 0-7-16,3 6 5 16,8 1 12-16,6 0-11 15,0-2 5-15,4-4 10 16,19-2-3-16,1-1-25 16,5-5 16-16,2-4-15 15,3-4 2-15,1-4 2 16,3-6-5-16,3-6-1 15,3-7 2-15,3-3-2 16,-1 0 0-16,4 0 7 0,-6-9-7 16,-2-5 0-16,-1-3 0 15,-4 0 2-15,-1-6-1 16,-1 2 6-16,-1-8-5 16,2-1-1-16,-2-5 0 15,-1-7 0-15,-4-1 0 16,-10-5 8-16,-5-2 24 15,-12-3-1-15,-2 1 6 16,-2 0 6-16,-18 2 19 16,-9 2-19-16,-7 5-3 0,-6 3-11 15,-5 5-18 1,-7 9 2-16,-1 10-13 0,-3 8-1 16,-4 8-22-1,0 0-53-15,-19 24-65 16,14 6-128-16,11-3-313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27:13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1911 5747 5 0,'0'0'300'0,"0"0"-117"16,0 0-130-16,0 0-1 15,0 0 3-15,0 0-2 16,-11 0 15-16,11 0 3 16,0 0 23-16,11 0 17 15,10 0 2-15,2 0-19 16,9 0-37-16,4-2-8 15,4-2-3-15,0-2-5 16,2 2-22-16,0 0 1 16,-6-1 2-16,-3 4-8 0,-6-2-14 15,-4 3-2-15,-3 0 1 16,-3 0-7-16,2 0-18 16,-6 0-34-16,0 0-23 15,-4 0-37-15,0 4-22 16,-7 3-73-16,-2-1-55 15,0 0-249-15</inkml:trace>
  <inkml:trace contextRef="#ctx0" brushRef="#br0" timeOffset="483.86">2243 5623 134 0,'0'0'264'0,"0"0"-174"15,0 0-24-15,0 0 9 16,0 0-29-16,0 0 18 15,0 0-11-15,65 25-14 16,-45-14 9-16,0-3-19 0,0 0-9 16,-3-1-10-1,4 2-8-15,-5-2-1 0,1-1 6 16,-3 3-7-16,-3-4 0 16,-3-1 0-16,-3 1-7 15,-2-3 6-15,-3 0-7 16,0 1 7-16,0-1 1 15,0 3 0-15,-8 1 15 16,-5 2 37-16,-3 0 13 16,-1 0-4-16,-1 2-15 15,5-2-16-15,-3 0-12 16,5 0-17-16,-3 0 0 16,3 2-1-16,3 1-15 15,-1 2-52-15,-1 9-64 16,6-5-69-16,2 0-133 0</inkml:trace>
  <inkml:trace contextRef="#ctx0" brushRef="#br0" timeOffset="17249.84">3297 6913 189 0,'0'0'504'0,"0"0"-364"15,0 0-21-15,0 0 11 16,0 0-54-16,0 0-38 0,18-54-21 16,-11 45 5-16,1-1 0 15,1-2-15-15,3 0 0 16,-2-1-7-16,-1 2 6 16,1 1 3-16,-4 0 0 15,-1-1-9-15,-1 2 2 16,2 0-2-16,0 0 1 15,-4 3 5-15,2-3 8 16,-2 6 11-16,-2 0-5 16,2 1 3-16,-2 0-7 15,0 2-7-15,0 0-9 16,0 0 0-16,0 0-12 16,0 0-12-16,0 16 2 15,3 8 12-15,-1 11 10 16,0 6 1-16,0 6 5 0,0 1-4 15,0-2 9-15,0-3-4 16,-2-5 2-16,4-8 0 16,-4-4-3-16,0-7 8 15,2-3 6-15,-2-5-1 16,0-3-6-16,0-5-5 16,0-3 0-16,0 0-8 15,0 0-24-15,0 0-42 16,0 0-45-16,0 4-119 15,0-4-321-15</inkml:trace>
  <inkml:trace contextRef="#ctx0" brushRef="#br0" timeOffset="17732.33">3266 7207 129 0,'0'0'203'15,"0"0"-112"-15,0 0-13 16,0 0-39-16,0 0-5 16,0 0 7-16,0 0-4 15,-9 0 11-15,9 0 4 16,0 0-9-16,7 0-15 16,13 0 8-16,6-4 4 15,6 1-4-15,1 0-4 16,3-2-12-16,2 1 3 15,1-2-8-15,0 1 8 16,-3-1 16-16,-5-1-6 16,-2 2-1-16,-8-1 6 0,-5 2-3 15,-7-1-5 1,-5 3-7-16,-2 1-8 0,-2 1-8 16,0 0-7-16,0 0-39 15,0 0-63-15,0 0-54 16,0 8-37-16,-8 0-77 0</inkml:trace>
  <inkml:trace contextRef="#ctx0" brushRef="#br0" timeOffset="23865.84">3012 10487 424 0,'0'0'115'16,"0"0"27"-16,0 0-24 16,0 0-33-16,0 0-1 15,0 0-17-15,40-56-2 16,-22 49 8-16,-1-2-9 16,8-1-3-16,0 2-16 0,2 2-16 15,-1 0-13-15,-2 3-3 16,-3 3-13-16,-1 0-6 15,-3 0 5-15,-3 9-8 16,-3 7-1-16,-7 3 9 16,-2 8 1-16,-2 1 0 15,0 4 1-15,-15 2 5 16,-5 1-3-16,-5-4 1 16,2 2-4-16,-2-3-10 15,4-5-4-15,1-4-24 16,5-3 5-16,1-7-2 15,3-2 6-15,5-3 9 16,-1-2 1-16,3-4 7 0,1 0 12 16,3 0 16-16,0 0 10 15,0 0-19-15,0 0-7 16,0-6-47-16,0-2-5 16,7 1 24-16,4 1 5 15,5-1 1-15,1 3 2 16,8 0 10-16,0 0 10 15,4 0 7-15,-2 0-6 16,-4 1 1-16,0-1 6 16,-5 2 5-16,-5 1 16 15,1-2 12-15,-5 1-2 16,-1 0-12-16,-1-3 4 16,-3 3-10-16,1-2-5 15,0 0-15-15,-1 0-1 16,0 2-31-16,3 0-63 0,-3 2-107 15,1 0-155-15</inkml:trace>
  <inkml:trace contextRef="#ctx0" brushRef="#br0" timeOffset="24116.01">3482 10678 130 0,'0'0'706'0,"0"0"-442"16,0 0-47-16,0 0-86 16,0 0-64-16,0 0-44 15,0 0-23-15,0-9-33 16,0 9-85-16,0 0-115 15,0 0-144-15</inkml:trace>
  <inkml:trace contextRef="#ctx0" brushRef="#br0" timeOffset="28317.25">2927 14683 477 0,'0'0'228'0,"0"0"-52"16,0 0 1-16,0 0-73 16,0 0-32-16,0 0-12 15,0 0-5-15,65-97 26 16,-43 87-26-16,3 4-4 16,2-2-28-16,-1 6-15 15,1 2-8-15,-1 0-2 16,3 0-7-16,-2 10 0 15,-2 9-4-15,-8 2-10 0,-3 5-3 16,-10 2-1-16,-4 4 10 16,0 2 8-16,-8-6-1 15,-13 3-3-15,3-9-14 16,-1-4 2-16,3-4 0 16,3-5-2-16,1 0 8 15,6-5 12-15,1-1 7 16,3-3 14-16,2 0-13 15,0 0 22-15,0 0-5 16,0 0-7-16,0 0-10 16,11-3 0-16,7-5 14 15,2 2-14-15,2-2 10 16,3 2-10-16,-1 3 4 0,3 2-5 16,-2 1-1-16,-3 0-7 15,-2 0-8-15,-5 8-23 16,-1 3 2-16,-3 2 21 15,-5 1-6-15,0 2 12 16,-4 0 0-16,-2 2 4 16,0 2 4-16,0-3 1 15,-10 2-1-15,-3 0 2 16,-5-8 0-16,3 1 7 16,-6 0 16-16,4-4 12 15,-1-1 9-15,0-3-8 16,3-1 2-16,2-3-9 15,1 0-5-15,3 0 10 0,3 0-17 16,-2 0-7 0,2 0-10-16,-1 0-16 15,3 0-58-15,0 0-84 0,2 0-108 16,2 0-68-16,0 0-326 0</inkml:trace>
  <inkml:trace contextRef="#ctx0" brushRef="#br0" timeOffset="28650.36">3627 15035 741 0,'0'0'226'15,"0"0"-44"-15,0 0-74 16,0 0-76-16,0 0-32 15,0 0-6-15,0 0-78 16,0-10-105-16,0 10-299 0</inkml:trace>
  <inkml:trace contextRef="#ctx0" brushRef="#br0" timeOffset="80531.75">6937 5859 9 0,'0'0'50'16,"0"0"-19"-16,0 0-13 15,0 0 249-15,0 0-128 16,0 0-105-16,23-2-5 16,-23 2-13-16,2 0 10 0,-2 0-4 15,0 0-22-15,2 0 9 16,-2 0-8-16,0 0 18 16,0 0-6-16,2 0 4 15,-2 0-15-15,0 0-2 16,0 0 0-16,3 0 0 15,-3 8 7-15,2 5 8 16,0 0 13-16,-2 3-17 16,0 2-2-16,0 2-9 15,0 2 3-15,2-1-3 16,-2-2 0-16,0-1 1 16,0-1 0-16,0-3-2 15,0-6 2-15,3 0-1 0,-1-7 0 16,3 1 0-1,-1-2 0-15,7 0 0 0,7 0 13 16,5 0-7-16,2-6-5 16,4-2-1-16,3 1 1 15,-1-1-1-15,0 1 0 16,3 3-8-16,2 1-2 16,-3 0-5-16,1 2 1 15,-1 1-28-15,0 0 3 16,3 0 17-16,1 0-9 15,4 0 0-15,1 0 5 16,0 1-10-16,1 4-1 0,-1 0 2 16,-1-1 3-16,-4 3 17 15,-1-1 6-15,-7-2-13 16,-2 0-12-16,-6-1 19 16,-2 2 14-16,-3-5-12 15,-6 0 12-15,1 0 1 16,-1 0 5-16,-2-5 12 15,-1-6 5-15,-1-3 19 16,1-3 4-16,-2-1 9 16,0-1 13-16,-3 1 4 15,0-3 24-15,2 1 12 0,0 4-1 16,1 0-23 0,-1 4-10-16,-1 5-27 15,-1 1-1-15,1 1-31 16,-3 3-5-16,2 0-9 0,-2 2-10 15,0 0-51-15,0 0-76 16,0 0-94-16,-2 9-6 16,-12-2-72-16</inkml:trace>
  <inkml:trace contextRef="#ctx0" brushRef="#br0" timeOffset="93114.92">12508 6034 16 0,'0'0'61'0,"0"0"1"16,0 0-62-16,0 0 0 15,0 0 166-15,0 0-29 16,-80 16-88-16,80-14-12 16,0-2 27-16,0 0-43 15,0 2-7-15,0-2-14 0,11 0 0 16,9 0 12 0,11 2-2-16,16-1 24 0,11-1 2 15,15 3-15-15,34-2 15 16,35-1-5-16,43 0-10 15,18 0-3-15,-7 0-10 16,-15-4-2-16,-30-3-6 16,-30-1 0-16,-28 1-31 15,-28 1 10-15,-16 0-5 16,-5 3-18-16,-3-3 5 16,-10 2-10-16,-16 4 26 15,-12-3 15-15,-3 3-8 16,-18 0-32-16,-11 0-24 15,-4 0-113-15</inkml:trace>
  <inkml:trace contextRef="#ctx0" brushRef="#br0" timeOffset="93583.11">12902 6022 46 0,'0'0'80'16,"0"0"18"-16,134 1-4 16,-65 4-11-16,29-4-12 15,27 4-13-15,29-4-1 16,10 2 8-16,-10-3-14 15,-31 0-15-15,-38 0-12 16,-23 0-12-16,-12 0-12 16,4-3 0-16,-4-3-14 0,-4 0 6 15,-17 3-10-15,-13 0-13 16,-10 2-15-16,-6 1-30 16,0 0-30-16,-2 0-97 0</inkml:trace>
  <inkml:trace contextRef="#ctx0" brushRef="#br0" timeOffset="101115">4818 5065 23 0,'0'0'19'0,"-135"-4"29"0,68 4 80 15,7 0-80-15,2 0-27 16,0 0-1-16,2 2-12 15,-4 13 0-15,-5 2-6 16,-1 3-2-16,-1 6 12 16,2 0-2-16,1 5 1 15,-1-1-5-15,5 2-4 16,4 0-1-16,5 2 31 16,9-1-22-16,6 0-4 15,7 3 2-15,4 3-7 16,7 3 0-16,3 2-1 15,9 0 5-15,4 0-5 16,2-3-9-16,0 2-1 16,15-1 2-16,9-2 8 15,5 2 0-15,5 2 15 0,5-2-13 16,4 1 16-16,4 1 5 16,-2-2-13-16,1 3-9 15,-4-6 11-15,1 1-12 16,1-2 0-16,3-5 0 15,7-6 0-15,5-4 14 16,9-5-8-16,5-4 11 16,8-7-15-16,3-5 5 15,1-2-7-15,2 0 9 16,-5 0-9-16,-2-8 1 0,-4-4 0 16,-5-4-1-16,-6 0 7 15,-3-2-7-15,-6-1 5 16,0 2-4-1,-2-5-1-15,1 3 1 0,-2-6 7 16,1 3-2-16,-3-4 4 16,-4 0 9-16,-3-3-5 15,-3 0 17-15,-6-6-21 16,-1-1 11-16,-3-3 5 16,-4 0-7-16,0-3-9 15,-3-2-4-15,-4-6 6 16,-6-4 9-16,-10-8 17 15,-4-5-1-15,-7-5-6 16,-22-2-24-16,-13-2 1 16,-7 4-7-16,-9 1-1 0,-6 7 0 15,-11 7-11-15,-4 13-12 16,-10 9-56-16,-7 13 68 16,-3 8 11-16,3 10 0 15,5 4-8-15,-18 11-67 16,24 10-69-16,17 3-106 0</inkml:trace>
  <inkml:trace contextRef="#ctx0" brushRef="#br0" timeOffset="104717.29">17024 4904 23 0,'0'0'31'0,"0"0"-1"0,-122 43-16 16,75-23 31-16,0-1 8 16,-2 2-22-16,5 1 15 15,-1 2-19-15,7 1 5 16,2 0-13-16,5 6-11 16,2 1-6-16,5 4 4 15,-1 1-6-15,5 3 9 16,4 4-8-16,6 3 5 15,5-1-5-15,5 5-1 16,0 2 0-16,2 1 1 16,16 3 5-16,4-7-6 15,5-2 1-15,4-4 0 0,3-2 18 16,5-2 4 0,7-2-10-16,2 3-6 0,6-5 10 15,4 0-11-15,6-3-4 16,-1-3 8-16,-1 1-10 15,-4-5 1-15,-4-2-1 16,0-7 9-16,-6 0-3 16,4-3 15-16,0-3 1 15,2-6 7-15,2-3-12 16,2-2 8-16,0 0-2 16,-2 0-10-16,1-2 7 15,-3-12-4-15,-1-2 10 16,-3-4-3-16,-2-4-3 15,0-2 0-15,-7-2-7 16,1-1-6-16,-3 0-5 0,-3-4 4 16,-5-1 1-16,-7-4 12 15,-4-4 10-15,-6-4 10 16,-10-8-2-16,-4-9-2 16,0-7-11-16,-18-10 4 15,-9-4-8-15,-8-2 6 16,-5 2 0-16,-5 5 10 15,-4 11-8-15,-5 6-4 16,-4 5-6-16,-2 7-5 16,-4 9 34-16,-1 5-46 15,-4 10 2-15,-2 8-3 16,-5 14-72-16,1 4-38 0,-24 28-97 16,19 10-25-16,14 7-6 15</inkml:trace>
  <inkml:trace contextRef="#ctx0" brushRef="#br0" timeOffset="111231.85">3802 7154 82 0,'0'0'71'0,"0"0"-39"0,0 0 0 16,0 0-8-16,0 0 5 15,0 0-9-15,-6 31 5 16,8-31 8-16,2 0 36 15,2 0 0-15,-2 0-25 16,-2 0-11-16,0-4 10 16,-2 1 3-16,0 2-1 15,0 1 27-15,0 0-34 16,0 0-27-16,0 0-11 16,-2 0-9-16,0 0-34 15,-2 9-83-15,-2 2-2 0,0 1-76 16</inkml:trace>
  <inkml:trace contextRef="#ctx0" brushRef="#br0" timeOffset="115499.16">8219 5134 130 0,'0'0'104'0,"0"0"-55"16,0 0-33-1,0 0 5-15,0 0 0 0,0 0-3 16,-154-31-6-16,107 27-11 16,-6 4 5-16,-1 0-6 15,-4 0 1-15,-2 0-1 16,-2 0 1-16,2 0-1 15,-1 0 7-15,6 2-5 16,4 4 5-16,2 0-6 16,-1 3 0-16,4-2 14 15,-1 0-1-15,-2 6 11 16,2-1-14-16,-2 3-5 16,2 2-3-16,3 3-2 15,1 2 14-15,3 3-9 0,5 0-4 16,1 6-1-16,5 3 0 15,5 0 0-15,3 2-1 16,4 3 0-16,5 0-1 16,8 4-7-16,4 0 8 15,0 4 0-15,12-3 10 16,9-2-4-16,11-2 1 16,4-2 15-16,6-2-11 15,7 0-2-15,4 0-7 16,5-3 5-16,-2 3-6 15,2-6 1-15,-2-3-1 16,-3 0 0-16,-2-5 7 16,1-4-8-16,2-5-1 0,-2-5 1 15,4-3-1 1,2-5 0-16,3 0 1 0,3-3 1 16,3-12-1-16,4-7 6 15,5-6-3-15,-1-6 19 16,6-7 4-16,-3-4-12 15,-2-10-4-15,-5-5-9 16,-11-6 2-16,-13-6 11 16,-16-5 4-16,-16-5 12 15,-15-2 9-15,0 0 25 16,-13 2-34-16,-16 3 15 16,-6 8-21-16,-6 12 12 15,-1 9-21-15,-4 14-7 16,-4 10-8-16,-3 7-41 15,-20 16-43-15,10 3-82 0,10 0-80 0</inkml:trace>
  <inkml:trace contextRef="#ctx0" brushRef="#br0" timeOffset="118397.97">5235 6597 88 0,'0'0'222'15,"0"0"-115"-15,0 0 4 16,-131 0-11-16,98 6-19 16,4 6-18-16,0 2-4 15,4 2 2-15,5 2-15 16,3 3-5-16,5 0-20 15,5 3-9-15,7 0-11 16,0 1 18-16,0-1 20 16,19-1 26-16,2 2 0 15,8-2 0-15,2-2-16 0,0-2-27 16,1 0-10-16,-1-1 1 16,-4-1-12-1,-5 2 0-15,-1 1-1 0,-6-2-40 16,-3 2-21-16,-6-3 26 15,-4 2 7-15,-2-2 7 16,0-1 5-16,-6-2 9 16,-13 1 7-16,-3 2 20 15,-2-1 34-15,-1-3-3 16,1-4-1-16,1-3-9 16,4-6-2-16,1 0 22 15,-1 0-1-15,2-17-24 16,-1-2-13-16,1-4-13 15,3-1-10-15,3 3-62 16,9 0-51-16,2 3-95 0,4 5-150 16,11 2-237-16</inkml:trace>
  <inkml:trace contextRef="#ctx0" brushRef="#br0" timeOffset="119114.57">5229 6966 257 0,'0'0'102'16,"0"0"-22"-16,0 0-2 16,0 0-35-16,0 0-3 15,0 0 9-15,0 0 39 16,23 56 9-16,-4-52 1 15,1-4-5-15,3 0-32 16,1 0-21-16,-2 0-21 0,1-4-10 16,-4-4-2-16,-3-3 4 15,-1-2-3-15,-3-1 0 16,-5 1 4-16,-3 3-2 16,-4-3 19-16,0 1-9 15,0 1-14-15,0 3-6 16,0-3-1-16,-7 3 1 15,1 2 0-15,-6 2 20 16,4 0-4-16,-3 4-16 16,-1 0-16-16,-1 0 13 15,-1 0 2-15,-3 2-8 16,1 12 2-16,-1 4-2 0,0 4-21 16,7 2 4-16,3 4-19 15,5 2 12-15,2-2 2 16,0 0 10-16,6-1 11 15,12-4-8-15,2-2 18 16,3-2 26-16,1-1-6 16,0-2 5-16,1-3 1 15,0-5 11-15,-3-2 2 16,0-5-1-16,-4-1-2 16,2 0-36-16,-2 0 0 15,0-5-50-15,9-15-63 16,-8 1-142-16,-3 1-113 0</inkml:trace>
  <inkml:trace contextRef="#ctx0" brushRef="#br0" timeOffset="119548.83">5678 6888 201 0,'0'0'153'16,"0"0"-70"-16,0 0-39 16,0 0-21-16,0 0 4 15,0 0 3-15,0 0 1 16,-95 73 12-16,88-44-20 0,3 1-10 16,4 0 0-1,0-2-4-15,0-2 2 0,11-3 9 16,3-6 35-1,-1-4-14-15,3-7 24 0,-1-2 26 16,3-4-15-16,-1 0-19 16,2 0-15-16,1-3-3 15,-3-11 6-15,-1-1 13 16,-3-6-9-16,-4 1-10 16,-2-4 16-16,-5 3-5 15,-2-4-20-15,0 1-15 16,0 2-7-16,-7-2 1 15,-8 2-9-15,-3 1-7 16,-2 6 0-16,-2 3-18 0,-1 4-81 16,4 8-7-1,3 0-71-15,-5 12-105 0,8 9-26 16</inkml:trace>
  <inkml:trace contextRef="#ctx0" brushRef="#br0" timeOffset="119898.87">5746 6903 12 0,'0'0'197'15,"0"0"99"-15,0 0-64 16,0 0-11-16,0 0-47 15,0 0-60-15,0 0-82 16,0-31-32-16,0 49-33 16,7 5 20-16,1 6 12 15,-1 3 1-15,2 0 6 16,-2-2-5-16,-1-5 6 16,-1 0-5-16,1-5-1 15,-4-4 1-15,3-2 5 16,2-1-7-16,2-3-43 15,15-9-126-15,-1-1-162 16,3 0-365-16</inkml:trace>
  <inkml:trace contextRef="#ctx0" brushRef="#br0" timeOffset="120382.22">6412 6834 270 0,'0'0'235'0,"0"0"-60"15,0 0-47-15,0 0 8 16,0 0-32-16,114 72 0 16,-75-44-13-16,1 1-14 0,-1 0-28 15,-8-3-22-15,-4-4-10 16,-8-3-5-16,0-4-11 16,-4-3 6-16,-1 1-7 15,-4-6-7-15,-1 0-41 16,3-3-50-16,-6-4-59 15,1 0-93-15,-5-4-21 0</inkml:trace>
  <inkml:trace contextRef="#ctx0" brushRef="#br0" timeOffset="120699.19">6652 6813 101 0,'0'0'254'0,"0"0"14"16,0 0-24-16,0 0-33 15,0 0-88-15,0 0-97 16,0 0-26-16,-29-3-57 16,19 31 45-16,-4 7 12 15,-3 8 0-15,-4 7 6 16,-1-2-6-16,0 2 1 15,2-4 0-15,-1-6 6 16,4-4-5-16,3-5-1 16,5-10-1-16,3-4 1 15,2-7-1-15,4-4-8 16,0-3-24-16,0-3-84 16,15-3-46-16,7-13-17 0</inkml:trace>
  <inkml:trace contextRef="#ctx0" brushRef="#br0" timeOffset="121548.9">6850 6916 80 0,'0'0'298'0,"0"0"-103"16,0 0-42-16,0 0-58 15,0 0-43-15,0 0-37 16,0 0-15-16,0 0 38 0,12 0 21 16,3 0 36-16,10 0-15 15,4 0-21-15,4-6-25 16,5-1-20-16,1 0-5 15,0 1-9-15,-3 0-2 16,-5 0-35-16,-4 1-40 16,-7 4-33-16,-7-2-81 15,-8 1-31-15,-5 1-123 0</inkml:trace>
  <inkml:trace contextRef="#ctx0" brushRef="#br0" timeOffset="121964.95">6911 7040 59 0,'0'0'90'15,"0"0"-15"-15,0 0 11 16,0 0-15-16,0 0-16 0,0 0 1 16,0 0 12-1,-5 14 26-15,10-14-6 0,11 0 40 16,4 0-5-16,4 0-45 15,3-1-34-15,2-3-17 16,-2-1-7-16,-5 3-12 16,0 0-6-16,-6 0-1 15,-5 2-1-15,-2 0-7 16,-5 0-39-16,1 0-57 16,1 0-60-16,-1 0-25 15,-1 2-38-15</inkml:trace>
  <inkml:trace contextRef="#ctx0" brushRef="#br0" timeOffset="122964.53">7350 6802 486 0,'0'0'234'0,"0"0"-61"16,0 0-77-16,0 0-57 16,0 0-39-16,0 0-20 15,0 0 20-15,-14 44 8 16,14-21 4-16,0 6 8 15,0 1-4-15,0-2 1 16,7-4-8-16,5-4 4 16,0-4 3-16,2-6-2 0,-1-6 5 15,3-4 43-15,0 0 30 16,2 0-2-16,-1-10-47 16,1-6-20-16,0-2 6 15,-5-2-4-15,-2 0-2 16,-1 0 15-16,-4 0-13 15,-1-2-15-15,-1-1-1 16,-4 4-3-16,0-1-6 16,0 4 0-16,0-1-8 15,0 6-16-15,-7 0-29 16,-1 4-38-16,0 3-24 16,8-3-75-16,0 3-61 15,0 1-113-15</inkml:trace>
  <inkml:trace contextRef="#ctx0" brushRef="#br0" timeOffset="123564.96">7789 6836 153 0,'0'0'111'16,"0"0"-29"-16,0 0-13 0,0 0-18 16,-11 117 8-16,11-94-25 15,-3 0-9-15,1-6-8 16,0-3-1-16,2-4-9 15,0-3-1-15,0-5 1 16,-2-2 22-16,2 0 65 16,0 0 52-16,-3 0-10 15,1-7-57-15,0-5-50 16,-2 0-19-16,2-3-2 16,-1-2-7-16,1-2 0 15,2 2 10-15,0-1 1 16,0 2 8-16,0-2 5 15,2 4 1-15,9-1-10 16,3 5-2-16,-1-3-13 0,2 5-1 16,-1-1 0-16,1 3 0 15,-1 5 0-15,1 1-6 16,1 0-2-16,2 0-4 16,0 6 2-16,0 8 0 15,-1 3-5-15,-1 2-2 16,-5 1-3-16,0-1 11 15,-4 0-3-15,0-2 1 16,-5-4 9-16,0-1 1 16,-2-2 0-16,2 1 0 15,0-6-22-15,7-5-56 0,1 0-119 16,1 0-116-16</inkml:trace>
  <inkml:trace contextRef="#ctx0" brushRef="#br0" timeOffset="124214.5">8524 6778 420 0,'0'0'234'16,"0"0"-53"-16,0 0-122 15,0 0-59-15,0 0-23 16,0 0 23-16,0 0 32 15,-6 88-12-15,6-64-11 16,0-4-8-16,0-4 0 16,4-4 5-16,-2-4-4 15,-2-1 0-15,2-4 7 16,-2-3-8-16,0 0 9 16,0 0-2-16,0 0 10 0,0 0 12 15,0 0 42-15,0-12-30 16,3-4-29-16,1-2-7 15,0 0 3-15,3-2 2 16,2 0 10-16,2 2 19 16,0 0-12-16,3 2 1 15,1 4 11-15,3-1-6 16,3 7-21-16,-2 3-13 16,4 3-6-16,1 0-4 15,-1 0-2-15,-2 7 2 16,0 9 1-16,-4 2-2 15,-1 0-7-15,-3 3 5 16,-3-4-1-16,-4 2 4 16,-2-3 2-16,-1-4 0 0,-1 0 7 15,-2-4 0-15,0 0-18 16,2-2-50-16,2-2-76 16,2-2-77-16,4-2-57 15,-3-2-234-15</inkml:trace>
  <inkml:trace contextRef="#ctx0" brushRef="#br0" timeOffset="124583.39">8948 6761 283 0,'0'0'209'0,"0"0"-134"0,0 0-74 16,0 0 24-1,0 0 19-15,0 0 8 0,0 0 9 16,0 131 0-16,0-101-5 16,9-2-21-16,3-4 9 15,2-6 7-15,1-4 2 16,2-6 20-16,-2-4 18 16,1-4 22-16,1 0-25 15,3 0-31-15,-1-8-16 16,0-8-6-16,-1-2 4 15,-5 1-7-15,-1-6-6 16,-3 3 0-16,-5-2-8 16,-4 0-14-16,0-3-4 0,0 3-13 15,0 0-34 1,-7 3-70-16,-4 2-4 0,0-3-92 16,2 4-119-16,3 4-308 15</inkml:trace>
  <inkml:trace contextRef="#ctx0" brushRef="#br0" timeOffset="124831.04">8974 6675 165 0,'0'0'303'16,"0"0"-122"-16,0 0 20 16,0 0-84-16,0 0-26 15,0 0-24-15,0 0-38 16,56-76-29-16,-36 69-6 16,9 7-65-16,-2 0-108 15,-3 0-109-15</inkml:trace>
  <inkml:trace contextRef="#ctx0" brushRef="#br0" timeOffset="125614.59">9333 6775 15 0,'0'0'26'0,"0"0"357"16,0 0-185-16,0 0-93 15,0 0-105-15,0 0-11 16,0 0 11-16,0 38 19 0,6-13-1 16,-1 3 1-16,0-4-7 15,-3-4-11-15,0-4 8 16,-2-4-9-16,2-6 2 16,-2-4 9-16,0-2 40 15,0 0 72-15,0 0 8 16,0 0 7-16,3-10-64 15,-1-9-54-15,0-2-19 16,2-8 5-16,3 2-4 16,0 0 9-16,2 6 2 0,-1 4 2 15,1 8-4 1,5 4-11-16,-1 4-6 0,7 1-11 16,1 0-5-16,0 9-7 15,0 11-19-15,-6 2-8 16,-4-1 19-16,-2-1 19 15,-2-6 3-15,-3-4 6 16,-4-4 8-16,3-4 0 16,-3-2 1-16,0 0 17 15,0 0 18-15,0 0 44 16,0-8-22-16,2-8-53 16,5-4-4-16,1-3 0 15,1 3-1-15,5 5 1 0,-1 2 18 16,5 10-16-1,-1 3-2-15,8 0-18 16,0 1 0-16,-1 17 2 0,-1 3 16 16,-4 1 6-16,0 0 9 15,-4-3-5-15,-4-2 3 16,-4-5 0-16,-1-4-6 16,-1-3-5-16,-3 0-2 15,2-1-16-15,6-4-80 16,1 0-181-16,-1 0-131 0</inkml:trace>
  <inkml:trace contextRef="#ctx0" brushRef="#br0" timeOffset="126131.37">9946 6792 39 0,'0'0'250'15,"0"0"-100"-15,0 0-64 16,0 0 20-16,0 0 42 16,0 0 4-16,0 0-39 15,60 10-44-15,-45-10-21 16,1 0-8-16,-3-6-12 15,-1-2-9-15,-6-1 7 0,-4 3 0 16,-2 0 14 0,0 0-13-16,0 1-9 0,0-2-18 15,-8 1-1-15,-6 2-9 16,-1 0 9-16,-1 4-17 16,1 0-13-16,-2 0 19 15,5 0 11-15,-2 8-8 16,3 9 1-16,0 1-8 15,1 4 3-15,6 0 4 16,2 2 9-16,2-3 9 16,0 0 47-16,14 0 11 15,5-7-6-15,4 1-2 0,2-3 7 16,1-6-11-16,0-2-17 16,-1-3-16-16,2-1-22 15,-2 0-2-15,-3 0-63 16,0 0-82-16,0-8-110 15,-4-3-88-15,-7-3-204 0</inkml:trace>
  <inkml:trace contextRef="#ctx0" brushRef="#br0" timeOffset="126880.83">10247 6749 287 0,'0'0'254'16,"0"0"-58"-16,0 0-73 0,0 0-117 15,0 0 7-15,0 0-13 16,0 0 43-16,27 80-14 16,-23-50-16-16,0-7-6 15,-2-5-1-15,-2-5-5 16,0-3-1-16,0-5 0 16,0-5 16-16,0 0 46 15,0 0 47-15,0 0 12 16,0-6-22-16,0-7-64 15,0-6-35-15,0-4-2 16,0 3-5-16,0 2 6 16,0 0-8-16,0 4-1 15,0 1-5-15,7 2-8 16,5-1 7-16,1 3-4 16,-1 0 2-16,5 4 8 0,-2-2-4 15,1 5-44-15,4 1-64 16,4-2-44-16,5 3-30 15,4-3 4-15,-2-2-13 16,-2 1-72-16,-10 0 218 16,-9 0 59-16,-5 2 122 15,-3 2-45-15,-2 0 31 16,0 0-42-16,0 0-37 16,0 0-4-16,0 0 14 15,0 0 7-15,-4 0-16 16,-3 0-11-16,3 0-5 15,-3 0 14-15,1 0-5 16,-2 8-4-16,2 4-2 16,2 4-3-16,-1 2 2 0,3 4 6 15,2 2 8-15,0-2 9 16,4 3 23-16,9-6 18 16,6 0-27-16,-2-4 1 15,1-5-11-15,3-3 24 16,-4-4-10-16,1-3-3 15,-3 0-19-15,3 0 8 16,-3-1-15-16,2-11-14 16,-5-2 2-16,0-4 13 15,-3-4 13-15,-5-2-15 16,-2-2 6-16,-2-2-13 16,0 2-18-16,-4-3-2 0,-19 5-9 15,-8 4-3-15,-4 7-76 16,-3 4-53-16,-11 9-47 15,9 0-144-15,7 0-215 0</inkml:trace>
  <inkml:trace contextRef="#ctx0" brushRef="#br0" timeOffset="127681.85">11030 6813 12 0,'0'0'176'15,"0"0"-25"-15,0 0-5 16,0 0-41-16,130 16 1 16,-104-16-7-16,-1 0-18 15,-2-1-20-15,-4-5-24 16,-1-3 2-16,-5 2-7 15,1-2-7-15,-5 1-9 16,-3 1 7-16,-4-2 7 16,2 3-1-16,-4 0-12 15,0 1-1-15,0-2 3 0,-6 3-9 16,-5-2-10-16,-5 2 1 16,3 0 16-16,-2 2-16 15,-1 2 0-15,1 0 0 16,1 0-1-16,-1 0-1 15,1 6-7-15,-1 6 0 16,3 8-13-16,4 2 10 16,3 2-5-16,5 3 4 15,0-1 5-15,0-2 7 16,13-3 12-16,6 0-2 16,-2-3 17-16,5-5 20 15,3-2 5-15,0-5 0 16,6-2-1-16,0-4-21 15,3 0-30-15,-1 0-14 16,-2 0-60-16,-2-6-39 0,-4-5-57 16,-6 0-69-16,-3-1 64 15,-3-12-83-15,-1 4-147 16</inkml:trace>
  <inkml:trace contextRef="#ctx0" brushRef="#br0" timeOffset="128115.56">11558 6800 127 0,'0'0'268'15,"0"0"-94"-15,0 0 9 16,0 0-66-16,0 0-117 16,0 0-20-16,0 0 4 15,-4 19 16-15,4 8 34 0,0 0-5 16,0 3-10 0,0-5-2-16,0 0-1 15,0-11 6-15,0 1-2 0,0-7 3 16,0-4-4-16,0-4 6 15,0 0 25-15,0 0 24 16,0 0 29-16,0-4 6 16,0-10-69-16,0-2-27 15,0-2-11-15,0-1-1 16,0 0 1-16,7-1-2 16,0 2 10-16,4-1 1 15,0 6-9-15,3 1 5 0,1 1-7 16,3 7-3-1,1 3 2-15,6 1-7 0,0 0 0 16,-1 1 0-16,1 15-5 16,-3 3-3-16,-4 0 8 15,-3 0 1-15,-5 1-16 16,-4-4-3-16,-4 0 8 16,-2-4 4-16,0-2-2 15,0-3-30-15,0-1-57 16,-4-3-68-16,-5-3-27 15,0 0-57-15</inkml:trace>
  <inkml:trace contextRef="#ctx0" brushRef="#br0" timeOffset="128414.15">11967 6603 146 0,'0'0'200'0,"0"0"-34"16,0 0-4-16,9 135-38 16,3-89-7-16,0-1-14 15,-5-7-48-15,-1-5-5 16,-2-11-14-16,-1-8-15 15,-1-4-10-15,-2-6-2 16,2-4-8-16,-2 3-1 16,0-3-78-16,0 0-133 0,0 0-107 0</inkml:trace>
  <inkml:trace contextRef="#ctx0" brushRef="#br0" timeOffset="128614.45">11907 6816 196 0,'0'0'329'0,"0"0"-128"16,0 0-67-16,120-13-36 0,-82 12-66 15,-5 1-32-15,-4 0-107 16,7 0-105-16,-7 0-159 15</inkml:trace>
  <inkml:trace contextRef="#ctx0" brushRef="#br0" timeOffset="129147.88">12181 6842 114 0,'0'0'178'15,"0"0"-60"-15,0 0-30 16,0 0 0-16,0 0 56 16,0 0 8-16,0 0-16 15,53 17-29-15,-33-17-39 16,0 0-26-16,-2 0-18 15,0-3-8-15,-3-3-15 16,-3-2 1-16,-6 0-2 16,-1 2-2-16,-5-3-8 15,0 1 0-15,0 0-13 16,0 2 11-16,-3-2-1 16,-7 3 6-16,-4-1-2 0,-1 3-8 15,-4 1 9 1,1 2 7-16,-1 0 1 0,-2 0-1 15,4 11-9-15,1 7-6 16,5 2 0-16,2 1 3 16,6 3 6-16,3 3 5 15,0-4 2-15,3 0 8 16,13-3 56-16,1-4-6 16,8-2 29-16,1-1-2 15,6-6-14-15,-3-3-31 16,0-2-16-16,-2-2-15 15,-3 0-9-15,-2 0-39 0,-4 0-61 16,2-19-79 0,-4-2-184-16,-3 4-357 0</inkml:trace>
  <inkml:trace contextRef="#ctx0" brushRef="#br0" timeOffset="129531.04">12551 6825 178 0,'0'0'89'0,"0"0"-1"16,0 0-27-16,0 0-17 16,-21 107-5-16,19-93-8 15,0-1-10-15,2-9-6 16,0 0-7-16,-2-4 7 15,2 0 31-15,0 0 28 0,0 0 35 16,0 0-2-16,0-7-66 16,0-5-28-16,0-4-2 15,0 0 4-15,0-2 5 16,0 0 2-16,6 1-5 16,5 4 2-16,1 1-19 15,3 2 0-15,5-1-31 16,2 4 2-16,0 0-30 15,5 1-23-15,-2 5-9 16,2-2-22-16,-6 2-14 16,4-3-26-16,-7 0-157 15</inkml:trace>
  <inkml:trace contextRef="#ctx0" brushRef="#br0" timeOffset="129948.36">12804 6763 98 0,'0'0'94'0,"0"0"-20"16,0 0 9-16,0 0-34 15,0 0-10-15,-6 121-4 0,6-94 5 16,4 2 41-1,7-3-25-15,2-2-1 0,1-5-27 16,1-6 19-16,1-5 27 16,1-4 4-16,4-4-7 15,-1 0-25-15,-3 0-4 16,2-10 9-16,-1-5-1 16,-3-10 1-16,-2 0 4 15,1-8-4-15,-6 1 11 16,1-2-5-16,-6 2 4 15,-3 4 1-15,0 3-5 16,0 3-7-16,-18 4-33 16,-2 5-16-16,-7 0-1 15,1 7-9-15,-5 6-64 0,-4 0-78 16,-11 16-83 0,8 10-135-16,7-4-311 0</inkml:trace>
  <inkml:trace contextRef="#ctx0" brushRef="#br0" timeOffset="140613.73">6320 7178 240 0,'0'0'140'0,"0"0"-57"16,0 0-38-16,0 0-15 15,0 0-7-15,0 0 8 16,0 0 19-16,0 0 24 16,0 0 7-16,0 0 5 15,0 0-3-15,0 0-18 16,0 0-15-16,0 0-16 16,0 0-16-16,0 0-12 15,0 4-5-15,0 11 20 16,0 1-3-16,-2 2 5 15,-2 4-6-15,-3-1-5 0,1 0-1 16,-2 3-5 0,2-2-6-16,-1 0 1 0,3-3 0 15,0 0-1-15,2-5 0 16,0-4 0-16,2-4 0 16,-4-1-1-16,4-2 0 15,0-3 0-15,0 0 1 16,0 0 6-16,0 0-4 15,0 0 4-15,8 0 36 16,3 0-11-16,-1-4-21 16,7-3-4-16,-2 1-6 15,3 1 0-15,0 1 0 0,1 0-9 16,4 2-2-16,2-2-1 16,4 2 6-1,0 2-4-15,2 0-1 0,2 0 5 16,1 0-22-16,-1 0-11 15,0 2 0-15,1 4 4 16,-3 2-4-16,-2-1-3 16,-4-3 24-16,-6-1 12 15,-1 1 6-15,-3-3-1 16,-3-1 1-16,-1 0 6 16,1 0 10-16,-4 0 19 15,1 0-9-15,3 0-2 16,-2-1 7-16,1-6 6 15,-1-2 8-15,-4-3 3 16,1 0 6-16,-3-4-1 0,0 0-3 16,1 0-1-16,-3 0 11 15,-2 0-19-15,0 4-1 16,0 4-21-16,0 1-19 16,0 5 0-16,0 2-17 15,0 0-100-15,-2 0-134 16,-3 6-116-16,3 5-215 0</inkml:trace>
  <inkml:trace contextRef="#ctx0" brushRef="#br0" timeOffset="161147.26">27002 2123 195 0,'0'0'198'16,"0"0"-38"-16,0 0 20 0,0 0-27 16,0 0-11-1,-21 3-12-15,21-3-19 0,0 0 8 16,0 0-16-16,0-9 1 15,0-1-21-15,9-2-37 16,1-4-22-16,5 2-16 16,3 0-7-16,1 1-1 15,6-2 0-15,4 3 0 16,0 2 0-16,0 0-1 16,0 4 0-16,-4 0-1 15,-8 4-7-15,-1 2 3 16,-5 0-13-16,-1 2-4 15,-2 14-4-15,-4 4 13 0,1 4 2 16,-3 6 6 0,-2 6-3-16,0 7 9 0,-2 3 0 15,-19 2-7-15,-4 4-14 16,-7-2 13-16,-4-2 6 16,0-4-12-16,1-2-23 15,2-7-32-15,4-6-10 16,2-7-6-16,4-4-17 15,6-4 13-15,3-6 2 16,7-4 12-16,5-4 2 16,2 0 60-16,0 0 2 15,0-7-4-15,5-7 15 0,11 1 0 16,3-1 1 0,4 5-1-16,6-1-1 0,2 6 0 15,4 1 1-15,4 3 0 16,-1 0 1-16,1 0 0 15,-3 0 8-15,-1 0 17 16,-3 0 5-16,-6 0 8 16,1 0 21-16,-4 0 16 15,-1 0-3-15,2-6-18 16,-1-6-16-16,-1 0-2 16,1 0-3-16,-6 0-7 15,-3 1 18-15,-5-1-14 16,-5 1-17-16,-4 3-14 15,0 2-44-15,0 1-118 16,-2 2-96-16,-9-1-253 0</inkml:trace>
  <inkml:trace contextRef="#ctx0" brushRef="#br0" timeOffset="163514.06">30680 2095 110 0,'0'0'264'0,"0"0"-95"0,0 0-9 16,0 0-40-16,0 0-18 16,0 0-11-16,0 0-14 15,-7-12 4-15,10 8-36 16,3-2 16-16,8-2-22 16,3 4-28-16,10 0-11 15,6 2 0-15,8 2-7 16,3 0 7-16,-2 0 0 15,-3 0 0-15,-8 0 0 16,-7 4-1-16,-4 4 0 16,-4 4-9-16,-5 0-2 15,-2 4-11-15,-5 4-19 16,-4 2-10-16,0 2-1 0,-2 2-10 16,-15-1 40-1,-8-1 23-15,-2-2 0 0,-2-3 7 16,0-2-6-1,0-3 5-15,2-2-6 0,3-2-9 16,4 0-13-16,4-4-21 16,3 0-5-16,4-1 5 15,5-4 4-15,1-1 23 16,3 0 16-16,0 0 25 16,0 0 6-16,0 0-10 15,9-1 6-15,2-5-8 16,5-3-12-16,4 3 3 15,0 2 8-15,3 0 5 0,0 2 7 16,4 2 15-16,-2 0-12 16,0 0-10-16,-3 0-2 15,-5 0-11-15,0 0-10 16,-7 0-6-16,-1 10 4 16,1 0-6-16,-6 3-2 15,0 2 1-15,1 3 6 16,-3 4 2-16,-2 2-8 15,0 2-3-15,0-1-12 16,-2-2-8-16,-14-1 10 16,-2-2 22-16,-2-4 8 15,0-2 0-15,2-3 5 0,1-1 4 16,3-4 0-16,-1-2 1 16,-1 0 12-16,-1-4-4 15,-4 0 2-15,-1 0-12 16,-1 0-16-16,1-3-46 15,-4-4-50-15,5-1-129 16,6 3-113-16</inkml:trace>
  <inkml:trace contextRef="#ctx0" brushRef="#br0" timeOffset="165413.96">26923 4419 238 0,'0'0'192'0,"0"0"-72"16,0 0-13-16,0 0-8 15,0 0-9-15,0 0-24 16,0 0-8-16,92-6-7 16,-65 2-5-16,2 0-17 15,0 2-3-15,2 0-6 16,-2 2-7-16,0 0-6 16,2 0-7-16,-2 6 0 0,-2 6 0 15,-3 3-1-15,-4 0-7 16,-4 6 2-16,-3 1-1 15,-4 3 7-15,-2 6 10 16,-3 5 6-16,-1 3 6 16,-1 4-3-16,-2 0 18 15,0-1-15-15,0-7-9 16,0-3-6-16,2-8 1 16,0-3-7-16,0-10 6 15,-2-3 3-15,2-4 6 16,-2-1 5-16,0-3 2 0,2 0 2 15,-2 0-1-15,0 0 1 16,0 0-25-16,7-8-51 16,-2-2-152-16,0-2-292 0</inkml:trace>
  <inkml:trace contextRef="#ctx0" brushRef="#br0" timeOffset="165747.03">27108 4703 2 0,'0'0'20'16,"0"0"283"-16,0 0-139 15,0 0-8-15,0 0-29 16,0 0-24-16,0 0 37 15,58 0-16-15,-22 0-20 16,-1 0-36-16,0 0-23 16,-4 0-16-16,-3 0-13 15,-4 0-3-15,-1 0-1 16,-3 1-5-16,-2 4-6 16,-2-4-1-16,-3 0 0 15,1 2-17-15,-4-1-51 16,3-2-63-16,12 0-54 15,-5 0-117-15,0 0-429 0</inkml:trace>
  <inkml:trace contextRef="#ctx0" brushRef="#br0" timeOffset="166780.79">30934 4642 5 0,'0'0'213'0,"0"0"-98"0,0 0 2 16,0 0-17-16,0 0 2 16,-28 111 17-16,28-90-14 15,12 2-5-15,9-2-31 16,3-1-41-16,0-4-15 15,3-3-2-15,0-6 4 16,-2-4 14-16,2-3 23 16,-6 0 40-16,4 0-3 15,-3-13-17-15,1-4-11 16,-4-6-4-16,-2-3-12 16,-5-2-8-16,-5-4 2 15,-5 3-17-15,-2 0-9 0,0 5-13 16,-17 4-17-16,-4 4-24 15,-1 5-32-15,-4 8-42 16,-3 3-43-16,-14 5-40 16,5 16-72-16,7 1-41 0</inkml:trace>
  <inkml:trace contextRef="#ctx0" brushRef="#br0" timeOffset="167348.65">31021 4886 351 0,'0'0'264'16,"0"0"-72"-16,0 0-65 15,0 0-84-15,0 0-33 16,0 0-10-16,0 0 0 16,-107 37 0-16,93-18 6 15,3 4-5-15,5 1 0 0,2-2-1 16,4 2-2-1,0-2-12-15,0 0-14 0,6-2 5 16,7 0 18-16,3-4 5 16,4 0 1-16,4-1 7 15,1-3 0-15,2-4 31 16,0-1 11-16,4-2 28 16,-2-4 21-16,2-1-7 15,-2 0-3-15,-2 0-22 16,-3-4-8-16,-2-6-2 15,-1-6 7-15,-4-4-3 16,1-3-13-16,-3-8-21 0,-3-3 0 16,-8-2-12-1,-4 0-14-15,0 1-1 16,-8 6-29-16,-17 2-71 0,-6 10-26 16,-14 4-85-16,7 8-152 15,5 5-291-15</inkml:trace>
  <inkml:trace contextRef="#ctx0" brushRef="#br0" timeOffset="169030.58">26912 7552 345 0,'0'0'294'0,"0"0"-38"16,0 0-70-16,0 0-61 16,0 0-37-16,0 0-17 15,0 0-10-15,34-59-20 16,-19 44-12-16,3-4-7 15,-2 3-8-15,-3 1-2 16,0 0 4-16,-3 1 3 16,-2 4 5-16,-1 2-2 15,-3 2-1-15,0 3-10 16,0 0-10-16,-2 3-1 16,-2 0 0-16,0 0-1 0,0 0 1 15,0 0-6 1,0 3-21-16,0 16-18 15,0 14 36-15,0 6 9 16,2 5 5-16,-2 5-3 0,2-5-1 16,-2-4 6-16,0-8-7 15,2-4 1-15,-2-6 0 16,2-6-1-16,1-4 2 16,-3-6 12-16,2-2-2 15,-2-3 1-15,0-1 2 16,0 0-2-16,0 0 4 15,2 0 4-15,-2 0 5 16,2 0-26-16,2 0-39 16,12-7-104-16,-3-4-160 15,3 0-379-15</inkml:trace>
  <inkml:trace contextRef="#ctx0" brushRef="#br0" timeOffset="169530.8">27251 7374 123 0,'0'0'239'0,"0"0"-99"0,0 0 6 15,0 0-33-15,0 0-33 16,0 0 27-16,0 0-21 16,116 0-7-16,-72 0-15 15,0 0-11-15,-3 0-28 16,-3 0-16-16,-5-2-9 15,-2-1-13-15,-6 3-64 16,0 0-51-16,-12 0-88 16,-7 0-106-16</inkml:trace>
  <inkml:trace contextRef="#ctx0" brushRef="#br0" timeOffset="170097.29">27295 7403 267 0,'0'0'131'15,"0"0"-37"-15,0 0-22 16,0 0-21-16,0 0-24 15,0 0-5-15,0 0-2 16,-89 78 2-16,89-67-8 16,0-6-2-16,0 1 2 15,0 1 29-15,0-1-12 16,12-3-5-16,3 2 20 0,3-5 25 16,5 0 0-16,3 0 2 15,5 0-13-15,-2-2-21 16,-2-3-13-16,-3 1-2 15,-3 2-11-15,-4 1-12 16,1 1 0-16,3 0-1 16,-4 0-1-16,5 7 0 15,1 5-2-15,-4 2 2 16,2 3 0-16,-4-2-6 16,-5 2-2-16,-6 1-1 15,-1 2 0-15,-5 0 10 16,0 0 4-16,-5 0 11 0,-11 0-2 15,-1-2 6 1,-6-2 24-16,1-3 17 0,-2-2-2 16,2-3-5-16,-1-6-13 15,0-2-13-15,2 0-5 16,-2 0-9-16,1 0-13 16,0-8-77-16,-5-5-90 15,9 6-109-15,5 1-297 0</inkml:trace>
  <inkml:trace contextRef="#ctx0" brushRef="#br0" timeOffset="171064.9">30773 7519 450 0,'0'0'167'0,"0"0"-34"0,0 0-28 16,0 0-38-16,0 0 9 15,0 0 17-15,0 0-12 16,83-104-4-16,-79 92 2 16,1 0 8-16,-1 2-18 15,-2 4-11-15,0 0-9 16,-2 4-2-16,0 2-14 15,4 0-17-15,-4 0-16 16,0 0-10-16,0 0-17 16,0 7-15-16,0 12 12 15,2 12 22-15,0 6 8 16,-2 8 2-16,0-1 4 16,0-1-5-16,0-3 0 15,0-5 0-15,0-7 2 0,0-4-2 16,0-6 0-16,0-6 0 15,0-5 0-15,2 0 1 16,0-5-2-16,0 0-12 16,0-2-26-16,3 0-15 15,17 0-26-15,1 0-121 16,-4-4-287-16</inkml:trace>
  <inkml:trace contextRef="#ctx0" brushRef="#br0" timeOffset="171714.29">31351 7317 188 0,'0'0'176'0,"0"0"-51"0,0 0-4 15,0 0-22-15,0 0-37 16,0 0-12-16,-131-29 1 15,108 29-21 1,-2 0-8-16,3 9-2 0,-2 5 3 16,1 6-4-16,3 0-13 15,-2 4 27-15,6 0 3 16,1 2-3-16,6 2-18 16,4 2-2-16,5 0 0 15,0 0 10-15,5-1-1 16,11-1-5-16,5 0-1 15,4-4-6-15,0-4 3 16,2-2-6-16,-3-5 1 0,-2-6-1 16,3-6 4-1,-3-1 1-15,1 0 24 0,-2 0 6 16,0-5 12-16,-3-9 16 16,-1-2-5-16,-1-4-2 15,-3 2-15-15,-6-2-9 16,-2-1 2-16,-5 6-2 15,0-1 15-15,0 2-26 16,-10 5-16-16,-7 1-5 16,-8 6-7-16,-4 2 0 15,-6 0-14-15,-3 2 2 16,-3 13-25-16,6 2-34 16,2 6-30-16,1 9-78 0,12-4-101 15,9-6-121-15</inkml:trace>
  <inkml:trace contextRef="#ctx0" brushRef="#br0" timeOffset="177614">27010 3003 15 0,'0'0'37'15,"0"0"253"-15,0 0-108 0,0 0-26 16,0 0-25-16,0 0-28 16,-8-1-57-16,8 1-11 15,0 0-1-15,13 5 18 16,5 11 2-16,3 7-27 16,6 2-11-16,2 6-3 15,7 1 0-15,0 4 21 16,2-2 9-16,0-2 12 15,-3-2-10-15,1-4-10 16,-5-2-8-16,-2-2-5 16,-4-6 0-16,-5-3-3 0,-5-3-2 15,-3-5-4-15,-6 0-5 16,-1-3-7-16,-3-2 8 16,0 2-9-16,-2-2-36 15,2 0-81-15,-2 1-83 16,0-1-73-16,0 0-55 15</inkml:trace>
  <inkml:trace contextRef="#ctx0" brushRef="#br0" timeOffset="178080.45">27372 2903 214 0,'0'0'170'15,"0"0"-32"-15,0 0 2 16,0 0-36-16,0 0-21 15,0 0-14-15,0 0-40 16,-21-4-29-16,17 21 26 0,-5 2 42 16,-3 5 12-16,0 5-8 15,-9 3-15-15,0 4-8 16,-12 4-10-16,-6 4 19 16,-6 2 4-16,-4 0-24 15,-3 0-16-15,6-4-12 16,6-2-4-16,7-5-4 15,8-7-2-15,9-8-2 16,8-9-4-16,3-2 6 16,3-7 0-16,2 0 14 15,0-2 24-15,0 0 9 16,0 0-18-16,0 0-29 16,0 0-60-16,2 0-146 0,7 0-337 0</inkml:trace>
  <inkml:trace contextRef="#ctx0" brushRef="#br0" timeOffset="195198.22">27565 2266 116 0,'0'0'79'0,"0"0"-34"15,0 0 2-15,0 0-22 16,0 0-12-16,0 5 10 16,0-5 13-16,0 3 10 15,0-1-8-15,0-1 5 0,11 1 10 16,5 2 2-16,7-1-16 16,2 0-10-16,4 2-3 15,3-1 0-15,-3 0-9 16,-7 1-5-16,-1-2-2 15,-8 1-9-15,-7-2 5 16,1-2-6-16,-4 3 1 16,-1-3-1-16,-2 0 0 15,2 0 0-15,-2 0-10 16,0 0-40-16,0 0-57 0,0 0-62 16,-4 0-171-16</inkml:trace>
  <inkml:trace contextRef="#ctx0" brushRef="#br0" timeOffset="195696.99">27744 2252 208 0,'0'0'167'0,"0"0"-64"0,0 0-27 15,0 0-27-15,0 0-20 16,0 0-13-16,0 0-7 16,48 0 4-16,-36 5-6 15,-1 4-7-15,0 1 0 16,-2 0 0-16,2 0 1 15,-5 0-1-15,4 0 0 16,-4-2 1-16,-1 1-1 16,-1-2 0-16,0-1-12 15,1 0 1-15,-2-2-2 16,-3-2 3-16,2 0 1 16,-2 1-7-16,0-2 6 15,0 1-9-15,0 1-5 16,-12-1 24-16,-3 3 35 15,1-1 1-15,1 0-4 16,2 0-7-16,4-2-11 0,0 0-2 16,3 0-5-16,0 0-6 15,-1 2-1-15,0 2-6 16,-1 1-26-16,-1 6-24 16,1-3-25-16,1 2-80 0</inkml:trace>
  <inkml:trace contextRef="#ctx0" brushRef="#br0" timeOffset="200280.41">27590 13772 459 0,'0'0'143'0,"0"0"-39"0,0 0-18 16,0 0-19 0,-141-6-20-16,110 6 4 0,2 4-5 15,2 9 6 1,1 1-27-16,1 9 1 0,5 1-12 15,7 6 1-15,3 0-8 16,10 0 0-16,0-2 3 16,10-1-4-16,12-8 6 15,4 0-1-15,3-9 7 16,3-4 9-16,1-6 18 16,-2 0-4-16,0 0-11 15,-2-15-10-15,-4 2-8 16,-2-5-3-16,-6-2-9 15,-3 0 0-15,-6-1 1 16,-3-1 1-16,-3-2 5 16,-2 2-1-16,0-2 10 15,0 4 32-15,0-2 0 0,0 6 23 16,0 4-7-16,0 4-12 16,0 0 1-16,0 6 4 15,0-1-16-15,0 3-22 16,0 0-3-16,0 0-16 15,0 0-11-15,0 9-17 16,0 13 10-16,4 10 18 16,4 10-1-16,-6 6 1 15,0 8 2-15,-2-6 4 16,0 0-6-16,0-5 0 16,0-9 1-16,0-8-1 15,0-6 0-15,0-6 0 16,0-6 1-16,0-7 0 0,0 0-1 15,0-3-3-15,0 0-40 16,13 0-65-16,1 0-90 16,1-4-358-16</inkml:trace>
  <inkml:trace contextRef="#ctx0" brushRef="#br0" timeOffset="201163.56">27912 13954 192 0,'0'0'160'0,"0"0"-46"16,0 0-14-16,0 0-28 16,0 0-1-16,0 0 1 15,0 0 0-15,-10 3 16 16,30-3 15-16,4 0-14 16,10 0-6-16,4 0-14 15,-1 0-25-15,1 0-31 16,-5 0-12-16,-1 0-1 15,-3 0-32-15,-7 0-44 16,-1 1-27-16,-9 5-30 16,-3 1-107-16,-7-6-70 0</inkml:trace>
  <inkml:trace contextRef="#ctx0" brushRef="#br0" timeOffset="202314.85">27997 14121 146 0,'0'0'143'15,"0"0"-41"-15,0 0 16 16,0 0-48-16,0 0 26 16,0 0 8-16,0 0 23 0,-2 0-18 15,2 0-40-15,4 0-11 16,13 0-12-16,4-2-11 16,6 2-9-16,6-4 18 15,6 0 14-15,1 0 11 16,2-1-3-16,-1 4-20 15,-6-5-24-15,-8 4-13 16,-10 2-2-16,-3 0-7 16,-7 0 0-16,-5 0-30 15,-2 0-62-15,0 0-56 16,0 0-82-16,0 0-151 16,0 0-166-16</inkml:trace>
  <inkml:trace contextRef="#ctx0" brushRef="#br0" timeOffset="203263.83">28702 13874 42 0,'0'0'507'16,"0"0"-421"-16,0 0 14 16,0 0 10-16,139-35-37 15,-106 32 0-15,-10 3-26 16,-5 0-34-16,-5 0-13 15,-8 10-8-15,-2 8 7 16,-3-4 1-16,0 6 4 16,-12 4 6-16,-7-6 9 0,-4 4-3 15,1-7-16-15,1-2-4 16,4-1-8-16,3-7 0 16,5-1-4-16,3-4 16 15,4 0 12-15,0 0 15 16,2 0-1-16,0-7-1 15,0-3 2-15,8 0 5 16,10 3-10-16,2-2-16 16,2 3 11-16,3 6-10 15,0-4 2-15,-1 4-9 16,-2 0 6-16,3 4-6 16,-3 6 0-16,-4 7-7 15,-4-2 6-15,-8 5-6 0,-4 3-3 16,-2 2 3-1,0 4-3-15,-18-6 10 16,1 2-14-16,-6-3 13 16,3-4 0-16,0-4-7 0,0-6 8 15,3-3 26-15,-4-5 9 16,1 0 11-16,0 0 12 16,0 0-17-16,4-2-8 15,3-7-17-15,4-1-14 16,2 2-2-16,5-1-45 15,2 3-89-15,0 5-100 16,16-1-281-16</inkml:trace>
  <inkml:trace contextRef="#ctx0" brushRef="#br0" timeOffset="203497.62">29219 14137 472 0,'0'0'342'16,"0"0"-138"-16,0 0-14 16,0 0-53-16,0 0-31 15,0 0-59-15,0 0-33 16,4-9-14-16,7 9-138 0,-2 0-217 15,4 0-630-15</inkml:trace>
  <inkml:trace contextRef="#ctx0" brushRef="#br0" timeOffset="204280.11">29370 13786 175 0,'0'0'246'0,"0"0"-166"16,0 0 61-16,0 0 11 16,129-33-47-16,-100 33-14 15,-4 0-21-15,-6 0-43 16,-5 3-27-16,-5 11 0 16,-7 6-7-16,-2 2 7 15,0 6 1-15,-13 0 12 16,-9 0-13-16,-5-2 0 15,0-2 0-15,4-6 0 16,4-4-10-16,3-6-22 16,7-4 10-16,5-1 22 15,2-3 10-15,2 0 25 16,0 0 14-16,0 0-31 16,4-4 0-16,9-2-18 0,5 1 0 15,3 1-2-15,0 2 2 16,2 2 9-16,-1 0-9 15,0 0 0 1,-2 5-6-16,-1 8 5 0,-4 4 0 16,-4 4-12-16,-4 3 3 15,-7 2 9-15,0 3 1 16,-7 1 1-16,-13-3 28 16,-5-4-6-16,-2-2 8 15,1-8-8-15,-3-1 16 16,3-6-7-16,-1 0-15 15,2-6 1-15,-2 0-18 0,0 0-34 16,-19 0-106-16,7 0-123 16,2 0-415-16</inkml:trace>
  <inkml:trace contextRef="#ctx0" brushRef="#br0" timeOffset="206833.1">27732 14744 398 0,'0'0'234'15,"0"0"-84"-15,0 0 4 16,0 0-48-16,0 0-44 15,0 0-22-15,0 0-12 16,-28-26-19-16,12 26 1 16,-3 0-4-16,0 0 4 0,-4 0 7 15,-3 3 3-15,-1 6-14 16,0 1 1-16,1 4 5 16,3 3-5-16,3 1-6 15,5 0-1-15,3 4-1 16,8 0-8-16,4-1 0 15,0 4-7-15,6-4 15 16,15-2 1-16,3-7 0 16,3-2-11-16,0-7 11 15,-1-3 11-15,-1 0-11 16,-1 0 12-16,-1-11 6 16,0-5-5-16,-6-3-2 15,-1 0 6-15,-5-6-1 0,-3 4 16 16,-1-6 7-16,-2 4 9 15,-1 1-2-15,-1 5 5 16,-3 3 23-16,2 5-12 16,0 0 6-16,-2 9-11 15,0-3-10-15,2 3-21 16,-2 0-25-16,0 0-1 16,0 7-40-16,0 20 7 15,2 9 26-15,-2 10 7 16,0 6 2-16,0 2 4 15,0-8-6-15,0-2 0 16,0-10 2-16,0-5-2 0,0-8 0 16,0-11 0-16,0-2 0 15,0-2-13-15,0-4-44 16,0 1-51-16,0-3-21 16,0 0-47-16,5 0-109 15,-1 0-636-15</inkml:trace>
  <inkml:trace contextRef="#ctx0" brushRef="#br0" timeOffset="207212.79">28142 14838 340 0,'0'0'232'0,"0"0"-113"15,0 0 45-15,0 0-13 0,0 0-28 16,0 0-21 0,146-1-22-16,-111 1-31 0,-4 0-27 15,-7 0-15-15,-4 0-7 16,-4 0-62-16,-5 0-89 16,-2 10-125-16,-7-2-131 0</inkml:trace>
  <inkml:trace contextRef="#ctx0" brushRef="#br0" timeOffset="208363.61">28129 15015 133 0,'0'0'172'0,"0"0"-109"15,0 0-1-15,0 0-24 16,0 0-7-16,0 0 24 16,0 0 40-16,2-7 40 15,16-2-5-15,4 1-41 16,5 2-32-16,5 0 12 15,1-1 19-15,0 3-8 0,3 2-21 16,-3-2-2 0,0 4-25-16,-1 0-15 0,-3 0-2 15,-5 0-14 1,-6 0 6-16,-2 0-7 0,-8 0 0 16,-1 0-21-16,-4 0-43 15,-3 0-62-15,0 0-36 16,0 4-81-16,0 5-61 15,-5-3-228-15</inkml:trace>
  <inkml:trace contextRef="#ctx0" brushRef="#br0" timeOffset="209480.03">28702 14833 590 0,'0'0'563'15,"0"0"-424"-15,0 0-105 16,0 0-19-16,0 0-3 16,0 0-2-16,0 0 9 15,66-75 14-15,-64 69 6 16,1 2-21-16,-3 4 6 15,0 0-14-15,0 0-10 0,0 0-15 16,0 0-21 0,0 0 4-16,0 0 9 0,0 0 13 15,2 0 0-15,-2 0-8 16,0 9-9-16,2 13 12 16,-2 10 10-16,2 4 5 15,1 4 1-15,-3 4-1 16,2-4 0-16,-2-2 0 15,0-4 1-15,0-11 0 16,0-2 0-16,0-3 0 16,0-10 1-16,0 2-2 15,0-6 1-15,0-2-1 16,0-2 0-16,0 0-1 16,0 0-31-16,2 0-6 15,7-2-49-15,2-10-199 0,-2-1-593 0</inkml:trace>
  <inkml:trace contextRef="#ctx0" brushRef="#br0" timeOffset="209830.03">28982 14811 646 0,'0'0'295'0,"0"0"-141"16,0 0 0-16,0 0-43 16,133-22-45-16,-106 22-45 15,-2 0-15-15,-2 0-6 16,-6 0-32-16,-3 0-68 16,-3 4-71-16,-3 5-105 15,-2 0-109-15</inkml:trace>
  <inkml:trace contextRef="#ctx0" brushRef="#br0" timeOffset="210413.29">28993 14821 51 0,'0'0'170'0,"0"0"-112"15,0 0 66-15,0 0-35 0,0 0-27 16,0 0-19-16,0 0-8 16,-22 76-9-16,22-64-13 15,0-5-1-15,0-1 8 16,7-6 25-16,6 0 50 15,7 0-6-15,1 0-15 16,0 0-26-16,2 0-28 16,-1-9-4-16,-2 5-15 15,-2 0 14-15,0 0-9 16,-5 4-6-16,1 0 7 16,-1 0-6-16,-4 0 0 15,2 0-1-15,-4 8 0 16,1-1-10-16,-1 10 10 0,-3 1 0 15,2 3 0-15,-4 4 0 16,-2 3 0-16,0-6 0 16,0-3-1-16,-8 2 1 15,-5-6 2-15,-2-6 6 16,1 3 14-16,1-8-3 16,-1 1-3-16,1-5 20 15,0 0 26-15,-3 0-4 16,0 0-19-16,-1 0-21 15,-1 0-8-15,1-5-10 16,1 1-58-16,5 0-64 16,1-2-64-16,8 2-96 15,2 3-207-15</inkml:trace>
  <inkml:trace contextRef="#ctx0" brushRef="#br0" timeOffset="210863.82">29489 14929 195 0,'0'0'239'16,"0"0"-86"-16,0 0-1 16,0 0-21-16,0 0-11 15,0 0-27-15,0 0-15 16,79-7-14-16,-50 7-33 0,0 0-12 16,-2 0-19-1,-2 5-14-15,-4-1-85 0,6 0-80 16,-2-2-146-16,-5-2-324 15</inkml:trace>
  <inkml:trace contextRef="#ctx0" brushRef="#br0" timeOffset="211380.58">30034 14694 232 0,'0'0'156'16,"0"0"-48"-16,0 0-41 15,0 0 8-15,0 0-20 16,0 0-5-16,0 0 4 15,-100-8-4-15,81 16-4 16,2 6-12-16,-1 8-13 16,3 0-6-16,-1 6-5 15,7 4-9-15,5 3 5 16,4 1-6-16,0-3 0 16,2 2 1-16,15-5-1 15,6-2 2-15,1-4-1 0,1-8 0 16,2-4 13-16,-1-7 21 15,-1-5 19-15,1 0 21 16,-3 0-10-16,0-5-7 16,-6-9 3-16,-1-4 3 15,-5-2 15-15,-5 0 4 16,-6-1-3-16,0 7-21 16,0-1-21-16,-17 7-38 15,-10 6-5-15,-6 2-14 16,-3 0-50-16,-5 16-66 15,-14 24-110-15,10-4-114 16,8 4-360-16</inkml:trace>
  <inkml:trace contextRef="#ctx0" brushRef="#br0" timeOffset="212864.12">27694 15597 324 0,'0'0'258'16,"0"0"-128"-16,0 0-28 16,0 0-35-16,0 0-25 15,0 0-18-15,-122 5-1 16,106 8-10-16,0-1-1 15,6 6-10-15,1-1-1 16,2 6 0-16,7-3-1 0,0 2-2 16,0-6 0-1,11-3-4-15,7-3-9 0,4-1 2 16,1-9 13-16,-2 0 7 16,2 0 0-16,-5 0 9 15,-1-14 8-15,2-2 31 16,-7-2-10-16,2 0 17 15,-5-4 18-15,0-3 0 16,-2 4-14-16,-3-2 5 16,-1 2 15-16,-1 4-7 15,-2 3-8-15,0 5-5 16,0 4 0-16,0 1-15 16,0 4-26-16,0 0-25 15,0 0-5-15,0 4-25 16,2 15-10-16,0 7 31 0,2 10 8 15,1 4 0-15,-1-1 1 16,3 3 0-16,0-3 1 16,-1-7-1-16,-1-2 0 15,-1-4 0-15,-2-5 0 16,-2-8-10-16,3-1 3 16,-3-3-18-16,0-9-33 15,2 1-28-15,3-1-34 16,19 0-57-16,-2 0-192 15,7 0-479-15</inkml:trace>
  <inkml:trace contextRef="#ctx0" brushRef="#br0" timeOffset="213181.31">28205 15659 153 0,'0'0'516'0,"0"0"-375"0,0 0-11 15,0 0-43 1,0 0-19-16,145-4 3 0,-117 4-44 16,-3 0-27-1,-5 0-37-15,-7 4-88 0,-6 2-100 16,-7 2-88-16</inkml:trace>
  <inkml:trace contextRef="#ctx0" brushRef="#br0" timeOffset="213380.14">28450 15759 568 0,'0'0'794'0,"0"0"-710"16,0 0-84-16,154 0-72 15,-110 0-119-15,-9 0-175 0</inkml:trace>
  <inkml:trace contextRef="#ctx0" brushRef="#br0" timeOffset="214063.67">28824 15534 232 0,'0'0'276'0,"0"0"-127"16,0 0-9-16,0 0-23 15,0 0-15-15,0 0-28 16,121-27-16-16,-90 27-16 16,0 0-28-16,-2 5-4 15,0 6-4-15,-2 4-6 0,-4 8-1 16,-4-1-1-16,-6 6-6 16,-6 4 6-16,-7 2-4 15,0 1 5-15,0-2 0 16,-12-1-1-16,-1-5 2 15,5-6 0-15,-2-7 0 16,8-1 0-16,0-10-18 16,0-3-9-16,2 0-2 15,0 0-42-15,0-7-170 16,0-4-318-16</inkml:trace>
  <inkml:trace contextRef="#ctx0" brushRef="#br0" timeOffset="-214399.73">28940 15637 253 0,'0'0'95'0,"0"0"-6"16,0 0-17-16,0 0-24 15,0 0 8-15,0 0 1 16,0 0 5-16,-41 0-16 16,39 0-14-16,-2 1-15 15,2 2-8-15,0-1-9 16,2-2 1-16,0 2 0 16,0-2 6-16,16 0 10 15,10 0 86-15,12 0 7 16,4 0-25-16,8 0-10 15,-2 0-7-15,-1 0 16 16,-5-2-7-16,-6 0-23 16,-5 2-13-16,-11 0-5 0,-7 0-27 15,-5 0-9 1,-8 0-12-16,0 0-29 0,0 0-57 16,0 0-71-16,-3 4-59 15,-4 6-31-15,1-4-148 0</inkml:trace>
  <inkml:trace contextRef="#ctx0" brushRef="#br0" timeOffset="-213965.78">29537 15458 651 0,'0'0'271'15,"0"0"-94"-15,0 0-73 16,0 0-66-16,0 0-38 16,0 0-12-16,0 0 12 15,2 69 51-15,-2-30 4 0,0 10-16 16,0-5-10 0,0 1-10-16,0-8 0 0,0-3-10 15,0-11-3-15,0-6-6 16,0-3 2-16,0-8-1 15,0 1-1-15,0-6-38 16,0 4-86-16,0-5-51 16,0 0-115-16,0 0-227 0</inkml:trace>
  <inkml:trace contextRef="#ctx0" brushRef="#br0" timeOffset="-213749.68">29358 15611 400 0,'0'0'348'15,"0"0"-146"-15,0 0-30 16,0 0-32-16,0 0-46 16,0 0-43-16,146-32-36 15,-109 32-15-15,4 0-34 16,16 0-110-16,-10 8-100 15,-5-2-158-15</inkml:trace>
  <inkml:trace contextRef="#ctx0" brushRef="#br0" timeOffset="-213299.96">29751 15593 438 0,'0'0'241'16,"0"0"-77"-16,0 0-15 15,0 0-35-15,0 0-18 16,0 0 2-16,0 0-12 16,112-85-21-16,-93 84-10 15,1 1-28-15,-1 0-27 16,-2 5-2-16,-1 13 1 15,-1 4-12-15,-6 6 4 0,-7 7-7 16,-2-3-4-16,0 0 8 16,-17 1 4-16,-10 0 7 15,-2-3 0-15,-2-3 0 16,2-4-28-16,4-9-22 16,5-1-34-16,9-6-3 15,6-1 15-15,5-6 31 16,0 0 42-16,14 0 12 15,12 0 14-15,5 0 11 16,6-10 12-16,0 7-22 16,1-6 5-16,-5 3-6 15,-1 2-26-15,-5 0-35 16,-11 0-69-16,-8 4-146 16,-6-4-330-16</inkml:trace>
  <inkml:trace contextRef="#ctx0" brushRef="#br0" timeOffset="-210583.53">28249 15829 215 0,'0'0'153'0,"0"0"-52"16,0 0 10-16,0 0-27 15,0 0-6-15,0 0-6 16,0 0 13-16,-22-14-21 16,22 14-24-16,-3 0-14 15,1 0-8-15,-2 0-7 16,2 0-2-16,-1 0-2 0,3-4 2 16,0 4 2-1,0 0-9-15,0 0 8 16,0 0-3-16,0 0 0 0,0 0-5 15,5-5 4-15,11 5 8 16,9-2 29-16,8 0-22 16,7-2-4-16,6 4 25 15,1-5-3-15,-1 1-1 16,0 0-6-16,-11 0 1 16,-6 2 1-16,-6 0-4 15,-10 2-14-15,-5 0-14 16,-2 0-2-16,-4 0-2 15,0 0-7-15,-2 0-26 16,0 0-34-16,0 0-28 16,0 0 10-16,-7 6 0 0,-4 4-84 15,0-1-139-15</inkml:trace>
  <inkml:trace contextRef="#ctx0" brushRef="#br0" timeOffset="-208949.69">31431 14702 129 0,'0'0'495'15,"0"0"-346"-15,0 0 18 16,0 0-48-16,0 0-51 16,0 0-26-16,0 0-18 15,-134-62-11-15,111 62-12 0,4 6-1 16,-4 10-1-1,3 5 1-15,5 0-1 16,2 5-5-16,3-2-14 16,10 2-21-16,0 1-1 0,7-10 10 15,18 0 21-15,1-6 1 16,6-2 10-16,-1-5 1 16,-2-4 13-16,-2 0 1 15,-3 0 2-15,-4-10-1 16,0-4-5-16,-4-3 7 15,-1 0 15-15,-4-1 19 16,-3-5 29-16,-2 0 21 16,-4 1-21-16,-2 3 15 15,0 3-20-15,0 4-24 16,0 2-4-16,0 6-2 16,0 0 3-16,0 4-12 0,0 0-3 15,0 0-15-15,0 0-3 16,0 0-6-16,0 0-2 15,0 0-7-15,0 0-1 16,0 0 2-16,0 0-1 16,0 0 0-16,0 0-1 15,0 0 0-15,0 0-1 16,0 0 0-16,0 0-8 16,0 0 9-16,0 0 1 15,0 0-1-15,0 0 6 16,0 0-4-16,0 0 8 15,0 0-2-15,0 0 3 0,0 0-10 16,0 0 5 0,0 0-6-16,0 0 1 0,0 0 9 15,0 0-10-15,0 0 10 16,0 0 2-16,0 0 1 16,0 0-11-16,0 0-2 15,0 0-7-15,0 0-3 16,0 0-3-16,0 0-13 15,0 0 2-15,0 12-1 16,2 10 24-16,3 10 0 16,-3 12-1-16,0 6 2 15,0 6-9-15,0 1-7 16,-2-5-12-16,3-8 0 0,-3-8-3 16,0-8 9-16,0-9 6 15,3-8 15-15,-3-1-6 16,2-6 7-16,-2 0-12 15,0 0-10-15,0-4-16 16,0 0-27-16,0 0-12 16,0 0-30-16,2 0-35 15,0 0-66-15,0 0-384 0</inkml:trace>
  <inkml:trace contextRef="#ctx0" brushRef="#br0" timeOffset="-208566.32">31621 14852 153 0,'0'0'352'0,"0"0"-186"15,0 0-42 1,0 0-13-16,0 0-17 0,0 0-11 15,120-5-7-15,-85-1-19 16,-3 3-37-16,-3 2-20 16,-8-2-12-16,0 3-42 15,-5 0-49-15,-8 0-106 16,-1 3-112-16</inkml:trace>
  <inkml:trace contextRef="#ctx0" brushRef="#br0" timeOffset="-207433.04">31667 15033 347 0,'0'0'176'15,"0"0"22"-15,0 0-64 16,0 0-50-16,0 0-21 16,0 0-2-16,0 0 16 15,18-22 15-15,5 19-16 16,8-1-4-16,4-3-17 16,9 1-14-16,6 4-5 15,0-2-2-15,0 4-17 16,-10 0-8-16,-9 0-8 0,-9 0 0 15,-6 0-1-15,-7 0 1 16,-5 0-2-16,-4 0 1 16,3 0-22-16,-3 0-56 15,0 0-74-15,2 0-48 16,0 4-121-16,2-2-404 0</inkml:trace>
  <inkml:trace contextRef="#ctx0" brushRef="#br0" timeOffset="-206933.54">32365 14793 383 0,'0'0'198'16,"0"0"-44"-16,0 0-10 16,0 0-35-16,0 0-14 15,44-107 12-15,-33 85-27 0,-2 2-3 16,0 5-5-1,-7 4 1-15,0 7-22 0,0 0-3 16,-2 4-29-16,0 0-19 16,0 0-7-16,0 0-12 15,3 0-5-15,2 10-11 16,1 16 35-16,3 11 0 16,-1 7 1-16,2 3 0 15,-4 3 5-15,1-3-5 16,-5-9-1-16,0-8 2 15,0-11-1-15,-2-9-1 16,6-1 2-16,-6-5 4 16,4-4-6-16,0 4-14 15,3-4-69-15,11 0-93 16,-1 0-125-16,4 0-579 0</inkml:trace>
  <inkml:trace contextRef="#ctx0" brushRef="#br0" timeOffset="-206583.24">32857 14752 952 0,'0'0'315'16,"0"0"-235"-16,0 0-24 15,0 0 7-15,42-102-17 16,-42 85-4-16,0 2-33 15,-13 7-9-15,-10 2-45 16,-6 6-53-16,-2 0-8 16,-2 12-73-16,4 8-100 15,14 0-104-15</inkml:trace>
  <inkml:trace contextRef="#ctx0" brushRef="#br0" timeOffset="-205748.51">32759 14620 211 0,'0'0'199'16,"0"0"-71"-16,0 0-1 15,0 0-53-15,0 0-28 16,0 0-10-16,0 0-4 15,-91 40-9-15,77-20-1 0,3 8-21 16,5-3 8-16,6 0-8 16,0 1 8-16,0-3-3 15,15-6 5-15,5-4 8 16,9-3 17-16,2-10 42 16,3 0-26-16,-1 0-13 15,-2 0-13-15,-4-17-8 16,-2 3 2-16,-8-1 15 15,-3-3 10-15,-3-4 3 16,-5 1 1-16,-4-3-14 16,-2 4 0-16,0 1-8 15,-2 0-4-15,-15 5-23 16,-6 4 0-16,-4 5-9 16,-2 3-5-16,5 2-21 15,-5 0-68-15,5 9-67 0,6 19-13 16,7-2-115-16,9-4-365 0</inkml:trace>
  <inkml:trace contextRef="#ctx0" brushRef="#br0" timeOffset="-205316.58">32730 14843 29 0,'0'0'293'0,"0"0"-172"15,0 0-17-15,0 0-36 16,0 0-15-16,0 0-12 15,0 0-4-15,-76 75 5 16,69-48-2-16,3-4 2 16,4-2-10-16,0-2 10 15,4-6 17-15,17-3 31 16,0-2 10-16,6-4 0 16,2-4-8-16,2 0-22 15,3 0-9-15,-3-16-17 0,-2-3 4 16,-4-4 3-1,-3-4-13-15,-5-4-21 0,-5-1-4 16,-5 2-11 0,-7 2-2-16,0 6-50 0,-5 8-39 15,-28 14-105-15,2 0-215 16,4 0-282-16</inkml:trace>
  <inkml:trace contextRef="#ctx0" brushRef="#br0" timeOffset="-204914.92">32228 15141 126 0,'0'0'242'0,"0"0"-118"16,0 0 3-16,0 0-71 16,0 0-40-16,0 0 10 15,0 0 120-15,14 0 39 16,44 0-74-16,11 0-21 0,14 0-19 15,8 0 9-15,7 0 3 16,0 0-19-16,-3 0-16 16,-5-4-12-16,-14-1-23 15,-14 0-13-15,-18 5 0 16,-12 0-35-16,-14 0-38 16,-16 6-115-16,-2 10-160 15,0 0-172-15</inkml:trace>
  <inkml:trace contextRef="#ctx0" brushRef="#br0" timeOffset="-204283.11">32810 15254 494 0,'0'0'193'16,"0"0"-9"-16,0 0-28 16,0 0-90-16,0 0-54 15,120 8-12-15,-116 14-1 16,-4 2 1-16,0 9 0 16,-10 5 1-16,-19-3 8 15,-7 1 10-15,-6 0-5 16,-3-1-11-16,3-9-3 15,7-2-42-15,8-7 3 16,6-3-45-16,8-5 1 16,6-5 31-16,7-4 52 15,0 0 5-15,0 0 60 0,10 0 5 16,9 0-8-16,8 0-17 16,6 0-9-1,3 0 7-15,7 0 20 0,1-4 35 16,3-6 5-16,-1 2-3 15,4-2 1-15,-15-2-25 16,1 2-25-16,-7 1-15 16,-11 0-14-16,-3 0-10 15,-3 4-12-15,-4-3-5 16,-1 3-41-16,-5 1-89 16,-2-4-132-16,-2 4-219 15,-9 2-413-15</inkml:trace>
  <inkml:trace contextRef="#ctx0" brushRef="#br0" timeOffset="-182400.06">30194 3298 195 0,'0'0'307'0,"0"0"-64"16,0 0-35-16,0 0-65 16,0 0-49-16,0 0-26 15,-4 0-9-15,13-6-7 16,0-2 4-16,2 2 6 15,5-2 5-15,1 1-18 16,3-2-25-16,5 6-13 16,0-2-3-16,-2 3-8 0,4 2 0 15,-4 0 0-15,-3 0-1 16,-5 0-7-16,-4 13-3 16,-3 3-10-16,-4 5 7 15,-4 5 12-15,0 6 1 16,0 8 1-16,-18 3 1 15,-7 1-1-15,-6 2 2 16,-3-4 15-16,1-2-16 16,2-6 7-16,2-4-2 15,5-6 0-15,6-3-6 16,0-5 0-16,7-6-5 16,0-3-24-16,4 0-11 0,5-6 14 15,-1-1 26-15,3 0 28 16,0 0 7-16,0-4-35 15,0-6-1-15,5 1-12 16,6 1 4-16,2-1-5 16,3 5 7-16,6 0 6 15,3 1-1-15,2 3 2 16,-3 0 0-16,-1 0-8 16,-2 0 0-16,0 0 0 15,1 1 7-15,0 5-1 16,-2-3 2-16,3-2 7 15,-1-1 28-15,-2 0 18 16,-2-1 11-16,-1-12-7 16,-1 1-11-16,-5 0-14 0,1 0-18 15,-6 4-14-15,-3 0-9 16,1 2-35-16,-4 0-44 16,2-4-75-16,-2 2-172 15,0 0-351-15</inkml:trace>
  <inkml:trace contextRef="#ctx0" brushRef="#br0" timeOffset="-181782.69">30794 3263 95 0,'0'0'266'15,"0"0"-27"-15,0 0 5 16,0 0-47-16,0 0-22 15,0 0-19-15,0 0-54 16,0-12-86-16,0 21-16 16,4 15 0-16,3 12 3 15,-1 8 29-15,-1 9 4 16,0 3 5-16,-5 2 0 16,0-4 1-16,0-1-3 15,0-7-5-15,0-9-3 16,0-5-12-16,2-8-5 15,0-9 1-15,-2-5-1 16,2-6 5-16,-2-4 9 16,0 0 19-16,0 0 2 0,0 0-9 15,0 0-34-15,2-4-6 16,0-9-140-16,1-12-119 16,1 0-289-16,-4 3-503 0</inkml:trace>
  <inkml:trace contextRef="#ctx0" brushRef="#br0" timeOffset="-181500.05">30564 3541 230 0,'0'0'184'15,"0"0"24"-15,0 0-7 16,0 0-34-16,0 0-53 16,147 0-43-16,-106 0-39 15,1-3-19-15,4 0-13 0,3-1-18 16,12-2-106-16,-10 0-195 15,-11 0-312-15</inkml:trace>
  <inkml:trace contextRef="#ctx0" brushRef="#br0" timeOffset="-180933.75">31114 3557 153 0,'0'0'339'0,"0"0"-59"15,0 0-65-15,0 0-95 16,0 0-42-16,0 0-8 15,0 0-11-15,21-42-8 16,-15 32-2-16,-2-4-2 16,1 2-6-16,0-2-9 15,-3 0 8-15,2 0-2 16,1 0 6-16,-1 0-3 16,0-3 1-16,1 3 8 15,0 3-5-15,-3-2-1 16,0 5-5-16,-2 3 5 15,0-2-1-15,2 5-8 0,-2 2-12 16,0 0-23 0,0 0-7-16,0 0-11 0,0 0-9 15,0 5-13-15,3 10 9 16,-1 7 21-16,0 6 10 16,0 9 0-16,-2 3 0 15,0 4-1-15,0 0 1 16,0 0 0-16,0-6 0 15,0-2 0-15,0-8 0 16,0-3 1-16,0-7 0 16,0-4-1-16,0-7 1 15,2-2-1-15,0-3-21 16,7-2-77-16,-1-2-132 16,-4-10-321-16</inkml:trace>
  <inkml:trace contextRef="#ctx0" brushRef="#br0" timeOffset="-174764.23">27073 5510 238 0,'0'0'201'16,"0"0"-47"-16,0 0 31 15,0 0-39-15,0 0-15 16,0 0-45-16,118 88-5 16,-87-59-18-16,2 1-25 15,3 2-3-15,2-3-16 16,0 1-8-16,-2 0 1 15,-1-7 1-15,-4-3-3 16,-6-6-3-16,-3-2 4 16,-6-4 6-16,-5-2-4 15,-2-4 2-15,-5 0 1 16,1-2-6-16,-5 0-10 0,2 0-10 16,-2 0-62-1,0 0-60-15,0-8-140 0,0-7-351 0</inkml:trace>
  <inkml:trace contextRef="#ctx0" brushRef="#br0" timeOffset="-174383.83">27407 5394 427 0,'0'0'262'0,"0"0"-93"15,0 0-89-15,0 0-80 16,0 0 0-16,0 0 13 16,-49 103 48-16,25-52 4 15,-7 7 9-15,-4 0-8 16,2-4-11-16,0-5-11 15,2-9-8-15,2-6-4 16,7-3-9-16,4-10 11 16,5-3-8-16,1-7 7 15,6-4-1-15,3-2-4 0,1-5 2 16,2 0 4 0,0 0-11-16,0 0-16 15,0 0-7-15,0 0-103 0,0 0-102 16,-2 0-322-16</inkml:trace>
  <inkml:trace contextRef="#ctx0" brushRef="#br0" timeOffset="-164433.67">30264 5805 536 0,'0'0'218'0,"0"0"-56"16,0 0-27-16,0 0-65 15,0 0-35-15,0 0 28 16,-43 8 10-16,43-8 2 15,0 0 12-15,0 0-13 16,0 0-27-16,2 0-31 16,10 0-15-16,5 0 5 0,5 0 20 15,5 0-7-15,2 0-9 16,0 0-10-16,-4 0-1 16,-1 2-12-16,-4 2 4 15,1 2-1-15,-6 3 1 16,1-2 2-16,-1 3 6 15,-3 4-9-15,1 2-3 16,-3 4 12-16,0 7-8 16,-4 0 9-16,-1 7 1 15,-5 2 10-15,0 0-9 16,0 3 10-16,0-7 2 16,0-3-5-16,0-4-9 15,0-5 6-15,0-6 7 0,0-4 9 16,0-4 4-16,0-4-3 15,0 0-1-15,0-2-3 16,0 0-3-16,0 0-13 16,0 0-3-16,0-2-76 15,-7-14-128-15,-4 0-307 16,0 0-367-16</inkml:trace>
  <inkml:trace contextRef="#ctx0" brushRef="#br0" timeOffset="-164182.95">30270 6032 318 0,'0'0'396'0,"0"0"-149"15,0 0-69-15,0 0-59 16,0 0-22-16,0 0 0 15,0 0-26-15,123 0-39 16,-90 0-17-16,0 0-15 16,7 0-22-16,3 0-42 15,1 0-67-15,19 0-124 16,-12 0-249-16</inkml:trace>
  <inkml:trace contextRef="#ctx0" brushRef="#br0" timeOffset="-163801.17">31032 5825 309 0,'0'0'336'0,"0"0"-88"16,0 0-47-16,0 0-82 16,0 0-61-16,0 0-35 15,0 0-16-15,0 30 40 0,0 1 25 16,3 8-15-16,-1 8-6 16,0 1 7-16,2-1-10 15,1-3-15-15,-1-5-12 16,0-9-7-16,-2-7 7 15,-2-9-11-15,3-3 6 16,-3-7-3-16,0-2 2 16,0-2-5-16,3 0 5 15,-3 0-15-15,0 0-51 16,0-4-75-16,-3-10-202 16,-10 1-425-16</inkml:trace>
  <inkml:trace contextRef="#ctx0" brushRef="#br0" timeOffset="-163581.93">30881 6042 5 0,'0'0'655'0,"0"0"-345"16,0 0-113-16,0 0-33 15,125-25-90-15,-88 22-74 16,3 0-12-16,16-2-110 16,-9 1-134-16,-9-3-308 0</inkml:trace>
  <inkml:trace contextRef="#ctx0" brushRef="#br0" timeOffset="-163050.08">31375 5995 467 0,'0'0'268'0,"0"0"-11"15,0 0-38-15,0 0-59 16,0 0-26-16,0 0-34 15,0 0-18-15,-2 0-31 16,2-7-31-16,9-2-8 16,-3 0-9-16,1-2 7 0,0-1-2 15,0-1-8-15,-1-4 9 16,1-1-2-16,-3 0 9 16,1 0-3-16,0 0 14 15,-3 2 3-15,-2 4 1 16,2 2 3-16,-2 4-8 15,0 2-5-15,0 2-6 16,0 2-8-16,0 0-7 16,0 0-14-16,0 0-11 15,0 3-19-15,0 16 10 16,0 11 22-16,4 9 12 0,-2 11 0 16,-2 7 1-16,3 0-1 15,-3-5 7-15,0-6 0 16,2-10-6-16,0-10 6 15,0-6 12-15,0-8 9 16,-2-4 7-16,3-4-6 16,-3-2-17-16,2-2-12 15,1 0-6-15,-3 0-108 16,0 0-85-16,0 0-185 16,0 0-491-16</inkml:trace>
  <inkml:trace contextRef="#ctx0" brushRef="#br0" timeOffset="-159867.65">27035 8279 266 0,'0'0'180'0,"0"0"-83"15,0 0 18-15,67 104-33 16,-40-67-34-16,6 0-18 16,5 0 5-16,1-3 21 15,2-2 9-15,-1-4-7 16,-5-2-20-16,-6-3-22 16,-4-6-8-16,-7-3-7 15,-2-4 1-15,-8-1-2 16,0-5-7-16,-4-2-37 0,-4-2-50 15,0 0-72-15,0-5-84 16</inkml:trace>
  <inkml:trace contextRef="#ctx0" brushRef="#br0" timeOffset="-159499.52">27253 8303 127 0,'0'0'592'0,"0"0"-354"15,0 0-40-15,0 0 34 0,0 0-88 16,0 0-80 0,0 0-64-16,-18-20-19 0,7 50 19 15,-5 14 8-15,-1 9 6 16,-3 5-1-16,2 2-12 15,0-6 1-15,3-5-2 16,3-9 0-16,1-12 0 16,5-6 0-16,-2-11 0 15,4-2 0-15,2-7 26 16,0-1 12-16,2-1 13 16,0 0-7-16,0 0-21 15,0 0-4-15,0 0-19 0,0 0-38 16,0 0-90-16,0-3-126 15,0-1-360-15</inkml:trace>
  <inkml:trace contextRef="#ctx0" brushRef="#br0" timeOffset="-157349.71">30233 8558 283 0,'0'0'309'0,"0"0"-125"16,0 0-36-16,0 0-75 16,0 0-28-16,0 0 20 15,0 0 2-15,21-70-11 16,-13 56 4-16,-2 0-1 15,0 0 5-15,-1 0 1 16,-1 0 2-16,0 2-9 16,0-2-7-16,-2 4-11 15,0 2-2-15,-2 3 4 0,2 4-10 16,-2 1-16-16,0 0-16 16,0 0-10-16,0 0-21 15,0 6-8-15,0 19 14 16,0 6 25-16,0 13-1 15,0 8 1-15,0 4 5 16,0 0-5-16,-4-3-7 16,-2-7-7-16,4-8 0 15,2-8 4-15,0-10 9 16,0-8 0-16,0-4 0 16,0-2 0-16,0-4 1 0,0-2 0 15,0 0 2 1,0 0 4-16,0 0 5 0,0 0-11 15,0 0-41 1,12-2-70-16,1-12-130 0,1 2-395 0</inkml:trace>
  <inkml:trace contextRef="#ctx0" brushRef="#br0" timeOffset="-156983.2">30435 8442 254 0,'0'0'182'0,"0"0"-19"16,0 0 53-16,0 0-5 15,0 0-27-15,153 8-36 16,-97-8-15-16,-4 0-35 16,-6 0-36-16,-5 0-40 15,-10 0-16-15,-5 0-6 16,-6 0-12-16,-3 0-43 15,-7 1-63-15,-8 4-114 0,-2-4-171 16,0 2-144-16</inkml:trace>
  <inkml:trace contextRef="#ctx0" brushRef="#br0" timeOffset="-156383.78">30499 8497 65 0,'0'0'100'16,"0"0"119"-16,0 0-131 0,0 0-13 16,0 0-19-16,0 0-18 15,0 0-9-15,-71 85 17 16,65-71-1-16,1 0-12 15,3-2-4-15,2-2-9 16,0-4-1-16,0-1-2 16,0-4 13-16,0-1 44 15,13 0 33-15,8 0 33 16,5 0-18-16,8-3-44 16,-1-6-24-16,3 3-15 15,-3 2-17-15,-2 4-12 16,0 0-9-16,-4 0-1 15,0 6-1-15,-5 10 0 16,0 0 0-16,-4 5-8 16,-2-2 2-16,-5 6 0 0,-4-3-2 15,-3 2 2-15,-2 0 6 16,-2-2 0-16,0-4 0 16,0-4 1-16,0 0 0 15,0-3-1-15,-8-4 0 16,-6 3 1-16,-1-4 12 15,-6 2 11-15,-1-1 22 16,2-4-10-16,-2 1-16 16,1-2-3-16,2-2-7 15,1 0-3-15,0 0-1 16,2 0-5-16,3 0-23 16,2 0-22-16,4 0-37 15,7-3-62-15,0-10-73 0,11 3-179 16,9 0-283-16</inkml:trace>
  <inkml:trace contextRef="#ctx0" brushRef="#br0" timeOffset="-155967.55">31157 8363 36 0,'0'0'344'0,"0"0"-66"16,0 0-74-16,0 0-43 15,0 0-61-15,0 0-40 16,0 0-4-16,2 57 32 15,0-15-22-15,1 12-14 16,-1 4-11-16,-2 3 7 16,2-5-11-16,0-6-6 15,0-9-5-15,0-6 6 16,1-11-7-16,-1-4-6 16,0-6-6-16,1-4-3 0,-3-4-2 15,2-2-6-15,-2-2 7 16,2 0 1-16,-2-2-10 15,0 0-27-15,2 0-33 16,-2-2-70-16,3-8-154 16,-3-2-345-16</inkml:trace>
  <inkml:trace contextRef="#ctx0" brushRef="#br0" timeOffset="-155683.92">30987 8626 238 0,'0'0'284'0,"0"0"-45"16,0 0 8-16,114 15-64 16,-78-13-55-16,-1-1-56 15,1 1-53-15,2-2-19 16,11 0-96-16,-9 0-153 16,-6-3-302-16</inkml:trace>
  <inkml:trace contextRef="#ctx0" brushRef="#br0" timeOffset="-155150.67">31494 8658 572 0,'0'0'276'0,"0"0"-84"16,0 0-74-16,0 0-39 0,0 0-4 15,0 0-21 1,0 0 11-16,52-78-14 0,-42 62-12 16,-1 1 10-16,-3-2 11 15,1-1-12-15,0 3 3 16,-3-2 0-16,1-2-8 15,-1 5-7-15,-2 1 7 16,0 3 5-16,0 4 5 16,-2 2-14-16,0 4-14 15,0 0-25-15,0 0-3 16,3 0-19-16,-1 14-23 16,3 13 20-16,2 15 19 15,-3 9 5-15,0 9 1 0,-2-2 0 16,3-1 0-16,-1-11-1 15,3-8 0-15,0-10 1 16,1-10-1-16,-1-4 1 16,0-7 0-16,-2-1 0 15,-3-1 1-15,0-3-1 16,-2-2-13-16,2 2-62 16,-2-2-86-16,0 0-108 15,0 0-284-15</inkml:trace>
  <inkml:trace contextRef="#ctx0" brushRef="#br0" timeOffset="-148984.31">31556 3493 45 0,'0'0'154'0,"0"0"-31"0,0 0 7 15,0 0 23-15,0 0-3 16,0 0 0-16,-39-24-45 15,35 24-35-15,2 0-38 16,0 0-21-16,0 0 1 16,-3 0-1-16,1 0 8 15,-3 0 9-15,0 0 2 16,1 0 5-16,-1 0-6 16,3 2-3-16,-1 0-10 15,5 0-11-15,0-2-5 16,0 2-1-16,0-2-6 15,3 0-8-15,12 2 15 16,5 3 12-16,11-1 58 16,7-1-17-16,4-1 7 0,5 0-3 15,-3-2 2-15,-5 0-8 16,-6 0-22-16,-6 0-8 16,-10 0-11-16,-5 0-9 15,-5 0-1-15,-5 0-18 16,-2 0-70-16,0 0-59 15,0 0-72-15,0 1-18 16,0 5-91-16,0-3-287 0</inkml:trace>
  <inkml:trace contextRef="#ctx0" brushRef="#br0" timeOffset="-148467.62">31633 3338 16 0,'0'0'61'15,"0"0"122"-15,0 0-110 16,0 0 2-16,0 0-5 15,0 0 5-15,0 0 27 0,23 40 2 16,-8-31 29 0,6-1-39-16,-1 1-38 0,4 1-21 15,0-1-19-15,1 0-6 16,0 2-9-16,-1-3 0 16,-4 0 5-16,0-2 4 15,-7 0 0-15,-3-2-9 16,-6 0-1-16,0 1 0 15,-1-1-10-15,-3 1-5 16,0 4 1-16,0 2-8 16,0 3 21-16,0 0 0 15,0 2 1-15,-5 0 0 16,-3 0 1-16,-6 2 8 16,1-4 5-16,-3 0 8 0,3-1 10 15,1-6 1-15,1 0-10 16,5-2-8-16,1-3-9 15,3 0-6-15,0-2-1 16,2 2-70-16,0-2-66 16,0 0-117-16,0 0-322 0</inkml:trace>
  <inkml:trace contextRef="#ctx0" brushRef="#br0" timeOffset="-147032.48">32138 3521 260 0,'0'0'183'0,"0"0"-24"16,0 0 44-16,0 0-44 16,0 0-26-16,0 0 12 15,0 0-38-15,-29-50-33 16,29 50-17-16,0 0-21 0,0 0-36 16,0 0-1-16,4 10-50 15,11 11 51-15,10 11 19 16,6 3 30-16,2 5-17 15,3-1-6-15,-3-2-10 16,0-5-7-16,-6-1-7 16,-6-8 4-16,-3-5 0 15,-7-3-6-15,-3-5-17 16,-1-4-27-16,-2-3-39 16,-3 0-52-16,-2-3-81 15,0 0-113-15,0-9-354 0</inkml:trace>
  <inkml:trace contextRef="#ctx0" brushRef="#br0" timeOffset="-146717.67">32404 3459 615 0,'0'0'228'15,"0"0"9"-15,0 0-45 16,0 0-106-16,0 0-86 16,0 0-47-16,0 0 47 15,-53 86 22-15,27-39 19 16,1 4-14-16,-2-1-5 16,5-5-7-16,4-6-7 0,4-6-6 15,4-7-1-15,3-8 0 16,0-5 8-16,2-7-2 15,3-1-5-15,2-5-2 16,0 0-69-16,0 0-47 16,2-5-75-16,12-5-212 0</inkml:trace>
  <inkml:trace contextRef="#ctx0" brushRef="#br0" timeOffset="-146333.39">32788 3473 782 0,'0'0'215'0,"0"0"-57"15,0 0-90-15,0 0-67 16,0 0 0-16,0 0 61 16,-7 116 15-16,0-66-24 15,5 2 5-15,2-1-4 16,-2-4 6-16,2-7-15 16,0-5-1-16,-2-7-8 15,2-7-5-15,0-8-11 0,0-3-2 16,0-6-5-16,0-2-4 15,0-2 1-15,0 0-4 16,0 0-6-16,0 0-41 16,0-10-28-16,0-8-132 15,0-4-299-15</inkml:trace>
  <inkml:trace contextRef="#ctx0" brushRef="#br0" timeOffset="-146101.1">32654 3693 539 0,'0'0'260'0,"0"0"20"15,0 0-78-15,0 0-75 16,0 0-63-1,138 2-51-15,-104-2-13 0,17 0-110 16,-7 0-132-16,-6 0-263 0</inkml:trace>
  <inkml:trace contextRef="#ctx0" brushRef="#br0" timeOffset="-145650.09">33115 3767 575 0,'0'0'322'15,"0"0"-102"-15,0 0-59 16,0 0-57-16,0 0-37 16,0 0-13-16,0 0-2 15,20-82 2-15,-15 68 8 16,-1-2-11-16,-2 2-8 15,6-1 2-15,-6 0 6 16,0 0-2-16,0 3-4 0,0-1 3 16,0 3 0-1,-2 1-5-15,0 3 3 0,0 5-9 16,0 1-21-16,0 0-16 16,0 0-14-16,0 0-17 15,0 7-21-15,0 16 5 16,0 11 34-16,0 10 12 15,0 6 1-15,-6 3 1 16,2-2-1-16,-2-6 0 16,4-5 0-16,2-8 0 15,0-3 1-15,0-11 0 16,0-3-1-16,0-3-17 16,0-6-19-16,0 0-63 15,0 2-61-15,0-2-100 16,0 0-255-16</inkml:trace>
  <inkml:trace contextRef="#ctx0" brushRef="#br0" timeOffset="-144667.5">31765 6016 137 0,'0'0'264'0,"0"0"-86"16,0 0-4-16,0 0 7 15,0 0-51-15,114 9-59 16,-92-6-25-16,-1-2-21 16,-4 2-18-16,1-1-6 15,-3-1-1-15,-1 2-32 0,3-2-36 16,-1-1-33-16,2 0-45 16,0 0-69-16,-7 0-25 15</inkml:trace>
  <inkml:trace contextRef="#ctx0" brushRef="#br0" timeOffset="-144334.7">31966 5941 273 0,'0'0'196'16,"0"0"-49"-16,0 0-36 15,0 0-49-15,0 0-31 16,0 0-20-16,0 0-10 0,-40-10 5 15,44 15 17-15,7 8 19 16,7 1 18-16,-1 1-18 16,6 0-10-16,0-1-15 15,-2 1-7-15,0-2-1 16,-3-1-2-16,-7-2-7 16,-3 0 1-16,-4 1-2 15,0-3 1-15,-4 2 0 16,0-2 2-16,0-2 6 15,-6 1-8-15,-2-1 6 16,1-1 7-16,3-1-13 16,4-4-66-16,0 0-167 15,0 0-105-15</inkml:trace>
  <inkml:trace contextRef="#ctx0" brushRef="#br0" timeOffset="-143866.73">32458 5817 126 0,'0'0'513'0,"0"0"-269"15,0 0-10-15,0 0-89 16,0 0-75-16,0 0-31 15,0 0-39-15,20 14 20 16,6 16 41-16,9 8 3 16,0 4-23-16,1 2-19 15,-5 0-12-15,-4-6-3 16,-3-3 3-16,-2-9-4 0,-4-8 3 16,-3-4-3-1,-5-7-6-15,-4-2-12 0,-1-5-32 16,-1 0-30-16,-4 0-30 15,0-11-85-15,0-2-442 0</inkml:trace>
  <inkml:trace contextRef="#ctx0" brushRef="#br0" timeOffset="-143583.93">32752 5829 159 0,'0'0'226'0,"0"0"31"16,0 0-88-16,0 0-105 0,0 0-17 15,0 0 54-15,0 0 5 16,-123 112-28-16,90-72-20 16,-3-1 6-16,1-3-22 15,4-4-19-15,6-6-10 16,8-4-4-16,3-8-9 15,9-4-10-15,3-4-60 16,2-5-70-16,2-1-86 16,14 0-61-16,2-7-204 0</inkml:trace>
  <inkml:trace contextRef="#ctx0" brushRef="#br0" timeOffset="-143262.99">33048 5781 744 0,'0'0'286'0,"0"0"-105"15,0 0-80-15,0 0-94 16,0 0-6-16,0 0 50 15,-2 116 27-15,2-66-15 16,0 2-15-16,0-1-16 16,7-5-5-16,-1-8 4 15,2-6-12-15,-2-8-3 0,3-8 3 16,-7-5-10-16,0-4 1 16,2-5-10-16,4 0-57 15,-4-2-89-15,7-2-44 16,-5-13-163-16,0-2-624 0</inkml:trace>
  <inkml:trace contextRef="#ctx0" brushRef="#br0" timeOffset="-143050.09">32934 5999 339 0,'0'0'606'15,"0"0"-389"-15,0 0-2 16,0 0-93-16,0 0-54 0,0 0-33 16,0 0-13-16,148-7-15 15,-111 7-7-15,11 0-52 16,14 0-108-16,-8 0-152 16,-12 0-263-16</inkml:trace>
  <inkml:trace contextRef="#ctx0" brushRef="#br0" timeOffset="-142600.45">33470 5981 82 0,'0'0'166'0,"0"0"153"15,0 0-39-15,0 0-31 16,0 0-28-16,0 0-32 15,0 0-73-15,-7-20-41 16,14 8-1-16,-3-2-17 16,0 1 2-16,1-4 4 15,-1 1-6-15,0 0-21 16,2-4-5-16,-2 2 1 16,0 0 14-16,1 2 0 15,-1 4-6-15,-2 2-11 16,0 4 2-16,-2 4-11 0,2 2-12 15,-2 0-8-15,0 0-20 16,0 0-17-16,0 20-25 16,0 14 19-16,0 13 28 15,0 6 15-15,0 7 0 16,0-2 1-16,0-8 0 16,0-5 1-16,0-13 5 15,0-6-7-15,0-8 0 16,0-8-28-16,0-2-38 15,0-2-76-15,0 0-70 16,0-2-127-16,0 1-327 0</inkml:trace>
  <inkml:trace contextRef="#ctx0" brushRef="#br0" timeOffset="-141783.4">31814 8524 218 0,'0'0'323'16,"0"0"-96"-16,0 0-12 15,0 0-101-15,0 0-2 16,116 0-12-16,-67 0 7 15,-2 2 16-15,-5 0-15 16,-7 0-51-16,-8 2-19 16,-4 2-13-16,-7-2-14 15,-3 1-11-15,-2 0-10 16,-2-1-67-16,0 0-75 16,-3-4-78-16,-1 0-108 0,-3 0-224 15</inkml:trace>
  <inkml:trace contextRef="#ctx0" brushRef="#br0" timeOffset="-141501.11">32146 8436 575 0,'0'0'254'0,"0"0"-96"15,0 0-82-15,0 0-76 16,0 0-18-16,0 0 18 15,0 0 0-15,23 61 0 16,-4-42 14-16,4-1 12 16,-1-1-10-16,-2 0-13 15,-4-5-2-15,-5-1-1 0,-7-6-1 16,-2 0 0-16,-2 2-1 16,0-2-3-16,0 0-5 15,0 1 9-15,-13 1 0 16,-1-1-41-16,6-2-101 15,1-1-199-15</inkml:trace>
  <inkml:trace contextRef="#ctx0" brushRef="#br0" timeOffset="-141018.03">32485 8269 649 0,'0'0'243'15,"0"0"-114"-15,0 0-77 16,0 0-35-16,0 0 25 15,0 0 16-15,93 144-19 16,-61-95-9-16,-1-5-9 16,-2-6 2-16,-4-6 12 15,-2-4 4-15,-2-8-13 16,-5-6 6-16,-5-2-6 16,-3-5-13-16,-1-4-13 15,0-3-26-15,4 0-82 0,-5 0-83 16,1-3-179-16</inkml:trace>
  <inkml:trace contextRef="#ctx0" brushRef="#br0" timeOffset="-140734.08">32712 8340 585 0,'0'0'205'0,"0"0"-96"16,0 0-67-16,0 0 34 0,0 0 31 16,0 0-27-1,-54 102-12-15,37-68 1 0,-6-3-2 16,-1 2-10-16,2-7-24 16,-1-1-14-16,3-6-9 15,7-3-8-15,1-4-2 16,8-4-3-16,4 0-64 15,2-2-90-15,16-2-164 16,3-1-183-16</inkml:trace>
  <inkml:trace contextRef="#ctx0" brushRef="#br0" timeOffset="-140417.49">33182 8303 42 0,'0'0'573'0,"0"0"-459"16,0 0 16-16,0 0 0 15,0 0-36-15,-18 129-23 16,18-77-19-16,-2 1 13 15,2-6-2-15,0-5 5 16,0-10-12-16,0-5 3 16,0-12-9-16,0-2-22 15,0-8-13-15,0-2-4 16,0-3-11-16,0 0-48 16,0 0-103-16,0-14-168 0,0-2-403 0</inkml:trace>
  <inkml:trace contextRef="#ctx0" brushRef="#br0" timeOffset="-140199.64">32937 8514 413 0,'0'0'410'15,"0"0"-146"-15,0 0-66 0,0 0-29 16,0 0-56-16,138 0-50 15,-94 0-39-15,4 0-24 16,-4 0-48-16,-1 0-77 16,-1 0-100-16,7 0-117 15,-11 0-158-15</inkml:trace>
  <inkml:trace contextRef="#ctx0" brushRef="#br0" timeOffset="-139817.83">33432 8520 305 0,'0'0'196'15,"0"0"19"-15,0 0 13 16,0 0-24-16,0 0-14 16,0 0-35-16,0 0-20 0,42 10-30 15,-27-10-26 1,1-10-34-16,-1-3-2 0,-1-1-8 16,-1-5-9-16,1-1-2 15,-5-4-7-15,-1 0 12 16,2 0 13-16,-1-2-1 15,-5 2-3-15,0-1 9 16,1 7 6-16,-3 7 1 16,0 2-5-16,-2 6-23 15,0 3-26-15,0 0-12 16,0 0-20-16,0 6-24 16,0 18 5-16,0 12 35 15,-4 10 10-15,-5 8 6 16,0 4 0-16,0-1-1 15,0-8-1-15,0-2-4 0,5-12 0 16,2-6 5 0,0-5-18-16,2-8-30 0,0-5-52 15,0-6-95-15,2-3-137 16,9-2-359-16</inkml:trace>
  <inkml:trace contextRef="#ctx0" brushRef="#br0" timeOffset="-139633.33">33701 8825 322 0,'0'0'501'0,"0"0"-358"0,0 0-51 15,0 0-92-15,0 0-56 16,0 0-174-16,0 0-433 0</inkml:trace>
  <inkml:trace contextRef="#ctx0" brushRef="#br0" timeOffset="-136633.85">6262 7844 704 0,'0'0'267'0,"0"0"-44"16,0 0-15-16,0 0-128 0,0 0-80 15,0 0 9-15,0 0 1 16,77 50 44-16,-38-13 0 15,6 3-3-15,2 0-9 16,-5 0-13-16,-4-5-10 16,-6 1-12-16,-6-11-6 15,-6-3-1-15,-4-5 1 16,-5-6-1-16,-3-3-2 16,-2-4-43-16,-4-4-44 15,-2 0-56-15,0 0-54 16,0-6-69-16,-10-8-411 0</inkml:trace>
  <inkml:trace contextRef="#ctx0" brushRef="#br0" timeOffset="-136333.08">6528 7797 322 0,'0'0'494'16,"0"0"-283"-16,0 0-35 16,0 0-147-16,0 0-29 15,0 0 0-15,0 0 79 16,-36 100 9-16,18-56-5 16,-7 1-7-16,2 0-11 15,-4-5-18-15,2-4-24 16,5-7-13-16,2-2-2 15,4-5-8-15,4-4-6 16,3-5-61-16,3-4-51 0,4-3-44 16,0-6-73-16,13 0-77 15,5 0-72-15</inkml:trace>
  <inkml:trace contextRef="#ctx0" brushRef="#br0" timeOffset="-135951.15">6891 7799 33 0,'0'0'521'0,"0"0"-186"15,0 0-77-15,0 0-13 16,0 0-124-16,0 0-101 16,0 0-20-16,-14 11-28 15,16 22 28-15,10 9 59 16,3 5 3-16,-1 3-18 16,-3 0-6-16,0-6 0 15,-2-5-2-15,-4-7-9 0,-1-7-1 16,-2-8-9-1,0-7-9-15,-2-2-1 0,0-4 0 16,0-4-7-16,0 0-32 16,0 0-50-16,0 0-55 15,0 0-81-15,0-6-278 0</inkml:trace>
  <inkml:trace contextRef="#ctx0" brushRef="#br0" timeOffset="-135748.28">6731 8036 695 0,'0'0'300'0,"0"0"-60"16,0 0-104-16,0 0-78 15,0 0-37-15,119-19-21 16,-58 10-77-16,-8 2-146 15,-13-3-277-15</inkml:trace>
  <inkml:trace contextRef="#ctx0" brushRef="#br0" timeOffset="-135300.14">7156 7997 254 0,'0'0'371'0,"0"0"-129"16,0 0-51-16,0 0-49 15,0 0-22-15,0 0-17 16,0 0-24-16,18-87-17 16,-18 71-26-16,0-1-6 15,0 3 3-15,0 0 18 16,0 3 12-16,0 5-9 15,0 2 7-15,0 3-2 16,0 1-8-16,0 0-26 16,0 0-25-16,0 0-9 15,0 0-11-15,0 1-14 0,4 18-6 16,5 11 30 0,0 7 9-16,2 10 1 0,0 0 1 15,-1 2-1-15,-2-7 0 16,-1-6 1-16,-3-8-1 15,0-6 0-15,2-8 0 16,-4-4 0-16,-2-6 0 16,0-1-9-16,0-3-30 15,0 0-43-15,0 0-41 16,2 0-62-16,0-11-115 16,2-3-363-16</inkml:trace>
  <inkml:trace contextRef="#ctx0" brushRef="#br0" timeOffset="-135017.7">7494 7893 279 0,'0'0'206'0,"0"0"-33"0,0 0-13 15,0 0-44 1,0 0 20-16,0 0-21 0,0 0-55 16,81 6-57-16,-61-6-3 15,0 0-103-15,-4-6-128 16,-10-2-129-16</inkml:trace>
  <inkml:trace contextRef="#ctx0" brushRef="#br0" timeOffset="-134817.17">7506 8041 227 0,'9'6'183'0,"9"0"13"16,6-2 22-16,7-2-39 15,2-2-60-15,2 0-41 0,-2 0-45 16,0 0-33 0,3 0-69-16,-9-10-164 0,-8-1-161 15</inkml:trace>
  <inkml:trace contextRef="#ctx0" brushRef="#br0" timeOffset="-133583.98">8001 7903 114 0,'0'0'261'15,"0"0"-79"-15,0 0 29 16,0 0-28-16,0 0-57 0,0 0-35 15,0 0-45 1,120-22-27-16,-105 13-9 0,-1 1-8 16,-5 0 5-16,-3 2 8 15,-4 0 15-15,-2 0 13 16,0-2-6-16,0 2-8 16,0 0-22-16,-6-1 3 15,-5 2 5-15,-3 2-7 16,1-1-7-16,-5 2-1 15,1 2 7-15,-1 0 0 16,-3 0-5-16,4 3 7 16,1 11-9-16,-1 6-5 15,5 4-3-15,3 6-6 0,5 7 5 16,4-1 9-16,0 0 0 16,13-4 4-16,9-6-3 15,5-6 9-15,2-4-8 16,5-8 15-16,-1-4 31 15,0-4-15-15,1 0-33 16,-5 0-5-16,0 0-52 16,8-12-119-16,-8-3-133 15,-2 0-194-15</inkml:trace>
  <inkml:trace contextRef="#ctx0" brushRef="#br0" timeOffset="-133151.12">8477 7707 258 0,'0'0'142'0,"0"0"-48"15,0 0-1-15,0 0-39 16,0 0-20-16,0 0 0 15,-75 104 7-15,75-85 10 16,4 0-8-16,14-1 11 16,4 1 14-16,5 2-24 15,0-1-25-15,-1 2-4 16,1-3-2-16,-7 4-13 16,-4-3-12-16,-10-2-10 15,-4 0 7-15,-2-4 4 0,0 0 11 16,-8-3 36-16,-8 0 29 15,-2-5 15-15,0-2-2 16,1-2-1-16,-1-2-8 16,-1 0-19-16,7 0-23 15,-1-6-17-15,3-2-10 16,8-2-10-16,2-1-94 16,6-10-116-16,15 0-133 15,-1 6-361-15</inkml:trace>
  <inkml:trace contextRef="#ctx0" brushRef="#br0" timeOffset="-132617.68">9073 7843 221 0,'0'0'183'0,"0"0"-7"15,0 0 28-15,0 0-28 16,0 0-71-16,0 0-41 15,117 10-19-15,-95-10-9 16,-3 0-13-16,-4-3-11 16,1-4-1-16,-5-2 0 15,-5-1 0-15,-2 2 9 16,0-2 11-16,-4 3 12 16,0-2-5-16,-8 1-31 15,-7 0 1-15,-8 2-8 16,-1 2-1-16,-5 4 0 15,2 0 1-15,3 0-1 16,2 4-7-16,3 10-10 0,6 7 7 16,3 0-5-16,4 5 3 15,4 1 2-15,2-1 1 16,0 2 9-16,16-5 1 16,7-2 10-16,3-8 1 15,1 0-8-15,4-7-3 16,0-5-49-16,0-1-80 15,6 0-104-15,-12-5-68 16</inkml:trace>
  <inkml:trace contextRef="#ctx0" brushRef="#br0" timeOffset="-132334.11">9346 7522 367 0,'0'0'408'0,"0"0"-89"16,0 0-62-16,0 0-108 15,0 0-111-15,0 0-38 16,0 0-68-16,-2 41 68 16,13 6 17-16,2 6 22 15,1 4-8-15,-1 1-1 16,0-4 5-16,-1-4-7 15,1-5-15-15,-1-9 2 16,-2-8-15-16,-1-6-12 16,3-9-72-16,7-7-107 0,-1-6-165 15,-2 0-137-15</inkml:trace>
  <inkml:trace contextRef="#ctx0" brushRef="#br0" timeOffset="-131634.54">10191 7776 36 0,'0'0'228'15,"0"0"75"-15,0 0-42 16,0 0-64-16,0 0-74 16,0 0-33-16,0 0-12 0,-87 0-16 15,72 17-23 1,3 4-8-16,3 6 8 0,7 2-1 15,2 5-15-15,0-2 18 16,9-1-24-16,9-4-8 16,1-6 19-16,2-5 1 15,1-9-9-15,0-2-1 16,0-3 10-16,3-2 14 16,0 0-42-16,0-2-1 15,-2-9-74-15,14-13-100 16,-9 4-123-16,-1-1-281 0</inkml:trace>
  <inkml:trace contextRef="#ctx0" brushRef="#br0" timeOffset="-131201.23">10500 7734 136 0,'0'0'267'16,"0"0"-132"-16,0 0-47 16,0 0-37-16,0 0-1 15,0 0 5-15,0 0-22 16,-71 94-11-16,69-62-10 16,2 1-12-16,0-4 7 15,5-2 9-15,12-5-3 16,3-5 22-16,3-4-6 0,-2-7-3 15,2-2 4 1,-1-4 12-16,-4 0 6 0,0 0-12 16,0-10-7-16,-5-3-12 15,0 0-2-15,-3-1 6 16,-4-3 10-16,-4 0 11 16,-2-3-6-16,0-1 0 15,0-2 1-15,-8 1 3 16,-8-3 5-16,-2 2-13 15,-4 2-14-15,-3 2 1 16,0 2-19-16,-4 7-10 16,6 2-47-16,0 6-81 0,7 2-106 15,5 0-126-15,7 0-360 16</inkml:trace>
  <inkml:trace contextRef="#ctx0" brushRef="#br0" timeOffset="-130651.22">10866 7803 192 0,'0'0'160'0,"0"0"-59"16,0 0-26-16,0 0-34 15,0 114-15-15,0-90 1 16,0-4 2-16,0-2-9 16,0-6 29-16,0-2 12 15,0-6-14-15,0-1-9 16,0-3-9-16,0 0 27 15,-2 0 44-15,-3 0 43 16,3-5-34-16,-3-10-63 16,1-2-11-16,2-5 0 15,2 0-8-15,0-5-3 16,0 4-16-16,0-1 16 0,4 3-6 16,12 3 7-16,1 7-9 15,4 1-16-15,1 3-13 16,3 7 2-16,1 0-6 15,-2 2 0-15,1 14-1 16,-2 4-1-16,-4 5 8 16,-5-2 0-16,-5 2 3 15,-3-5 6-15,-4-2 1 16,-2-3 1-16,0-7-1 16,0-1-37-16,0-4-58 15,2-3-109-15,-2 0-146 16,4-3-370-16</inkml:trace>
  <inkml:trace contextRef="#ctx0" brushRef="#br0" timeOffset="-130184.59">11280 7720 469 0,'0'0'149'0,"0"0"18"16,0 0-53 0,0 0-52-16,0 0-31 0,0 0-23 15,-115 54-8-15,112-40 0 16,3 1-13-16,0-4 13 15,9 3 3-15,9-1 36 16,6 2-10-16,3 1-9 16,0 3-5-16,-2-2-15 15,-4 2-23-15,-2-3-16 16,-7-1-8-16,-4-1-2 16,-6-1 20-16,-2-1 11 15,0-2 0-15,0-2 18 16,-14 1 27-16,-3-4 33 0,1-2 20 15,-1-3-2 1,-2 0 2-16,3 0-14 0,-1 0-15 16,-1-6-32-16,0-5-19 15,2 1-31-15,3-9-84 16,5 5-84-16,3 0-138 0</inkml:trace>
  <inkml:trace contextRef="#ctx0" brushRef="#br0" timeOffset="-129567.68">11463 7843 139 0,'0'0'128'0,"0"0"-37"16,0 0 6-16,0 0-21 15,0 0 15-15,0 0 3 16,0 0-6-16,85 34-4 15,-67-34-6-15,-3 0-26 0,1 0-25 16,-3-7-8 0,-4 1-10-16,0-4 4 0,-4 3-3 15,-3-2-10-15,-2-1-6 16,0 2 4-16,0-2-8 16,-2 3 10-16,-10-2 4 15,-3 3 11-15,-4 0-7 16,2 4 0-16,-3 0 10 15,-1 2-17-15,2 0 0 16,-1 0-1-16,1 6 0 16,4 4-9-16,2 6 2 15,4 2 4-15,2 3-7 16,3 2 0-16,4 2 10 16,0-1 0-16,0-2 20 15,11 0-1-15,5-5 13 0,1-2 13 16,3-1 5-16,3-1-9 15,4-5 10-15,-3-2-4 16,2-3-22-16,-3-1-5 16,-3-2-20-16,0 0-21 15,4-8-71-15,-3-6-108 16,-4-2-206-16</inkml:trace>
  <inkml:trace contextRef="#ctx0" brushRef="#br0" timeOffset="-129217.91">11868 7726 474 0,'0'0'151'0,"0"0"-24"16,0 0-54-16,0 0-23 15,0 0 9-15,0 0-21 16,0 0-19-16,-94 98 1 16,92-68-1-16,2-2 4 0,0-2 4 15,7-2-8-15,11-6-6 16,0-3-13-1,4-8 13-15,3-4-4 0,1-3-9 16,12 0-133-16,-9-10-124 16,-4-5-266-16</inkml:trace>
  <inkml:trace contextRef="#ctx0" brushRef="#br0" timeOffset="-128867.92">12046 7764 225 0,'0'0'124'15,"0"0"-5"-15,0 0 10 0,0 0-32 16,-17 114-30-16,17-88 6 16,13-5-28-16,5-3 4 15,2-7-10-15,2-4 12 16,-1-3 43-16,-4-4-10 15,3 0 4-15,-4 0-37 16,2-2-8-16,-3-8 9 16,-1-5 20-16,-3 2 3 15,-2-5-1-15,-2-4-12 16,-3-3-10-16,-4-1-15 16,0-2-4-16,0 0-5 15,0 3-28-15,-2-2-6 16,-2 7-48-16,-1 4-80 15,5 0-81-15,0 3-158 16,0 6-361-16</inkml:trace>
  <inkml:trace contextRef="#ctx0" brushRef="#br0" timeOffset="-128517.11">12464 7497 591 0,'0'0'280'0,"0"0"-134"16,0 0-93-16,0 0-52 15,0 0 32-15,0 0 54 16,0 0-7-16,6 141-19 15,3-93-6-15,-3 0-7 16,2-4-8-16,-2-2-12 16,-2-8-3-16,1-6-1 15,-3-7-3-15,0-6-8 16,0-6-6-16,0-4-5 16,-2-2 9-16,0-3-11 15,4 0-64-15,-4 0-84 16,0-7-147-16,0-3-365 0</inkml:trace>
  <inkml:trace contextRef="#ctx0" brushRef="#br0" timeOffset="-128150.73">12423 7772 396 0,'0'0'198'0,"0"0"-86"16,0 0-74-16,0 0-38 15,118-34-25-15,-89 28-21 16,-4 0 16-16,-5 0 17 0,-5 4 13 16,-4 2 13-16,-1 0 10 15,-2 0-6-15,1 2 25 16,1 12-2-16,-2 5 4 15,1 2-4-15,-3 5 25 16,2 1-20-16,-4-4-12 16,0-1 29-16,-1-6-10 15,-3-1-5-15,2-8-10 16,-2-3-8-16,0-4-13 16,0 0 4-16,0 0-20 15,0 0-88-15,0-10-116 16,0-3-303-16</inkml:trace>
  <inkml:trace contextRef="#ctx0" brushRef="#br0" timeOffset="-128001.27">12699 7561 637 0,'0'0'288'0,"0"0"-80"16,0 0-137-16,0 0-71 15,0 0-191-15,0 0-170 0</inkml:trace>
  <inkml:trace contextRef="#ctx0" brushRef="#br0" timeOffset="-127568.05">12894 7682 528 0,'0'0'248'15,"0"0"-127"-15,0 0-90 16,0 0 0-16,0 0 7 15,0 0-9-15,13 117 13 16,-3-82-28-16,2-2-8 0,-1-6-6 16,1-7-4-16,-1-6 4 15,-5-10 1-15,3-4 69 16,0 0 105-16,2-1-20 16,-2-16-59-16,0 0-23 15,0-6-18-15,-1-1-17 16,-1-4-17-16,-2 3-8 15,0-4-12-15,-5 5-1 16,2 4-21-16,-2 7-27 16,0 6-69-16,4 2-60 15,-2 0-114-15,3 1-215 0</inkml:trace>
  <inkml:trace contextRef="#ctx0" brushRef="#br0" timeOffset="-127067.95">13247 7680 41 0,'0'0'271'0,"0"0"-137"16,0 0-10-16,0 0-32 16,0 0-50-16,0 0-9 15,-68 119-12-15,68-91-14 16,0-1 6-16,6-3 7 15,14-2 54-15,3-4-28 16,-1-4-29-16,0-5-1 16,1-7 36-16,-2-2 18 15,2 0 3-15,-3-7-6 16,0-8 4-16,-2-6-10 0,-2-2 27 16,-5-4-3-1,-5-3-27-15,-4 0-19 0,-2-3 13 16,0 4 20-1,-4 4-31-15,-14 2-17 0,-6 6-24 16,-7 6-16 0,-6 5-34-16,2 6-61 0,-5 0-60 15,11 0-125-15,9 10-212 0</inkml:trace>
  <inkml:trace contextRef="#ctx0" brushRef="#br0" timeOffset="-126484.15">14054 7661 13 0,'0'0'75'16,"0"0"253"-16,0 0-93 16,0 0-50-16,0 0-83 15,-123 5-38-15,104 11-34 16,1 5-4-16,3 4-24 15,5 4-2-15,10 2 0 16,0-5 0-16,4-2-6 16,17-6 6-16,3-7 26 15,3-8 48-15,0-3 58 0,-3 0 1 16,0-3-1-16,-1-11-25 16,-5-3-34-16,-5-1-22 15,-6-1-16-15,-5-6-35 16,-2 1-12-16,0 2-68 15,-17-7-102-15,-4 4-153 16,1 5-304-16</inkml:trace>
  <inkml:trace contextRef="#ctx0" brushRef="#br0" timeOffset="-126201.09">14095 7374 130 0,'0'0'552'16,"0"0"-249"-16,0 0-44 0,0 0-123 16,0 0-136-16,0 0-23 15,0 0 23-15,0 79 24 16,0-26 5-16,0 2-15 16,6 2-2-16,1-5-4 15,1-4 0-15,0-10-7 16,-4-8 1-16,0-8-1 15,-2-6 1-15,1-6 4 16,-1-1-6-16,2-2-53 16,6-3-105-16,-2-2-214 15,1 0-400-15</inkml:trace>
  <inkml:trace contextRef="#ctx0" brushRef="#br0" timeOffset="-125749.84">14366 7774 307 0,'0'0'221'0,"0"0"-14"15,0 0-15-15,0 0-41 0,0 0-42 16,0 0-44-16,0 0-1 16,120-36-18-16,-110 24-12 15,-6 2-4-15,-2-3 3 16,-2 0-11-16,0 1-3 16,0 0 1-16,0 3 2 15,-11 2-22-15,-3 3-1 16,-3 2-1-16,-1 2-8 15,0 0-16-15,0 16-10 16,4 6 4-16,6 3 3 16,4 4 11-16,4 3 9 15,0-3 9-15,0-2 1 16,10-4 1-16,6-6 6 16,4-4 17-16,5-5 14 0,4-2 3 15,6-4-42-15,6-2-10 16,23 0-155-16,-8-2-357 15,-5-8-207-15</inkml:trace>
  <inkml:trace contextRef="#ctx0" brushRef="#br0" timeOffset="-125401.29">15101 7604 614 0,'0'0'280'15,"0"0"-81"-15,0 0-120 16,0 0-78-16,0 0 82 15,0 0 22-15,0 0-17 16,116 126-5-16,-85-88-39 16,-2-6-15-16,-4-5-12 15,-6-7 7-15,-2-9-13 16,-7-1-1-16,0-6-4 0,-4 1-6 16,-1-4-23-1,-5-1-117-15,0 0-134 0,0 0-294 0</inkml:trace>
  <inkml:trace contextRef="#ctx0" brushRef="#br0" timeOffset="-125116.96">15267 7574 615 0,'0'0'282'0,"0"0"-83"0,0 0-132 16,0 0-53-16,0 0-14 16,0 0 38-16,-72 114 5 15,50-70 12-15,2-2-1 16,-1-2-19-16,4-5 8 16,3-7-6-16,5-8-11 15,3-7-10-15,4-2-7 16,0-5-2-16,2-5-7 15,0-1-135-15,0 0-187 16,0-1-386-16</inkml:trace>
  <inkml:trace contextRef="#ctx0" brushRef="#br0" timeOffset="-115134.9">12142 6134 25 0,'0'0'0'16,"0"0"-25"-16,0 0 25 15,0 0 0-15,-120 22 0 16,115-18 0-16,5-3 0 15</inkml:trace>
  <inkml:trace contextRef="#ctx0" brushRef="#br0" timeOffset="-106968.14">26472 2256 17 0,'0'0'0'0,"0"0"-1"0,0 0-5 16,-27 130 4-16,25-97 1 15,2-8-1-15,0-5 0 16,0-8 1-16,0-4 0 15,0-4 1-15,0-4 13 16,0 0 3-16,4 0-9 16,11-8-7-16,8-9 0 15,10-8-1-15,5-7 0 16,11-4-1-16,9-8 2 16,7-3 0-16,6 0-10 15,7-2 10-15,2 5-7 16,-2 4-2-16,-5 6 7 15,-10 7 1-15,-14 4 0 16,-16 7 1-16,-10 6 8 16,-8 4-8-16,-6 6-11 0</inkml:trace>
  <inkml:trace contextRef="#ctx0" brushRef="#br0" timeOffset="-105351.7">26685 4186 923 0,'0'0'123'16,"0"0"-91"-16,0 0-9 15,-53 143-14-15,32-86-1 16,-1 0-7-16,3-4 13 16,2-10 1-16,7-6-15 15,5-9 7-15,5-12-6 16,0-6 8-16,13-10 1 15,18 0 42-15,15-4-7 16,6-16-14-16,8-7-17 16,5-4-8-16,3-6 6 15,-2-1 11-15,1 0 15 16,-5 4-2-16,-4 4-12 0,-2 5-22 16,-3 8-4-16,-4 3 2 15,-4 4-1-15,-7 3-24 16,-12 5-40-16,-3 2-41 15,-7 0-46-15,-1 0-20 16,5 11-30-16,-2 1 10 16,-5-2-123-16</inkml:trace>
  <inkml:trace contextRef="#ctx0" brushRef="#br0" timeOffset="-104567.81">26904 7452 909 0,'0'0'231'0,"0"0"-163"15,127-105-30-15,-77 61 18 16,0 4-11-16,-6 4-6 15,-8 3-17-15,-8 10-9 16,-7 6-13-16,-9 7-4 16,-4 8-66-16,5 2-83 15,1 0-132-15,-1 2-83 0</inkml:trace>
  <inkml:trace contextRef="#ctx0" brushRef="#br0" timeOffset="-103951.3">26560 7285 529 0,'0'0'96'16,"0"0"-77"-16,0 0 19 15,0 0-5-15,0 110-3 16,0-72 8-16,-2-2-4 16,-3-3 7-16,1-7-24 0,2-8 9 15,2-8 6 1,0-9 18-16,0-1 18 0,20 0 47 16,16-11 8-16,20-16-42 15,15-7-46-15,11-10-12 16,5-4 9-16,-5-3 4 15,-11 8 11-15,-19 5-28 16,-17 8-5-16,-14 10-14 16,-10 8-28-16,-2 7-103 15,-2 3-124-15,1 1-377 0</inkml:trace>
  <inkml:trace contextRef="#ctx0" brushRef="#br0" timeOffset="-78818.41">4494 10299 435 0,'0'0'370'0,"0"0"-171"15,0 0-18-15,0 0-55 16,0 0-62-16,0 0-24 15,2-12-24-15,18 26 29 16,9 9 11-16,5 4 3 16,5 3-14-16,3 2-14 15,3 0-12-15,2-1-3 16,-2 0-6-16,1-5-10 16,-1 0 7-16,1-3-1 15,0-4-4-15,-9-1-1 0,-3-4 0 16,-10-3 0-16,-7-4 0 15,-7-2-1 1,-6-5-1-16,-1 1-26 0,-3-1-53 16,0 2-42-16,0 2-75 15,-9 1-161-15,-5-4-341 0</inkml:trace>
  <inkml:trace contextRef="#ctx0" brushRef="#br0" timeOffset="-78451.92">4886 10196 408 0,'0'0'287'15,"0"0"-82"-15,0 0 6 16,0 0-114-16,0 0-97 16,0 0 7-16,0 0 2 15,-18 92 42-15,-3-39 4 16,-2 3-13-16,-4 2 12 16,-4-4-14-16,-3 0-5 15,1-4-13-15,-1-1-8 16,6-8-6-16,3-6-7 15,7-7 1-15,5-7-1 0,3-9 1 16,6-5-1 0,2-3-1-16,2-2-25 0,0-2-65 15,14 2-112-15,5-2-158 0</inkml:trace>
  <inkml:trace contextRef="#ctx0" brushRef="#br0" timeOffset="-77769.18">5806 10138 441 0,'0'0'309'16,"0"0"-61"-16,0 0-23 15,0 0-82-15,0 0-78 16,0 0-65-16,0 0-2 16,18 24 2-16,-12 32 41 0,-2 13 33 15,2 5-7 1,-2-4-21-16,0-6 1 0,1-9-21 15,-1-13 3-15,0-10-8 16,1-7 2-16,0-11-8 16,-5-3-2-16,2-5-6 15,-2-2 1-15,0-4-7 16,0 0-1-16,0 0-5 16,0 2-109-16,0 0-106 15,-12 2-325-15,1-4-264 0</inkml:trace>
  <inkml:trace contextRef="#ctx0" brushRef="#br0" timeOffset="-77550.16">5645 10465 160 0,'0'0'648'15,"0"0"-389"-15,0 0-45 16,0 0-88-16,0 0-43 16,0 0-15-16,141-50-42 15,-97 47-26-15,8 0-33 16,33 3-114-16,-14 0-164 16,-3 0-303-16</inkml:trace>
  <inkml:trace contextRef="#ctx0" brushRef="#br0" timeOffset="-77102.01">6322 10284 461 0,'0'0'213'0,"0"0"-36"16,0 0-34-16,119 19-28 16,-72 7-31-16,1 8-6 15,2 4-21-15,-4 2-28 16,-1-2-13-16,-5-5-7 16,-5-3-2-16,-5-9-6 0,-6-2 11 15,-3-9-12-15,-6-2 0 16,-3-5 0-16,-8 0-65 15,-4-3-73-15,0 0-116 16,0 0-463-16</inkml:trace>
  <inkml:trace contextRef="#ctx0" brushRef="#br0" timeOffset="-76818.79">6628 10156 424 0,'0'0'295'0,"0"0"-93"0,0 0-27 15,0 0-149 1,0 0-25-16,0 0-1 0,0 0 49 16,-67 143 22-16,45-89-11 15,-5 0-15-15,3-4-5 16,-3-4 2-16,2-6-20 15,5-5-9-15,5-10-7 16,1-2-6-16,7-9-7 16,3-3-64-16,4-5-80 15,0-1-75-15,0-5-120 0</inkml:trace>
  <inkml:trace contextRef="#ctx0" brushRef="#br0" timeOffset="-76350.71">7178 10032 555 0,'0'0'335'0,"0"0"-173"16,0 0-133-16,0 0 27 15,9 126 51-15,0-55 18 16,0 7-35-16,-2-3-35 16,-1-8-16-16,-1-13-4 15,0-11-8-15,1-11 7 16,-4-13 1-16,3-4-5 16,-5-8 2-16,2-2-7 15,-2-3 7-15,0-2-10 16,0 0-3-16,2 0-11 0,0 0-8 15,0-2-96 1,0-9-185-16,-2 4-494 0</inkml:trace>
  <inkml:trace contextRef="#ctx0" brushRef="#br0" timeOffset="-76168.04">7027 10441 459 0,'0'0'346'15,"0"0"-125"-15,0 0-73 16,124-10-89-16,-72 8-59 0,21 2-45 16,-13 0-238-16,-6 0-314 15</inkml:trace>
  <inkml:trace contextRef="#ctx0" brushRef="#br0" timeOffset="-75651.54">7617 10462 390 0,'0'0'306'0,"0"0"-55"0,0 0-34 15,0 0-54-15,0 0-15 16,0 0-47-16,0 0-42 16,4-33-22-16,4 19-7 15,-2-2-5-15,1-2-15 16,-1-6-2-16,-2-2-8 15,4-2 6-15,-4-4-5 16,1-1 6-16,-3 3-1 16,2 3 23-16,-4 0 10 15,2 7-2-15,-2 6 0 16,0 6 5-16,0 4-4 16,0 2-13-16,0 2-25 15,0 0-22-15,0 14-22 0,0 16 18 16,0 16 19-16,0 11 7 15,0 9 1-15,2 0 0 16,4-6 0-16,0-6 1 16,-4-6-2-16,3-8 0 15,-3-8-11-15,0-7-7 16,0-7-4-16,-2-6-4 16,2-4-34-16,0 0-92 15,0-4-112-15,4 1-252 0</inkml:trace>
  <inkml:trace contextRef="#ctx0" brushRef="#br0" timeOffset="-75131.62">8086 10357 335 0,'0'0'132'0,"0"0"25"15,0 0-11-15,0 0 5 16,0 0 8-16,0 0 32 16,0 0 2-16,84 4-47 15,-31 3-62-15,10-4-34 0,1 0-18 16,1-3-20-16,-7 0-12 16,-11 0-29-16,-14 0-68 15,-11 0-59-15,-17 0-88 16,-5 0-142-16,0 1-275 0</inkml:trace>
  <inkml:trace contextRef="#ctx0" brushRef="#br0" timeOffset="-74852.03">8306 10559 1000 0,'0'0'236'15,"0"0"-122"-15,0 0 8 16,152-6-38-16,-108 3-43 15,-4 0-41-15,7 3-32 16,-12 0-151-16,-8 0-374 0</inkml:trace>
  <inkml:trace contextRef="#ctx0" brushRef="#br0" timeOffset="-73767.98">9034 10112 540 0,'0'0'240'0,"0"0"-78"16,0 0-37-16,0 0-42 16,0 0-25-16,141-58 33 15,-104 54-11-15,-1 4-15 16,-5 0-39-16,-6 12-26 16,-5 8 0-16,-5 4-1 15,-8 2-5-15,-7 2-1 16,0 2-8-16,-5-3 6 15,-14 0 8-15,-10-2-11 16,0-1 4-16,-2-6-23 16,4-3-20-16,2-3-8 15,5-3-22-15,7-3-18 16,4-4 44-16,7-2 55 0,2 0 44 16,0 0 26-16,4-10-33 15,14-1-3-15,4 1-13 16,3-1 10-16,4 1 20 15,0 6-15-15,2 4-13 16,-2 0-20-16,-2 0-3 16,-1 12-1-16,-1 8 1 15,-3 2-12-15,-1 1-2 16,-6 2-14-16,-4-1 7 16,-6 0 0-16,-3 1 5 15,-2-4 3-15,0 3-3 16,-14-1 5-16,-8-3 2 15,0-3 9-15,-5-3 0 16,0-1 12-16,0-4 12 0,0-2 18 16,2-3 8-16,0-4-11 15,2 0-9-15,3 0 5 16,3 0-19-16,1 0-3 16,5-4-13-16,2-5-29 15,9-3-59-15,0 1-98 16,2 0-177-16</inkml:trace>
  <inkml:trace contextRef="#ctx0" brushRef="#br0" timeOffset="-73202.15">9636 10319 575 0,'0'0'167'0,"0"0"-28"15,0 0-26-15,0 0-9 16,0 0-3-16,35-116-11 15,-30 89-13-15,-3 0-12 0,0 0-24 16,2-1-8 0,0 0 0-16,-2 0 7 0,0 2 16 15,0 2-9-15,0 4 6 16,0 6-10-16,1 4 1 16,-1 6-22-16,-2 2-4 15,2 2-18-15,-2 0-1 16,4 0-12-16,0 2-9 15,6 15-9-15,1 14 18 16,5 9 13-16,-1 10 1 16,-1 9-1-16,-3 0 2 15,-3 2-2-15,-1-5 0 16,0-8 0-16,-2-8 0 16,-1-9 0-16,2-6 0 15,-1-7 0-15,-1-4 0 0,1-4 1 16,-3-3-1-16,3-4 0 15,-1 1-6-15,-2-2-22 16,3 2-48-16,-1 1-48 16,8 0-57-16,-2-1-135 15,1 0-474-15</inkml:trace>
  <inkml:trace contextRef="#ctx0" brushRef="#br0" timeOffset="-63735.02">5645 10762 74 0,'0'0'46'0,"0"0"-29"16,0 0 25-16,0 0 219 15,0 0-86-15,0 0-79 16,18-6 1-16,-18 6-30 16,0 0-17-16,0 0-12 15,0 0-14-15,0 1 8 0,0 10-3 16,3 1 0-16,-3 1-12 16,2 0 1-16,-2 1-10 15,2 3 0-15,-2-3-1 16,0 1-7-16,0 0 1 15,0-3-1-15,0-2 6 16,0-3-6-16,0-3 0 16,0 0 0-16,0-1-1 15,0-2-5-15,0 2-1 16,0-3 0-16,0 0-3 16,0 0 9-16,0 0 0 15,2 0 0-15,7 0 1 16,5 0 16-16,3 0-3 0,7-4-5 15,3-5-6 1,5 3-2-16,1 0 0 0,5 0-2 16,0 1-8-16,2 0-7 15,2 2 8-15,1-2 3 16,-1 3 4-16,-5-2-6 16,-3 2 1-16,-5 2 6 15,-9-2-12-15,-1 0 7 16,-9 2 6-16,-1-2 1 15,-3 0 5-15,0 0 3 16,-2-2 1-16,-2 0 9 16,0-3 17-16,-2-2-10 15,0-3 4-15,0 0 8 16,0-2 10-16,0 0 11 16,0 0-1-16,-2 2-16 0,-2 2-10 15,0 2-11-15,-2 2-8 16,4 4-13-16,2 0-18 15,0 2-69-15,0 0-139 16,0 2-287-16</inkml:trace>
  <inkml:trace contextRef="#ctx0" brushRef="#br0" timeOffset="-55019.21">20578 6054 261 0,'0'0'165'0,"0"0"-7"16,0 0-22-16,0 0-48 15,0 0-13-15,0 0-49 16,-71-31-13-16,100 31 0 16,19 2 91-16,41 16 16 0,57 8-30 15,61 11 3-15,34 3-21 16,3 2 1-16,-18-6-31 15,-48-10-8-15,-42-10-26 16,-45-8 10 0,-35-6-12-16,-23-2-5 0,-6 0 13 15,-5-4-2-15,-4-7 1 16,-12 0-7-16,-6 3-6 16,0 2-16-16,-44 6-146 15,1 0-170-15,1 4-354 0</inkml:trace>
  <inkml:trace contextRef="#ctx0" brushRef="#br0" timeOffset="-36036.74">4737 9990 93 0,'0'0'700'0,"0"0"-491"15,0 0-125-15,0 0-9 16,0 0-43-16,-3-34-1 15,3 20-14-15,0-6 3 16,0-2-5-16,9-4 4 16,2-2-1-16,1 0 0 15,1 2-2-15,-2 2-15 16,-2 1 4-16,-3 3-3 16,1 2-1-16,-1 0-1 0,2-2 1 15,0 0-1-15,1-5 2 16,1-6-1-16,-2-1 25 15,-1 0-2-15,1 2 9 16,-2 3-4-16,-2 5-3 16,0 4-1-16,-2 7-8 15,-2 3 2-15,0 3-3 16,0 3-4-16,0 2-12 16,0 0-8-16,3 0-4 15,-3 0-14-15,2 0 5 16,4 0-2-16,4 7 17 15,5 1 5-15,10 3 1 16,6 0 0-16,11 0 0 16,12 2 1-16,8-4 1 15,7 3 3-15,5 1-5 0,3-3 0 16,4 3-21-16,1-5 4 16,0 4-15-16,-1 1 6 15,-3-3 1-15,-4-2-4 16,-6-1-1-16,-5-2-5 15,-5-4 19-15,-4-1 0 16,-8 0 3-16,-4 0-4 16,-3-7 5-16,-6-5 6 15,-2 0 6-15,-2-1 0 16,-5 1-1-16,-2 4 1 16,-3-4 0-16,-4 5-1 15,-4 1-27-15,-2 1 7 0,-2 5-4 16,-5-1 11-16,-2 1-11 15,0 0-2-15,0 0-14 16,0 0 8-16,0 0 5 16,0 0 20-16,0 6 8 15,0 3-1-15,4 4 1 16,-2 4-1-16,0 6 0 16,1 7 1-16,-3 8 0 15,3 8 9-15,-3 5 7 16,0 2 17-16,0 0-8 15,0-5 4-15,0-9-6 16,0-7-6-16,0-5 11 16,0-6-18-16,2-8 6 0,2-3-9 15,-2-4-1 1,0-2 2-16,1 1-8 0,7-5-40 16,0 0-154-16,-1 0-327 15</inkml:trace>
  <inkml:trace contextRef="#ctx0" brushRef="#br0" timeOffset="-34251.69">4631 11739 339 0,'0'0'385'16,"0"0"-187"-16,0 0-38 15,0 0-41-15,0 0 4 16,0 0-59-16,14-22-34 15,1 16 21-15,4-2-10 0,3-1 2 16,0-1 10-16,2 2-2 16,1 0-22-16,-2 2-9 15,-2 2-11-15,4 2-9 16,-5 0-1-16,3 2 0 16,-4 0-13-16,-1 0 5 15,0 14-6-15,-4 5-1 16,-1 6 15-16,-4 6-6 15,-4 7 7-15,-3 2-2 16,-2 0 0-16,0 2-10 16,-12-2 5-16,-7-4 6 15,-4-3-5-15,-2-6 5 16,1-2-27-16,0-6-1 16,1 0-6-16,3-6-19 15,5 0 24-15,-1-5 15 0,5-3-12 16,2-2-1-16,0-1 11 15,4-2 2-15,1 0 7 16,2 0 2-16,2 0 6 16,0 0 1-16,0 0-1 15,2-5-20-15,11 0 12 16,5-2 8-16,3 4 10 16,2 0 19-16,0 2-13 15,4 1 6-15,-3 0 6 16,1 0 12-16,2 0 5 0,-1 0 6 15,3-3-9 1,0 2 11-16,-2-2-9 0,0 2-12 16,-7-1-5-1,-3-1-18-15,-1 3 2 0,-3 0-11 16,1 0 0-16,-5 0-16 16,0 0-38-16,-5 0-52 15,-2 0-42-15,-2 0-55 16,0 0-115-16,0 0-229 0</inkml:trace>
  <inkml:trace contextRef="#ctx0" brushRef="#br0" timeOffset="-33885.8">5095 11754 398 0,'0'0'186'15,"0"0"-20"-15,0 0 36 16,0 0-69-16,114 39-14 15,-81-13-19-15,5 6-38 16,0 2-18-16,2-3-21 16,2 0-7-16,1-3-6 0,-5-6-3 15,-3-4 2-15,-6-4-9 16,-6-2-8-16,-4-1-19 16,-7-5-21-16,-6 0-20 15,-1-2-24-15,-5-1-41 16,0-1-85-16,0-2-81 0</inkml:trace>
  <inkml:trace contextRef="#ctx0" brushRef="#br0" timeOffset="-33468.18">5335 11683 438 0,'0'0'235'16,"0"0"-92"-16,0 0-43 16,0 0-56-16,0 0-32 15,0 0 7-15,0 0 28 16,-52 79-2-16,33-34-3 15,-1 7 3-15,-5 4-10 16,-1 0-6-16,0-4-12 16,-1-6-5-16,4-7 2 15,6-11 6-15,3-6 14 16,5-7 9-16,3-2 1 0,4-8-8 16,0 0 5-1,2-4-18-15,0 2-10 0,0-3 0 16,0 0 2-16,0 0 2 15,0 0-12-15,0 0-5 16,0 0-83-16,-6 0-91 16,2 0-177-16,-2 0-462 0</inkml:trace>
  <inkml:trace contextRef="#ctx0" brushRef="#br0" timeOffset="-28652.58">5857 11743 147 0,'0'0'74'0,"0"0"-8"15,0 0-5-15,0 0-29 0,0 0 17 16,0 0 5-16,-71 0-10 16,60 0-15-16,2 0-9 15,0 0 3-15,2 0-10 16,3 0-3-16,-1 0-1 15,3 0-2-15,2 0-7 16,-3 0 10-16,3 0 20 16,0 0 24-16,0 0 9 15,0 0 9-15,0 0 22 16,0-3-10-16,0 3-25 16,0-1-24-16,0-1-6 15,3-1 6-15,13 3 18 16,8-1 36-16,10 1 1 0,8-2-13 15,5 2-21-15,1 0-21 16,2 0-26-16,-6 0-2 16,-5 0-7-16,-11 0-1 15,-6 0-29-15,-8 0-27 16,-7 0-24-16,-3 0-37 16,-4 0-47-16,0 0-66 15,0 0-81-15,0 0-312 0</inkml:trace>
  <inkml:trace contextRef="#ctx0" brushRef="#br0" timeOffset="-28235.45">5788 11926 201 0,'0'0'128'0,"0"0"-1"0,0 0-19 16,0 0 5 0,0 0 37-16,0 0 10 0,0 0-24 15,91 0-39-15,-55-4-23 16,2 3-4-16,0-4-17 16,-4 4-31-16,-3 0-9 15,-4 1-12-15,-6-3-1 16,-3 3-12-16,-2 0-33 15,-5 0-51-15,0 0-72 16,-2 0-119-16,0 0-209 0</inkml:trace>
  <inkml:trace contextRef="#ctx0" brushRef="#br0" timeOffset="-27284.8">6447 11622 453 0,'0'0'138'0,"0"0"-35"15,0 0 19-15,0 0-16 16,0 0-30-16,0 0 4 16,137-33-22-16,-110 33-18 0,-2 0-11 15,0 0-17-15,-2 0-12 16,-3 5-1-16,-5 7 1 15,-3 2-1-15,-6 5-8 16,-6 0-5-16,0 4-1 16,-2 0-48-16,-18 4 39 15,-3-4 22-15,-4-1-16 16,2 0 18-16,0-4 0 16,0-3-25-16,5-3-36 15,2-2-1-15,7-4 10 16,2-4 24-16,7-2 28 15,0 0 20-15,2 0 36 16,0 0-17-16,0-4-4 0,4-6-19 16,10 2 13-16,1 0-13 15,6 2 1-15,-2 0 6 16,6 3-2-16,-3 2-1 16,1 1-14-16,-2 0-5 15,-2 0-1-15,-2 0 0 16,-1 7-1-16,-1 4 0 15,-1 3-11-15,-3 0 6 16,0 3-1-16,-4 2-6 16,-3 0-1-16,-2 0-4 15,-2 1 2-15,0-3 0 16,0 0 8-16,-4 0 2 16,-5-4 6-16,-4-1 0 15,2 0 0-15,-5-3 1 16,3-2 19-16,-1 2 19 0,-1-6-4 15,2 1-6-15,-3-4-6 16,1 0 0-16,-2 0-11 16,1 0-4-16,-1 0 0 15,-1-6-8-15,1-1-16 16,-2 1-39-16,-3-3-62 16,5 5-105-16,6 2-126 0</inkml:trace>
  <inkml:trace contextRef="#ctx0" brushRef="#br0" timeOffset="-26636.2">6975 11801 542 0,'0'0'154'0,"0"0"-17"0,0 0-13 15,0 0-48-15,0 0-4 16,0 0-11-16,10-103 1 16,-8 88 2-16,2-4-11 15,-2 1-2-15,3 0-2 16,-3 0-14-16,0 1-6 16,-2 0 6-16,0 3 3 15,2 2-2-15,-2 5-8 16,0-2 4-16,0 5-4 15,0 2-8-15,0 2-6 16,0 0-14-16,0 0 0 16,0 0-9-16,0 0-3 15,0 0-15-15,0 6-11 16,0 10 22-16,3 12 14 0,2 6 1 16,-1 8 0-16,0 4 1 15,3-2 0-15,1 1 2 16,0-6-2-16,-2-2 0 15,-1-3-1-15,-1-4 1 16,0-4-1-16,-2-5 0 16,-2-2-1-16,2-5 1 15,-2-4 1-15,0-4 0 16,0 0 1-16,4-4-1 16,-4-2 3-16,0 0-3 15,0 0-38-15,4 0-90 16,2 2-131-16,1-2-332 0</inkml:trace>
  <inkml:trace contextRef="#ctx0" brushRef="#br0" timeOffset="-26085.96">7236 11743 58 0,'0'0'147'0,"0"0"22"16,0 0-3-16,0 0-22 15,0 0 19-15,0 0 6 16,0 0-20-16,36-6 6 16,-12 2-39-16,3-1-13 15,5 2-4-15,-6 0-42 16,1 3-36-16,-3 0-20 15,-1 0-1-15,-3 0-1 16,2 3-28-16,0 5-57 16,11 3-81-16,-4-1-111 15,-2-3-260-15</inkml:trace>
  <inkml:trace contextRef="#ctx0" brushRef="#br0" timeOffset="-25452.63">7727 11694 416 0,'0'0'244'0,"0"0"-108"0,0 0 4 15,0 0-42-15,0 0-39 16,0 0-28-16,0 0 9 16,58-50 5-16,-52 39-7 15,1-2-1-15,-1 1-12 16,-1-2-16-16,0 0-8 15,-3 0-1-15,0-1-6 16,0 3-4-16,0-3 1 16,0 3 9-16,-2 0 0 15,3 2 1-15,-3 2-1 16,2 2 10-16,-2 4 8 0,0 0 6 16,2 2-2-16,-2 0-16 15,0 0-6-15,0 0-6 16,0 0-14-16,0 0-15 15,0 17 12-15,0 6 17 16,0 11 6-16,0 7 0 16,0 6 1-16,0 6 0 15,0 0 1-15,0-2-2 16,0-5-6-16,0-8 6 16,0-8-9-16,0-6 9 15,0-10 30-15,0-6 21 16,0-1 7-16,0-6-6 15,2 2-11-15,0-1-24 16,-2-1-4-16,2 0-13 16,-2 2-7-16,0 7-81 0,0 0-101 15,0 0-181-15</inkml:trace>
  <inkml:trace contextRef="#ctx0" brushRef="#br0" timeOffset="-23519.19">4830 12815 95 0,'0'0'176'16,"0"0"-14"-16,0 0-58 15,0 0-23-15,0 0-19 16,0 0-23-16,0 0-12 15,-9 3 12-15,6-3 30 16,1 0 24-16,0 0 7 16,2 0 12-16,0 0 7 15,0 0 4-15,0 0-59 0,0 0-35 16,0 0 9-16,16-4 16 16,7-2-21-16,6 0-18 15,2 1-5-15,2 1-10 16,1 4-2-16,-3 0-7 15,-4 0-4-15,-4 4-4 16,-2 7-17-16,-5 4 4 16,-5 3-11-16,-7 6 3 15,-4 5 4-15,0 3 7 16,-4 0-12-16,-19 1-17 16,-4 0 25-16,-4-1-6 15,0-2-13-15,2-6 3 16,2-1-7-16,3-8 9 15,4-3-8-15,7-4-1 16,-1-4 17-16,7-2 22 0,1-2 15 16,2 0 2-16,1 0 11 15,3 0 7-15,0 0-1 16,0-2-8-16,0-4-11 16,9 2 0-16,8 0-1 15,6-1-5-15,4 0 6 16,2 1 0-16,2 1 7 15,-2 2-1-15,0 1 12 16,0 0-10-16,-2 0-7 16,2 0-1-16,-5 0 0 15,3 4 2-15,-5-4 0 16,-1 0 4-16,-4 0-5 16,-3 0-1-16,-1 0-13 0,0 0-49 15,0-8-83-15,-4 0-177 16</inkml:trace>
  <inkml:trace contextRef="#ctx0" brushRef="#br0" timeOffset="-22883.59">5402 12872 401 0,'0'0'209'16,"0"0"-126"-16,0 0 55 15,0 0-34-15,-38 114-34 16,26-82-24-16,-2-3-23 16,1 0-7-16,-1-3-7 0,3-4-8 15,0-5 6-15,2-2 4 16,2-5 5-16,3-2-8 16,-1-2-6-16,1-2-2 15,2 1 0-15,2-1-53 16,0-3-92-16,0 1-97 15,0-2-165-15</inkml:trace>
  <inkml:trace contextRef="#ctx0" brushRef="#br0" timeOffset="-22318.11">5235 12823 228 0,'0'0'180'0,"0"0"-103"15,0 0-1-15,0 0-6 16,0 0 18-16,0 0 49 16,0 0 0-16,19 33-33 15,-2-10-46-15,5 4-22 16,3 1-13-16,2 2-8 16,1-3-14-16,-1-2 5 0,0-5-5 15,-7-4 9-15,-3-2-9 16,-3-4-1-16,-3-3 1 15,-1-4 1-15,-4-3 6 16,-1 3 0-16,-1-3-8 16,0 1-24-16,1-1-106 15,-3 0-133-15,0 0-477 0</inkml:trace>
  <inkml:trace contextRef="#ctx0" brushRef="#br0" timeOffset="-21886.24">5439 12778 107 0,'0'0'257'15,"0"0"-187"-15,0 0 30 0,0 0-16 16,0 0-31-16,0 0-7 16,-72 134 0-16,50-100 5 15,2-4-15-15,4-3-14 16,3-4-11-16,4-5-5 16,5-2-6-16,-2-6-22 15,6 0-57-15,-2-1-55 16,2-7-74-16</inkml:trace>
  <inkml:trace contextRef="#ctx0" brushRef="#br0" timeOffset="-21318.82">5846 12843 95 0,'0'0'273'16,"0"0"-152"-16,0 0 22 15,0 0-51-15,0 0-35 0,0 0 22 16,0 0 35-16,-18 4 8 16,34-4 11-16,13 0 54 15,11 0-52-15,7-1-43 16,1-4-28-16,4 0-28 15,-8 1-20-15,-3 0-16 16,-13 1-13-16,-5 1-54 16,-9 2-67-16,-12 0-60 15,-2 0-145-15,0 9-182 0</inkml:trace>
  <inkml:trace contextRef="#ctx0" brushRef="#br0" timeOffset="-20235.01">5803 13036 78 0,'0'0'206'0,"0"0"-41"15,0 0-37-15,0 0-30 16,0 0-10-16,0 0 6 15,0 0-3-15,94-2-4 16,-51-4 7-16,-1 0 19 16,3 2 9-16,-5-2-34 15,-3 2-4-15,-1-1-28 16,-3-1-14-16,-4 0-20 16,-4 4-11-16,-5-3-10 15,-7 3-1-15,-5 2-23 0,-4 0-41 16,-4 0-45-16,0 0-92 15,0 0-100-15,0 7-191 0</inkml:trace>
  <inkml:trace contextRef="#ctx0" brushRef="#br0" timeOffset="-18151.66">6407 12733 476 0,'0'0'216'0,"0"0"-22"16,0 0-63-16,0 0-25 0,0 0-14 16,119-52-6-16,-86 42-11 15,-2 4-12-15,-2 2-36 16,-2 2-21-16,-4 2-6 16,-2 0-1-16,2 0-6 15,-5 0-6-15,-3 7 12 16,-2 4-8-16,-3 3 2 15,-8 0-21-15,-2 3-8 16,0 4 3-16,-14 1-7 16,-6-2 17-16,-2-2 10 15,-3-3 13-15,6-4 0 16,0-1 0-16,3-3-10 16,6-3 10-16,3-2 7 0,1-2-5 15,4 1 5-15,-1-1-4 16,3 0 10-16,0 0 9 15,0 0 20-15,0 0 19 16,3 0-5-16,5 0-38 16,5-3-10-16,1-1-7 15,3-1 5-15,-1 1-6 16,5 4 0-16,-4-1-1 16,3 1 0-16,0 0 1 15,-4 0-1-15,-1 0-6 16,-3 0-1-16,-4 1 7 15,1 8-8-15,-2-2 0 16,-4 4-1-16,-1 1-4 0,-2-1-1 16,0 5 2-1,0 0 4-15,-2-1 2 0,-10 1 6 16,-1 0 0 0,-3-2 1-16,-1-3 1 0,0 1 9 15,0-1 5-15,-1-3-1 16,1 0 1-16,1 1-8 15,3-7 3-15,1 3-4 16,3-5 3-16,1 0 5 16,0 0 11-16,0 0 1 15,-1 0-16-15,0-7-10 16,-2-2-13-16,2 3-67 0,0 0-46 16,4 0-79-16,3 2-96 15,2 2-241-15</inkml:trace>
  <inkml:trace contextRef="#ctx0" brushRef="#br0" timeOffset="-17552.73">6895 12733 325 0,'0'0'169'16,"0"0"-116"-16,0 0 28 15,0 0-17-15,0 0-22 16,0 0-19-16,-8 104-7 16,8-83-3-16,8-6-6 15,3-1 14-15,3-1 29 16,-1-5 15-16,1 0 4 16,1-2-20-16,1-2-21 15,1 0-5-15,2-2-2 0,0-2-6 16,2 0-9-16,1 0-6 15,-3 0 7-15,4 0-5 16,-5-4 9-16,0-5-3 16,0-1 2-16,-3-2 26 15,-1-3 12-15,-1-2 4 16,1-2 6-16,-4-2-9 16,-1 2 1-16,-1-4 12 15,-6 1 6-15,-2 2-2 16,0-2-8-16,0 2 5 15,-6 0-12-15,-11-1-17 16,-5 0-19-16,-7 3-15 16,-5 4-1-16,-3 4-30 15,-5 4-10-15,-4 6-46 0,-3 0-37 16,-15 4-80-16,9 14-108 16,10-1-173-16</inkml:trace>
  <inkml:trace contextRef="#ctx0" brushRef="#br0" timeOffset="-10718.93">12483 10062 90 0,'0'0'337'0,"0"0"-151"16,0 0 32-16,0 0-56 15,0 0-48-15,152 91-12 16,-105-57-21-16,-3 0-22 16,-1 2 1-16,-5-2-15 15,-3-1-13-15,-2-4-15 0,-4-6 0 16,-2-2 4-16,-2-6-4 16,-8-3-5-16,-1-7-11 15,-7 1 1-15,-3-2-2 16,-1-2 0-16,-5-2-27 15,0 2-47-15,0-2-42 16,0 0-41-16,0-4-74 16,-5-6-326-16</inkml:trace>
  <inkml:trace contextRef="#ctx0" brushRef="#br0" timeOffset="-10285.97">12813 10006 315 0,'0'0'207'0,"0"0"-20"16,0 0-63-16,0 0-59 0,0 0-44 15,0 0 8-15,0 0 29 16,-49 45 9-16,31-8 12 16,-2 9-11-16,-5 8-21 15,2 7 3-15,-4-3-19 16,2-4-20-16,2-8-9 15,8-10-2-15,1-10 2 16,4-6-1-16,3-6 0 16,1-5-1-16,3-3 1 15,0-6 0-15,3 0 14 16,0 0-5-16,0 0-10 16,0 0-108-16,12 0-159 15,5 0-586-15</inkml:trace>
  <inkml:trace contextRef="#ctx0" brushRef="#br0" timeOffset="-9751.08">13102 10131 78 0,'0'0'205'0,"0"0"-55"0,0 0-35 15,0 0-9-15,0 0-4 16,0 0-15-16,0 0 21 16,35 7 50-16,-4-5-6 15,6 2-35-15,3-2-37 16,-2-2-42-16,-3 0-22 16,-6 3-3-16,-6-3-13 15,-7 1-18-15,-3 2-56 16,-7 0-87-16,-1 3-99 15,0-1-123-15</inkml:trace>
  <inkml:trace contextRef="#ctx0" brushRef="#br0" timeOffset="-9383.72">13123 10334 152 0,'0'0'170'0,"0"0"-50"16,0 0-24-16,0 0 10 15,0 0 6-15,0 0-5 16,0 0 6-16,-5 3-9 0,20-3 16 15,12 0 2-15,9 0-27 16,7 0-26-16,1 1-27 16,1-1-15-16,-5 3-15 15,-5-3-11-15,-6 2 0 16,-6-2 0-16,-6 2-1 16,-5-2-1-16,-3 0-35 15,-3 0-34-15,1 4-47 16,2 0-82-16,0 2-67 15,-3 0-66-15</inkml:trace>
  <inkml:trace contextRef="#ctx0" brushRef="#br0" timeOffset="-7569.2">13677 10072 300 0,'0'0'241'0,"0"0"-49"16,0 0-81-16,0 0-54 16,0 0-14-1,0 0 5-15,0 0 20 0,137-28-16 16,-102 24-3-16,-1 4-3 16,-5 0 5-16,-4 0-29 15,-6 0-13-15,-3 9-9 16,-1 6-1-16,-6 5 0 15,-4 4-9-15,-5 2-8 0,0 4-2 16,-5 0 12 0,-15 2 8-16,-4-1 0 0,-3-4-1 15,0 0-16-15,2-7-22 16,6-2-12-16,1-6-4 16,2-2 3-16,7-5-4 15,5-2 10-15,1-3 46 16,3 0 36-16,0 0 19 15,0 0-30-15,0-8-12 16,3 0 36-16,8 0-32 16,2 0-9-16,5 2-7 15,0-1 6-15,2 4-6 16,1 1 8-16,-4 2-9 16,3 0 2-16,-3 0-1 15,2 2-1-15,-1 8 0 0,-3 4 0 16,1 0-1-16,-5 2 0 15,-3 0-6-15,-1 1-5 16,-7-3-4-16,0 3 3 16,0-1-16-16,-2 0 29 15,-9-4 0-15,-5 1 1 16,-3-1 0-16,-2-2 13 16,-1-3-2-16,-2 0 1 15,-1-3-5-15,3 0 2 16,1-4-8-16,2 0 7 15,3 0 2-15,3 0-1 16,2 0-10-16,1-8-16 16,4 1-14-16,6-7-64 15,0 5-117-15,6-2-138 0</inkml:trace>
  <inkml:trace contextRef="#ctx0" brushRef="#br0" timeOffset="-6986.46">14161 10108 136 0,'0'0'143'15,"0"0"-18"-15,0 0-12 16,0 0-33-16,-33 110 0 15,33-77-18-15,0 0-4 16,0 0-12-16,2-1-7 16,13-2-6-16,1-4 3 15,2-6-3-15,2-4-14 0,0-4-4 16,0-3-5 0,0-3 7-16,1-5 15 0,0-1 8 15,2 0 8-15,-1 0 12 16,1-7-4-16,-2-8-15 15,0-1-11-15,-4-2 11 16,-1-2-4-16,-3-2 7 16,-3-6 21-16,-4-2 4 15,-4-2 1-15,-2 0-9 16,0-2-7-16,0 1-22 16,-13 5-20-16,-5 2-12 15,-5 4-15-15,-6 4 1 16,0 4 12-16,-6 6-43 0,-3 4-62 15,-11 4-69 1,7 2-109-16,6 10-123 0</inkml:trace>
  <inkml:trace contextRef="#ctx0" brushRef="#br0" timeOffset="-6386.61">13740 10674 196 0,'0'0'171'0,"0"0"-57"0,0 0-9 15,0 0-20 1,0 0-1-16,0 0 24 0,0 0 26 16,-38 0 8-16,43 0-23 15,15 0-39-15,11 0 4 16,15 0-9-16,12 0 2 15,9 0-5-15,9 0-7 16,2-2-1-16,-2-1-20 16,-9 2-17-16,-9-1-13 15,-12 2-8-15,-13 0-6 16,-6 0 0-16,-8 0-6 16,-7 0-32-16,-2 2-49 0,-6 4-62 15,-1 6-88-15,-3-2-100 16,0 0-59-16</inkml:trace>
  <inkml:trace contextRef="#ctx0" brushRef="#br0" timeOffset="-5652.98">14045 10890 54 0,'0'0'367'16,"0"0"-118"-16,0 0-27 15,0 0-56-15,0 0-39 16,0 0-47-16,0 0-18 16,44-53 2-16,-19 46 16 0,2 3 16 15,-2 4-45 1,-1 0-35-16,-2 0-16 0,0 6 0 15,-3 8 0-15,-6 2-9 16,-2 3 2-16,-8 0-6 16,-3 3-6-16,0 0 4 15,-8 1-12-15,-9-1 15 16,-8 0 2-16,-2-2-9 16,-4-3-14-16,0 0 1 15,-2-4-37-15,1 0-48 16,3-1 17-16,5-4-34 15,4 0-9-15,6-5 20 16,8 0 26-16,4-3 61 0,2 0 36 16,0 0 29-1,4 0 24-15,10 0-30 0,1 0-15 16,8 0-7 0,-2 0 14-16,8 0-4 0,2 0 6 15,4 0 15-15,0 0 52 16,1 0 30-16,-3 0 19 15,0 0-7-15,-2-3-14 16,-1 2-30-16,-4-2-12 16,1-1-23-16,-3-1-21 15,-4 1-14-15,-1-2-1 16,-4 0-5-16,-6 2-6 16,-2-1-19-16,-7 2-91 0,0-2-134 15,0 4-374-15</inkml:trace>
  <inkml:trace contextRef="#ctx0" brushRef="#br0" timeOffset="-4936.34">12363 12056 521 0,'0'0'236'16,"0"0"-62"-16,0 0-59 15,0 0-26-15,0 0-37 16,0 0 27-16,0 0 45 0,93 56-34 16,-52-22-24-1,3 4-30-15,-1 2-8 0,-5 0-15 16,-3-2-7-16,-6-3-6 15,-4-10 0-15,-8-4-7 16,-5-8-12-16,-3-5 0 16,-5-2-3-16,-2-4-17 15,-2-2-70-15,0 0-85 16,0 0-137-16,0 0-165 0</inkml:trace>
  <inkml:trace contextRef="#ctx0" brushRef="#br0" timeOffset="-4619.77">12577 12059 446 0,'0'0'216'0,"0"0"-138"16,0 0-29-16,0 0 37 15,0 0 10-15,-63 103-6 16,42-57-25-16,-6 2-26 16,0-2-17-16,2-4-12 15,3-5-8-15,2-8 0 16,6-6-2-16,4-6-7 16,3-3-6-16,5-6-16 0,2-2 0 15,0-1-7-15,0-5-23 16,0 1-29-16,0-1-24 15,9 0-94-15,3 0-286 0</inkml:trace>
  <inkml:trace contextRef="#ctx0" brushRef="#br0" timeOffset="-4151.9">13036 12191 315 0,'0'0'207'0,"0"0"-52"15,0 0-28-15,0 0-17 16,0 0-21-16,124 0-2 16,-85 0-5-16,1 0-24 15,0 0-21-15,-3 0-17 16,-6 0-20-16,-2 0-34 16,-6 0-88-16,0 0-78 15,-8 0-101-15,-6 0-251 0</inkml:trace>
  <inkml:trace contextRef="#ctx0" brushRef="#br0" timeOffset="-3853">13031 12291 117 0,'0'0'169'16,"0"0"-2"-16,0 0 16 16,0 0-8-16,0 0 6 15,0 0-11-15,0 0 13 16,90 19-29-16,-57-19-18 0,5 0-29 16,0 0-40-16,0 0-35 15,-3 0-22-15,-1 0-10 16,-5-2-12-1,-2 0-56-15,2 0-62 0,13-6-94 16,-7 1-147-16,-4-4-295 0</inkml:trace>
  <inkml:trace contextRef="#ctx0" brushRef="#br0" timeOffset="-3236.29">13748 12234 565 0,'0'0'233'15,"0"0"-63"-15,0 0-47 0,0 0-67 16,0 0-30-16,0 0-4 15,0 0 3-15,54-72-4 16,-47 57 7-16,-2 4 17 16,1 1-3-16,-3-1 25 15,-1 5-1-15,0 3-6 16,-2 0-6-16,2 3-15 16,-2 0-17-16,0 0-15 15,0 0-7-15,0 0-24 16,0 11-16-16,4 11 40 15,1 8 8-15,-1 4 16 16,1 6-14-16,-3 0-8 0,1-4 5 16,-1-2-7-16,-2-7 1 15,2-8-1-15,0-5 0 16,0-3 0-16,0-5 0 16,-2-5 7-16,3 2-5 15,-3-3-1-15,0 2 0 16,0-2-1-16,0 0-21 15,0 0-63-15,6 0-55 16,2 0-79-16,0 0-148 0</inkml:trace>
  <inkml:trace contextRef="#ctx0" brushRef="#br0" timeOffset="-2852.45">14089 12128 26 0,'0'0'254'0,"0"0"1"16,0 0-32-1,0 0-14-15,0 0-37 0,116-16-4 16,-75 12-27-16,-3 2-37 16,-3-1-29-16,-6 3-35 15,-4 0-32-15,-10 0-8 16,-1 0-5-16,-7 0-59 15,-3 0-51-15,-4 0-98 16,0 0-132-16,0 3-208 0</inkml:trace>
  <inkml:trace contextRef="#ctx0" brushRef="#br0" timeOffset="-2302.59">14132 12100 230 0,'0'0'135'0,"0"0"-19"15,0 0-27-15,0 0-20 16,0 0-14-16,0 0-6 15,0 0-10-15,-66 82-17 16,63-74-9-16,3-2 1 16,0 0 14-16,0-5 11 0,7 4 4 15,8-4 21 1,5-1-9-16,5 0-9 0,0 0-17 16,-1 0-6-16,0 0-4 15,-1 0-9-15,-3 3-1 16,-3 3 2-16,4 0-1 15,-4 4-4-15,1 0 4 16,1 2-8-16,-4 2-1 16,-5 0 0-16,0 2 6 15,-3 2-6-15,-3 1 6 16,-2 0-6-16,-2 2 9 16,0 0-9-16,-2 2 10 15,-11-1-10-15,-5-4 6 16,-5-1 4-16,-1-5-4 15,0-1-6-15,-3-5 11 16,2-5 4-16,-2-1-2 0,3 0 0 16,0 0-14-16,1-11-16 15,-1-3-33-15,-5-8-98 16,4 1-136-16,8 3-322 0</inkml:trace>
  <inkml:trace contextRef="#ctx0" brushRef="#br0" timeOffset="2129.95">5977 8205 179 0,'0'0'98'16,"0"0"-49"-16,0 0 10 15,0 0-2-15,0 0-39 16,0 0-2-16,0 0 13 15,2 101 6-15,-8-79-15 16,0 1-3-16,1 2 18 16,-2-1-19-16,2 0-5 15,1 1-5-15,2-4 3 16,-2-1-9-16,4-6 1 16,0-2 9-16,0-6-9 0,0-2 11 15,0-4-1-15,0 0 8 16,0 0 24-16,2 0 17 15,13 0-36-15,10-6-14 16,4-4-9-16,4 0 0 16,6 3 0-16,0-2-1 15,3 1 1-15,4 2-1 16,2 2 0-16,6 1 1 16,4 3 7-16,6 0 7 15,5 0 2-15,7 0-1 16,0 13-7-16,0 1 1 0,-5 0-9 15,-4 2 8-15,-5-2-9 16,-2-1 0-16,-4-4 2 16,-2 1 5-16,-4-2-7 15,-2-2 1-15,-2-2-1 16,1-4 1-16,-3 0 5 16,-1 0-6-16,-5 0 1 15,-9 0 0-15,-8 0 6 16,-4 0-6-16,-9 0 15 15,-6-8 50-15,1-2 1 16,-3-5-33-16,0-2-19 16,0-3 7-16,0-1-8 15,0-4-5-15,0-1 2 16,0 0 28-16,0 2-15 0,0 4 18 16,-3 2-2-16,1 6-14 15,2 3-11-15,-2 8-15 16,-2 1-58-16,2 6-181 15,-3 6-254-15</inkml:trace>
  <inkml:trace contextRef="#ctx0" brushRef="#br0" timeOffset="5696.76">12308 13461 447 0,'0'0'259'15,"0"0"30"-15,0 0-17 0,0 0-42 16,0 0-71 0,0 0-63-16,0 0-54 0,-16-22-42 15,26 28 0 1,15 14 0-16,8 6 40 0,6 4 1 16,1 7-16-16,0 2-15 15,-7 4-7-15,-4-1-3 16,-2-2-9-16,-7-4-31 15,-5-8-15-15,-3-6-8 16,-3-10-6-16,-5-4 15 16,-2-6 16-16,0-2 6 15,1 0-14-15,-1-2-76 16,2-8-159-16,-4 0-215 0</inkml:trace>
  <inkml:trace contextRef="#ctx0" brushRef="#br0" timeOffset="6013.48">12508 13393 111 0,'0'0'547'15,"0"0"-325"-15,0 0 7 16,0 0-60-16,0 0-54 15,0 0-65-15,0 0-34 16,-23 32 50-16,10 7 44 0,-7 6-24 16,-4 5-26-1,-3 0-22-15,-2 0-10 16,5-4-5-16,1-5-14 16,6-7-3-16,5-8-6 0,5-8-1 15,3-12-9-15,4 0-5 16,0-6-10-16,0 0-21 15,0 0-54-15,27 0-96 16,6-6-184-16,1 0-691 0</inkml:trace>
  <inkml:trace contextRef="#ctx0" brushRef="#br0" timeOffset="6497">13007 13403 166 0,'0'0'547'0,"0"0"-303"0,0 0 2 16,0 0-32-16,0 0-97 15,0 0-88-15,0 0-29 16,7-14 0-16,-3 50 23 15,-1 10 37-15,1 6-4 16,0 0-16-16,-2-4-1 16,0-3-12-16,1-11-10 15,-1-6-8-15,0-9-2 16,0-2 2-16,-2-13-2 16,3 0-5-16,-3-4 7 15,0 0-9-15,0 0-25 0,0 0-94 16,0 0-77-16,0 0-144 15,0 0-386-15</inkml:trace>
  <inkml:trace contextRef="#ctx0" brushRef="#br0" timeOffset="6714.71">12802 13637 613 0,'0'0'335'16,"0"0"-121"-16,0 0-48 15,0 0-71-15,0 0-62 16,140-1-33-16,-73 1-67 0,-11 1-157 16,-5 3-306-16</inkml:trace>
  <inkml:trace contextRef="#ctx0" brushRef="#br0" timeOffset="7198.32">13305 13658 189 0,'0'0'313'0,"0"0"-99"0,0 0-35 16,0 0-58-16,0 0-41 16,0 0-1-16,0 0 1 15,56-97-13-15,-47 79-5 16,-3-2-11-16,2 0 1 16,-4 0 15-16,1-2 14 15,-1 4-2-15,-2 4-7 16,0 1 5-16,-2 8-8 15,0 2-16-15,0 3-21 16,0 0-12-16,0 0-14 16,0 0-6-16,0 0-20 15,2 13-13-15,0 13 13 16,1 12 18-16,2 6 2 16,-3 2 0-16,-2 1 0 0,2-1 1 15,-2-12 5-15,0-4-5 16,0-6 1-16,0-8-1 15,0-4-1-15,0-5 1 16,0-1 1-16,0-1 4 16,2-5-6-16,-2 4-12 15,0-4-60-15,3 0-80 16,12 0-97-16,-1 0-144 16,1 0-717-16</inkml:trace>
  <inkml:trace contextRef="#ctx0" brushRef="#br0" timeOffset="7613.6">13694 13543 408 0,'0'0'495'0,"0"0"-235"16,0 0-34-16,0 0-46 16,126-10-61-16,-90 10-34 15,-1 0-32-15,-6 0-31 16,-6 0-15-16,-6 0-7 16,-3 0-56-16,-5 2-81 15,-7 6-122-15,-2 1-230 16,0-2-32-16</inkml:trace>
  <inkml:trace contextRef="#ctx0" brushRef="#br0" timeOffset="7880.17">13727 13705 38 0,'0'0'505'16,"0"0"-238"-16,0 0-20 16,0 0-27-16,122 0-60 15,-80 0-43-15,-2 0-34 16,1 0-39-16,-8 0-21 16,-6 0-21-16,-5 0-2 15,-4 0-26-15,-3-2-62 0,1 1-60 16,-1-4-104-16,-3 4-133 15,-3-1-422-15</inkml:trace>
  <inkml:trace contextRef="#ctx0" brushRef="#br0" timeOffset="9763.81">14292 13608 474 0,'0'0'293'0,"0"0"-118"15,0 0-11-15,0 0-49 16,0 0-46-16,74-119-15 15,-58 89-5-15,-3 2-1 16,-2 2 25-16,-2 4 18 16,-5 3-2-16,1 4-1 15,-3 5-14-15,0 4-15 0,-2 1-8 16,0 4-4 0,3 1-16-16,-3 0-31 0,0 0-3 15,0 0-20-15,0 6-16 16,0 13 3-16,0 16 28 15,0 7 8-15,0 6 1 16,2 4 5-16,-2-4 0 16,2-2-6-16,-2-5 1 15,0-8 0-15,0-4-1 16,0-9 1-16,0-8-1 16,0-2 0-16,0-6-1 15,0-4 0-15,0 0-14 16,3 0-16-16,1 0-65 15,16 0-97-15,-2-2-290 0,2-6-336 0</inkml:trace>
  <inkml:trace contextRef="#ctx0" brushRef="#br0" timeOffset="10113.57">14669 13395 137 0,'0'0'361'0,"0"0"-127"15,0 0-51-15,0 0-33 16,0 0 15-16,0 0-18 15,0 0-4-15,101-18-19 16,-57 12-26-16,3 1-37 16,-3 4-18-16,-4 0-19 15,-9 1-17-15,-6 0-7 16,-9 0-24-16,-5 0-50 16,-7 5-59-16,-2 4-88 15,-2 6-99-15,-15 0-40 16,-7-7-288-16</inkml:trace>
  <inkml:trace contextRef="#ctx0" brushRef="#br0" timeOffset="10630.32">14647 13425 48 0,'0'0'337'0,"0"0"-178"15,0 0-3-15,0 0-16 16,0 0-52-16,0 0-30 16,0 0 1-16,-76 90-13 15,67-72-22-15,5-4-11 16,2-2-2-16,2-2 9 0,0-8 6 16,8 2 2-1,17-2 47-15,6-2 25 0,7 0-26 16,4 0-11-16,-1 0 4 15,-6 0-13-15,-4 0-12 16,-2 0-17-16,-2 0-11 16,-5 0-1-16,0 0-7 15,-1 9 0-15,-4 2-6 16,-1 3 0-16,-5 2 0 16,-2 4 0-16,-4 1-1 15,-3-2-8-15,-2 2 2 16,0-2 5-16,0-2 1 15,-14-3-5-15,-1-2 6 16,-1-4 15-16,-3 0 14 16,-4-4 2-16,0-3-14 0,1-1-4 15,2 0-1-15,-2 0-5 16,4 0-6-16,0-5-1 16,0-5-18-16,3 0-33 15,-1 2-28-15,5 3-52 16,11 5-49-16,0 0-143 15,0 0-315-15</inkml:trace>
  <inkml:trace contextRef="#ctx0" brushRef="#br0" timeOffset="11113.51">15296 13277 491 0,'0'0'314'0,"0"0"-48"15,0 0 5-15,0 0-66 16,0 0-71 0,0 0-66-16,0 0-68 0,4 1-19 15,2 42 19-15,1 11 28 16,5 8 22-16,-2-2-11 15,1-5-7-15,-1-10-5 16,-2-10-4-16,-3-9-4 16,-1-8 3-16,-2-7 3 15,0-4 2-15,0-4-4 16,1-3-13-16,-3 0-5 16,3 0-5-16,-3 0-55 15,2 0-74-15,-2 0-90 16,0 0-157-16,0 0-330 0</inkml:trace>
  <inkml:trace contextRef="#ctx0" brushRef="#br0" timeOffset="11296.93">15179 13529 162 0,'0'0'408'0,"0"0"-142"16,0 0-103-16,0 0-66 16,142-2-97-16,-74 18-3 15,-13-1-198-15,-6-4-200 0</inkml:trace>
  <inkml:trace contextRef="#ctx0" brushRef="#br0" timeOffset="11746.99">15649 13605 451 0,'0'0'307'16,"0"0"-84"-16,0 0-73 15,0 0-79-15,0 0-41 0,0 0-5 16,0 0-8-1,63-100 22-15,-55 72 28 0,4-4 14 16,-5 1 7-16,1 0-1 16,-4 5 0-16,2 3-17 15,-4 8 2-15,-2 5-12 16,2 2 3-16,-2 5-19 16,0 3-31-16,0 0-13 15,0 0-12-15,2 3-17 16,0 18-9-16,1 12 31 15,3 11 7-15,3 6 7 16,-2 4-7-16,2-2 0 16,-1-4 2-16,0-7-2 15,-2-5 1-15,-1-7 0 16,-1-6 5-16,0-6-4 0,-2-4-1 16,1-5 0-16,-1-4 2 15,3-2-3-15,-3-2-60 16,9 0-88-16,2 0-124 15,1 0-293-15</inkml:trace>
  <inkml:trace contextRef="#ctx0" brushRef="#br0" timeOffset="12231.01">16124 13582 682 0,'0'0'345'0,"0"0"-87"15,0 0-81-15,0 0-51 16,0 0-25-16,0 0-2 16,138-3-16-16,-94 3-33 15,1 8-23-15,-1-2-19 16,-1 3-8-16,-7-3-64 16,-7-3-78-16,-4 1-60 15,-15-1-86-15,-5-3-95 16,-5 1-342-16</inkml:trace>
  <inkml:trace contextRef="#ctx0" brushRef="#br0" timeOffset="12430.88">16195 13687 215 0,'0'0'494'15,"0"0"-205"-15,0 0-27 16,0 0-88-16,127 0-77 16,-89 0-61-16,5 0-36 15,24 0-74-15,-9 0-152 16,-10 0-272-16</inkml:trace>
  <inkml:trace contextRef="#ctx0" brushRef="#br0" timeOffset="12896.22">16844 13655 253 0,'0'0'233'0,"0"0"-74"0,0 0-33 15,0 0-47 1,0 0-33-16,0 0 15 0,0 0 29 16,18-122 1-1,-7 97 22-15,-3-4 17 0,-1 1 7 16,0 6-5-16,-2 2-42 16,-3 8-18-16,-2 4-22 15,2 4-14-15,-2 4-33 16,0 0-3-16,0 2-36 15,0 20-10-15,0 10 35 16,0 8 11-16,2 4 1 16,2 2 0-16,1-3 1 15,4-5-1-15,-2-6 5 16,1-2-5-16,1-8 5 0,-1-5-6 16,0-2 0-1,-4-5 1-15,1-4 0 0,-1-1-1 16,0-4-5-16,4 0-30 15,1-1-50-15,15 0-90 16,-2 0-164-16,0 0-336 0</inkml:trace>
  <inkml:trace contextRef="#ctx0" brushRef="#br0" timeOffset="13579.8">17459 13294 139 0,'0'0'254'0,"0"0"-104"16,0 0-23-16,0 0-6 16,0 0-36-16,0 0-13 15,0 0-15-15,-92-36-8 16,78 36-9-16,-1 0-6 0,-3 0-16 15,1 14 10-15,-6 5 4 16,3 5 7-16,-2 2-12 16,2 5-8-16,3 6-4 15,3 3 21-15,1-2-16 16,5 2-10-16,6-3-2 16,2-1-7-16,0-4 9 15,0-2-9-15,14-5 9 16,1 0-9-16,3-7 5 15,3-4-4-15,0-5 8 16,4-2 1-16,0-5-3 16,4-2 3-16,-2 0-2 0,-4 0 3 15,2-4 1 1,-2-8 7-16,-1-2 22 0,-4-4-3 16,-2-2-5-16,-3-2 5 15,-5 0 1-15,-5-1-11 16,-3 4 17-16,-5 0 9 15,-21 1-31-15,-8 6-15 16,-8 5-9-16,-4 2 0 16,-2 5-6-16,4 0-48 15,1 14-67-15,8 8-52 16,4 14-80-16,8-2-237 16,8-3-275-16</inkml:trace>
  <inkml:trace contextRef="#ctx0" brushRef="#br0" timeOffset="16013.62">11976 12250 374 0,'0'0'118'0,"0"0"-95"15,0 0 13-15,0 0 38 16,0 0 23-16,-7 134-24 16,0-84-8-16,2 2 3 15,3-1-25-15,0-5-1 16,2-4-21-16,0-6-4 0,0-6-17 16,0-6 6-1,0-10-6-15,0-6 1 0,0-4 9 16,4-4 3-16,8 0 18 15,3 0 9-15,6-6-7 16,3-4-21-16,2 0-1 16,1 3-11-16,2 0 0 15,0 5 0-15,2 0-2 16,5 2 1-16,2 0 0 16,4 0 1-16,6 0 0 15,2 2 0-15,8 2 0 16,0 2 0-16,7 1 0 15,-1-1 0-15,-1 5 0 16,-1-3 1-16,-6 0-2 16,-2 1 2-16,-6-6 3 0,2 1-3 15,-2-4-2 1,4 0 2-16,3 0-1 0,6 0 1 16,-1 1 8-16,0 4-1 15,0 2-8-15,0 2 6 16,1 1-5-16,-1 1 6 15,4-5-7-15,3-1 5 16,4-1-5-16,5-2 0 16,0 2 0-16,4-1 0 15,0 2-1-15,0 1 2 16,1 3 2-16,-6-5-2 16,1 1-2-16,-2-5 1 15,-1 0 0-15,3 0 1 0,-3 0-1 16,0-3 2-16,-3-9-2 15,-5-5 2-15,-11 3 6 16,-13 1 0-16,-9-2-8 16,-12 3 10-16,-7 2-10 15,-7 1 2-15,-1 0 10 16,-3 1-9-16,-2 2 10 16,0 0-12-16,0-2 6 15,0-2-6-15,-7-2-1 16,-3-2 1-16,-1-3-1 15,-3 0 16-15,5-4 34 16,1 0 7-16,0-5 4 16,6 0 1-16,2-1 16 0,0 2 0 15,2 5-35-15,12 1-11 16,-1 5 6 0,-1 7-9-16,-3 0-10 0,-5 5-17 15,-2 2-2-15,-2 0-9 16,2 0 8-16,0 14-40 15,-2 24-79-15,0-3-149 16,0-3-229-16</inkml:trace>
  <inkml:trace contextRef="#ctx0" brushRef="#br0" timeOffset="18363.28">12209 13655 5 0,'0'0'607'16,"0"0"-494"-16,0 0-45 16,0 0-44-16,0 0-18 15,0 0 14-15,0 0 37 16,12 77 32-16,-10-37-15 16,-2 2-2-16,0 2 4 0,0-2-24 15,0-2-13 1,0-6-19-16,4-6-4 0,0-6-9 15,-1-3 3-15,1-11-9 16,-2-2 10-16,3-2-9 16,0-4 20-16,1 0 9 15,5 0 15-15,7 0-8 16,5 0-29-16,0-4-2 16,4-1-6-16,2 4 4 15,3-2-4-15,3 3-2 16,6-1 1-16,5 1 0 15,8 0-1-15,6-3 0 16,2 2 1-16,5 1 0 0,4 0 0 16,5 0 0-16,2 0 1 15,2 0-1-15,3 0 1 16,-3 0-1-16,0 0 0 16,-2 0 1-16,0 0 0 15,-5 0 6-15,2 1-6 16,0 2 8-16,1-2-9 15,4 2 8-15,0-2-7 16,5 8-1-16,-3-8 1 16,-1 6 0-16,-4-4-2 15,-5 2 2-15,-5-2 6 16,-5 0-7-16,0-2 2 0,1-1-2 16,6 0 1-16,5 3 0 15,5-3 0 1,8 0 7-16,5 2-8 0,4 0 10 15,-1 2-9-15,1 2 11 16,-3-5-12-16,-1 2 0 16,-7 1-1-16,-2-2 1 15,-4 1 0-15,-3-2-2 16,-2-1 2-16,0 0 0 16,1 0 0-16,1 0 2 15,6 0 4-15,3 0-6 16,2 0 0-16,-2 0-1 15,1 0 0-15,-3 0 1 0,-3 0-1 16,0 0 1 0,3 0 1-16,2 0 4 0,2 0-5 15,1 0 0 1,1 0-1-16,0 0 0 0,1 0 1 16,-8 0-1-16,-2 0 1 15,-8 0-1-15,-5 0 1 16,-7 0 0-16,0-6 1 15,-2-2 0-15,2 0 1 16,3-2-2-16,6-1 0 16,-1 1 0-16,3 5 0 15,-5 0-1-15,-13 1 1 16,-10 3 1-16,-14-3-1 16,-10 0 2-16,-7-2 8 15,-4-5 10-15,-1 0-10 16,1-7 1-16,2-3 6 15,-1-7-7-15,-1-4-2 0,2-2-7 16,-1-4 7-16,-7 4-8 16,-2 2 13-16,0 7 11 15,0 10-5-15,0 3 0 16,0 8-19-16,-5 4-5 16,-4 0-62-16,-6 0-15 15,-8 4-62-15,-17 26-69 16,3-2-94-16,1-2-31 0</inkml:trace>
  <inkml:trace contextRef="#ctx0" brushRef="#br0" timeOffset="48046.39">24259 6167 1051 0,'0'0'262'16,"0"0"-262"-16,0 0-100 15,-78 0-179-15,49 5-267 0</inkml:trace>
  <inkml:trace contextRef="#ctx0" brushRef="#br0" timeOffset="50362.52">4888 15615 72 0,'0'0'300'15,"0"0"-103"-15,0 0-5 16,0 0 72-16,0 0-75 16,13-113-6-16,-13 105-13 15,2 0-27-15,-2 6-34 16,0 2-31-16,0 0-39 16,0 0-39-16,2 2 0 0,3 20-13 15,0 14 13-15,-1 17 0 16,1 9 18-16,1 6-8 15,1-2 3-15,-3-3-13 16,1-6 7-16,2-11-6 16,-5-12-1-16,2-5 0 15,-2-14 1-15,0-4-1 16,-2-5 0-16,3-4 0 16,-1-2-15-16,2 0-42 15,-1 0-70-15,-1 0-73 16,-2 0-160-16,3-8-421 0</inkml:trace>
  <inkml:trace contextRef="#ctx0" brushRef="#br0" timeOffset="50979.75">4866 15605 358 0,'0'0'309'16,"0"0"-97"-16,0 0-32 15,0 0-46-15,0 0-44 16,0 0-10-16,114-107 4 16,-88 97-26-16,0 5-12 15,-1 2-3-15,0 3-11 0,-3 0-21 16,0 0-11-16,-4 6 1 15,-2 8-1-15,-3 7 0 16,-2-2 0-16,-7 6 0 16,-4 3 0-16,0 0 0 15,-11 2 0-15,-11-4-11 16,-4-4-14-16,-1-5-10 16,0 2 7-16,5-9 1 15,1-1-2-15,4-7 1 16,1-2 28-16,5 0 8 15,3 0 5-15,-2-2-4 16,6-11-2-16,1 3 4 16,1 2-4-16,2 1 16 0,0 3 5 15,0 1 5 1,5-2-26-16,9 5 12 0,5 0-18 16,4 0 5-16,6 5 1 15,4 9-7-15,-2 4 6 16,0 3-5-16,0 0 9 15,-4 0-1-15,0-4 12 16,0-3-8-16,-5-1 13 16,0-9 0-16,1-1 3 15,-3-3-5-15,-1 0-11 16,2 0-13-16,-4 0 0 16,-1-3-56-16,-3-1-47 15,-1-11-86-15,-6 7-129 0,-1-1-230 16</inkml:trace>
  <inkml:trace contextRef="#ctx0" brushRef="#br0" timeOffset="51279.66">5431 15462 103 0,'0'0'576'15,"0"0"-374"-15,0 0-38 16,0 0-91-16,0 0-71 0,0 0 28 16,0 0 35-16,-13 99 32 15,5-55-10-15,-2 6-21 16,1 0-24-16,1-1-10 16,3-5-13-16,0-7-8 15,3-3-5-15,0-7-6 16,0-8 5-16,2-3-5 15,0-5-37-15,0-4-56 16,0-2-74-16,0-5-66 16,0 0-70-16,0 0-102 0</inkml:trace>
  <inkml:trace contextRef="#ctx0" brushRef="#br0" timeOffset="51646.71">5512 15366 438 0,'0'0'294'16,"0"0"-112"-16,0 0-59 16,0 0-96-16,0 0-9 15,0 0 6-15,0 0 49 16,27 80 27-16,-23-38-21 15,-2 8-28-15,-2 5-7 16,0 3-7-16,0 0-10 16,0-5-6-16,0 0-3 0,-4-9-17 15,2-7 17-15,2-6-8 16,0-9 3-16,0-8-10 16,0-4 6-16,0-3-1 15,0-6-7-15,0-1-1 16,0 0-51-16,2 0-66 15,13 0-76-15,-1-1-47 16,1-7-413-16</inkml:trace>
  <inkml:trace contextRef="#ctx0" brushRef="#br0" timeOffset="52731.39">5678 15597 355 0,'0'0'113'16,"0"0"-24"-16,0 0 11 16,0 0-56-16,0 0-19 15,0 0 44-15,0 0 133 16,90 4-31-16,-32-4-16 15,6-8-35-15,-1-6-9 16,-3 0-28-16,-6 6-25 16,-7-5-16-16,-12 7-34 15,-4-2-8-15,-9 7-12 16,-6-1-33-16,-5 2-47 16,-9 0-45-16,-2 0-79 15,0 7-80-15,-9 6-23 0,-3-3-286 16</inkml:trace>
  <inkml:trace contextRef="#ctx0" brushRef="#br0" timeOffset="55113.5">5911 15887 30 0,'0'0'52'0,"0"0"52"15,0 0 17-15,0 0-29 16,0 0-18-16,0 0-16 0,0 0-11 16,-25 0-19-1,21 0-10-15,1 0-6 0,1 0 1 16,2 0-6-16,-2 0-7 16,2 0-6-16,-2 0-4 15,2 0-22-15,0-8-30 16,0 4-78-16,0-2-120 0</inkml:trace>
  <inkml:trace contextRef="#ctx0" brushRef="#br0" timeOffset="55331.76">5911 15887 178 0</inkml:trace>
  <inkml:trace contextRef="#ctx0" brushRef="#br0" timeOffset="55612.41">5911 15887 178 0,'-123'-68'187'0,"112"68"-86"0,-3 0-17 0,6 0-16 0,-1 0-24 15,-1 6-5-15,6-6-10 16,2 4 0-16,2-4-3 16,0 0 30-16,0 0-5 0,0 0 1 15,6 0 4-15,13 4 28 16,10-2-9-16,6-2-12 16,15 2-10-16,5-2-28 15,5 0-2-15,0 0-8 16,-4 0-1-16,-5 0 11 15,-4-4 5-15,-10 0 17 16,-2 0-7-16,-12-2-14 16,-4 2-18-16,-6 4 0 15,-6 0-7-15,-3 0 0 16,-4 0-1-16,0 0-1 16,0 0-30-16,0 0-56 15,0 0-69-15,0 0-66 16,3 0 3-16,-1 1-27 15,0 8-300-15</inkml:trace>
  <inkml:trace contextRef="#ctx0" brushRef="#br0" timeOffset="63496.19">6848 15406 547 0,'0'0'218'0,"0"0"-4"15,0 0-6-15,0 0-15 16,23-104-61 0,-21 92-42-16,0 6-13 0,-2 6-26 15,2 0-51-15,-2 0-3 16,2 0-24-16,4 7 9 15,0 18 18-15,1 0 13 16,1 17 17-16,2 4 5 16,1 8-10-16,-1 3-13 0,2 4-2 15,-3-1-10-15,-1-5 1 16,1-5 0-16,-4-5-1 16,0-8-11-16,-3-8-12 15,0-4-6-15,0-9-2 16,0-7 9-16,0-5 5 15,1-4 11-15,1 0 6 16,3 0 15-16,4 0-2 16,4 0 12-16,8-8-15 15,2 0-9-15,1 2 2 16,-1-1-2-16,-1 1-1 16,1 2-5-16,-3-1-22 15,3-3-34-15,0 6-28 16,-2-2-28-16,8 4-78 15,-6-4-98-15,-4 4-235 0</inkml:trace>
  <inkml:trace contextRef="#ctx0" brushRef="#br0" timeOffset="63963.8">7305 15681 373 0,'0'0'100'0,"0"0"-25"16,0 0-16-1,0 0-26-15,0 0-17 0,-13 121 7 16,17-104 5-16,12-3 9 15,4 1 15-15,0-8 7 16,2-1-25-16,-2-2-8 16,1 0-3-16,-4-4 16 15,1 0 17-15,-1 0 11 16,0-8-11-16,-1-1-8 16,-3-6-15-16,0 3 0 15,-4-7 12-15,0 6-8 16,-5-5-7-16,-2-1 16 0,-2 0-12 15,0-2-1 1,0 4 1-16,-6-5 5 16,-5 6-3-16,-5 2-14 0,3 5-12 15,-5 4-10-15,-3 5-39 16,0 0-64-16,-4 0-41 16,-6 14-44-16,4 1-59 15,7 0-64-15</inkml:trace>
  <inkml:trace contextRef="#ctx0" brushRef="#br0" timeOffset="64462.84">7769 15593 430 0,'0'0'105'0,"0"0"-13"16,0 0-30-16,0 0-43 15,0 0-16-15,0 0-2 16,0 0-1-16,-78 66-8 16,78-52 8-16,13-6 5 0,7 2 25 15,3-2 11-15,3 2-12 16,-4-1-13-16,1 4-16 16,-4 1-1-16,-3 0 0 15,-3 2 0-15,-3-2 0 16,-4-4-1-16,-6 6 2 15,0-6 5-15,0 2 55 16,-6-1 24-16,-12 0 22 16,-3-1-12-16,2-2-23 15,-1-2-16-15,2-2-9 16,2-4-11-16,3 0-9 16,1 0-26-16,6 0-22 0,4-4-121 15,2-2-194-15</inkml:trace>
  <inkml:trace contextRef="#ctx0" brushRef="#br0" timeOffset="65179.74">8782 15611 727 0,'0'0'167'15,"0"0"-125"-15,0 0-36 16,0 0 16-16,0 0 37 16,0 0-13-16,12 116-8 15,-5-87-22-15,-1-4-5 0,-2-2-10 16,1-6 5-16,-3-5-5 15,-2-3 1-15,2-8-1 16,-2 4 5-16,0-5 7 16,0 0 6-16,0 0 27 15,0 0 15-15,0 0 13 16,0-6-15-16,0-7-37 16,0-1-16-16,-4-2 14 15,2-2 19-15,2-1 15 16,0 6 0-16,0-5-19 15,0 3-18-15,0 4-15 16,2 1 4-16,9 0-6 16,5 2-1-16,0 4-15 15,1-4 14-15,3 5-7 16,3 3-2-16,-4 0-5 16,4 6 3-16,-3 7 5 0,-3 5 7 15,0-1 0-15,-7 2-1 16,1 0-4-16,-3-7 0 15,-4-1-7-15,-2 1-12 16,0-3-14-16,-2-3-32 16,2 1-45-16,1 3-77 15,-3-2-113-15,4-4-327 0</inkml:trace>
  <inkml:trace contextRef="#ctx0" brushRef="#br0" timeOffset="65546.16">9135 15641 195 0,'0'0'244'0,"0"0"-156"15,0 0 10-15,0 0-36 16,0 0-22-16,6 125-14 15,10-102-10-15,2-1 0 16,2-8 14-16,-3-6 47 0,2-6 23 16,-2 0 15-1,1-2-34-15,3 0 25 0,-2 0-31 16,1-8-31 0,3-10-11-16,-4 0-2 0,2 0 4 15,-8-8 23-15,-2 4 7 16,-6-1-18-16,-3-2 3 15,-2 5-31-15,0-2-12 16,-7 3-7-16,-9 2-72 16,-1 4-102-16,-10 5-66 15,7 7-133-15,-1 1-465 0</inkml:trace>
  <inkml:trace contextRef="#ctx0" brushRef="#br0" timeOffset="65796.33">9161 15500 651 0,'0'0'245'16,"0"0"-58"-16,0 0-18 15,0 0-65-15,0 0-60 16,0 0-27-16,114-73-17 16,-94 73-40-16,7 0-102 0,-5 0-145 15,-4 0-232-15</inkml:trace>
  <inkml:trace contextRef="#ctx0" brushRef="#br0" timeOffset="66629.75">9589 15587 434 0,'0'0'259'15,"0"0"-63"-15,0 0-54 16,0 0-94-16,0 0-48 15,0 0-39-15,0 0 39 16,5 42 6-16,-3-10 14 16,3 2-11-16,-3-6-2 15,0-2-6-15,-2-4 0 16,2-8 1-16,-2-6-1 16,0-3-1-16,0-5 0 15,0 0 14-15,0 0 14 0,0 0 11 16,0 0 3-16,0-13-28 15,0-1-13-15,0-8 12 16,0-9 2-16,0 4 6 16,0-5 11-16,0 0-16 15,2 6 0-15,5 5 26 16,2 7-9-16,0 9-22 16,4 1-11-16,1 4-15 15,5 0-2-15,2 17-2 16,1 6 3-16,-3-2 1 0,-5 6-3 15,-3-7 0 1,-4-2 1-16,-2-6 5 16,-3-6 6-16,-2-2 5 0,2-4 1 15,-2 0 8-15,0 0 13 16,0 0 13-16,0-4-8 16,0-6-19-16,0-8-6 15,0 0-1-15,0 0 2 16,2-1 10-16,7 2-1 15,0 3 2-15,5 6 6 16,1 3-11-16,5 5-8 16,3 0 0-16,4 0-2 15,1 14 2-15,-4 9 0 16,-1 3 1-16,-5-4 0 16,-5 0-1-16,-2-2 1 0,-4-5 0 15,-2-4 0-15,-1-3-1 16,-2-4-27-16,0 0-86 15,3 2-74-15,-3-6-170 0</inkml:trace>
  <inkml:trace contextRef="#ctx0" brushRef="#br0" timeOffset="67164.99">10104 15665 214 0,'0'0'284'0,"0"0"-203"16,0 0-5-16,0 0-1 15,0 0 26-15,0 0 28 16,0 0 8-16,80 8-9 15,-58-8-10-15,-4-5-28 16,0-2-29-16,-3-3-17 16,2 2-21-16,-7-2-8 15,-3-2-4-15,-1 2-5 16,0-4-6-16,-6 1-16 16,0 0 0-16,0 3-7 15,0-4 3-15,-14 5-18 16,-1 0-9-16,-6 7 28 15,-1 2 5-15,-1 0-1 0,1 0 7 16,2 13 2-16,3 8-1 16,3-2 5-16,3 6-5 15,5-1 4-15,6-2 3 16,0 4 0-16,0-8 0 16,2-1 8-16,11 2 2 15,7-9 15-15,2 3 16 16,5-11 8-16,-1 3-8 15,3-4-24-15,0-1-17 16,-2 0-22-16,0 0-98 16,-2 0-102-16,-6-3-139 15,-5-2-305-15</inkml:trace>
  <inkml:trace contextRef="#ctx0" brushRef="#br0" timeOffset="67546.62">10422 15552 348 0,'0'0'256'16,"0"0"-142"-16,0 0-68 15,0 0-22-15,0 0 67 16,0 0 16-16,0 0-37 16,45 93-34-16,-36-70-17 15,-3 0-8-15,-1-5 14 0,0-6 2 16,-5-2-2-1,2-6-8-15,-2-2-5 0,0-2-11 16,0 0 15-16,0 0 10 16,0 0 3-16,0-2-6 15,0-10-16-15,0-2-6 16,0-4-1-16,0-5 1 16,0 0 10-16,0 1 10 15,0 0-7-15,2 4-4 16,7 0-2-16,5 5-8 15,3 1-9-15,3 6-2 16,2 2-7-16,3 4-53 16,-1 0-65-16,5 10-69 15,-4 7-67-15,-6-3-100 0</inkml:trace>
  <inkml:trace contextRef="#ctx0" brushRef="#br0" timeOffset="68046.13">10768 15562 398 0,'0'0'118'0,"0"0"-82"15,0 0 19-15,0 0-7 16,0 0-14-16,9 106-5 16,4-87 20-16,3-5 22 15,1-3-25-15,-1-5 6 16,2 3-3-16,-3-9 21 15,2 0 4-15,-2 0-27 16,1 0-24-16,-1-6-14 16,1-3-7-16,-3-2 8 15,-2 1 0-15,-2-4 4 0,-2-4 15 16,-3 2 3 0,-4-3-9-16,0 1-5 0,0-1-11 15,0-2-5-15,-11-1-2 16,-3 2 0-16,-3 0-2 15,-3 6-8-15,-5 4-38 16,0 7 2-16,-1 3-61 16,-10 0-58-16,5 17-30 15,4-3-78-15</inkml:trace>
  <inkml:trace contextRef="#ctx0" brushRef="#br0" timeOffset="68646.47">11296 15473 423 0,'0'0'212'0,"0"0"-95"16,0 0-23-16,0 0-26 15,-123 7-12-15,97 7-18 16,1 4-18-16,8 0-4 16,5-1-15-16,8-3 9 15,4-1-8-15,0 0 11 16,2-2 3-16,16 2 8 16,7-1-1-16,1 2-14 15,0-6-3-15,1 6-6 16,0-5 0-16,-4 4 1 15,-4 1-1-15,-3 0-1 0,-5-5-7 16,-1 8 2-16,-6-9 4 16,-2 5 1-16,-2-3 1 15,0-1 42-15,0-3 3 16,-6 2 41-16,-13 1 18 16,-3-5-14-16,-3 0-29 15,-1 5-24-15,4-8-23 16,-1 2-14-16,8-1-40 15,1-2-89-15,1 0-93 16,3 0-128-16,4-2-519 0</inkml:trace>
  <inkml:trace contextRef="#ctx0" brushRef="#br0" timeOffset="69262.68">12479 15538 542 0,'0'0'176'15,"0"0"-17"-15,0 0-12 16,0 0-36-16,0 0-31 15,0 0-22-15,0 0-2 16,-78-9-11-16,60 23-13 16,3 5-1-16,1 3-1 15,8 5-8-15,3-5-3 16,3 4-5-16,0-8 4 16,7 0-5-16,11-4 1 15,1-5 5-15,6-4 9 16,4-5 11-16,2 0-39 15,5 0-11-15,13 0-130 16,-11-2-110-16,-7-3-238 0</inkml:trace>
  <inkml:trace contextRef="#ctx0" brushRef="#br0" timeOffset="69680.05">12644 15548 201 0,'0'0'170'16,"0"0"-63"-16,0 0-1 16,0 0-41-16,0 0-14 15,0 0-14-15,-34 114-11 16,34-85 0-16,5-8-17 0,8 2 4 15,8-4-1-15,-2-11 18 16,4 1 51-16,-1-9 14 16,3 0-4-16,-6 0-18 15,2-5-36-15,-4-5-18 16,-1-3 4-16,-5 1-2 16,0-7 3-16,-6 2 14 15,-1-1-9-15,-4-4-4 16,0 0 1-16,0 0-7 15,-9-2-2-15,-7 2 3 16,-3 4-18-16,-4 5-2 16,3 6-8-16,-3 7-82 0,-2 0-117 15,2 16-95 1,5 2-104-16</inkml:trace>
  <inkml:trace contextRef="#ctx0" brushRef="#br0" timeOffset="70280.1">12978 15739 373 0,'0'0'146'0,"0"0"-126"16,0 0 32-16,0 0 38 16,0 0-1-16,-22-106-22 0,20 88 12 15,0-4-2 1,2 8-43-16,0-3-2 0,0 7 0 16,6 2 4-16,9 4-19 15,4 4-17-15,0 0-8 16,3 0-1-16,1 0 0 15,2 3 2-15,-1 2 7 16,-2 4 0-16,-2-4 0 16,-2 7-7-16,-2-3 6 15,-3 5-6-15,1 0 6 16,-6-1 0-16,-1 4 0 16,-2-3 1-16,-3-1 1 15,-2 0 5-15,0-3-3 16,0-2-2-16,0-6 5 0,0 2-6 15,0 0-47-15,0-4-61 16,0 3-86-16,-2-3-307 0</inkml:trace>
  <inkml:trace contextRef="#ctx0" brushRef="#br0" timeOffset="70914.76">13482 15523 348 0,'0'0'152'16,"0"0"-37"-16,0 0-8 0,0 0-20 16,0 0-15-1,-132 25-27-15,114-11-19 0,4-2-15 16,10 2-11-16,4-4 0 16,0 3 1-16,16-1 8 15,9-2 22-15,4 0 6 16,0 2-15-16,-3-2-21 15,-1 2 5-15,-5 2-6 16,-5-6-1-16,-3 2 0 16,-4-1 0-16,-3 0 0 15,-5 1 0-15,0 2 1 16,0-5 1-16,-5 3 12 16,-8-1 7-16,-5-5 12 0,0 0-5 15,1 2 10-15,-4-6-4 16,4 0-6-16,1 0-6 15,3 0-13-15,6 0-8 16,4 0-37-16,3-4-82 16,12-4-135-16,5 2-308 0</inkml:trace>
  <inkml:trace contextRef="#ctx0" brushRef="#br0" timeOffset="71513.14">13742 15683 992 0,'0'0'266'15,"0"0"-172"-15,0 0-69 16,0 0-15-16,0 0 3 16,0 0-4-16,0 0-8 15,33-77-1-15,-33 68-1 0,-6-4 0 16,-7 3-6-16,1 2 6 15,-1 3 1-15,1 1-7 16,4-1 6-16,-3 5-28 16,5 0-8-16,-2 0-22 15,2 0-6-15,-1 0 13 16,1 10 26-16,-1 2 13 16,0 2 5-16,-2 0 8 15,3 2-2-15,-1-1 1 16,2-3 0-16,3 2 1 15,0 4 1-15,2-4 13 0,0 4 1 16,0-6 2 0,4 2 9-16,8-4 12 0,3 1 15 15,3-6 31 1,-1-4 28-16,6 3-7 0,-3-4-14 16,3 0-38-16,-6 0-33 15,-1 0-8-15,-3 0-11 16,-4 0-1-16,2 0-26 15,-4 0-58-15,2-10-76 16,-3 8-116-16,-1-3-259 0</inkml:trace>
  <inkml:trace contextRef="#ctx0" brushRef="#br0" timeOffset="72396.07">14043 15557 117 0,'0'0'206'16,"0"0"-99"-16,0 0 0 16,0 0 0-16,0 0-27 15,0 0-22-15,0 0 0 16,-104 40 27-16,92-19-20 0,8 4-11 15,1-3-1-15,3 0-5 16,0-4 0-16,3-2 10 16,15-2 14-16,1-6-1 15,6-2-10-15,2-6-19 16,2 0-16-16,-2 0-11 16,2 0-15-16,-6-12-33 15,2-2-24-15,-2 0-17 16,-5-4 21-16,-5 0 24 15,-4 0 8-15,-2 0 14 16,-5 4 7-16,-2 2 0 16,0 2 12-16,0 6 40 0,0 0-3 15,0 4-36-15,0 0-13 16,0 0-37 0,0 12 16-16,0 6 16 0,4 4 5 15,5 1 8-15,4 0-7 16,3-5 8-16,-1-9-9 15,1 4 6-15,3-9 5 16,-4-4 24-16,3 0 29 16,-3 0 1-16,1-4 1 15,-3-9-11-15,3 0-33 16,-5-1-12-16,0 0 9 16,-2-8-9-16,-4 4-2 15,-1-4-7-15,-4 0 5 0,0 0-6 16,0 3-1-1,0 7-47-15,0 6-63 0,-4 6-86 16,-6 0-155-16,3 0-303 0</inkml:trace>
  <inkml:trace contextRef="#ctx0" brushRef="#br0" timeOffset="72796.15">14671 15348 209 0,'0'0'414'16,"0"0"-178"-16,0 0-69 16,0 0-64-16,0 0-54 15,0 0-48-15,0 0 28 16,0 62 32-16,0-22 0 16,5 4-18-16,0 0-19 15,-1-3-4-15,-2-9-4 16,0-6 14-16,0-4-9 15,0-8-5-15,-2-6-5 0,0-4-9 16,0 2-2-16,0-6-12 16,0 4-103-16,0 0-109 15,0-4-275-15</inkml:trace>
  <inkml:trace contextRef="#ctx0" brushRef="#br0" timeOffset="73096.11">14968 15673 375 0,'0'0'0'0</inkml:trace>
  <inkml:trace contextRef="#ctx0" brushRef="#br0" timeOffset="73763.45">14593 15521 165 0,'0'0'232'0,"0"0"-121"16,0 0-20-16,0 0-29 15,0 0-23-15,0 0-4 16,0 0-4-16,-11 0 8 16,11 0 10-16,14 0 67 15,10 0 55-15,8 0-69 16,5 0-48-16,3-5-19 16,1 1 2-16,-4 0-19 15,-1 3-9-15,-7-2-9 0,-4 3 0 16,-8 0-20-16,-3 0-51 15,-8 0-72-15,-1 0-113 16,-5 4-91-16</inkml:trace>
  <inkml:trace contextRef="#ctx0" brushRef="#br0" timeOffset="74246.92">14928 15490 430 0,'0'0'258'0,"0"0"-140"0,0 0-57 16,0 0-48-16,0 0 6 15,0 0 21-15,0 0 6 16,25 71-14-16,-25-45-12 16,0 2-2-16,0-6 1 15,0-8 7-15,0-3-3 16,0-5 4-16,0-1-11 16,0-5 3-16,0 0-3 15,0 0-16-15,0 0-9 16,0 0-85-16,0 0-163 15,0-5-475-15</inkml:trace>
  <inkml:trace contextRef="#ctx0" brushRef="#br0" timeOffset="74412.71">14924 15352 598 0,'0'0'338'15,"0"0"-123"-15,0 0-42 16,0 0-131-16,0 0-42 16,0 0-122-16,0 0-49 15,57 31-229-15</inkml:trace>
  <inkml:trace contextRef="#ctx0" brushRef="#br0" timeOffset="74896.09">15240 15668 679 0,'0'0'135'0,"0"0"-91"16,0 0 22-16,0 0 48 15,53-125-73-15,-48 94-19 0,-3-1 2 16,-2 10-9-1,0 4-15-15,0 8-8 0,-2 10-70 16,-8 0-118-16,4 3-185 0</inkml:trace>
  <inkml:trace contextRef="#ctx0" brushRef="#br0" timeOffset="75646.06">15454 15427 218 0,'0'0'267'0,"0"0"-144"15,0 0-51-15,0 0-30 16,0 0-1-16,0 0 1 16,0 0 25-16,-61 59-2 15,47-33-10-15,8 0-28 0,4-3-8 16,2-1-6 0,0-3 6-16,20-3 7 0,2-1 16 15,5-10 17-15,0-2 13 16,-1-3 2-16,1 0-10 15,-2 0-13-15,-6-3-19 16,2-8 0-16,-3-1-10 16,-3-5-2-16,-4 2 0 15,-1-3 5-15,-4-3 4 16,-4 1-8-16,-2 0 11 16,0 0-9-16,-8 0-10 15,-15 2-13-15,-4 2-18 16,-2 4-44-16,0 8-49 15,0 4-28-15,0 0-80 16,7 15-56-16,6 0-53 0</inkml:trace>
  <inkml:trace contextRef="#ctx0" brushRef="#br0" timeOffset="76063.7">15834 15386 401 0,'0'0'253'16,"0"0"-103"-16,0 0-7 15,0 0-46-15,-118-7-28 16,94 7-28-16,4 4-20 16,9 9-13-16,4-1-8 15,7 4-8-15,0 1 8 16,16 4 0-16,6 1 1 16,-2 1 1-16,2-3-2 15,-7 0 7-15,-1-5-6 16,-5 2-1-16,-7-3 0 15,-2-2 6-15,0-2 12 16,0-1 11-16,-15 4 13 0,-8-9-18 16,-1 2-24-1,-12-2-48-15,5-4-170 0,4 0-384 0</inkml:trace>
  <inkml:trace contextRef="#ctx0" brushRef="#br0" timeOffset="78479.68">15077 15484 9 0,'0'0'573'0,"0"0"-429"16,0 0-11-16,0 0-40 16,0 0-25-16,0 0-8 15,0 0-5-15,0-4-8 16,11 4 9-16,2 8-5 0,5 6-19 16,5 5-11-16,-2-2-3 15,2 2-12-15,4 3 5 16,-3 1 11-16,1-1 0 15,-3-1-5-15,-4-1-15 16,-5-4-1-16,-3-2 1 16,-4-4-2-16,-2-3 1 15,-4-3 1-15,3-4 11 16,-3 0 0-16,2 0-13 16,0 0-31-16,10-7-81 15,-4-7-170-15,3 0-392 0</inkml:trace>
  <inkml:trace contextRef="#ctx0" brushRef="#br0" timeOffset="79529.08">16487 15379 111 0,'0'0'325'0,"0"0"-103"15,0 0-57-15,0 0-14 16,-131 8-42-16,104 7-41 0,7 1-28 16,6-4-8-16,10-1-28 15,4 2-4-15,0-3-7 16,11 3 7-16,11 0 36 16,5 1 19-16,5 5-26 15,1-2-17-15,0 0-9 16,1 0 4-16,-5 2-6 15,-5-1-1-15,-3-6-14 16,-11 2-11-16,-1 0-8 16,-7-3 18-16,-2 0 5 15,0 1 9-15,0-2 1 16,-15-1 49-16,-3-1 12 16,-5-4-16-16,2 1-17 15,-4-3-14-15,3-2 2 16,2 0-7-16,4 0-9 0,3 0-10 15,9 0-58-15,4 0-66 16,0-7-113-16,13 3-342 0</inkml:trace>
  <inkml:trace contextRef="#ctx0" brushRef="#br0" timeOffset="79895.27">16674 15552 87 0,'0'0'177'0,"0"0"-102"16,0 0-13 0,0 0-29-16,-11 125-12 0,13-101 2 15,17-7 7-15,2-4 18 16,4-5 14-16,2-6 23 15,-3-2 35-15,1 0-2 16,-3-10-12-16,-2-5-34 16,-4-2-19-16,-3-3-12 15,-6 0 23-15,-3-2 20 16,-4 0 4-16,0 4-28 16,0-5-5-16,-11 10-17 15,-9-5-32-15,-2 5-6 16,-5 4-19-16,-2 4 18 0,2 1-66 15,3 4-57 1,-1 0-92-16,8 0-127 0,7 0-245 0</inkml:trace>
  <inkml:trace contextRef="#ctx0" brushRef="#br0" timeOffset="80412.55">17068 15544 113 0,'0'0'176'0,"0"0"-94"15,0 0-26-15,0 0-30 16,0 121-17-16,0-101-9 16,0-6 1-16,0-9 24 15,-2 0 38-15,-2-5 80 16,2 0 56-16,0 0-14 16,0-4-75-16,-3-6-65 15,3-8-7-15,0 0 17 16,2-4 9-16,0-4 13 15,0-1-6-15,0 4-3 16,2 2-4-16,11 2-11 16,3 5-9-16,4 1-6 0,6 3-18 15,6 6-20-15,3 4 1 16,1 0-1-16,0 8-8 16,-3 12-6-16,-7 10 13 15,-3-3-8-15,-7 5 0 16,-10-8 2-16,-1-2-5 15,-5-4-5-15,0-6-13 16,0-8-28-16,0-2-87 16,4-2-44-16,2-2-101 15,0-10-673-15</inkml:trace>
  <inkml:trace contextRef="#ctx0" brushRef="#br0" timeOffset="80912.66">17922 15504 518 0,'0'0'213'0,"0"0"-35"15,0 0-35-15,0 0-43 16,0 0-13-16,0 0 10 16,15-113-12-16,-7 96-15 15,-2-1 16-15,-4 3-11 16,0 7-16-16,1 4-21 15,-3 1-22-15,0 3-16 16,0 0-5-16,0 0-18 16,2 0-15-16,2 20 7 15,4 8 31-15,2 12 0 0,3 4 12 16,1 0-2 0,-1-2-9-16,-1-6 7 0,-3-5-8 15,-3-9 0-15,0-8 1 16,-3-6 1-16,1-4 0 15,1-4 5-15,0 0-7 16,3 0-6-16,19 0-91 16,-4-4-107-16,0-6-391 0</inkml:trace>
  <inkml:trace contextRef="#ctx0" brushRef="#br0" timeOffset="81229.64">18294 15348 361 0,'0'0'241'0,"0"0"-62"15,0 0-22-15,0 0 2 16,0 0 0-16,0 0-48 16,0 0-20-16,133-14-13 15,-99 10-12-15,-3 0-37 16,-6 2-14-16,-5 2-15 16,-5-4-50-16,-9 4-112 15,-4 0-159-15,-2 0-313 0</inkml:trace>
  <inkml:trace contextRef="#ctx0" brushRef="#br0" timeOffset="81679.63">18227 15362 253 0,'0'0'144'15,"0"0"-33"-15,0 0-27 0,0 0-47 16,0 0-1 0,0 0 31-16,0 0-5 0,-2 56 23 15,15-51 0 1,5 1-15-16,0-2-24 0,4-1-16 16,-1 2-11-16,0-2-6 15,0 1-4-15,1 2 7 16,1-2 0-16,-2 2 14 15,2 3-11-15,-3-2-8 16,-5 7-3-16,-1-4 10 16,-3 7-9-16,-7 0 4 15,-4 2-4-15,0-2 0 16,0 6 1-16,-6-5 7 16,-12 0 9-16,-2 0 8 15,-4-4 15-15,-3-2-1 0,0-2-2 16,0-2-9-16,5-8-11 15,4 0-7-15,0 0-19 16,5 0-12-16,0-4-56 16,1-8-43-16,12-12-115 15,0 6-154-15,0-4-315 16</inkml:trace>
  <inkml:trace contextRef="#ctx0" brushRef="#br0" timeOffset="82581.68">19254 15458 26 0,'0'0'237'15,"0"0"-89"-15,0 0-58 16,0 0 35-16,0 0-19 16,0 0-30-16,0 108-22 15,14-86-14-15,1 1-17 0,4-11-13 16,-2-2 50 0,3-6 2-16,-2-4 29 0,0 0 30 15,2 0-29-15,-5-8-30 16,1-3-20-16,-1-5-11 15,-3 2-15-15,-3-3-5 16,-3-2-9-16,-1 1 7 16,-5-4 5-16,0 0 22 15,0 5-8-15,0-2 7 16,0 5 9-16,-3 4-8 16,-1 4-5-16,2 5-15 15,0 1-16-15,2 0-11 16,0 0-37-16,0 13-12 15,0 9 45-15,0 6 15 16,4 2 6-16,3 2-5 16,2 3-1-16,-5-3-14 0,1-2-4 15,-1 2-16-15,-4 0-18 16,0-4-15-16,0 1-4 16,0-2 4-16,0-1 0 15,-6-2 14-15,-10-2-1 16,-2-6 9-16,-2-1 24 15,-1-2 21-15,0-7 14 16,-2 2 3-16,3-8 15 16,3 0 13-16,1 0 8 15,3 0 2-15,1-10-31 16,5-7-24-16,5-4-58 0,2-15-71 16,16 8-142-16,6-2-123 15</inkml:trace>
  <inkml:trace contextRef="#ctx0" brushRef="#br0" timeOffset="83145.92">19956 15448 552 0,'0'0'277'0,"0"0"-56"15,0 0-30-15,0 0-61 16,0 0-31-16,19-105-18 16,-13 86-12-16,0-7-8 15,-1 8 5-15,-1 0-17 16,0 2-5-16,0 6 9 16,-2 4-15-16,0 2-9 15,-2 0-4-15,2 4-3 0,-2 0-22 16,2 0-7-16,0 12-47 15,5 16 30-15,1 8 23 16,0 7 1-16,1 3 0 16,-3 3 0-16,0-8-1 15,4-6 0-15,-3-9 1 16,1-3-1-16,-1-10 0 16,0-3 1-16,-3-1 0 15,1-5 1-15,-1-4-1 16,0 0-16-16,1 1-62 0,4-1-77 15,6 0-95 1,1 0-123-16,0-5-614 0</inkml:trace>
  <inkml:trace contextRef="#ctx0" brushRef="#br0" timeOffset="83679.65">20544 15190 280 0,'0'0'221'0,"0"0"-87"16,0 0-1-16,0 0-21 16,-114-4-21-16,93 4-33 15,-2 13-6-15,3 6-1 16,-2 3-8-16,0 6-14 16,4 6-10-16,3-2-12 15,3 4-5-15,10 0-2 16,2-1 0-16,0 1 0 15,11-9 0-15,7-1 0 16,4-4 0-16,3-8 25 0,2-1 13 16,0-5-11-1,1-7-4-15,3-1 9 0,-2 0 7 16,0-1-2-16,-2-12 6 16,-5-4 28-16,-7-2 23 15,-3-3 14-15,-8 0 4 16,-4 1-25-16,0 2-25 15,-4 5-32-15,-16 3-30 16,-7 6 0-16,-6 5-24 16,-3 0-50-16,1 9-54 15,-5 8-73-15,11 1-114 16,6-3-209-16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37:54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8460 5478 12 0,'0'0'0'0,"0"0"27"15,0 0 493-15,0 0-309 16,0 0-149-16,0 0 14 15,40-61-5-15,-36 61 0 0,0 0 3 16,-4 0-16 0,2 0-3-16,1 0-19 15,0 11 12-15,1 7 11 0,2 6-14 16,-1 4 0-16,-1 4-20 16,-2 2 10-16,-2 0-19 15,2 0 3-15,-2-3-9 16,0-3-3-16,0-6-4 15,3-1 3-15,-1-8-6 16,1-3 1-16,-1-4-1 16,0-4 0-16,-2-2 0 15,2 0 0-15,-2 0-13 16,0 0-28-16,0 0-33 16,0 0-84-16,0-4-87 15,0-2-110-15</inkml:trace>
  <inkml:trace contextRef="#ctx0" brushRef="#br0" timeOffset="783.92">8483 5416 209 0,'0'0'295'0,"0"0"-174"0,0 0-56 16,0 0-7-1,0 0-24-15,0 0-25 0,0 0 10 16,-2-7 4-16,2 7 42 15,14 0 14-15,4-3 4 16,8 0-11-16,8-4-27 16,7-1-13-16,5-2-2 15,3-1 12-15,5 3-7 16,1-1-11-16,1 1-22 16,-5 2 6-16,-2-1-8 15,-6 4 0-15,-3-1 0 16,-7-1-1-16,0 2 1 15,-2-1 0-15,3 0 0 0,1 2 0 16,0 0 1-16,-2 0-1 16,-4 0-1-16,-8 2-8 15,0-2 2-15,-6 2 7 16,-1 0-9-16,-3 0 8 16,0 0 0-16,-2 0 0 15,0 0 1-15,2 0-1 16,-2 0 0-16,0 0 0 15,-1 0 1-15,-2 0-6 16,-2 0 5-16,0 0-9 16,-2 0 9-16,1 0 1 15,-3 0 0-15,2 0 1 16,-2 0 6-16,2 2 2 16,0 2-2-16,0 1 2 0,3 4-1 15,-2 1 8-15,1 6-7 16,0 1 10-16,-2 2-7 15,1 3 1-15,-3 0 5 16,0 0 6-16,2-5 3 16,-2 0-15-16,2-5 8 15,-2-4 1-15,2-3 9 16,-2-2 5-16,0-3 6 16,2 0-21-16,-2 0-2 15,0 0-5-15,0 0-13 16,5 4-66-16,-3 4-155 15,3-2-395-15</inkml:trace>
  <inkml:trace contextRef="#ctx0" brushRef="#br0" timeOffset="17250.73">26776 2306 55 0,'0'0'780'0,"0"0"-491"0,0 0-156 16,0 0 6-16,0 0-20 15,0 0-43-15,36-44-21 16,-25 30-10-16,0-5-29 16,1 2-7-16,-1-4-9 15,-1 3 11-15,2 0-10 16,-3 2-2-16,-3 4 1 16,2 0 0-16,-6 4 0 15,2 0 0-15,-2 0 6 0,0 2 2 16,1 0 10-1,-1 4 2-15,-2 2 1 0,0 0-12 16,0 0 8-16,0 0-17 16,0 2-10-16,0 20-12 15,0 12 6-15,0 14 16 16,0 13 0-16,0 7 8 16,0 4-7-16,0-4 0 15,0-4 0-15,0-6-1 16,0-11-9-16,0-7-5 15,0-7 5-15,0-12-2 16,0-5 11-16,0-3 0 16,0-8 1-16,0-3-1 15,0-1 0-15,0-1-41 16,0 0-55-16,0 0-80 16,-5 0-109-16,3 0-377 0</inkml:trace>
  <inkml:trace contextRef="#ctx0" brushRef="#br0" timeOffset="17800.78">27124 2162 312 0,'0'0'155'16,"0"0"-66"-16,0 0 54 15,0 0 7-15,0 0 12 16,0 0 9-16,0 0-24 16,148-18 3-16,-109 15-48 15,-1 3-28-15,-3-2-29 16,3 1-10-16,-1-2-23 16,-2 1-3-16,-2 1-9 15,-6-4-19-15,-5 4-21 16,-6 1-32-16,-12 0-40 15,-4 0-75-15,-6 6-82 16,-17 7-108-16,1-1-253 0</inkml:trace>
  <inkml:trace contextRef="#ctx0" brushRef="#br0" timeOffset="18449.98">27146 2148 447 0,'0'0'131'0,"0"0"-72"15,0 0-31-15,0 0 4 0,0 0-1 16,0 0 17-16,0 0-12 15,-71 112-14-15,64-84-6 16,3-4-6-16,2-3 0 16,2-4-9-16,0-7 0 15,0-4 1-15,0-3 31 16,11-3 12-16,3 0 27 16,5 0 2-16,1 0-3 15,5-9-19-15,-1-1-13 16,3 0 7-16,-3-1-30 15,1 2 6-15,0 1-3 16,-4 3 4-16,0 2-4 16,1 1 0-16,0 2-5 0,-2 0-5 15,3 0 2-15,-6 0-11 16,1 10-7-16,-3 5-11 16,-1 2 18-16,-1 3-9 15,-1 2 3-15,-5 0-4 16,-1 0 3-16,-4 0-6 15,-2 2-3-15,0 1 1 16,-4-2 1-16,-13-1 12 16,-6 1-27-16,1-4 29 15,-5-3-7-15,2-1 5 16,1-3 2-16,2-4 0 16,1-1 1-16,2-2 8 15,3-5 5-15,1 0 11 0,1 0 8 16,1 0-9-1,-1-10-11-15,1 0-13 0,-1-2-44 16,10-3-82-16,2 6-163 16,2 1-462-16</inkml:trace>
  <inkml:trace contextRef="#ctx0" brushRef="#br0" timeOffset="18949.84">27848 2163 108 0,'0'0'536'16,"0"0"-294"-16,0 0-55 16,0 0-9-16,0 0-35 15,0 0-43-15,0 0-26 16,0-52-47-16,0 52-26 0,0 0-1 15,0 10-20-15,0 13 15 16,0 10 5-16,0 10 16 16,-7 7 0-16,-1 4-4 15,-4-2-10-15,1-1-2 16,0-4-6-16,0-7-10 16,2-8-12-16,3-5 10 15,-1-8 2-15,4-3 8 16,1-7 7-16,2-3 0 15,0-2 0-15,0-4-9 16,0 0-25-16,0 0-32 16,0 0-55-16,0 0-115 15,0-4-259-15</inkml:trace>
  <inkml:trace contextRef="#ctx0" brushRef="#br0" timeOffset="19366.43">27754 2249 929 0,'0'0'306'0,"0"0"-220"16,0 0-60-16,0 0-22 0,0 0-4 15,0 0-90-15,0 0-125 16,-42-3-123-16,28 17-229 0</inkml:trace>
  <inkml:trace contextRef="#ctx0" brushRef="#br0" timeOffset="20051.24">27710 2239 679 0,'0'0'271'0,"0"0"-203"15,0 0-16-15,0 0-3 16,0 0-49-16,0 0-11 15,0 0-105-15,0-10-118 16,0 27-82-16</inkml:trace>
  <inkml:trace contextRef="#ctx0" brushRef="#br0" timeOffset="20450.18">28091 2386 1045 0,'0'0'240'16,"0"0"-176"-16,0 0-37 15,0 0-27-15,0 0-18 16,0 0-34-16,0 0-55 16,-80 12-33-16,71 6-139 15,9-2-298-15</inkml:trace>
  <inkml:trace contextRef="#ctx0" brushRef="#br0" timeOffset="21501.2">28577 2232 87 0,'0'0'242'15,"0"0"-160"-15,0 0-1 16,0 0 13-16,0 0-3 16,0 0-23-16,0 0 36 15,64-6 1-15,-30 6-24 16,3 0-25-16,6 0-8 15,1 0-9-15,1 0-8 16,0 0 8-16,-3-2-16 16,-6-1-6-16,-8 3-17 15,-10-1-1-15,-9 1-28 16,-9 0-38-16,0 0-79 16,-9 1-79-16,-6 5-60 0</inkml:trace>
  <inkml:trace contextRef="#ctx0" brushRef="#br0" timeOffset="22634.44">28561 2421 195 0,'0'0'147'0,"0"0"-111"16,0 0-1-16,0 0 27 16,0 0 40-1,0 0 50-15,0 0 7 0,159 15-34 16,-97-15-41-16,3 0-14 15,-1-6-10-15,-4-3-22 16,-9 4 0-16,-6-3 7 16,-9 2-9-16,-7 2-14 15,-12 0-15-15,-3 2-7 0,-10 2-23 16,-2 0-67 0,3 0-95-16,-1 12-94 0,1 0-79 0</inkml:trace>
  <inkml:trace contextRef="#ctx0" brushRef="#br0" timeOffset="23950.14">29730 2207 159 0,'0'0'345'0,"0"0"-101"15,0 0-54-15,0 0-50 16,0 0-28-16,0 0-24 15,0-1 25-15,3-7-24 16,4-5-21-16,0-1-24 16,-1 0 1-16,1-2-22 15,0 1-8-15,-1-2-8 16,1 2-7-16,-1 0 0 16,-1 3 0-16,-1 4 0 15,1 1 0-15,-5 6 0 16,2 1-1-16,-2 0 0 15,0 0-6-15,0 0-11 0,0 0-24 16,0 14-7-16,0 16 38 16,0 10 11-16,3 10 21 15,-1 4-2-15,0 1-6 16,0-3-12-16,0-8 11 16,0-8-11-16,1-5 4 15,-1-10-5-15,-2-3-10 16,0-4 4-16,2-5-1 15,-2-4 0-15,0-5-24 16,2 0-24-16,0 0-28 0,10 0-13 16,-1-11-85-1,1-4-310-15</inkml:trace>
  <inkml:trace contextRef="#ctx0" brushRef="#br0" timeOffset="24333.42">29952 2094 192 0,'0'0'167'0,"0"0"-50"16,0 0-20-16,0 0-6 15,0 0-35-15,0 0 31 16,0 0 34-16,55 0-5 16,-24-6 2-16,5 0-2 15,4 1-30-15,4 1-25 16,-1 0-40-16,-3 4-12 15,-7-2-9-15,-8 2-14 16,-8 0-37-16,-5 0-61 16,-10 0-38-16,-2 0-76 15,0 0-74-15,-11 0-44 0</inkml:trace>
  <inkml:trace contextRef="#ctx0" brushRef="#br0" timeOffset="24866.31">29944 2103 20 0,'0'0'208'0,"0"0"-74"0,0 0-31 16,0 0-30-1,0 0-16-15,0 0-11 0,0 0-10 16,-37 113 3 0,37-103-5-16,0-3 7 0,0-1 14 15,6-1 17-15,6-3-27 16,5 0-8-16,4-2 23 16,3 0 0-16,5 0-13 15,-3-6-18-15,3-3-8 16,-4 2-6-16,-2 1-5 15,-5 2-9-15,-1 4 0 16,-1 0-1-16,-3 0 0 16,3 0-1-16,-5 0 0 15,2 11 0-15,-1 4-15 16,-4 5 6-16,1 0-9 16,-5 4 18-16,-1-1-8 15,-3 2-3-15,0-3 5 16,0-2 1-16,-9-2 5 0,-2-2 1 15,-5-4 27-15,-1-4 34 16,1-1 8-16,0-4-27 16,-2 0-11-16,3-3-14 15,-3 0-17-15,-3 0-36 16,-2 0-100-16,2 0-93 16,5 0-264-16</inkml:trace>
  <inkml:trace contextRef="#ctx0" brushRef="#br0" timeOffset="25299.83">29352 2602 264 0,'0'0'153'0,"0"0"-45"0,0 0 2 15,0 0-29-15,0 0 4 16,0 0 0-16,0 0-26 15,62 0-17-15,-4 0 18 16,18 0 35-16,31-3 24 16,31-4 4-16,23-4-23 15,-15 0-5-15,-34 1-24 16,-39 2-26-16,-25 4-29 16,-4-3-10-16,1 0-4 15,-8-1-2-15,-10 5-13 16,-12-1-32-16,-7 4-47 15,-8 0-91-15,0 0-163 16,-10 7-191-16</inkml:trace>
  <inkml:trace contextRef="#ctx0" brushRef="#br0" timeOffset="25817.64">29555 2829 129 0,'0'0'327'0,"0"0"-125"16,0 0-10-16,0 0-50 16,0 0-50-16,0 0-12 15,0 0-11-15,34-78-5 16,-26 71-10-16,-4-2 14 16,1 5 4-16,-5 2-15 15,2 2-25-15,-2 0-19 16,0 0-13-16,0 0-23 15,0 0-18-15,0 16 8 16,2 6 28-16,1 6 5 0,-1 6 19 16,-2 2-6-1,3 2 0-15,-3-2-13 0,0-4-27 16,0-1 1-16,2-10 2 16,2 0 10-1,-2-9 4-15,0-2 8 0,-2-5-5 16,2 0-5-16,-2-5-2 15,3 0-27-15,1 0-33 16,8 0-62-16,-2 0-30 16,1-5-204-16</inkml:trace>
  <inkml:trace contextRef="#ctx0" brushRef="#br0" timeOffset="26319.69">29786 2823 129 0,'0'0'173'16,"0"0"-65"-16,0 0-6 15,0 0-53-15,0 0-7 16,0 0-16-16,-46 129-11 16,46-98-15-16,0-2-11 15,13-5-12-15,5-4 3 16,4-5 20-16,-2-4 0 0,3-5 32 16,-6-4 17-1,1-2 45-15,1 0 20 0,-4 0-27 16,3-8 8-16,-3-4-7 15,-1-4-14-15,-3-2 9 16,-3-1-4-16,-1 1-6 16,-7 1-8-16,0 1-9 15,0-1-16-15,0 1-16 16,-5 2-16-16,-5 0 0 16,-4 3-8-16,-1 2-13 15,-6 1 13-15,2 4 0 16,-6 4-41-16,0 0-26 15,3 0-34-15,5 0-66 0,1 16-70 16,7-2-113 0,5-1-319-16</inkml:trace>
  <inkml:trace contextRef="#ctx0" brushRef="#br0" timeOffset="26766.39">30119 2835 253 0,'0'0'180'0,"0"0"-70"16,0 0-12-16,0 0-30 15,0 0-38-15,0 0-16 16,0 0 8-16,-96 94-15 16,92-61-5-16,4-6 6 15,0 0 2-15,8-4-2 16,10-6 25-16,4-3 6 16,1-5 7-16,1-2 55 15,-1-3-15-15,1-2 8 16,2-2-22-16,-1 0-4 0,0 0-10 15,0 0-30 1,-6-10-4-16,1-2 14 0,-5-6 19 16,-1-2 3-16,-3-6-5 15,-4-1-24-15,-5 0-11 16,-2 1-20-16,0-1-22 16,-11 5-26-16,-9 0-61 15,-8 0-61-15,3 4-73 16,2 2-161-16</inkml:trace>
  <inkml:trace contextRef="#ctx0" brushRef="#br0" timeOffset="28016.02">28683 3936 277 0,'0'0'186'0,"0"0"-33"15,0 0-6-15,0 0-38 16,0 0-7-16,0 0-24 15,0 0-21-15,52 0 4 16,-19 0 11-16,7-4 9 16,5-2-13-16,1-3-11 15,-3 5-19-15,-3-3-18 16,-9 1-15-16,-8 4-5 16,-10 0-53-16,-4 2-83 0,-4 0-68 15,-3 2-113 1,-2 6 9-16</inkml:trace>
  <inkml:trace contextRef="#ctx0" brushRef="#br0" timeOffset="28316.71">28662 4101 215 0,'0'0'238'0,"0"0"-37"15,0 0-31-15,0 0-37 0,0 0-12 16,122 0 4-16,-86 0-12 16,-1-5-23-16,-1 1-31 15,-5 0-38 1,-5 0-14-16,-4 2-7 0,0 1-40 15,-4 1-50-15,4 0-57 16,7 0-65-16,-3 0-106 16,-3 0-285-16</inkml:trace>
  <inkml:trace contextRef="#ctx0" brushRef="#br0" timeOffset="29249.91">29358 3823 212 0,'0'0'192'15,"0"0"-56"-15,0 0 4 16,0 0-35-16,0 0-23 16,0 0-1-16,0 0-37 15,-48 136-15-15,46-99-9 0,2 4-3 16,0-4-8 0,0-2 1-16,15-9-1 15,3-4 1-15,-1-8-3 0,6-4 3 16,2-6 0-16,-1-3 5 15,2-1 1-15,-1 0 5 16,-2 0 11-16,1-9 6 16,-4-5 1-16,2-4-9 15,-3 0-15-15,-2-5-9 16,-3 0 4-16,-6-4 19 16,-3-1 11-16,-5-2-2 15,0-2-4-15,0 2 3 16,-5-1-6-16,-8-1-11 15,-3 3 2-15,-1 3 1 16,-1 3-5-16,-3 3-9 0,2 4-9 16,-1 5-10-16,-1 3-15 15,4 5-16-15,-1 3-34 16,3 0-49-16,-1 14-103 16,7 8-92-16,2 0-207 0</inkml:trace>
  <inkml:trace contextRef="#ctx0" brushRef="#br0" timeOffset="29783.98">29822 4145 103 0,'0'0'144'0,"0"0"19"0,0 0-19 16,0 0 3-1,0 0-18-15,0 0-35 0,0 0-16 16,7-50-13-16,-7 43-17 16,0 3-11-16,0 2-14 15,0 2-12-15,0 0-11 16,0 0-12-16,0 0-8 15,0 0-6-15,0 0 10 16,0 5 16-16,-3-1-2 16,3 0-8-16,0-4-9 15,0 0 19-15,0 0 16 16,0 0 54-16,0 0 51 16,0-4-22-16,0-6-53 15,0-1-25-15,0 4-21 16,0-2-50-16,0-1-98 0,-2 4-97 15,2 2-272-15</inkml:trace>
  <inkml:trace contextRef="#ctx0" brushRef="#br0" timeOffset="30617.18">29905 3820 195 0,'0'0'186'16,"0"0"-62"-16,0 0 33 15,0 0-24-15,0 0-14 16,0 0-12-16,0 0-11 16,66-41-3-16,-52 24-6 0,-3 1-19 15,0-3-10-15,-2 4-20 16,0-4-5-16,-3 3-5 16,1 2 5-16,-3 4-2 15,-1 2 7-15,0 4 0 16,-3 1-5-16,0 3-4 15,0 0-7-15,0 0-9 16,0 0-13-16,0 0-8 16,0 0-21-16,0 15-24 15,0 14 31-15,2 9 22 16,4 8 2-16,3 4 0 16,-3 0-1-16,4-2-1 15,-4-2-8-15,-1-5 2 16,-1-5 5-16,-2-7 1 0,0-7-7 15,-2-3 6-15,2-5 0 16,-2-7 1-16,0-3-1 16,0-1 1-16,0-3 1 15,4 0-1-15,-2 0-13 16,0 0-49-16,11 0-74 16,1-12-163-16,1-1-288 0</inkml:trace>
  <inkml:trace contextRef="#ctx0" brushRef="#br0" timeOffset="31000.97">30277 3706 175 0,'0'0'235'16,"0"0"-61"-16,0 0 3 16,0 0 10-16,0 0-15 15,0 0-5-15,0 0-21 16,102-35-25-16,-64 31-45 0,2 0-21 15,0 0-29 1,1 2-11-16,-6-2-8 0,-3 2-7 16,-6-1-11-16,-4-2-37 15,-6 1-51-15,-9 4-66 16,-7 0-67-16,0 0-108 16,0 0-74-16</inkml:trace>
  <inkml:trace contextRef="#ctx0" brushRef="#br0" timeOffset="31483.88">30393 3702 22 0,'0'0'262'0,"0"0"-87"16,0 0-61-16,0 0-20 15,0 0-24-15,0 0 21 16,0 0-5-16,-65 41-16 15,61-31-9-15,2 1-19 16,-1-2-19-16,3 0-4 16,0-2 1-16,0 2-5 15,0-3 1-15,9 0 29 16,6-2 23-16,8-1-6 16,6 0 18-16,2-3-15 15,5 0-11-15,-3 0-12 16,0 1-16-16,-4 4-19 15,-2 3-7-15,0 2-1 0,-2 5-5 16,-4 2 5-16,2 1 1 16,-5 4-1-16,-5 2-15 15,-1 3-6-15,-10 4 0 16,-2 1-26-16,0 1 28 16,-8-1 0-16,-9-4 18 15,-3-6 2-15,0-6 7 16,0-4-7-16,0-4 39 15,2-4 13-15,0-4-6 16,-2 0-19-16,-2 0 14 16,2-6-35-16,-3-10-6 15,2-2-67-15,-2-10-73 16,5 3-128-16,5 7-353 0</inkml:trace>
  <inkml:trace contextRef="#ctx0" brushRef="#br0" timeOffset="33950.44">28804 4503 240 0,'0'0'128'16,"0"0"-79"-16,0 0-24 15,0 0-4-15,0 0-1 0,114 13 19 16,-52-12 6 0,36 2 30-16,49-3 9 0,63 0-15 15,37 0-14-15,13 0-6 16,-3 8-4-16,-28 2 1 16,-11 0-15-16,-22-1-14 15,-42 0-16-15,-47-3 5 16,-42-2-6-16,-30-1 1 15,-10 2-1-15,-10-3-1 16,-5-2-5-16,-10 2-10 16,-4 6-71-16,-15 0-18 15,-1-1-106-15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39:00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27122 4892 32 0,'0'0'63'16,"0"0"-42"-16,0 0-14 15,0 0 283-15,0 0-205 16,0 0-62-16,-14 25 25 16,14-25-5-16,0 1 29 15,0 2 22-15,0-1 1 16,0-2-21-16,0 2-32 16,0-2-13-16,0 2 0 0,0-2-2 15,7 0-8-15,4 2-8 16,7-2-2-16,6 0 1 15,12 0-9-15,5 0 0 16,1 0 0-16,5 0 10 16,-5 0 17-16,-4 0-12 15,-5 0-8-15,-4 0-8 16,-9 0 1-16,-5 0-1 16,-7 0 0-16,-4 0-45 15,-4 0-56-15,0 0-110 16,-12 0-21-16,-3 0-16 0</inkml:trace>
  <inkml:trace contextRef="#ctx0" brushRef="#br0" timeOffset="333.01">27039 4914 292 0,'0'0'138'0,"0"0"-44"15,0 0-34-15,0 0-12 16,0 0 16-16,0 0-41 16,0 0 19-16,48 15 79 0,-22-9 15 15,7-5-13 1,10 2-37-16,3-1-13 15,6-1-41-15,1-1-15 0,-4 0-15 16,-4 0 5-16,-12 0-7 16,-8 0-2-16,-12 0-25 15,-9 0-50-15,-4 0-47 16,-4 0-134-16,-11 0-103 0</inkml:trace>
  <inkml:trace contextRef="#ctx0" brushRef="#br0" timeOffset="766.66">27231 4913 398 0,'0'0'159'15,"0"0"12"-15,0 0-16 16,0 0-71-16,0 0-27 16,0 0-6-16,0 0-8 15,0 0-19-15,0 0-24 16,0 10 2-16,0 6 5 16,0 4 37-16,2 5-1 15,2 2 3-15,2 4-2 0,-2 5-1 16,0-1-11-16,0 3 2 15,1-3-21-15,-3 1-4 16,0-6-8-16,0-3 4 16,0 0-4-16,-2-5 8 15,4-4 0-15,-4-4-9 16,0-2 1-16,2-4 0 16,-2-2 12-16,0-2-13 15,2-4-32-15,-2 0-29 16,0 0-23-16,0 0-56 15,-2 0-132-15,-10 0-99 0</inkml:trace>
  <inkml:trace contextRef="#ctx0" brushRef="#br0" timeOffset="1099.38">27071 5378 238 0,'0'0'155'16,"0"0"-24"-16,0 0-20 15,0 0-29-15,0 0 5 16,0 0-6-16,0 0-26 16,-5 0-16-16,5 0 3 0,5 0-29 15,13 0-5-15,11 0 57 16,8 2 47-1,8-2-20-15,6 0 10 0,-2 0-41 16,0 0-22-16,-7 0-11 16,-9-4-14-16,-6 0-6 15,-9-1-8-15,-7 4 0 16,-6-1-10-16,-2-1-44 16,-3 2-56-16,0-5-113 15,-12-2-121-15,-5 0-187 0</inkml:trace>
  <inkml:trace contextRef="#ctx0" brushRef="#br0" timeOffset="1551.1">27243 4914 327 0,'0'0'149'0,"0"0"-8"16,0 0-14-16,0 0-33 15,0 0-10-15,0 0-6 16,0 0-26-16,4 4-36 0,-4 5-16 15,4 5 26 1,0 4 42-16,1 7 20 0,1 6-10 16,2 5-44-16,0 5-17 15,1 3-7-15,-3 4-9 16,4-6 5-16,-6-2-5 16,-1-2 7-16,-1-6-7 15,-2-7-1-15,2-2 0 16,-2-4-1-16,0-8 1 15,0-5-16-15,0-3 3 16,0 0-12-16,0-3-13 16,0 0-34-16,0 0-6 15,0-6-61-15,0-4-206 0</inkml:trace>
  <inkml:trace contextRef="#ctx0" brushRef="#br0" timeOffset="1949.52">27189 5376 134 0,'0'0'176'0,"0"0"2"15,0 0 4-15,129 0-6 16,-89 0-12-16,-5 0-10 15,2 0-54-15,-6-3-51 16,-4 0-30-16,-8-1-19 16,1 2-1-16,-4-1-44 15,-3 2-26-15,-2-3-38 16,-6-6-24-16,-3 2-89 16,-2-2-124-16</inkml:trace>
  <inkml:trace contextRef="#ctx0" brushRef="#br0" timeOffset="2399.98">27311 4878 7 0,'0'0'266'16,"0"0"-90"-16,0 0-10 16,0 0-41-16,0 0-37 15,0 0-44-15,0 0 2 16,0 47 33-16,0-15-18 15,0 6-15-15,3 3-12 16,-1 8-17-16,0 0-2 16,0-2-2-16,0 0 4 15,2-8-16-15,-1 0 7 16,2-7-7-16,-1-6 0 16,-2-6 6-16,3-6-7 0,-3-3 0 15,0-9 0-15,0 1 0 16,0-3-13-16,0 0-25 15,-2-5-17-15,3-12-154 16,-3-2-289-16</inkml:trace>
  <inkml:trace contextRef="#ctx0" brushRef="#br0" timeOffset="2783.22">27131 4881 36 0,'0'0'244'0,"0"0"-143"15,0 0 17-15,0 0 63 16,0 0 32-16,0 0-22 16,129 16-43-16,-80-16-35 0,0 0-52 15,-2 0-32 1,-5 0-23-16,-7-2-6 0,-1-1-22 15,-10 0-42-15,-5 0-69 16,-4 3-94-16,-6 0-107 16,-4 0-272-16</inkml:trace>
  <inkml:trace contextRef="#ctx0" brushRef="#br0" timeOffset="3265.71">27314 4948 134 0,'0'0'178'16,"0"0"-12"-16,0 0-8 15,0 0 16-15,0 0-1 16,0 0-50-16,0 0-57 16,0 9-46-16,0 1-20 15,0 4-1-15,0 8 1 0,0 10 13 16,0 6 2-16,0 6 1 15,-3 5-9-15,1 1 0 16,0-2-6-16,0-6 0 16,2-6 7-16,0-8-7 15,0-4-2-15,0-7 1 16,0-5-1-16,0-1-9 16,0-7 10-16,0 0 0 15,0-4-1-15,0 0-15 16,0 0-30-16,0 0-54 15,2 0-86-15,2 0-110 16</inkml:trace>
  <inkml:trace contextRef="#ctx0" brushRef="#br0" timeOffset="4232.74">27071 5360 165 0,'0'0'93'0,"0"0"16"16,0 0 0-16,0 0 10 16,0 0-14-16,126 18-1 15,-90-16 7-15,3-2-7 16,0 0-36-16,-1 0-10 16,-3 0-28-16,-3 0-15 15,-8-2-14-15,-3 0 0 16,-6-1 0-16,-9 2 0 15,0 1 7-15,-6 0-8 16,0 0 0-16,0 0-12 0,-8 0-8 16,-9 0 11-1,-8 0 1-15,-2 1 7 0,-2 2-9 16,-2-1 9-16,0 0 1 16,0-2 0-16,0 0 0 15,4 0 0 1,2 0 0-16,1 0-13 0,4 0-17 15,2 2 7-15,7-2 14 16,2 2-4-16,5-2 11 16,2 2-11-16,2-2-14 15,0 2-50-15,0 0-9 16,15 0 71-16,7 0 15 16,5 0 13-16,5-2 26 15,3 0 18-15,0 0-5 16,1 0 0-16,-3 0-10 0,-4 0-19 15,-2 0-16 1,-6 0-6-16,-8 0 0 0,-7 0 0 16,-4 0 0-16,-2 0 0 15,0 0-1-15,0 0 1 16,-8 0 1-16,-13 0-1 16,-8 0 8-16,-6 0-9 15,-5 0 0-15,-4 2-5 16,-1 3-6-16,5-4-14 15,4 1-20-15,9 1-20 16,9-2 16-16,7 0 20 16,9 2-2-16,2-3-13 15,0 2-28-15,15-2 63 0,12 1 9 16,9-1 39 0,5 0 21-16,3 0 22 0,-2 0 15 15,-2 0 8-15,-11 0-32 16,-7-1-41-16,-10 1 2 15,-6 0 10-15,-6 0 12 16,0 0-12-16,0 0-12 16,0-2-6-16,-11 2-12 15,-5 0-14-15,-4-3 0 16,1 3-36-16,-4 0-44 16,6 0-49-16,-6-1-65 15,9 0-97-15,3-4-207 0</inkml:trace>
  <inkml:trace contextRef="#ctx0" brushRef="#br0" timeOffset="27683.13">27050 6492 82 0,'0'0'57'16,"0"0"-37"-16,0 0 188 0,0 0-89 16,0 0 1-1,0 0 16-15,4 17-9 16,4-11-35-16,-2 2-19 15,1 0-8-15,1 0-2 0,2 1-2 16,1 2 9-16,0 1-18 16,5 3-6-16,2 2 15 15,4 5-4-15,0 0-27 16,5 4-6-16,0 0-11 16,0-2 3-16,-4 2-5 15,2-3-11-15,-2-3 6 16,-6-2-5-16,1-5 6 15,-5 0-6-15,-3-6-1 16,-2 0 0-16,-3-3-23 16,-3-4-38-16,0 0-47 0,-2 0-27 15,0-2-114-15,0-10-282 16</inkml:trace>
  <inkml:trace contextRef="#ctx0" brushRef="#br0" timeOffset="28099.06">27396 6468 227 0,'0'0'381'15,"0"0"-230"-15,0 0 80 0,0 0-40 16,0 0-50-16,0 0-17 15,0 0-32-15,0-20-44 16,0 20-41-16,0 0-7 16,0 2-24-16,-9 13 17 15,-2 4 7-15,-3 2 7 16,-3 5 12-16,-4 4 6 16,0 1 2-16,-6 5-8 15,0-1 2-15,-2 1-5 16,2 0-2-16,2-4-8 15,3-3 0-15,7-6-5 16,2-2-2-16,3-7 1 0,6-5 0 16,0-5-1-16,1 1 1 15,3-4 0-15,0-1-11 16,0 0-11-16,0 0-38 16,0-6-27-16,3-7-99 15,5-3-355-15</inkml:trace>
  <inkml:trace contextRef="#ctx0" brushRef="#br0" timeOffset="28582.82">27545 6636 82 0,'0'0'198'16,"0"0"-42"-16,0 0-22 16,0 0-33-16,0 0 55 15,0 0 6-15,0 0-13 16,93 42-18-16,-58-39-25 15,0-3-19-15,1 0-7 16,-1 0-3-16,1 0-39 16,-5 0-13-16,-2 0-18 15,-2 0-7-15,-7 0-25 16,-5 0-71-16,-6 0-71 16,-9 0-137-16,0-2-234 15</inkml:trace>
  <inkml:trace contextRef="#ctx0" brushRef="#br0" timeOffset="28999.82">27569 6773 153 0,'0'0'160'16,"0"0"-33"-16,0 0 7 15,0 0 40-15,0 0 23 16,0 0-36-16,0 0-42 15,32 29-41-15,-21-25-20 16,0-3-3-16,6 2 13 16,2 0-7-16,3 0-1 15,3-2-15-15,1 1-14 16,3 1-8-16,0-3-16 16,-4 0-5-16,-1 0-2 15,-1 0-21-15,-4 0-40 0,6-11-70 16,-5 0-130-1,-5-4-299-15</inkml:trace>
  <inkml:trace contextRef="#ctx0" brushRef="#br0" timeOffset="29699.33">28024 6491 22 0,'0'0'265'0,"0"0"-105"15,0 0-30-15,0 0-27 16,0 0-22-16,0 0-1 0,0 0-16 15,107 0-16 1,-91 0-18-16,-1 0-14 0,1 0 0 16,2 1-15-16,-3 8 1 15,-2 3-1-15,1-2 0 16,-3 2-1-16,-1-2 1 16,-6-2-1-16,0 0 0 15,-2-2-1-15,-2 0-5 16,0 0 5-16,0 0 1 15,0 4 7-15,-2 0-7 16,-10 2 7-16,-1 2-1 16,-2-2-4-16,-1 2 0 15,1-4 0-15,-1 2 11 16,1-5-13-16,3 4 6 0,1-3-6 16,5-2 0-16,1 2-11 15,0 1 5 1,5-3 6-16,0-1 10 0,0 3 14 15,0-2 7-15,0 2-3 16,0 0-14-16,0 2-2 16,0-1-6-16,0-1-6 15,3-1-54-15,6 1-103 16,-2-3-99-16</inkml:trace>
  <inkml:trace contextRef="#ctx0" brushRef="#br0" timeOffset="29966.12">28113 6963 238 0,'0'0'234'15,"0"0"5"-15,0 0-18 16,0 0-56-16,0 0-27 16,0 0-44-16,0 0-36 15,65-23-13-15,-61 11-25 16,-2-3-20-16,-2 5-61 0,0-3-100 16,-13 3-185-1,0 3-371-15</inkml:trace>
  <inkml:trace contextRef="#ctx0" brushRef="#br0" timeOffset="39632.33">23051 5761 28 0,'0'0'274'15,"0"0"-123"-15,0 0-51 16,0 0-14-16,0 0 1 15,0 0 33-15,0 0 20 16,0 0-16-16,0 0-14 16,0 0-36-16,0 0-25 15,0-6-4-15,0-1 2 0,3 0-5 16,1-3-4-16,0-3-12 16,1 2 1-16,1-1 1 15,-4 2-6-15,3 0-6 16,0 2-3-16,-3 1 13 15,0 4-5-15,-2-1-2 16,0 4-11-16,2 0-7 16,-2 0-1-16,0 0-8 15,0 0-6-15,0 0-10 16,0 6-5-16,0 10 16 16,0 6 13-16,0 3 0 15,0 6 1-15,0 1-1 16,0 2 0-16,0 0 0 15,0-2-7-15,3-1 5 16,-1-11-4-16,0-1 5 0,0-7-8 16,0-4 9-16,0-4-1 15,-2-2 1-15,0-2 1 16,3 0 13-16,-3 0 7 16,0 0 0-16,2 0 2 15,-2 0-23-15,0-8-89 16,0-8-145-16,0 0-275 15,-5 3-253-15</inkml:trace>
  <inkml:trace contextRef="#ctx0" brushRef="#br0" timeOffset="40432.64">22936 5536 22 0,'0'0'14'0,"0"0"151"16,0 0-63-16,0 0-24 15,0 0 4-15,0 0-5 16,0 0-4-16,-21 95-28 16,19-73 29-16,0 2 35 15,2-1-32-15,0 6-38 16,0-1-16-16,0 0-8 15,0 2-4-15,0 0-2 16,0-2-1-16,6 0 0 16,5-4-7-16,3-2 11 15,-1-2-2-15,5-2 7 16,3 0 12-16,0-4-7 0,2 1 7 16,-1-4-5-1,0 0 2-15,-2-5-10 0,-2 0 6 16,0-5 16-16,0-1 8 15,2 0 0-15,0 0-12 16,0 0-14-16,3 0-8 16,-4 0 5-16,2 0-1 15,-1-3 42-15,-1-9-7 16,4-2-6-16,-1-4-13 16,0 0-4-16,-2-5 0 15,-1 3 2-15,-4-3 1 16,-5 4 1-16,-2-3-4 15,-2 0-2-15,-3-2-15 16,-1 3 5-16,-2-2-3 0,0 2-12 16,0-4 11-16,0 2-5 15,-7 0 3-15,-5 1 11 16,-3-5-2-16,-3 4-6 16,-3-1 0-16,-4-1 6 15,-2 6-10-15,-4-1-9 16,0 5 0-16,-5 5-1 15,-1 2-15-15,-2 4-35 16,-3 4-10-16,-3 0-28 16,-1 10-45-16,-17 23-86 15,12-4-38-15,6 3-155 0</inkml:trace>
  <inkml:trace contextRef="#ctx0" brushRef="#br0" timeOffset="42384.95">2649 7586 12 0,'0'0'13'16,"0"0"196"-16,0 0-23 15,0 0-52-15,0 0-33 16,0 0-30-16,0 0-18 16,33-8-4-16,-24 5-24 15,5 3-18-15,-4 0-6 16,4 0 7-16,-3 0 11 0,0 0 6 15,-2 0-5 1,0 0-20-16,-2 0 0 0,-1 7 1 16,1 1-1-16,0 2 0 15,-1 3 1-15,-3 2 1 16,-3 3-1-16,0 4 10 16,0 0-1-16,-9 4 11 15,-9 1-10-15,-5 0-1 16,-1-3-9-16,2-2 11 15,1-4-1-15,6-3 1 16,1-8 1-16,4-3 4 16,1-1 12-16,3-3-6 0,0 0-5 15,2 0-7-15,0 0 7 16,4 0-8-16,-3 0-9 16,3 0-1-16,0 0 0 15,0 0-7-15,0-5 6 16,9 0 1-16,5-1 0 15,1 2 0-15,6-1 0 16,-1 1 0-16,4 0 8 16,0 1-6-16,3-2 14 15,2-1-8-15,0 0 8 16,0-1 3-16,-4 1 1 16,-3-3-11-16,-4 3 0 15,-5 0-8-15,-4 0 0 16,-2 0-1-16,-5-2-44 15,-2-4-67-15,0 0-174 0,-4 2-201 16</inkml:trace>
  <inkml:trace contextRef="#ctx0" brushRef="#br0" timeOffset="43132.31">2362 7511 16 0,'0'0'38'16,"0"0"224"-16,0 0-122 15,0 0-58-15,0 0-28 16,0 0-8-16,0 0-16 16,-54 93 6-16,50-71 0 15,1 2-4-15,3 2 20 16,0 2 0-16,0 0-20 15,7 0-13-15,8 0-5 16,3 0 2-16,7-1-9 16,2-3 2-16,4-3-2 0,2 1 0 15,3-5-5-15,1-1 7 16,1-5-8-16,1 0 4 16,-2-4-4-16,1-3 0 15,-3-1 11-15,1-3 2 16,-3 0-2-16,2 0 1 15,-6 0-12-15,-6 0 7 16,-2-7-8-16,-3-2 11 16,-3-4 53-16,1-1-3 15,-3-4-18-15,0 0-4 0,-1-4-4 16,-4 0-16 0,1-2 3-16,-5-2-9 0,2-2 7 15,-6-3 21-15,0-3 2 16,0 1 11-16,0 2-3 15,-6-2 7-15,-9 3-24 16,-5 1-9-16,-4 1 4 16,-7 5-7-16,-5-2 2 15,-2 3-12-15,-4 4-3 16,-3 5-9-16,-4 7-1 16,-4 6-60-16,-3 0-32 15,0 9-35-15,3 9-29 16,6 5-37-16,1 7-43 15,12-7-35-15,10-2-278 0</inkml:trace>
  <inkml:trace contextRef="#ctx0" brushRef="#br0" timeOffset="78181.75">11592 11600 12 0,'0'0'29'16,"0"0"87"-16,0 0 26 15,0 0-67-15,0 0-3 16,0 0-17-16,0 0-19 16,-9 10-6-16,9-10 9 15,0 0 20-15,0 0 0 16,0 0-28-16,0-9-15 16,7 1-16-16,7-7 0 15,3-1 0-15,5 0 8 16,7 0 2-16,5 0 2 15,1-1-5-15,6 4 3 16,1 1 0-16,0 2-8 16,1 4-1-16,-3 1 0 15,2 5-1-15,-2 0-1 0,0 2 1 16,0 13-1-16,-1 3 1 16,-2 4-7-16,-1 3 6 15,-1 0 0-15,-1 0 1 16,-1-4 0-16,0-1 0 15,-2-1 0-15,3-8 1 16,-5-1 7-16,0-3-7 16,2-7 8-16,-2 0-8 15,2 0 8-15,5-9-6 16,0-7 3-16,4-2-5 16,0-2 0-16,0 1 0 15,0-2-1-15,0 3 1 0,-4 7-1 16,-3 0 0-1,-4 3-1-15,-2 6 1 0,-2 2-1 16,-1 0-5-16,0 0 6 16,3 2-7-16,2 8 7 15,0 0 1-15,2-3 0 16,3 0 6-16,2-5 3 16,2-2-4-16,4 0 1 15,3 0 2-15,-1-10-8 16,-2-6 2-16,-1-2-2 15,-4-1 20-15,-1-2 0 16,-5 2-3-16,-4 6-1 16,-2 3-4-16,-6 6-13 15,-1 4-1-15,0 0-6 0,4 0 2 16,3 6 5-16,6-1 2 16,4-2 20-16,10-3 21 15,0 0-3-15,0 0-18 16,-10 0-19-16,-8-6 7 15,-12 0-1-15,-8 4-4 16,-7-1-5-16,0 3-42 16,-11 0-153-16,-12 5-71 15,-4 3 30-15</inkml:trace>
  <inkml:trace contextRef="#ctx0" brushRef="#br0" timeOffset="85898.18">23303 10872 342 0,'0'0'326'16,"0"0"-239"-16,0 0-8 0,0 0-78 16,0 0 0-16,0 0 1 15,0 45 6-15,-4-25 2 16,-4 0-10-16,0-2 16 16,-1-3 12-16,3-1-14 15,-2-3-4-15,4-2-3 16,2-7-7-16,2 0 0 15,0-2 6-15,0 0 7 16,0 0 48-16,11-4 13 16,13-13-47-16,7-8-15 15,12-3-12-15,8-1 1 16,9-2 9-16,3-1 13 16,1 4 20-16,-4 1 5 0,-4 9-32 15,-11 3-7 1,-11 5-9-16,-11 3-14 0,-4 6-64 15,-9 1-102-15,-2 0-308 16</inkml:trace>
  <inkml:trace contextRef="#ctx0" brushRef="#br0" timeOffset="92931.94">2488 11721 29 0,'0'0'4'0,"0"0"-4"0,0 0-17 15,0 0 10-15,0 0-2 16,0 0 9-16,20 1 5 16,5-1 15-16,10-4-12 15,10-3-6-15,7-4-2 16,7 0 1-16,3-2-1 15,4 4 0-15,-4-2 1 16,-7 1-1-16,-8 3 2 16,-15 2-2-16,-12 4 0 15,-9 1-9-15,-11 0-21 0</inkml:trace>
  <inkml:trace contextRef="#ctx0" brushRef="#br0" timeOffset="93149.84">2740 11656 16 0,'0'0'52'15,"0"0"-27"-15,0 0-25 16,0 0-16-16,0 0-61 0</inkml:trace>
  <inkml:trace contextRef="#ctx0" brushRef="#br0" timeOffset="93365.01">2840 12140 22 0,'0'0'4'16,"0"0"-4"-16</inkml:trace>
  <inkml:trace contextRef="#ctx0" brushRef="#br0" timeOffset="93866.61">2763 11639 29 0,'0'0'13'0,"0"0"-4"15,0 0 12-15,0 0-21 16,0 0-38-16</inkml:trace>
  <inkml:trace contextRef="#ctx0" brushRef="#br0" timeOffset="95214.58">2817 11718 23 0,'0'0'10'15,"0"0"361"-15,0 0-169 16,0 0 28-16,0 0-38 15,0 0-45-15,-6-18-21 16,4 18-49-16,0 0-49 16,-3 14-12-16,3 12 3 15,2 12 33-15,0 9 10 16,0 6-17-16,5 4-7 0,11-5-7 16,-1-2-3-16,1-8-11 15,-3-7 1-15,-5-5-5 16,2-6 4-16,-6-5-2 15,1-3 1-15,-1-3-4 16,-4-5-4-16,0-4-6 16,0-2 5-16,0-2 8 15,0 0-9-15,0 0-6 16,0 0-75-16,0 0-100 16,0 0-311-16,-4 0-291 0</inkml:trace>
  <inkml:trace contextRef="#ctx0" brushRef="#br0" timeOffset="95569.88">2642 12268 289 0,'0'0'167'16,"0"0"-18"-16,0 0-9 15,0 0-36-15,0 0-18 16,0 0-21-16,0 0-17 16,-8 8 17-16,36-8 32 15,15-2 54-15,10-6-32 0,4-2-20 16,4 1-38-1,-3 2-35-15,-9-1-19 0,-7 4-6 16,-9 0-1-16,-6 0-5 16,-6 0-23-16,-4 0-42 15,-1 0-63-15,11-10-92 16,0 2-168-16,-4-2-427 0</inkml:trace>
  <inkml:trace contextRef="#ctx0" brushRef="#br0" timeOffset="96515.7">2412 11758 179 0,'0'0'172'15,"0"0"-81"-15,0 0-29 16,0 0 7-16,0 0 7 15,0 0 21-15,0 0 19 16,87 0-4-16,-42-7 1 16,6-4-28-16,7-1-28 0,2-2-25 15,3 0-8 1,-1-2-11-16,-4 0 0 0,-4 2-11 16,-8 3-1-1,-7 1 1-15,-11 1-2 0,-8 3-13 16,-4 4-26-16,-9 2-48 15,-1 0-70-15,-2 0-150 16,-1 0-193-16</inkml:trace>
  <inkml:trace contextRef="#ctx0" brushRef="#br0" timeOffset="97148.75">3322 11876 201 0,'0'0'192'0,"0"0"-64"15,0 0-39 1,0 0-12-16,0 0-3 0,0 0 9 16,0 0 31-16,29 5 27 15,0-5-15-15,6 0-38 16,3 0-34-16,0 0-24 16,2-5-18-16,-4 1-11 15,-3 1-1-15,-2 0-3 16,-8 3-53-16,-6 0-81 15,-5 0-82-15,-6 0-135 16,-3 0-155-16</inkml:trace>
  <inkml:trace contextRef="#ctx0" brushRef="#br0" timeOffset="97498.15">3366 12025 3 0,'0'0'193'0,"0"0"-69"16,0 0 6-16,0 0 2 15,0 0 15-15,0 0-4 16,0 0-15-16,95 6-37 0,-63-6-10 16,2-2-7-16,-3-4-1 15,-5-1-33-15,-6 5-14 16,-3-3-20-16,-5 4-6 16,-3 1 0-16,-1 0-32 15,-4 0-68-15,5 0-56 16,-3 0-103-16,-2 0-45 0</inkml:trace>
  <inkml:trace contextRef="#ctx0" brushRef="#br0" timeOffset="99164.87">4222 11589 284 0,'0'0'218'0,"0"0"38"16,0 0-17-16,0 0-71 15,0 0-56-15,0 0-46 16,0 0-66-16,0-19-7 16,-13 38 7-16,-8 2 16 0,-3 9 36 15,-5 4-13-15,-1 0-4 16,-1 1-26-16,4-3 1 16,2-4-1-16,2-5-8 15,7-4-1-15,5-5-16 16,5-4-13-16,1-4-13 15,5-5 0-15,0-1 4 16,0 0-17-16,0 0 4 16,0 0 2-16,9 0 10 15,8 0 37-15,8 0 0 16,6 0 1-16,8 0-8 16,1 0-10-16,6 0-1 15,1 0-15-15,-3 0 16 0,-1 0 11 16,-7 0 7-1,-7 0 1-15,-8 0-1 0,-5 0-12 16,-3-4-63-16,-3-7-62 16,-6-1-87-16,-4 0-144 0</inkml:trace>
  <inkml:trace contextRef="#ctx0" brushRef="#br0" timeOffset="99498.03">4197 11618 424 0,'0'0'227'0,"0"0"-15"16,0 0-33-16,0 0-85 0,0 0-55 16,0 0-39-1,0 0 2-15,-7 22-2 0,7 12 50 16,0 9 56-16,0 7-32 15,7 5-33-15,-1-1-18 16,2-1-10-16,0-10-6 16,-1-6-5-16,3-9 4 15,-4-6-5-15,0-8 6 16,-1-4-7-16,-1-6-7 16,-2-2-3-16,0-2-22 15,4 0-20-15,4 0-5 16,-1-10-101-16,5-1-226 0</inkml:trace>
  <inkml:trace contextRef="#ctx0" brushRef="#br0" timeOffset="99971.19">4527 11560 33 0,'0'0'208'0,"0"0"-82"15,0 0-20 1,0 0-44-16,0 0-27 0,0 0-3 15,0 0-6-15,-65 111-9 16,65-93 5-16,0-3 40 16,11-2 43-16,5-4-38 15,4-2-10-15,2-7 4 16,3 0-2-16,2 0-11 16,0-7 1-16,0-7-14 15,-4-4-16-15,-2-2-3 16,-6 2-15-16,-3-1 12 0,-10-2 6 15,-2 2-5 1,0 2 1-16,-5-1 8 0,-13 2-20 16,-4 3-3-1,-4 2-10-15,-5 5-19 0,-3 4-18 16,-2 2-18-16,5 0-30 16,2 14-63-16,5 18-43 15,8 1-64-15</inkml:trace>
  <inkml:trace contextRef="#ctx0" brushRef="#br0" timeOffset="100432.5">4591 11765 95 0,'0'0'259'16,"0"0"-105"-16,0 0-43 16,0 0-23-16,0 0-29 15,0 0-31-15,0 0-12 16,-104 80-3-16,95-54 8 16,4 2 1-16,5-1 4 15,0-2 13-15,2-4 7 16,17-2 31-16,3-4-16 15,2-5-17-15,3-1 3 16,-3-3-10-16,3-2-2 16,-2-4 14-16,-3 0-7 0,0 0-21 15,1 0-7 1,-3-4-5-16,-3-6 4 0,-1-3 7 16,-3-6-4-16,-4-4-3 15,-4 0-1-15,-5-5 7 16,0-2 0-16,-3-2-3 15,-16 1-2-15,-4 3-7 16,-4 6-7-16,0 7-7 16,4 6-38-16,2 8-71 15,11 1-77-15,2 6-121 16,6 8-25-16</inkml:trace>
  <inkml:trace contextRef="#ctx0" brushRef="#br0" timeOffset="100615.56">5053 12012 212 0,'0'0'380'0,"0"0"-194"15,0 0-108-15,0 0-78 16,0 0-167-16,0 0-399 0</inkml:trace>
  <inkml:trace contextRef="#ctx0" brushRef="#br0" timeOffset="100981.45">4980 11574 329 0,'0'0'211'15,"0"0"1"-15,0 0-76 16,0 0-53-16,0 0-29 15,0 0 8-15,0 0 9 16,100-8-15-16,-58 6 18 16,3 0-10-16,-6 0-22 15,-3 2-26-15,-7 0-16 16,-9 0-29-16,-2 0-78 16,-9 8-89-16,-2 0-101 15,-7 0-24-15</inkml:trace>
  <inkml:trace contextRef="#ctx0" brushRef="#br0" timeOffset="101464.24">4980 11637 111 0,'0'0'114'15,"0"0"-19"-15,0 0-22 16,0 0-17-16,0 0-14 16,0 0-24-16,0 0-6 15,-23 63 62-15,32-59 12 16,7-4 24-16,1 0-29 16,6 0-25-16,1 0-14 15,5 0-9-15,0 0-1 16,2 0-9-16,1 0-10 15,-1 0-6-15,-2 0-6 16,-2 3-1-16,-6 7 0 0,-3 1-9 16,-5 4 3-16,-1-1-7 15,-5 1 12-15,-3 4-16 16,-2 1 1-16,-2 0-3 16,0 2 13-16,-2-3 6 15,-11 0 7-15,-1-1 8 16,-1-6 14-16,-3-2 14 15,3-4-1-15,1-4 6 16,-1-2 5-16,1 0-11 16,1 0-13-16,-1 0-16 0,1-6-13 15,2-2-7-15,2-2-36 16,2 0-54-16,7-6-65 16,0 3-110-16,0 1-125 15</inkml:trace>
  <inkml:trace contextRef="#ctx0" brushRef="#br0" timeOffset="101914.42">5400 11628 211 0,'0'0'105'0,"0"0"8"0,0 0-46 15,-36 125-32-15,36-89 7 16,0-6-7-16,0-2 1 16,19-9 34-16,5-2-13 15,2-5 3-15,5-6 10 16,1-4-20-16,-1-2 7 15,3 0 0-15,-3-6-10 16,-3-13 11-16,-1 0-19 16,-2-3-16-16,-7-3 4 15,-5-3 12-15,-6 1 3 16,-5-5-10-16,-2 0-10 16,0-1 19-16,-13 1-25 0,-10 5-16 15,-6 9-11-15,-6 3-1 16,-1 7-21-16,-1 8-12 15,1 0-55-15,7 4-55 16,2 25-91-16,9-6-25 16,7 1-80-16</inkml:trace>
  <inkml:trace contextRef="#ctx0" brushRef="#br0" timeOffset="102348.26">5641 11616 228 0,'0'0'113'0,"0"0"-17"15,0 0-41-15,0 0-16 16,-17 121-14-16,17-91 8 16,12-3 3-16,9-2 20 15,6-7-17-15,-1-4 10 16,3-4 18-16,0-6 9 16,0-4-8-16,-5 0-1 0,1 0-11 15,-2-12-10-15,-6-7 14 16,-1 0 2-16,-7-5-6 15,-3-6 2-15,-6 0 12 16,0-5 0-16,-2 1-22 16,-18 0-25-16,-4 2-8 15,-3 4-6-15,-2 6-9 16,0 6-19-16,2 6-69 16,7 8-49-16,5 2-73 15,6 0-135-15,6 10-52 0</inkml:trace>
  <inkml:trace contextRef="#ctx0" brushRef="#br0" timeOffset="102782">6004 11474 22 0,'0'0'270'16,"0"0"-125"-16,0 0-8 16,0 0 6-16,0 0-39 15,0 0-19-15,112 127-11 16,-74-91 3-16,-3-6-34 16,-2-3-8-16,-4-3-6 15,-6-5-12-15,-4-3-10 16,-2-7-1-16,-7 0-4 15,0-4-2-15,-6 0-11 0,-2-2-61 16,-2-3-82 0,0 0-136-16,0 0-329 0</inkml:trace>
  <inkml:trace contextRef="#ctx0" brushRef="#br0" timeOffset="103098.08">6138 11432 214 0,'0'0'190'16,"0"0"-77"-16,0 0 21 15,0 0 20-15,-47 122-19 0,33-75-36 16,4 2 1-16,-1-5-23 15,-1-5-5-15,6-10-17 16,1-4-18-16,3-9-20 16,2-4-5-16,0-6-1 15,0-2-10-15,0-3-1 16,0-1-24-16,0 2-81 16,0 1-79-16,0 0-128 15,0 2-231-15</inkml:trace>
  <inkml:trace contextRef="#ctx0" brushRef="#br0" timeOffset="104131.4">3072 12872 286 0,'0'0'202'15,"0"0"7"-15,0 0-7 16,0 0-40-16,0 0-29 15,0 0-53-15,0 0-43 16,-43-26-5-16,24 26 5 16,-4 0-13-16,-4 0 8 15,1 0-7-15,-3 0-11 16,2 4 4-16,1 5-4 0,3 1-8 16,3 4-6-16,3 6-1 15,3 5-10 1,3 6 3-16,7 7 2 0,4 5 6 15,0 1 2-15,19-1-1 16,12-6 8-16,6-5 1 16,2-7 3-16,-1-7 22 15,0-6 4-15,-5-5 15 16,-6-4-10-16,-2-3-3 16,-5 0-12-16,-3 0-13 15,2-7-16-15,-4-4-21 16,1-2-92-16,3-6-139 15,-1 1-294-15,-5-1-302 0</inkml:trace>
  <inkml:trace contextRef="#ctx0" brushRef="#br0" timeOffset="104514.82">3328 12968 103 0,'0'0'251'16,"0"0"-36"-16,0 0-12 15,0 0-24-15,133 2-53 16,-92-2-36-16,-5 0-44 16,-5 0-32-16,-4-2-14 15,-6 0-5-15,-5 2-53 16,-3-2-45-16,-3-3-69 15,-3 4-68-15,-3-4-8 0</inkml:trace>
  <inkml:trace contextRef="#ctx0" brushRef="#br0" timeOffset="104931.82">3332 13204 204 0,'0'0'230'0,"0"0"-10"16,0 0-2-16,0 0-46 15,0 0-28-15,0 0-23 16,135-18-33-16,-111 12-26 16,0 3-24-16,1-2-9 15,-5 1-3-15,2 0-7 16,-2 0-6-16,-5 0-7 0,1 1-6 15,-5-2 0 1,-3 3-32-16,-2 2-32 0,-4 0-42 16,3 0-63-1,-3 0-112-15,-2 0-110 0</inkml:trace>
  <inkml:trace contextRef="#ctx0" brushRef="#br0" timeOffset="106248.2">3921 12950 10 0,'0'0'318'0,"0"0"-124"15,0 0 19-15,0 0-8 0,0 0-78 16,0 0-40-1,0 0-5-15,51-92-24 0,-28 81-19 16,-2 5-13 0,2 4-18-16,2 2-8 0,-3 0-6 15,0 8-3-15,-4 10-5 16,-5 7 5-16,-4 3-13 16,-9 4 13-16,0 4 9 15,0 4 9-15,-20 2 7 16,-7 2-9-16,-2-2-1 15,-2-3 7-15,2-7-7 16,7-9-6-16,4-6-28 16,7-7 4-16,6-7 24 15,3-3 0-15,2 0 27 0,0 0 4 16,0-1-31-16,0-10-11 16,0-1-9-16,5 1 19 15,8-2-15-15,2 1-7 16,6 2 10-16,3 5 3 15,1 0 10-15,4 5 0 16,-2 0 7-16,1 0-1 16,3 0 13-16,-4 0 6 15,-2 0 15-15,-5 0-8 16,-7-2-10-16,-1 0-11 16,-6 1-3-16,-1-2-8 15,-1 2-22-15,2-10-88 16,2 1-170-16,-4 0-396 0</inkml:trace>
  <inkml:trace contextRef="#ctx0" brushRef="#br0" timeOffset="106414.46">4431 13112 476 0,'0'0'197'0,"0"0"-98"16,0 0-99-16,0 0-86 16,0 0-287-16</inkml:trace>
  <inkml:trace contextRef="#ctx0" brushRef="#br0" timeOffset="106781.37">4382 12793 234 0,'0'0'229'0,"0"0"-38"16,0 0-27-16,0 0-38 15,0 0-6-15,0 0-4 16,141-24 11-16,-97 16-21 16,3 3-44-16,-7-2-8 15,-7 1-25-15,-6 4-28 16,-9 2-1-16,-7 0-44 15,-4 0-49-15,-5 0-108 16,-2 8-167-16,-11 2-1 16</inkml:trace>
  <inkml:trace contextRef="#ctx0" brushRef="#br0" timeOffset="107347.82">4365 12843 153 0,'0'0'104'0,"0"0"-10"16,0 0-12-16,0 0-40 15,0 0-6-15,0 0 9 16,0 0 14-16,-8 98 33 16,20-93-21-16,1-5-3 0,5 0 11 15,2 0-24-15,2 0-22 16,1-2-18-16,-1-6-1 16,2 0 1-16,1 2-4 15,-3 0 2-15,1 2-3 16,-6 0-1-16,1 4-2 15,-3 0-6-15,1 0-1 16,-3 0 0-16,3 1-12 16,-3 12 11-16,-1 1-1 15,-1 2 1-15,-5 0-7 0,-1 0 7 16,-3 0 1 0,-2 0 0-16,0 1 14 0,0 0 6 15,0 1 1 1,-13 0-8-16,-3 2 10 0,-1-4-3 15,-4 1 6-15,2-6 2 16,-2-1 4-16,1-4 17 16,3-4-4-16,1-2-2 15,3 0-9-15,-3 0-17 16,3 0-17-16,1-6-3 16,3-3-62-16,9-10-87 15,0 5-120-15,2 0-254 0</inkml:trace>
  <inkml:trace contextRef="#ctx0" brushRef="#br0" timeOffset="107931.48">4805 12806 153 0,'0'0'130'0,"0"0"-39"15,0 0-5-15,0 0-18 16,-53 122 4-16,53-92-15 16,0-2 10-16,4-4 3 15,14-4-1-15,5-4 29 16,4-4-11-16,2-4-12 15,2-6-20-15,0-2-11 16,0 0-10-16,-2 0-6 16,-3-8-11-16,-1-6 4 15,-5-4 0-15,-3-2 29 0,-5-4 5 16,-3-2 6-16,-7-4-7 16,-2 2-17-16,0 0 13 15,-4-1-21-15,-17 5-21 16,-2 4-8-16,-4 4 0 15,-4 4-2-15,-3 6-37 16,1 6-37-16,-1 0-33 16,5 1-91-16,7 24-54 15,4-2-48-15,11-5-32 0</inkml:trace>
  <inkml:trace contextRef="#ctx0" brushRef="#br0" timeOffset="108348.01">5067 12814 2 0,'0'0'199'16,"0"0"-95"-16,0 0 18 15,0 0-9-15,-14 116-38 16,14-82-3-16,8-4-11 16,8-4 1-16,5-6-5 0,-2-4-3 15,4-4-8 1,1-6 6-16,-2-6 7 0,3 0 4 16,-1 0-21-16,1-10-22 15,-5-7 9-15,-2-4 32 16,-5-5 2-16,-4-2 22 15,-4-7-11-15,-5 1-21 16,0 0 0-16,0 2-8 16,-16 4-22-16,-2 8-23 15,-4 4 0-15,-1 8-19 16,0 7-11-16,0 1-85 16,3 0-49-16,2 15-113 15,7 2-91-15,6-4-336 0</inkml:trace>
  <inkml:trace contextRef="#ctx0" brushRef="#br0" timeOffset="108731.9">5449 12729 183 0,'0'0'364'16,"0"0"-133"-16,0 0-100 16,0 0-80-16,0 0-44 15,0 0 2-15,0 0 23 16,61 40 27-16,-32-16-6 15,0 1-27-15,2-4-14 16,-4 4-6-16,-6-6-5 16,0 0 0-16,-5-5 1 15,-3-4 5-15,-3-2-6 16,0-5-1-16,-1 1-10 16,-5 1-45-16,2-5-55 15,-3 0-88-15,-1 0-107 0</inkml:trace>
  <inkml:trace contextRef="#ctx0" brushRef="#br0" timeOffset="109031.14">5561 12661 215 0,'0'0'339'0,"0"0"-102"16,0 0-101-16,0 0-116 16,0 0-7-16,0 0 1 15,0 0 54-15,-56 120-1 16,40-78-27-16,1 0 8 16,-1-4-10-16,3-5-2 0,1-3-29 15,6-7 3-15,-1-6-8 16,3-3 3-16,4-4-5 15,0-1-61-15,0-4-80 16,0-2-114-16,9-3-92 0</inkml:trace>
  <inkml:trace contextRef="#ctx0" brushRef="#br0" timeOffset="109616.18">6060 12562 205 0,'0'0'281'0,"0"0"-83"16,0 0 13-16,0 0-65 15,0 0-75-15,0 0-71 16,0 0-3-16,0-1-19 15,0 31 22-15,0 10 59 16,2 4-9-16,0 0-3 16,3 1-13-16,-3-7-13 0,0-7-6 15,0-6-2-15,0-7-4 16,-2-4-8-16,0-7 6 16,2-2-7-16,-2-4-17 15,0-1-93-15,0 0-55 16,0 0-55-16,0-1-331 0</inkml:trace>
  <inkml:trace contextRef="#ctx0" brushRef="#br0" timeOffset="109815.45">5957 12753 87 0,'0'0'350'0,"0"0"-130"0,0 0-43 16,0 0-44-16,0 0-71 16,145-4-62-16,-109 4-16 15,22 0-108-15,-7 0-136 16</inkml:trace>
  <inkml:trace contextRef="#ctx0" brushRef="#br0" timeOffset="110347.9">6572 12534 90 0,'0'0'256'0,"0"0"-137"16,0 0-23-16,0 0-41 15,0 0-32-15,-131 47-8 16,110-21 6-16,2 4 0 16,5 2 20-16,5 2 1 0,5 0-7 15,4 0-22 1,0-2 4-16,9-3 1 0,11-3 3 15,5-5 33-15,4-3-25 16,2-3-3-16,-2-5 5 16,0-4 16-16,-3-4 2 15,-1-2 0-15,-3 0 5 16,-1 0-5-16,-4-8-3 16,1-5-11-16,-5 0-3 15,1-4 9-15,-5-1-7 16,-3-2 4-16,-4 2 16 15,-2 1 4-15,0-2 3 16,-2 5-14-16,-13 2-33 16,-8 4-13-16,-4 2 8 15,-4 6-9-15,-2 0-20 0,0 0-11 16,6 11-66-16,2 0-46 16,12-1-89-16,13 0-77 15,0-2-26-15</inkml:trace>
  <inkml:trace contextRef="#ctx0" brushRef="#br0" timeOffset="110598.23">6755 12521 179 0,'0'0'227'0,"0"0"-83"16,0 0-11-16,0 0-14 15,0 0-65-15,40 106-24 16,-37-74-11-16,-3-2-13 16,0-3 2-16,0 0-8 15,4-6-151-15,2-10-171 0</inkml:trace>
  <inkml:trace contextRef="#ctx0" brushRef="#br0" timeOffset="111247.83">7114 12561 72 0,'0'0'289'0,"0"0"-139"15,0 0-3-15,0 0-37 0,0 0-63 16,-134-24-39-1,112 28-7-15,-1 12-1 0,1 5 1 16,2 4 8-16,4 3-9 16,8 0 0-16,3 0-6 15,5-4-13-15,0-4 18 16,9-6 2-16,9-1 35 16,4-7-11-16,0-6-6 15,5 0-1-15,-2 0 1 16,0 0 0-16,-4-12-12 15,0-5 0-15,-3-2 2 16,-5 0-6-16,-3-3 13 16,2 0 34-16,-5-3 13 15,-3 2 0-15,0 1 17 0,-1 1 40 16,-3 7-20-16,0 7-14 16,0 3-22-1,0 4-58-15,0 0-6 0,0 0-61 16,0 18 30-16,0 5 24 15,0 8 7-15,4 3 0 16,1 0 2-16,2 0-1 16,-1 0 5-16,1-6-5 15,-3-4-1-15,1-3 2 16,-1-6 5-16,1-1 0 16,-1-3-7-16,0-4-25 15,1-3-62-15,4 0-89 16,2-4-103-16,-2 0-127 0</inkml:trace>
  <inkml:trace contextRef="#ctx0" brushRef="#br0" timeOffset="111697.61">7330 12569 188 0,'0'0'186'15,"0"0"-72"-15,0 0 0 0,0 0-49 16,0 0-2 0,-98 116 2-16,92-87-24 0,0 0 9 15,6-3-1 1,0-2-8-16,0-2 11 0,16-4 0 15,5-4 4-15,2-2-9 16,6-7-20-16,3-4-8 16,-1-1-12-16,0 0-5 15,0-1-2-15,-6-13 0 16,-5-3 9-16,-2-2-3 16,-7-4 5-16,-6-3 14 15,-3 0 5-15,-2-4 4 16,0 0 9-16,-7 2 1 0,-11-1-18 15,-7 8-15 1,2 3-11-16,-4 6-16 0,2 7 6 16,0 5-62-16,6 0-82 15,-1 18-76-15,9 1-70 16,3-1-106-16</inkml:trace>
  <inkml:trace contextRef="#ctx0" brushRef="#br0" timeOffset="112181.3">7475 12622 191 0,'0'0'102'0,"0"0"-27"15,0 0-45-15,0 0-4 16,-2 127 6-16,15-101 8 16,5-4 1-16,-1-4-8 15,4-5 28-15,1-8 27 16,0-2-6-16,0-3-7 15,3 0-4-15,-6-4-5 16,2-7-19-16,-5-2 18 16,-1-4 29-16,-3-1-22 0,-6-3-21 15,1-4-6-15,-5 1-9 16,-2-2 22-16,0 0 2 16,-2 2-3-16,-14 2-17 15,-4 1-31-15,-4 3-9 16,-6 7 0-16,-1 0-11 15,0 8 10-15,2 3-63 16,2 0-25-16,6 0-28 16,5 0-60-16,9 12-33 15,7-3-53-15,0 1-18 0</inkml:trace>
  <inkml:trace contextRef="#ctx0" brushRef="#br0" timeOffset="112449.47">7891 12761 61 0,'0'0'362'16,"0"0"-42"-16,0 0-170 15,0 0-150-15,0 0-26 16,0 0-190-16,0 0-187 0</inkml:trace>
  <inkml:trace contextRef="#ctx0" brushRef="#br0" timeOffset="113064.91">7916 12515 175 0,'0'0'117'0,"0"0"-14"0,0 0-26 16,0 0-35 0,-63 122-6-16,63-93-10 0,0 2 30 15,0-6 2-15,11-2-9 16,5-7 0-16,2-4-6 15,0-6 14-15,4-2 22 16,5-4 21-16,2 0-22 16,5 0-19-16,1-4-30 15,-2-9-4-15,-4 0-12 16,-4-5 1-16,-5-2 34 16,-7-2-9-16,-6-5 14 15,-5 0 2-15,-2-5-12 16,0 2-8-16,-11-3-11 15,-7 8-22-15,-7 0-2 0,-2 9-8 16,-6 4-13-16,0 8-57 16,-3 4-51-16,-1 2-115 15,8 12-92-15,8 1-60 0</inkml:trace>
  <inkml:trace contextRef="#ctx0" brushRef="#br0" timeOffset="113514.4">8257 12521 13 0,'0'0'205'0,"0"0"-72"16,0 0-61-16,0 0-16 16,0 0-20-16,-69 107-29 15,69-80 21-15,2-3 9 16,16-4 5-16,6-4-7 16,1-4-8-16,-1-6 11 15,1-4 15-15,-3-2-4 0,0 0-5 16,1 0-8-1,-3-10-12-15,-3-4-15 0,2-2-8 16,-4-4 12-16,-4-4 3 16,-4-2-1-16,-5-4 8 15,-2-3 22-15,0 4 17 16,-14-1 2-16,-10 2-25 16,-7 3-13-16,-5 9-26 15,0 13-10-15,3 3-48 16,0 8-45-16,1 34-35 15,8-4-72-15,6-2-61 0</inkml:trace>
  <inkml:trace contextRef="#ctx0" brushRef="#br0" timeOffset="113930.78">8524 12493 3 0,'0'0'238'0,"0"0"-98"16,0 0-49-16,0 0-23 15,0 0-6-15,-56 106 7 16,52-72-8-16,4-1-14 0,0 0-11 15,0-10-11-15,17-2 17 16,6-6-16-16,4-9-12 16,2-5-1-16,2-1 5 15,-2 0-7-15,0-6 2 16,-4-10 23-16,-6-5 15 16,-1 0 2-16,-7-3 27 15,-1-4-3-15,-6 0-16 16,-2-2 10-16,-2 1-13 15,0 1-19-15,-12 5 3 16,-9 2-26-16,-8 6-16 16,-10 2-22-16,-3 9-84 15,-22 4-120-15,8 0-144 0,10 13-467 16</inkml:trace>
  <inkml:trace contextRef="#ctx0" brushRef="#br0" timeOffset="117430.76">18381 11243 267 0,'0'0'150'15,"0"0"-88"-15,0 0-23 16,0 0 32-16,0 0-28 15,169 14-17-15,-59-7 0 0,48-3 9 16,56-1-15-16,31-3 10 16,9 0 22-16,-1 0-13 15,-8 0-19-15,8 7-5 16,5 2-14-16,-4 7 18 16,-22 2-3-16,-36-2-16 15,-55-3 0-15,-52-10-28 16,-43 0-27-16,-28-3-3 15,-9 0 58-15,-7 0 1 16,-2 0 105-16,-2-5-44 16,-18 1-62-16,-18 0-119 0,5 0-97 15,-1 2-326-15</inkml:trace>
  <inkml:trace contextRef="#ctx0" brushRef="#br0" timeOffset="121297.83">10801 12280 258 0,'0'0'230'16,"0"0"-105"-16,0 0-60 15,0 0-40-15,0 0-14 16,0 0 38-16,-2 14 68 15,-2 0-7-15,-1 6-4 16,0 2-40-16,1 5-14 16,0 0-11-16,4 3-21 15,0 0-5-15,0 0-8 16,6-3-7-16,10-4 2 16,4-1 8-16,2-4-1 15,3-1-1-15,0-4-2 0,1-5 0 16,0-2 1-16,-1-3 3 15,0-3-4-15,-3 0 3 16,0 0-8-16,-2 0 7 16,1-10 0-16,-2-2-6 15,-1-4 15-15,1-2-2 16,-4-6-7-16,-2-2 19 16,-2-5 18-16,-2-2 7 15,-5-4-1-15,-4 0-12 16,0 0-4-16,0 3-1 15,0 4-14-15,0 4-8 16,-2 6-12-16,-2 8-9 16,2 4-64-16,2 6-92 15,0 2-149-15,11 0-376 0</inkml:trace>
  <inkml:trace contextRef="#ctx0" brushRef="#br0" timeOffset="121915.49">11369 12370 245 0,'0'0'230'0,"0"0"-57"15,0 0-32-15,0 0-45 16,0 0-43-16,0 0-20 16,0 0-19-16,-2 4-13 15,16-4 11-15,7 3 89 16,11-3 34-16,5 0-9 16,11 0-28-16,3 0-18 15,0-3-27-15,-4-3-27 16,-5 0-13-16,-11 2-12 0,-6 0-1 15,-7 0-21 1,-5 4-59-16,-4 0-60 0,-5 0-136 16,-1 0-103-16,-3 0-147 15</inkml:trace>
  <inkml:trace contextRef="#ctx0" brushRef="#br0" timeOffset="122281.08">11421 12533 58 0,'0'0'202'0,"0"0"-36"16,0 0 0-16,0 0 11 16,0 0-5-16,0 0-35 15,122 6-18-15,-86-8 7 16,-3-2-16-16,-4-2-36 16,-4 1-34-16,-6 2-17 15,-5 0-14-15,-7 2-9 0,-3 1 0 16,0 0-37-1,-4 0-59-15,2 0-78 16,4 0-90-16,-4 0-76 16,2 0-35-16</inkml:trace>
  <inkml:trace contextRef="#ctx0" brushRef="#br0" timeOffset="124715.4">19259 11307 28 0,'0'0'168'16,"0"0"66"-16,0 0-49 16,0 0-22-16,0 0-32 15,0 0-30-15,0 0-41 16,2 0-24-16,3 7-3 0,-1 8 18 15,-1 9-14 1,-1 5-21-16,-2 3-1 0,0 0-6 16,0 2-7-16,-2-6 5 15,-3-2-5-15,3-6-2 16,2-4 1-16,0-2 0 16,0-4-1-16,0-3-13 15,0-2-9-15,0-3-8 16,0-2 1-16,0 0-1 15,0 0 12-15,0 0 12 16,0 0-11-16,0 0-34 16,-3-4-64-16,-6-4-46 15,1 2 49-15,-6-1-1 16,3-2 15-16,-2 1 36 16,1 2 23-16,4 2 39 0,3-1 23 15,3 4 31-15,2-2 34 16,0 3 7-16,0 0-26 15,9 0 22-15,7 0-37 16,1 0 5-16,1 0 16 16,0 0-6-16,-2 0-2 15,-3 0-34-15,-2 3-20 16,-4 1-13-16,-1 0-43 16,-1 2-106-16,-5-2-138 15,0-2-309-15</inkml:trace>
  <inkml:trace contextRef="#ctx0" brushRef="#br0" timeOffset="125880.85">12254 12206 315 0,'0'0'148'0,"0"0"-37"16,0 0-24-16,0 0-31 15,-129 94-25-15,88-61-23 16,3-4-8-16,7-2 1 16,7-6 0-16,9-4-1 15,3-5-1-15,7-7 1 16,1-3 1-16,2 0 0 16,2-2 25-16,-2 0 1 15,2 0 8-15,0 0-35 16,0 0-12-16,0-4-5 0,0-1-9 15,11 0 26 1,5 2 4-16,4-1 3 0,4 1 9 16,5 3 13-16,2 0 26 15,4 0 7-15,4 0-1 16,-1 0 1-16,-3 0-23 16,-6 0-29-16,-8 0-10 15,-6 0-5-15,-3 0-17 16,-6 0-14-16,-2 0-49 15,-2-8-119-15,-2 2-152 0</inkml:trace>
  <inkml:trace contextRef="#ctx0" brushRef="#br0" timeOffset="126215.43">12098 12169 449 0,'0'0'256'0,"0"0"-61"16,0 0-22-16,0 0-69 15,0 0-53-15,0 0-38 16,0 0 17-16,7 22 40 0,-1 5-19 16,4 5-5-1,-6 4-21-15,0 4-9 0,-2 2-3 16,1-2 1-1,-3-4-3-15,2-5-4 0,0-5-6 16,0-8 6-16,0-4 3 16,0-4-1-16,4-5-8 15,-2 0 8-15,0 1-9 16,3-3-44-16,9-3-117 16,-1 0-130-16,1 0-201 0</inkml:trace>
  <inkml:trace contextRef="#ctx0" brushRef="#br0" timeOffset="126649.38">12381 12191 191 0,'0'0'142'0,"0"0"-42"16,0 0-29-16,0 0-24 15,-44 113-12-15,44-95 4 16,6-3-2-16,14-6 8 15,2-5 4-15,5-4 12 16,0 0 15-16,0-3 11 0,0-10-12 16,0-5-7-16,-4-2-4 15,-2-2-19-15,-6 0 10 16,-6 0 9-16,-7 1-9 16,-2 2-28-16,0-2-27 15,-20 8-5-15,-7 1 5 16,-4 5 0-16,-4 7-6 15,1 0-72-15,-6 29-79 16,7-1-64-16,8 2-112 0</inkml:trace>
  <inkml:trace contextRef="#ctx0" brushRef="#br0" timeOffset="127097.97">12448 12344 222 0,'0'0'230'0,"0"0"-77"15,0 0-16-15,0 0-39 16,0 0-23-16,0 0-29 0,0 0-15 15,-76 118-11 1,76-96-20-16,0-2 1 0,13-2 14 16,10-1 30-16,1-8 8 15,3-2 8-15,-1-3 0 16,3-4 18-16,-2 0 8 16,0 0-23-16,0-12-14 15,-2-7-1-15,-4-1 5 16,-1-4-3-16,-3-3-13 15,-4-2-13-15,-5 1 10 16,-6 0-9-16,-2 2-10 16,0 4-7-16,-2 2-9 15,-13 6-16-15,-1 2 0 0,-1 6-54 16,-2 6-80 0,0 0-118-16,3 6-242 0,5 6-136 0</inkml:trace>
  <inkml:trace contextRef="#ctx0" brushRef="#br0" timeOffset="127331.82">12917 12490 143 0,'0'0'283'0,"0"0"-15"0,0 0-158 16,0 0-110-16,0 0-6 16,0 0-210-16</inkml:trace>
  <inkml:trace contextRef="#ctx0" brushRef="#br0" timeOffset="127732.35">12824 12194 74 0,'0'0'265'0,"0"0"-99"16,0 0-45-16,0 0-25 16,0 0 0-16,0 0-2 0,0 0-7 15,120-3-25-15,-79 3-11 16,-1 0-18-16,-5 0-29 16,-3 0-4-16,-8 0-50 15,3 0-89-15,-10 3-121 16,-5-3-227-16</inkml:trace>
  <inkml:trace contextRef="#ctx0" brushRef="#br0" timeOffset="128165.43">12853 12216 212 0,'0'0'108'0,"0"0"-50"16,0 0-23-16,0 0-35 16,0 0-1-16,0 0 1 15,0 0 16-15,0 86 61 16,22-78-10-16,7 0-6 16,3-2-28-16,-1 4-20 15,2-3-6-15,-2 4-6 16,-2 1-1-16,-4-2 0 15,-2 0 0-15,-8 2-1 16,-1 0-1-16,-10 1-7 16,-2-1-3-16,-2 1 12 15,0-1 0-15,-14 2 12 0,-5-3 25 16,-2-1 15-16,-1-5-7 16,0 0 9-16,0-4-8 15,1-1 6-15,-1 0 1 16,2 0-15-16,0-6-16 15,1-3-22-15,-2-2-15 16,7 1-47-16,6 4-52 16,8-2-70-16,0 4-119 15</inkml:trace>
  <inkml:trace contextRef="#ctx0" brushRef="#br0" timeOffset="128580.84">13245 12294 264 0,'0'0'153'0,"0"0"-29"15,0 0-34-15,-37 109-51 16,37-81-21-16,0-2 1 16,4-8-2-16,12-3 20 15,3-7 30-15,4-5 30 0,4-3-7 16,2 0-6-16,2 0-51 16,0-8 5-16,-2-7-11 15,-5-2 9-15,1-5 2 16,-7-5 23-16,-5-1 27 15,-4-4-2-15,-6 2-19 16,-3-1-19-16,0 4 1 16,-10 3-27-16,-12 4-14 15,-4 6-8-15,-6 5-21 16,1 9-95-16,-7 0-95 16,10 12-118-16,7 5-59 0</inkml:trace>
  <inkml:trace contextRef="#ctx0" brushRef="#br0" timeOffset="129065.42">13567 12258 218 0,'0'0'170'0,"0"0"-62"0,0 0-14 16,0 0-33-16,0 0-18 15,-50 123-15-15,50-100-5 16,0 0 0-16,15-6 10 15,4 0 0-15,-1-3 0 16,1-5 24-16,4-3-31 16,-3-3 16-16,0-3 13 15,2 0-6-15,-1 0 3 16,-2-7 0-16,-1-7 33 16,-1-4 21-16,0-3-32 15,-7-4 19-15,2 0-10 16,-8-4-24-16,-1 1-13 15,-3-1 14-15,0 2-10 16,-17 3-29-16,-2 2-21 16,-3 4-7-16,-3 6-5 0,-2 5-73 15,0 7-95-15,6 7-125 16,4 8-246-16</inkml:trace>
  <inkml:trace contextRef="#ctx0" brushRef="#br0" timeOffset="129481.38">13879 12200 391 0,'0'0'313'15,"0"0"-114"-15,0 0-105 16,0 0-30-16,0 0 37 0,0 0 0 15,0 0-24 1,117 118-29-16,-86-89-25 0,-2-2-4 16,-2-5-6-16,-5-4-3 15,-3-5 6-15,-6-6-16 16,-5-2-4-16,0-1-76 16,-2-4-108-16,-4 0-154 15,0 0-299-15</inkml:trace>
  <inkml:trace contextRef="#ctx0" brushRef="#br0" timeOffset="129749.39">14087 12166 228 0,'0'0'356'0,"0"0"-175"15,0 0-64-15,0 0 16 16,0 0-45-16,0 0-26 16,-91 124-4-16,67-84-3 15,-1-2-6-15,1-3-18 16,5-5-8-16,4-6-13 16,5-4-8-16,2-7-2 15,6 0-15-15,2-5-52 16,0-3-96-16,2-2-112 15,10-3-107-15</inkml:trace>
  <inkml:trace contextRef="#ctx0" brushRef="#br0" timeOffset="130369.15">14413 12306 299 0,'0'0'202'0,"0"0"-68"16,0 0 13-16,0 0-33 15,0 0-11-15,0 0-2 16,0 0 5-16,-21 0-8 15,26 0-24-15,13 0 12 16,9 0 2-16,13 4 32 16,5 2-15-16,3-2-36 15,0 2-27-15,-7-4-17 16,-7 0-18-16,-5 1-6 16,-2-3-1-16,-5 0-29 15,1 0-44-15,-4 0-49 0,8 0-89 16,-4 0-117-16,-6 0-185 15</inkml:trace>
  <inkml:trace contextRef="#ctx0" brushRef="#br0" timeOffset="131464.37">15379 12029 326 0,'0'0'271'0,"0"0"-50"16,0 0-7-16,0 0-36 16,0 0-50-16,0 0-46 15,0 0-35-15,6-21-30 16,-14 21-8-16,-2 0 1 15,-7 6 2-15,0 8 7 16,-5 4-5-16,-3 4 2 16,1 3 2-16,2 5-10 15,1 6 11-15,4 5 6 16,3 3-6-16,5 3-18 0,5 3 5 16,4 0-6-16,0-1 2 15,7-5 5-15,11-3-7 16,1-9 0-16,-1-6 2 15,0-6 8-15,-2-7 6 16,-5-4 3-16,-3-3 6 16,2-4 4-16,-4-2-4 15,-1 2-11-15,1-2-14 16,2 2-99-16,7-2-108 16,-5 0-171-16,2 0-345 0</inkml:trace>
  <inkml:trace contextRef="#ctx0" brushRef="#br0" timeOffset="133031.67">15385 12280 481 0,'0'0'180'16,"0"0"-43"-16,0 0 12 16,0 0-52-16,0 0-42 0,113-54-19 15,-95 54-22-15,1 0-5 16,0 4-3-16,-1 10 5 16,-1 6 11-16,-5 5-16 15,-8 2-6-15,-4 3 0 16,0 1 0-16,-4 0-1 15,-17 1-5-15,-1-1 6 16,-5-5 24-16,0-1-12 16,3-4-2-16,2-5-10 15,4-4 0-15,3-5-22 16,3-1-4-16,3-3-3 0,1-3-1 16,1 0 16-1,3 0 14-15,-2 0 1 0,4 0 9 16,0 0-2-1,2 0-8-15,0 0-11 0,0 0-23 16,7 0-24-16,9 0 34 16,4 0 23-16,4 0 0 15,1-3 1-15,1 3 13 16,-1-1 18-16,-2-1 8 16,-2-1 14-16,4 0 20 15,-2 0-7-15,-4 0-15 16,-1-1-29-16,-2 0-22 15,-3 2-9-15,8-4-88 16,-6 0-104-16,-1 0-368 0</inkml:trace>
  <inkml:trace contextRef="#ctx0" brushRef="#br0" timeOffset="133214.35">15877 12528 498 0,'0'0'231'16,"0"0"-117"-16,0 0-114 16,0 0-74-16,0 0-233 0</inkml:trace>
  <inkml:trace contextRef="#ctx0" brushRef="#br0" timeOffset="133630.91">15832 12264 352 0,'0'0'258'0,"0"0"-47"16,0 0-53-16,0 0-31 16,0 0-50-16,0 0 24 15,114-8-1-15,-74 5-32 16,0 2-24-16,0-1-22 16,-4-1-14-16,-5 2-8 15,-2 1-26-15,-6 0-95 16,-8 0-92-16,-4 0-160 0,-9 0-250 15</inkml:trace>
  <inkml:trace contextRef="#ctx0" brushRef="#br0" timeOffset="134147.82">15886 12258 240 0,'0'0'131'0,"0"0"-49"0,0 0-20 15,0 0-24 1,0 0-9-16,0 0-12 0,0 0-16 16,-43 98 12-16,43-92-11 15,0-2 12-15,12-4 51 16,5 0 42-16,5 0-48 15,5 0-30-15,2 0-10 16,-4 0-12-16,-3 0 2 16,-2 0 18-16,-4 0 1 15,-1 0 1-15,-1 0-5 16,1 8-1-16,-2 2-5 16,1 0-7-16,-3 2 5 15,-2 0-3-15,-4 3-5 16,-5-2-8-16,0 2 0 0,0-1 0 15,-8 0 1-15,-7-2 19 16,-1-1 27 0,-1-1 23-16,1-1-5 0,-1-6 5 15,-2 2 1-15,2-5-7 16,-1 0-25-16,1 0-14 16,0 0-6-16,1 0-5 15,1-8-14-15,-1-1-17 16,1 2-34-16,6-1-31 15,9-1-57-15,0 5-114 16,0 0-156-16</inkml:trace>
  <inkml:trace contextRef="#ctx0" brushRef="#br0" timeOffset="134581.69">16254 12347 107 0,'0'0'163'15,"0"0"-49"-15,0 0-30 16,0 0-27-16,2 106 4 0,20-95-8 16,2-3 30-16,3-3-4 15,-2-4-7-15,1-1 0 16,-1 0-15-16,-3-3-4 16,0-10 5-16,-4-3 4 15,-2 1 2-15,-5-6 24 16,-4 1-15-16,-5 0-14 15,-2 0-22-15,0-2-10 16,0 2-5-16,-16 1-14 16,-8 2-7-16,-5 3-2 15,-7 6-21-15,0 4-35 0,-2 4-55 16,3 0-108 0,10 14-62-16,8 0-57 0</inkml:trace>
  <inkml:trace contextRef="#ctx0" brushRef="#br0" timeOffset="135066.62">16522 12330 3 0,'0'0'1'0,"0"0"169"16,0 0-72-16,0 0-25 16,-4 110-12-16,12-86-6 15,7-4 10-15,1-3-6 16,3-7 32-16,4-2 3 15,-1-6 0-15,2-2 1 16,1 0-23-16,-3 0-13 16,1-10-15-16,-2-4-17 15,-2-2 18-15,-3-3 10 16,-3-3-13-16,-3-2 5 16,-2-2 11-16,-6-2-5 0,-2 0-6 15,0-2-11-15,-12 2 12 16,-9 4-13-16,-6 2-7 15,-4 6-28 1,-1 5 1-16,-1 8-2 0,2 3-39 16,2 3-82-16,6 28-125 15,7-5-149-15,12-2-394 0</inkml:trace>
  <inkml:trace contextRef="#ctx0" brushRef="#br0" timeOffset="135448.26">16862 12252 189 0,'0'0'266'0,"0"0"-93"16,0 0-48-16,0 0-9 15,0 0-22-15,0 0-38 0,0 0-28 16,136 126-1-16,-107-96-2 15,-5-5-14-15,0-5-2 16,-6-5-8-16,-2-2 5 16,-3-5-5-16,-4-3-1 15,0-1-4-15,-4-1-58 16,-1-3-84-16,0 0-106 16</inkml:trace>
  <inkml:trace contextRef="#ctx0" brushRef="#br0" timeOffset="135780.98">17016 12234 579 0,'0'0'235'0,"0"0"-95"16,0 0-91-16,0 0-18 15,0 0 76-15,0 0-15 16,-72 113-24-16,47-71-14 16,-1-3-18-16,-1-3-2 15,5-2-13-15,1-5-3 16,6-9-5-16,6-5 0 16,2-5-3-16,5-4 6 0,2-1 0 15,0-5 3-15,0 0 1 16,0 0 2-16,0 0-12 15,0 0-10-15,0 0-94 16,0 0-134-16,0-2-314 0</inkml:trace>
  <inkml:trace contextRef="#ctx0" brushRef="#br0" timeOffset="136965.62">17470 12253 3 0,'0'0'319'0,"0"0"3"15,0 0-100-15,0 0-47 16,0 0-41-16,0 0-61 16,0 0-73-16,9-6 23 15,-2 33-23-15,-1 5 52 16,3 8 2-16,0 4-8 15,0-1 1-15,-3-5-10 16,3-5-5-16,-1-6-23 16,-2-7-6-16,-2-9 4 0,1-4-7 15,-5-5-12-15,0-2-28 16,0 0-22-16,0 0-37 16,0-10-127-16,0-3-338 0</inkml:trace>
  <inkml:trace contextRef="#ctx0" brushRef="#br0" timeOffset="137164.57">17382 12404 662 0,'0'0'261'0,"0"0"-84"0,0 0-44 15,0 0-35-15,0 0-11 16,0 0-42-16,148-4-43 15,-111 4-2-15,4 0-93 16,17-4-103-16,-9-2-139 16,-10-1-331-16</inkml:trace>
  <inkml:trace contextRef="#ctx0" brushRef="#br0" timeOffset="137681.15">18062 12141 225 0,'0'0'198'0,"0"0"-110"16,0 0-20-16,0 0-8 16,0 0-5-16,0 0-4 15,-127 68 6-15,112-37 0 16,1 3-20-16,8 0 4 16,6-1 2-16,0 0-10 0,0-3 15 15,18-3 11 1,7-5-12-16,-2-4-21 0,6-3-2 15,2-4-8-15,-2-4 0 16,1-3-15-16,-4-4 6 16,-3 0-7-16,-1 0 1 15,0 0 5-15,-4-11 4 16,0-2 0-16,-7 1 27 16,-4-2 18-16,-5 0 9 15,-2 3-9-15,0-1-28 16,-13 1-9-16,-10 1 9 15,-6 6-18-15,-4 2-9 16,-2 2-1-16,1 0-5 16,5 0-7-16,7 0-56 15,6 6-91-15,7 0-119 0,7-2-126 0</inkml:trace>
  <inkml:trace contextRef="#ctx0" brushRef="#br0" timeOffset="138048.38">18281 12096 503 0,'0'0'223'0,"0"0"-122"16,0 0-59-16,0 0 29 15,0 0-19-15,0 0-29 16,29 106-14-16,-29-82-9 16,7 0-39-16,-1-6-162 15,1-6-141-15</inkml:trace>
  <inkml:trace contextRef="#ctx0" brushRef="#br0" timeOffset="138731.32">18680 12159 312 0,'0'0'206'0,"0"0"-66"15,0 0-33-15,0 0-45 16,-122-9-3-16,92 9 5 16,4 12 14-16,3 6-9 15,3 2-12-15,7 4-34 16,4-1-10-16,9 4-7 15,0-4-6-15,9 2 0 16,13-7 5-16,7-2 21 0,5-4-12 16,-1-6-14-1,0-6-14-15,-1 0-3 16,-8 0 4-16,-4-8 12 0,-4-8 1 16,-6-1 1-16,-1-4-1 15,-4-2 25-15,-2-2 8 16,-3 0 12-16,0 0 7 15,0 5 15-15,0 2 13 16,0 6 3-16,0 4 11 16,-3 4-28-16,1 2-28 15,2 2-35-15,0 0-3 16,0 0-27-16,0 9-21 16,0 14 34-16,0 4 14 15,0 8 4-15,0 5 3 16,2-2 4-16,3 0-10 0,-1-4 8 15,0-1-9 1,-1-10 12-16,-1-2 5 0,0-6-5 16,0-3-5-16,-2-3-5 15,2-5 4-15,-2 0-1 16,0-3-5-16,2-1-37 16,-2 0-42-16,10 0-56 15,-4 0-81-15,1-1-295 0</inkml:trace>
  <inkml:trace contextRef="#ctx0" brushRef="#br0" timeOffset="139181.26">18898 12197 238 0,'0'0'142'16,"0"0"-50"-16,0 0-17 16,-47 119-30-16,45-83-2 15,2-4-8-15,0-2-2 16,11-8-14-16,9-5 43 0,3-6 11 15,4-7 11-15,2-4-13 16,0 0-5 0,-4-6 10-16,0-10 3 0,-4-3 5 15,-4-5-20-15,-3-5 17 16,-6 2-11-16,-3 0-15 16,-5-2-18-16,0 4-15 15,-2-1 5-15,-16 4-9 16,-4 0-13-16,-3 4-4 15,-4 4 13-15,2 3-14 16,0 8-35-16,6 3-87 16,-2 9-87-16,10 12-69 15,4 1-127-15</inkml:trace>
  <inkml:trace contextRef="#ctx0" brushRef="#br0" timeOffset="139632.72">19165 12169 159 0,'0'0'222'0,"0"0"-92"15,0 0-13-15,0 0-58 16,0 0-40-16,-46 128 17 16,46-99 1-16,0-1 7 0,6-5-5 15,12-6-5-15,2-5 40 16,2-4-12-16,7-6 15 16,0-2-18-16,1 0-18 15,-1-10 2-15,-5-6 35 16,0-6 6-16,-6 0 8 15,-3-4-16-15,-3 0-5 16,-8 0-14-16,-1 2-25 16,-3 0-18-16,0 1-5 15,-7 4-3-15,-11 0 3 16,-2 4-2-16,-6 0-7 16,-3 5 10-16,-5 3-10 0,1 4-1 15,-4 3-53-15,8 0-38 16,6 6-69-16,13 20-94 15,6-3-139-15,4-3-283 0</inkml:trace>
  <inkml:trace contextRef="#ctx0" brushRef="#br0" timeOffset="139847.67">19586 12384 93 0,'0'0'320'0,"0"0"-19"16,0 0-142-16,0 0-131 16,0 0-28-16,0 0-243 0</inkml:trace>
  <inkml:trace contextRef="#ctx0" brushRef="#br0" timeOffset="140314.25">19761 12136 36 0,'0'0'269'0,"0"0"-49"15,0 0-64-15,0 0-49 16,0 0-36-16,0 0-25 16,0 0-23-16,-119 94-3 15,105-56-20-15,8 4 10 16,6-5 0-16,0 0-1 15,2-9-9-15,16-4 0 16,5-7 27-16,3-8-4 16,1-7-6-16,2-2 6 15,2 0 0-15,0-11-8 0,-2-8-2 16,-2-3 4-16,-5-3-5 16,-4-4 10-16,-4-3 8 15,-6 0 18-15,-6 0-24 16,-2 2-6-16,0 1 24 15,-4 6-15-15,-14 1 5 16,-2 1 19-16,-4 6-39 16,-3 5-12-16,-2 6-22 15,0 4-64-15,-2 4-73 16,6 13-91-16,10 4-85 0</inkml:trace>
  <inkml:trace contextRef="#ctx0" brushRef="#br0" timeOffset="140764.25">20048 12172 87 0,'0'0'148'0,"0"0"-96"15,0 0-21-15,0 0-10 0,-36 124-12 16,36-94-9-16,0-4-10 16,9-8-7-16,7-4 17 15,3-8 88-15,4-6 26 16,2 0 11-16,1 0-21 15,0-9-21-15,-1-8 2 16,-2-3-10-16,-3-2 20 16,-5-3-9-16,-3-2 8 15,-6 1-16-15,-6 0-5 16,0 4-9-16,0 2-18 16,-18 3-34-16,-7 4-11 15,-6 3-1-15,-2 3 0 0,-3 7-42 16,5 0-113-1,6 0-83-15,10 12-139 0,9 3-256 16</inkml:trace>
  <inkml:trace contextRef="#ctx0" brushRef="#br0" timeOffset="141197.57">20341 12206 279 0,'0'0'171'0,"0"0"-41"15,0 0-30-15,0 0-54 16,-71 108-30-16,69-82-2 15,2-4 15-15,0-1 29 16,4-6-12-16,13-1 54 16,4-4 2-16,6-5-54 15,0-4 9-15,4-1-5 16,0 0-25-16,3-4 14 16,-3-12-9-16,-2-2 33 15,-2-4 22-15,-7-5 6 16,-5-2 22-16,-5 0-29 0,-10-2-26 15,0 3-22 1,-2 0-11-16,-21 5-27 0,-4 6-15 16,-6 2-14-16,-3 10-78 15,-2 5-90 1,6 1-139-16,13 12-211 0</inkml:trace>
  <inkml:trace contextRef="#ctx0" brushRef="#br0" timeOffset="141647.81">20584 11859 185 0,'0'0'399'15,"0"0"-124"-15,0 0-51 16,0 0-71-16,0 0-70 16,0 0-57-16,0 0 6 15,37 19-6-15,-16 14-6 16,4 9 3-16,-5 4-11 0,-2 7-11 15,-2 1 8-15,-5-1-9 16,-5 0 0 0,-1-7 1-16,-3-4-1 0,1-5 0 15,-3-8-13-15,0-4 12 16,0-6 1-16,0-2 25 16,0-8 10-16,0-1-9 15,0-4-12-15,-3 1-5 16,1-4-2-16,-1-1-7 15,-3 3-48-15,-5-2-117 16,-3 2-96-16,3-3-333 0</inkml:trace>
  <inkml:trace contextRef="#ctx0" brushRef="#br0" timeOffset="157780.68">16202 11855 84 0,'0'0'40'16,"-167"82"-34"-16,105-30 7 15,-14 32 9-15,-4 37-22 16,14 37 0-16,25-24 12 16,34-25-12-16</inkml:trace>
  <inkml:trace contextRef="#ctx0" brushRef="#br0" timeOffset="173197.49">21897 12112 35 0,'0'0'223'16,"0"0"85"-16,0 0-160 15,0 0-55-15,0 0-14 16,0 0-18-16,-11-3-13 15,-14 3-4-15,-6 0-9 16,-12 0 6-16,-7 0 5 16,-10 0-13-16,-7 0-8 15,-1 3-25-15,2 3 6 16,3-1-6-16,5 1 2 16,5 1-2-16,4-2-2 0,9 0 0 15,9-1 1-15,4-1 0 16,9 0-5-16,5-3 6 15,4 0 1-15,4 0 8 16,5 0-9-16,0 0 7 16,0 0-7-16,0 0-5 15,0 0-28-15,-4 2-68 16,-5-1-99-16,3 2-145 0</inkml:trace>
  <inkml:trace contextRef="#ctx0" brushRef="#br0" timeOffset="173681.88">21249 12062 9 0,'0'0'137'16,"0"0"-84"-16,0 0 24 15,0 0-17-15,0 0-21 16,0 0-17-16,0 0-9 16,2-10 16-16,-2 10 5 15,0 0-21-15,0 0-11 16,0 0-2-16,0 0 0 15,0 0-1-15,0 0-26 16,0 0-41-16,-2-3-63 16,-5 3-34-16,1-2 69 15</inkml:trace>
  <inkml:trace contextRef="#ctx0" brushRef="#br0" timeOffset="173897.89">21249 12062 104 0,'-19'-29'105'0,"19"27"13"0,0 2-11 15,0 0-22-15,6 0 2 16,-4 0-5-16,-2 0-29 15,0 0-21-15,0 0-25 16,0 0-7-16,0 2 0 16,-12 11 1-16,-3 3 25 15,-1 0-19-15,-1 2-6 16,-2 1 0-16,1-2-1 16,3 1-10-16,2-4 1 15,-1-5-8-15,3 2-2 0,2-5 10 16,2-2-25-16,1-1-15 15,-3 2-25-15,3-4 0 16,-4 2-136-16</inkml:trace>
  <inkml:trace contextRef="#ctx0" brushRef="#br0" timeOffset="174332.08">21079 12140 178 0,'0'0'203'0,"0"0"-122"16,0 0-9-16,0 0-7 16,0 0-22-16,0 0-17 15,0 0-1-15,72 86 4 0,-53-59 5 16,4 0-2-1,-1-1-6-15,1-6 9 0,-2-5 4 16,-2-2 27-16,-4-7-5 16,-3 0-21-16,-4-4-25 15,-1 0-15-15,-7 0-18 16,0 0-154-16,-5 1-197 0</inkml:trace>
  <inkml:trace contextRef="#ctx0" brushRef="#br0" timeOffset="205630.34">17822 7379 443 0,'0'0'852'0,"0"0"-676"16,0 0-130-16,0 0-46 15,0 0-7-15,2-1-28 16,-13 1-80-16,-19 3-144 0,5 9-23 15,-2 0-41-15</inkml:trace>
  <inkml:trace contextRef="#ctx0" brushRef="#br0" timeOffset="206813.9">16100 7429 23 0,'0'0'51'15,"0"0"84"-15,0 0-47 0,0 0-27 16,0 0-9-16,162 20 36 15,-95-17 22-15,26-3 6 16,34 0 3-16,45-3-28 16,15-11-17-16,0 3-15 15,-22-2-14-15,-53 7-18 16,-32-2-5-16,-31 4-21 16,-22 2 44-16,-7 0 0 15,-5-1-6-15,-3 2-8 16,-8 1-15-16,-4 0-16 15,0 0-6-15,0 0-2 16,0 0-56-16,0 0-49 16,0 0-9-16,0 0-22 15,4 6-34-15,5-2-4 0,5-2-61 16</inkml:trace>
  <inkml:trace contextRef="#ctx0" brushRef="#br0" timeOffset="207497.7">19125 7372 100 0,'0'0'127'16,"0"0"-47"-16,-147 17 29 15,96-9-56-15,11-2-20 16,11 0-7-16,11 0 23 16,9-4-18-16,7 0-8 15,2 1 27-15,2-1 34 16,25-1-29-16,20 3 4 15,40-2 23-15,51-2-8 0,55 0 13 16,31 0-24-16,-2 0 8 16,-26 0-10-16,-57 2-16 15,-44 0-29-15,-39-1-14 16,-25 2-2-16,-9-3 0 16,-4 2-13-16,-7 0-19 15,-9 0-32-15,-2 5-150 16,-15 0-40-16,-12 3 49 15,-2-4-313-15</inkml:trace>
  <inkml:trace contextRef="#ctx0" brushRef="#br0" timeOffset="-214532.83">23272 11987 576 0,'0'0'227'0,"0"0"-38"16,0 0-67-16,0 0-66 16,0 0-49-16,0 0-7 15,0 21 0-15,0-4 26 16,-7 7 34-16,2 5 14 0,3 1-5 16,2-1-12-16,0 6-6 15,0-1-25-15,10 0-6 16,7-2-4-1,1-2-10-15,4-2 4 0,0-6-9 16,1-4 12-16,-1-4-11 16,0-8 12-16,1-2-8 15,-1-4 10-15,5 0 31 16,2-7 11-16,-1-12-10 16,3-5-8-16,-2-4 5 15,-4-4-2-15,-2 0-2 16,-3-4-9-16,-7 2 15 15,-5 2-15-15,-3 0-6 16,-5 1-12-16,0 3-13 0,0 4 6 16,0 3-7-16,-9 2-18 15,1 7-39-15,-1 4-51 16,-1 4-75-16,2 4-92 16,3 0-262-16,3 0-115 0</inkml:trace>
  <inkml:trace contextRef="#ctx0" brushRef="#br0" timeOffset="-213999.95">23833 12140 12 0,'0'0'192'16,"0"0"-87"-16,0 0 39 15,0 0 57-15,0 0 8 16,0 0-38-16,114 28-24 16,-74-28-19-16,0 0-23 15,-3 0-20-15,2 0-33 16,-8 0-30-16,-4 0-16 16,-5 0-6-16,-4 0 0 15,-5 0-59-15,-3 0-61 0,-8 0-89 16,-2 0-161-16,0 0-1 15</inkml:trace>
  <inkml:trace contextRef="#ctx0" brushRef="#br0" timeOffset="-213717.62">23842 12264 192 0,'0'0'222'0,"0"0"-4"16,0 0 13-16,0 0-17 15,0 0-40-15,133 14-40 16,-98-14-28-16,-4 2-45 0,0-2-33 16,0 3-16-16,-5-2-11 15,1-1 6-15,-5 0-7 16,1 0-28-16,-6 0-50 15,4 0-56-15,-1-4-86 16,-3-8-118-16,-3-3-277 0</inkml:trace>
  <inkml:trace contextRef="#ctx0" brushRef="#br0" timeOffset="-212916.95">24421 12009 123 0,'0'0'130'0,"0"0"-48"16,0 0-32-16,0 0 5 15,0 0 9-15,0 0-1 16,0 0 1-16,-20 62-7 15,18-46-16-15,2 5 14 16,0-1 2-16,0-1 0 16,0 6-1-16,0-1-8 15,0-2-9-15,0 1-10 16,9 0-9-16,0-4-11 16,4-2-1-16,1-1 7 15,-1-4 12-15,3 0 12 16,-1-5-4-16,1 2-7 0,-1-1 2 15,-1-4-5 1,1 0-8-16,4-4 8 0,-4 0 4 16,3 0 7-1,-1 0-11-15,-1-2-9 0,-1-6-5 16,-1-4 7-16,1 1-7 16,-3-2 1-16,1-1-6 15,-4-2-5-15,0 0 7 16,0 0-2-16,-3-1 0 15,-1 2-6-15,-1-1 1 16,-1-3 1-16,-3 4 0 16,0-5 18-16,0 2 30 0,0-3 4 15,0 1-24-15,0 3-11 16,-7-1-10-16,-4 2-3 16,2-1-6-1,-3 3 0-15,0 1-6 16,-5 0 3-16,-2 3 2 0,-1 0-11 15,-3 1 3-15,-1 2-10 16,0-1 2-16,-5 4-1 16,2 0-25-16,-2 4-7 15,-2 0-17-15,-1 0-43 16,-15 22-83-16,7-2-102 16,7-2-83-16</inkml:trace>
  <inkml:trace contextRef="#ctx0" brushRef="#br0" timeOffset="-207533.57">10785 13558 49 0,'0'0'290'0,"0"0"-45"15,0 0-87-15,0 0-72 0,0 0-51 16,0 0 20-16,0 0 11 16,-22 38-9-16,17-29 14 15,3 4 24-15,2 1-38 16,-2 1-17-16,2 6 49 15,-2-3-34-15,2 4-17 16,0 0-12-16,0 1-12 16,0 0-1-16,0 1-11 15,0-4-1-15,0 0 5 16,9-2-6-16,2-4 1 16,5 0 1-16,0-2 6 15,1-2-7-15,3-2 9 0,1 0-9 16,-2-2 5-16,4-2 3 15,-1 1-8-15,1-4 6 16,-2-1-6-16,0 0 0 16,-4 0 6-16,-1 0 1 15,-3 0-8-15,-1 0 1 16,-1 0 11-16,-3-1 24 16,4-5 6-16,-3-3-11 15,-1-1-6-15,2 0-13 16,-2-4 11-16,-1 1 2 15,-3 0 7-15,0-7-3 16,2 2 14-16,-4-2-7 16,-2-2-8-16,0 0-3 15,0 0 1-15,0 0-11 16,0-2-3-16,-8-1 4 0,0 3-9 16,-1-2 9-1,-3 3-2-15,-3-2-4 0,-1 3 3 16,-1 2-13-16,-3 2 1 15,-2 5-1-15,-3 0 0 16,-1 7-8-16,-4 4-2 16,-3 0-25-16,-5 12-47 15,2 8-37-15,-2 1-39 16,1 4-60-16,8-5-87 16,8-2-276-16</inkml:trace>
  <inkml:trace contextRef="#ctx0" brushRef="#br0" timeOffset="-206534.05">11443 13591 35 0,'0'0'270'0,"0"0"-64"16,0 0-26-16,0 0 8 15,0 0-32-15,120 11-30 16,-89-11-42-16,0 0-29 16,0 0-28-16,-2 0-19 15,-2 0-8-15,-4 0-5 16,-1 0-56-16,7-2-73 0,-7-5-93 16,-4 0-128-16</inkml:trace>
  <inkml:trace contextRef="#ctx0" brushRef="#br0" timeOffset="-206199.92">11504 13722 18 0,'0'0'125'0,"0"0"119"15,0 0-49-15,0 0-11 16,0 0-16-16,0 0-11 16,137 24-29-16,-99-24-30 15,-3 0 2-15,-6 0-15 16,-4-2-17-16,-2-2-42 15,-6 0-16-15,3 0-10 16,5-2-61-16,21-4-109 16,-3 2-186-16,-3-3-476 0</inkml:trace>
  <inkml:trace contextRef="#ctx0" brushRef="#br0" timeOffset="-205583.59">12397 13359 51 0,'0'0'336'0,"0"0"-65"16,0 0-124-16,0 0-73 15,0 0-51-15,0 0 15 16,0 0 28-16,19 60 38 16,-19-36-7-16,-17 4 5 15,-8 3-39-15,-4-2-28 16,-4-1-16-16,0 0-6 16,-1-4-13-16,5-2-32 15,5-5-14-15,5-3-31 16,6-5 3-16,5-2 13 0,3-3 8 15,2-2 14 1,3-1 20-16,0-1 18 0,0 0 1 16,8 0 21-16,9 0 15 15,6 0-1-15,3 0-8 16,4-1 8-16,3-1 1 16,0 0-3-16,1 0-8 15,-1 2-25-15,0 0 0 16,-4 0-18-16,-4 0-52 15,-6 0-30-15,0-4-34 16,-3-4-34-16,-8-5-34 16,-3 4-84-16</inkml:trace>
  <inkml:trace contextRef="#ctx0" brushRef="#br0" timeOffset="-205233.6">12366 13371 588 0,'0'0'228'0,"0"0"-44"16,0 0-92-16,0 0-92 15,0 0-4-15,0 0 4 16,0 0 62-16,0 94 2 15,8-57-6-15,1 0 14 0,-3 1-14 16,4 0-24-16,-6-1-15 16,1-5-6-16,-1-2-12 15,-2-8 14-15,0-5 4 16,1-4 2-16,-1-5-2 16,2-2-1-16,-1 0-10 15,4-3-8-15,-1-1-5 16,1 1-83-16,9-3-97 15,-6 0-126-15,3-3-224 0</inkml:trace>
  <inkml:trace contextRef="#ctx0" brushRef="#br0" timeOffset="-204767.45">12720 13403 5 0,'0'0'50'15,"0"0"187"-15,0 0-131 16,0 0-6-16,0 0-3 16,-27 118-25-16,27-98 3 0,0-2-10 15,4-6 0-15,12-1 21 16,7-6 13-16,-2-5-24 16,6 0-6-16,-2 0 4 15,-1-4-15-15,-2-10-10 16,-2-3-9-16,-1-4 16 15,-9-2-6-15,-3-2-4 16,-7 0-15-16,0-2-20 16,0 4-10-16,-9 0-36 15,-9 3 35-15,-4 6-49 16,-4 6-9-16,-3 4-53 16,-7 4-46-16,-9 6-60 15,10 10-74-15,5 1-92 0</inkml:trace>
  <inkml:trace contextRef="#ctx0" brushRef="#br0" timeOffset="-204317.22">12767 13564 12 0,'0'0'255'0,"0"0"-96"0,0 0-29 15,0 0-34-15,0 0-24 16,0 0 11-16,0 0-21 16,-60 89-20-16,54-66-5 15,4 0 1-15,2 4-8 16,0-7-5-16,0 2-1 15,10-4 4-15,5-2-6 16,3-4-1-16,1-2 28 16,2-8 11-16,1-2 2 15,-2 0 8-15,2 0 12 16,-1-12-7-16,0-6-14 16,-2-2-6-16,-3-3 9 15,-6 0 0-15,-5-2-10 16,-3 2-11-16,-2-1-4 0,0-1-15 15,-4 6-5-15,-9 1-13 16,-3 4-6-16,1 3-65 16,-2 9-93-16,-3 2-108 15,5 0-144-15,4 2-369 0</inkml:trace>
  <inkml:trace contextRef="#ctx0" brushRef="#br0" timeOffset="-204099.11">13194 13726 124 0,'0'0'342'16,"0"0"-49"-16,0 0-228 15,0 0-65-15,0 0-307 0</inkml:trace>
  <inkml:trace contextRef="#ctx0" brushRef="#br0" timeOffset="-203717.55">13230 13401 7 0,'0'0'319'0,"0"0"7"0,0 0-56 16,0 0-59-16,0 0-59 16,0 0-40-16,0 0-9 15,125 8-16-15,-85-8-36 16,-3 0-32-16,-1 0-19 15,-5 0-13-15,-2 0-83 16,-6 0-85-16,-5 0-167 16,-10 0-238-16</inkml:trace>
  <inkml:trace contextRef="#ctx0" brushRef="#br0" timeOffset="-203266.96">13228 13431 28 0,'0'0'177'15,"0"0"-33"-15,0 0-59 16,0 0-20-16,0 0-11 16,0 0 9-16,0 0 5 15,-3 92 20-15,23-84-3 16,7 0-11-16,4-1-25 15,5-1-23-15,1 1-13 16,-3 3-11-16,0-4 0 16,-8 5-1-16,-3-1-1 15,-5-1 0-15,-5 1-1 0,-5 2-6 16,0-2 6-16,-8 5 1 16,0-3 14-16,0 1 5 15,-4 1 6-15,-13 0-1 16,-1-1-2-16,-3-1 7 15,-2-2 10-15,1-4 1 16,0 0 11-16,-1-5-2 16,3 2-12-16,0-3 2 15,5 0-4-15,-2 0-19 16,7-7-5-16,-1-1-11 16,7-3-30-16,4-1-50 15,0-9-79-15,8 6-168 16,7 1-192-16</inkml:trace>
  <inkml:trace contextRef="#ctx0" brushRef="#br0" timeOffset="-202850.02">13651 13441 25 0,'0'0'154'0,"0"0"31"16,0 0-87-16,0 0-13 15,0 0-7-15,-47 106-39 0,45-78 0 16,2 0 0 0,0-2-22-16,0-3-8 0,11-3-2 15,5-6 3-15,3-4 25 16,4-4 44-16,0-6 14 15,0 0-11-15,2 0-23 16,0-11-17-16,-3-7-1 16,-2-2 14-16,-4-1 19 15,-5-3-5-15,-2-1-6 16,-9 0-25-16,0-2-9 16,0 1-12-16,-7 2-4 15,-13 2 2-15,-2 4-15 16,-3 6 0-16,-2 8-55 0,0 4-63 15,-2 8-107 1,8 14-139-16,5-2-277 0</inkml:trace>
  <inkml:trace contextRef="#ctx0" brushRef="#br0" timeOffset="-202449.68">13809 13451 93 0,'0'0'239'0,"0"0"-111"16,0 0 7-16,0 0-37 15,-13 128-33-15,13-102-5 16,13-4 5-16,7-2-7 15,5-5 7-15,2-5 35 16,0-2-54-16,-4-6-18 16,2-2-5-16,-2 0 1 15,-3 0 20-15,-3-5 8 16,1-8-6-16,-5-5 1 16,-4-5 12-16,-2-3-5 15,-7-2 3-15,0-4 1 16,0-2-2-16,-11 0-24 15,-9 0-18-15,-4 4-7 16,1 8-7-16,0 5-25 16,0 10-84-16,2 5-128 15,7 2-314-15</inkml:trace>
  <inkml:trace contextRef="#ctx0" brushRef="#br0" timeOffset="-202016.12">14099 13361 614 0,'0'0'270'15,"0"0"-112"-15,0 0-82 16,0 0-12-16,0 0-5 15,0 0-15-15,118 134-21 16,-80-100 9-16,2-2-7 0,-7-7 4 16,-2-8 8-16,-6-2-3 15,-5-7-2-15,-7-2-9 16,-4-5-17-16,-2 2-6 16,-5-3-10-16,-2 0-91 15,0-9-113-15,0-3-294 0</inkml:trace>
  <inkml:trace contextRef="#ctx0" brushRef="#br0" timeOffset="-201750.11">14303 13293 64 0,'0'0'264'0,"0"0"-8"0,0 0-107 15,0 0-38-15,0 0 12 16,-55 116-17-16,37-67-30 16,-4 2-12-16,2-2-15 15,0-7-17-15,5-6-19 16,1-8-6-16,3-5-6 16,1-7 0-16,6-3 0 15,0-3-1-15,2-9-48 16,2-1-73-16,0 0-93 15,0 0-85-15</inkml:trace>
  <inkml:trace contextRef="#ctx0" brushRef="#br0" timeOffset="-201178.71">14756 13487 48 0,'0'0'304'16,"0"0"-102"-16,0 0-43 16,0 0-10-16,0 0-25 0,0 0 28 15,0 0-45-15,-33 15-87 16,45-12 22-16,11 1 73 16,6-2-3-16,4 2-28 15,8-4-16-15,1 0-17 16,0 0-4-16,-3 0-19 15,-6 0-12-15,-9 0-13 16,-6 0 3-16,-5 0-6 16,-6 0-14-16,-2 0-33 15,-1 0-55-15,5-4-93 16,-3-2-173-16,2-2-363 0</inkml:trace>
  <inkml:trace contextRef="#ctx0" brushRef="#br0" timeOffset="-200383.01">15467 13150 46 0,'0'0'316'0,"0"0"5"16,0 0-98-16,0 0-64 15,0 0-69-15,0 0-51 16,0 0-20-16,-25 18-7 0,3 7 15 16,-5 7 5-16,-2 5-3 15,3 10-4-15,1 5 11 16,5 1-1-16,6-2-8 15,10-5-5-15,4-4-16 16,0-8 0-16,2-3 18 16,9-9 8-16,3-4 6 15,-3-4 6-15,1-4 17 16,-4-5-14-16,1 2-17 16,-5-5-12-16,4-1-18 15,-4-1-43-15,2 0-117 16,3 0-111-16,-3-6-289 0</inkml:trace>
  <inkml:trace contextRef="#ctx0" brushRef="#br0" timeOffset="-199850.08">15541 13385 52 0,'0'0'578'16,"0"0"-376"-16,0 0-11 0,0 0-32 16,0 0-72-16,0 0-20 15,0 0 23-15,100-57-22 16,-78 57-51-16,-5 13-17 15,-5 11-5-15,-3 8 5 16,-9 4 1-16,0 3 6 16,0 3-5-16,-16-7-1 15,-6-2 8-15,-5-6-9 16,-2-3-16-16,0-5-5 16,5-7 8-16,-1-4-10 15,8-4-2-15,1-3 2 16,7 2 10-16,5-3 13 15,4 0 0-15,0 0 11 16,0 0 7-16,0 0-13 16,8 0-3-16,8-3 5 0,8-1 6 15,3 0 20-15,2 3 6 16,0-3-8-16,0 2-2 16,-4-1-1-16,-3 3-11 15,-2-1-7-15,-2-2-4 16,-3 0-6-16,1-2-19 15,9-10-81-15,-6 1-103 16,2-2-346-16</inkml:trace>
  <inkml:trace contextRef="#ctx0" brushRef="#br0" timeOffset="-199549.94">15859 13369 88 0,'0'0'339'16,"0"0"-69"-16,0 0-92 15,0 0-66-15,0 0 0 16,0 0 56-16,0 0-9 15,102 16-28-15,-63-16-41 16,-4 0-26-16,-4 0-33 0,-7-4-17 16,-1 1-14-16,-7 3-43 15,-8 0-116 1,-5 0-137-16,-3 0-255 0,0 0-94 0</inkml:trace>
  <inkml:trace contextRef="#ctx0" brushRef="#br0" timeOffset="-199066.26">15911 13341 29 0,'0'0'388'16,"0"0"-223"-16,0 0-86 0,0 0 0 15,0 0 18-15,0 0-6 16,0 0-13-16,-81 108-29 15,74-88-14-15,3-4-5 16,4-2-14-16,0-4-3 16,0-3-1-16,7 0 28 15,13-1 31-15,4-4-20 16,3 0-23-16,2 0-18 16,0 0-9-16,0 2 6 15,-2-2-7-15,-3 4-2 16,-4 0-4-16,-2 3 0 15,-3-2 4-15,-3 1 1 16,-6 2-15-16,-1 3 15 16,-3-1-11-16,-2 1 12 15,0 1 0-15,-7 0 7 0,-6 0-1 16,-5 1 19-16,-2-5-1 16,-2-1 5-16,2 0 12 15,-3-3 3-15,4-4-4 16,-2-2-8-16,3 0-5 15,1 0-7-15,1 0-11 16,3-8-9-16,1-2-38 16,6-2-57-16,6-2-85 15,0 2-148-15,4 0-543 0</inkml:trace>
  <inkml:trace contextRef="#ctx0" brushRef="#br0" timeOffset="-198583.78">16249 13349 75 0,'0'0'157'16,"0"0"22"-16,0 0-94 16,0 0 9-16,0 0-40 15,-67 116-15-15,60-82 2 0,7-6 0 16,0-2 14-16,0-4 21 16,7-4-2-16,13-3-16 15,2-5 1-15,3-5-1 16,1-2-3-16,1-3-17 15,0 0 5-15,-2 0-7 16,-3-7 8-16,-3-4 11 16,-2-6 6-16,-5 1 1 15,-2-4 4-15,-3 0-17 16,-7-4-8-16,0 0-9 16,0 1-20-16,-14-2 0 15,-6 2-11-15,-9 2-1 0,-2 4-19 16,-2 5-41-16,2 10-33 15,2 2-33-15,4 0-56 16,9 0-75-16,7 7-106 16</inkml:trace>
  <inkml:trace contextRef="#ctx0" brushRef="#br0" timeOffset="-198101.16">16489 13321 413 0,'0'0'153'0,"0"0"-67"15,0 0-5-15,0 0-12 16,0 0-8-16,-38 116-5 16,38-88-21-16,0 0-9 15,5-2-6-15,13 1-4 16,7-4-1-16,4-6-5 16,2 0 4-16,-2-5-8 15,0-4 3-15,-5-4-8 16,-4-4 0-16,0 0 21 0,-2 0-9 15,0-4 14 1,-3-11 30-16,-1-4 22 0,-1-1-2 16,-1-10 19-16,-6-1-22 15,-4-6-17-15,-2 1-2 16,0 2 8-16,-4 4-21 16,-12 6-29-16,-1 5-3 15,-4 7-10-15,-1 5-1 16,-5 7-79-16,3 0-57 15,-3 0-91-15,7 12-154 16,7 0-261-16</inkml:trace>
  <inkml:trace contextRef="#ctx0" brushRef="#br0" timeOffset="-197666.41">16866 13275 32 0,'0'0'244'16,"0"0"30"-16,0 0-104 16,0 0-56-16,0 0 44 15,0 0 18-15,100 103-40 16,-58-67-24-16,1-5-38 15,-5-1-1-15,-5-3-31 16,-4-6-25-16,-4-5-2 16,-10-6-9-16,-3-1-6 15,-8-3-7-15,-2-1-64 16,-2-1-85-16,0-4-70 16,-8 0-86-16,-6 0-277 0</inkml:trace>
  <inkml:trace contextRef="#ctx0" brushRef="#br0" timeOffset="-197400.23">17071 13258 712 0,'0'0'279'0,"0"0"-110"16,0 0-111-16,0 0-56 15,0 0 34-15,-49 113 42 16,31-65-18-16,1-2-21 0,1-6-16 16,1-4-8-16,3-8-14 15,3-8 1-15,3-6-1 16,1-2-1-16,5-5-32 16,0-7-88-16,0 0-118 15,7 0-171-15</inkml:trace>
  <inkml:trace contextRef="#ctx0" brushRef="#br0" timeOffset="-196916.57">17906 13261 317 0,'0'0'607'0,"0"0"-393"0,0 0-38 16,0 0-119-16,0 0-57 16,0 0 0-16,0 0 25 15,5 132 40-15,-2-80-23 16,-1-4-9-16,-2-8-8 15,0-12 6-15,0-6-15 16,0-5-3-16,0-6-7 16,0-3-6-16,0-4 7 15,0-1-5-15,0-3-2 16,0 0-12-16,0 0-91 16,0-7-61-16,0-4-322 0</inkml:trace>
  <inkml:trace contextRef="#ctx0" brushRef="#br0" timeOffset="-196698.97">17723 13429 312 0,'0'0'509'0,"0"0"-239"16,0 0-38-16,0 0-71 15,159 0-66-15,-106 6-63 16,1-2-32-16,-3 0-2 16,12-4-127-16,-15 0-148 15,-9 0-286-15</inkml:trace>
  <inkml:trace contextRef="#ctx0" brushRef="#br0" timeOffset="-196167.51">18417 13200 36 0,'0'0'54'0,"0"0"218"16,0 0-145-16,0 0-32 15,0 0-15-15,-136 105-17 16,114-67-9-16,6 4-7 16,9 2-8-16,7-4 3 15,0-1 0-15,9-10 0 16,13-2 10-16,5-5-3 15,4-5-23-15,1-2 12 16,-1-6 4-16,0-3 0 16,-4-3-10-16,0-3 21 0,-1 0 13 15,-2 0-11 1,-1-10-19-16,-3-5-11 0,-5 0 7 16,-3-6 1-16,-6 1 1 15,-6 0-4-15,0 1 14 16,-8 2-10-16,-13 5-18 15,-5 2-15-15,-6 5-1 16,-3 5 0-16,2 0-8 16,1 0 7-16,3 13-21 15,9-1-90-15,11-1-115 16,7-5-120-16,2-5-204 0</inkml:trace>
  <inkml:trace contextRef="#ctx0" brushRef="#br0" timeOffset="-195900.44">18660 13198 317 0,'0'0'384'16,"0"0"-131"-16,0 0-123 16,0 0-36-16,0 0-41 15,0 0-22-15,48 104-14 16,-45-73-8-16,-1-3-9 0,3-4-28 16,3-6-128-16,1-6-197 15</inkml:trace>
  <inkml:trace contextRef="#ctx0" brushRef="#br0" timeOffset="-195266.04">19063 13211 9 0,'0'0'342'16,"0"0"-127"-16,0 0-94 15,0 0-13-15,-139-15-28 16,113 15-41-16,6 11-19 16,0 10-4-16,7 5-15 15,2 7 7-15,6-1-7 16,5-2 0-16,0-2-1 0,2-4-1 16,18-9-18-16,3-4 3 15,1-7 6-15,0-4 9 16,3 0 0-16,-2-2 0 15,-3-12-8-15,-2-4 8 16,-4-4 1-16,-3-2 0 16,-4-2 19-16,-4 2 39 15,-1 0 29-15,-4 4 16 16,0 6 20-16,0 4-12 16,0 5-13-16,0 5-32 15,0 0-66-15,0 0 0 16,0 19-42-16,0 11 29 15,0 12 13-15,0 5 0 16,0 6 0-16,0-3 1 0,0-5 1 16,0-10-2-1,0-9 7-15,0-5-7 0,0-9 1 16,0-5-1-16,2-3 0 16,7-4-32-16,9 0-122 15,-1 0-167-15,-1-4-658 0</inkml:trace>
  <inkml:trace contextRef="#ctx0" brushRef="#br0" timeOffset="-194832.92">19268 13211 16 0,'0'0'71'0,"0"0"80"15,0 0-82-15,-54 116-31 16,48-77-3-16,6 0 14 16,0-5 7-16,0-4-13 15,11-6 9-15,7-6-9 16,4-8 1-16,4-4 6 15,6-4 18-15,-1-2-9 16,0 0-4-16,-4-2-19 16,-5-10 39-16,-4-4 14 0,-4-4 15 15,-4-1-14-15,-5-6-12 16,-3-1-10-16,-2 0-5 16,0-2-24-16,-11 0 7 15,-9-1-28-15,-6 8-11 16,-1 2-7-16,-2 8 0 15,2 7-49-15,2 6-71 16,5 0-81-16,5 7-119 16,6 8-81-16</inkml:trace>
  <inkml:trace contextRef="#ctx0" brushRef="#br0" timeOffset="-194366.14">19611 13190 107 0,'0'0'376'16,"0"0"-201"-16,0 0-91 15,0 0-34-15,0 0-22 16,0 0-18-16,-96 119-10 16,92-83 13-16,4-3 0 0,0 0-5 15,0-1 0-15,13-6 5 16,5-4 0-16,6-5 44 16,3-9-17-16,0-5 8 15,2-3 21-15,0 0-12 16,-4-5 18-16,-1-12-10 15,-6-5-16-15,-2-4-1 16,-6-2-9-16,-1 0-7 16,-7-1 9-16,-2-1 8 15,0 3-19-15,-4 0-1 16,-16 1-21-16,-6 5-7 16,-6 0-1-16,1 5-2 0,-2 6-66 15,2 7-53-15,2 3-128 16,8 3-138-16,5 11-231 0</inkml:trace>
  <inkml:trace contextRef="#ctx0" brushRef="#br0" timeOffset="-193699.59">19914 13508 404 0,'0'0'502'0,"0"0"-276"16,0 0-84-16,0 0-58 15,0 0-54-15,0 0-25 16,0 0-5-16,29 3-93 16,-9-12-214-16,-2 0-425 0</inkml:trace>
  <inkml:trace contextRef="#ctx0" brushRef="#br0" timeOffset="-193267.92">20175 13248 32 0,'0'0'327'0,"0"0"-83"16,0 0-91-16,0 0-50 15,0 0-56-15,0 0-26 16,0 0-4-16,-125 99-4 15,116-69-4-15,7 1-8 16,2-4 9-16,0-3 6 16,19-4 9-16,8-4 12 15,5-3 17-15,1-6-15 16,-2-3-17-16,2-4-12 0,-6 0 3 16,0-3-3-16,-6-10 61 15,-4-5 26-15,-3-2-6 16,-6-6-27-16,-3-2-11 15,-5-2-7-15,0 0 5 16,0-2-4-16,-9 2-6 16,-9 3-22-16,-6 5-18 15,-3 4-1-15,-2 7-6 16,-2 8-8-16,4 3-80 16,7 3-93-16,9 30-105 15,7-2-108-15,4-4-373 0</inkml:trace>
  <inkml:trace contextRef="#ctx0" brushRef="#br0" timeOffset="-192833.76">20500 13244 38 0,'0'0'320'16,"0"0"-112"-16,0 0-117 15,0 0-26-15,0 0-19 0,-82 108-4 16,79-79-2-16,3-1 18 16,0-2-12-16,9-3 13 15,11-9 43-15,3 1-42 16,3-7-8-16,3-4 14 15,2-4 0-15,2 0-11 16,-1-4-15-16,-3-12-1 16,-3-2 13-16,-5-4 34 15,-3-2 6-15,-5-4-15 16,-6-2-9-16,-5 0-4 16,-2-3-8-16,0 4-7 15,-15-2-24-15,-10 4-23 16,-6 6-2-16,-5 7-9 0,-1 10-46 15,0 4-69 1,4 4-105-16,4 24-51 0,7-1-129 16,10-3-408-16</inkml:trace>
  <inkml:trace contextRef="#ctx0" brushRef="#br0" timeOffset="-192316.74">20848 13204 2 0,'0'0'264'16,"0"0"-104"-16,0 0-74 15,0 0-8-15,0 0-26 16,0 0-10-16,-77 133 22 15,75-99 3-15,2 0-29 16,0-2 4-16,5-5 8 16,15-6-5-16,2-7 17 0,5-4 15 15,2-8-21-15,2-2-11 16,-1 0 6-16,-1-9 16 16,-6-12 20-16,-2-5 1 15,-5-2-3-15,-5-6-17 16,-5 0-9-16,-6-3-11 15,0 4 4-15,0-2-17 16,-13 8-35-16,-9 4-16 16,-3 8-86-16,-6 10-99 15,6 4-137-15,8 1-258 0</inkml:trace>
  <inkml:trace contextRef="#ctx0" brushRef="#br0" timeOffset="-191849.99">21086 12918 7 0,'0'0'208'0,"0"0"0"15,0 0-49-15,0 0-30 16,0 0-10-16,0 0 48 16,0 0-2-16,20 92-47 15,-2-50-50-15,-1 8-41 16,1 4 4-16,-2 6-7 15,-3 2 0-15,-2-1-10 16,-5-1-4-16,-6-8-9 16,0-6 0-16,0-8 5 15,0-4-6-15,-12-6 9 16,-1-3-2-16,-1-6 2 16,3-2-3-16,-3-6 1 15,6-3-6-15,1-3 6 16,3-3 0-16,2-2-1 0,-3 0-6 15,-4 0-51-15,0-12-132 16,3-1-330-16</inkml:trace>
  <inkml:trace contextRef="#ctx0" brushRef="#br0" timeOffset="-185367.63">15117 13471 33 0,'0'0'2'0,"0"0"253"16,0 0-119-16,0 0-44 16,0 0 3-16,0 0-21 15,0 12 5-15,0-12 37 16,2-6-22-16,3-2-28 15,1-2-14-15,-2 0-4 16,4-2-13-16,-2 0-3 16,1 1 1-16,-1-2-4 0,2-1 4 15,-2 2 14-15,-2-2-11 16,1 4-1-16,-3 2-11 16,0-1-3-16,-2 6 2 15,2-1 3-15,-2 4 5 16,0-2-10-16,0 2 1 15,0 0-10-15,0 0-12 16,0 0-8-16,0 0-5 16,0 0-7-16,0 0 1 15,0 6 9-15,0 6 8 16,0 6 1-16,0 2 1 16,0 7 0-16,2 0 1 15,1 4 0-15,2 5 1 0,-3-5-1 16,0 1 2-16,0 0 3 15,-2-3-5 1,0-3 0-16,0-2 0 0,0-6 0 16,0-4 0-16,0-4-1 15,0-2 1-15,0-4-1 16,0-2 2-16,2 0-1 16,-2-2 0-16,0 2-1 15,3-2-35-15,-1 0-58 16,0 0-85-16,0 0-187 15,0 0-49-15</inkml:trace>
  <inkml:trace contextRef="#ctx0" brushRef="#br0" timeOffset="-184998.92">15179 13747 10 0,'0'0'19'0,"0"0"326"16,0 0-139-16,0 0-73 16,0 0-15-16,0 0-25 0,0 0-30 15,-8 0-12-15,8 0-6 16,0 0 5-16,0 0 2 15,0 0-4-15,0 0-3 16,8 0-10-16,15 0 10 16,1 0 0-16,5 0-13 15,0 0-12-15,-5 0-7 16,-5 0-12-16,-4 0-1 16,-7 0 0-16,0 0-52 15,-4 0-82-15,1 0-187 16,-5 0-167-16</inkml:trace>
  <inkml:trace contextRef="#ctx0" brushRef="#br0" timeOffset="-178550.1">10609 14658 260 0,'0'0'212'0,"0"0"-97"16,0 0-25-16,0 0 18 16,0 0-5-16,0 0-15 15,-24 76 9-15,24-53 2 16,0 4 9-16,0 1-16 15,0 7-34-15,0-1-4 16,2 0-22-16,9 0-20 16,5-4-12-16,4-1 10 15,0-8-8-15,5-3 9 16,2-7 8-16,-1-4 6 0,3-3-3 16,0-4-9-16,0 0 0 15,0 0-4-15,-2-4-8 16,-3-7 12-16,-1-4-2 15,-6 1-4-15,-1-3 0 16,-5-2 6-16,-5-4 8 16,-1 2 12-16,-2-6-8 15,-3 2-10-15,0-3 2 16,0 1 7-16,0 0-4 16,-10-1-1-16,-3 2 6 15,-3 2 9-15,-1 3-3 16,-3-1-14-16,-3 4-16 15,-1 6 1-15,0 6-2 16,-5 6-13-16,0 0-30 16,-5 0-36-16,5 14-39 0,2 1-54 15,5 6-48-15,7-3-110 16,8-1-212-16</inkml:trace>
  <inkml:trace contextRef="#ctx0" brushRef="#br0" timeOffset="-178017.46">11229 14784 261 0,'0'0'201'15,"0"0"-76"-15,0 0 30 16,0 0 74-16,0 0-23 16,0 0-53-16,0 0-48 15,144 5-33-15,-110-14-45 16,-1 6-16-16,-2 0-11 16,-2 1-30-16,-2 1-75 15,-2 1-83-15,-7-5-125 0,-7 0-72 0</inkml:trace>
  <inkml:trace contextRef="#ctx0" brushRef="#br0" timeOffset="-177749.55">11311 14879 33 0,'0'0'238'0,"0"0"60"16,0 0-57-16,0 0-10 16,0 0-68-16,0 0-12 0,0 0-15 15,143 32-32-15,-107-32-56 16,-3 0-29-16,-2 0-19 16,-2 0-6-16,0 0-83 15,13-24-100-15,-5 2-213 16,-6-5-469-16</inkml:trace>
  <inkml:trace contextRef="#ctx0" brushRef="#br0" timeOffset="-177133.42">12325 14512 162 0,'0'0'122'0,"0"0"-48"16,0 0 44-16,0 0 25 15,0 0-10-15,0 0-22 16,-75 117-27-16,48-92-41 16,-2 4-28-16,0 0-2 15,2-5-7-15,2-2-6 16,6-1-26-16,3-6-25 16,5-2-34-16,2-8 14 15,6-1 27-15,3-4 29 16,0 0 15-16,0 0 44 0,3 0 33 15,8 0-31-15,9-5-30 16,4 1 4-16,10-5 21 16,6 5 2-16,9-1 5 15,4-1-2-15,3 0-8 16,-4 0-17-16,-6 1-21 16,-8 1-14-16,-11 3-37 15,-5-3-17-15,-9-5-37 16,-5 0-79-16,-6 0-61 0</inkml:trace>
  <inkml:trace contextRef="#ctx0" brushRef="#br0" timeOffset="-176816.26">12341 14516 25 0,'0'0'334'0,"0"0"18"15,0 0-103-15,0 0-24 16,0 0-101-16,0 0-116 16,0 0 2-16,7 23-10 15,5 8 31-15,2 3-8 16,1 8 2-16,-1 2-5 16,-1 2-1-16,-4-3-12 15,1-4 0-15,-6-2-5 16,0-5 7-16,1-10-9 15,-3-4 8-15,2-6-8 0,-2-2 0 16,3-8-23-16,2-2-51 16,8 0-38-16,3-6-89 15,-3-6-153-15</inkml:trace>
  <inkml:trace contextRef="#ctx0" brushRef="#br0" timeOffset="-176399.91">12684 14506 38 0,'0'0'82'0,"0"0"143"15,0 0-130-15,0 0-14 16,0 0-5-16,-78 108-34 16,73-83 2-16,5 0 3 15,0 1 2-15,0-8 2 16,14-4 2-16,10-3 21 16,5-10 4-16,4-1-19 15,2 0-31-15,-2-7-9 16,-4-8-8-16,-5-7-1 15,-6 0 15-15,-7-5 13 16,-5 2 18-16,-6 0-1 16,0 4-26-16,0-2-9 0,-19 6 1 15,-4 5-21-15,-4 6-5 16,0 6-48-16,2 0-76 16,-8 16-85-16,12 3-129 15</inkml:trace>
  <inkml:trace contextRef="#ctx0" brushRef="#br0" timeOffset="-175967.46">12678 14748 204 0,'0'0'184'0,"0"0"-74"15,0 0 10-15,0 0-35 16,-25 117-27-16,25-94-11 16,0 0-6-16,13-3 16 15,5-6-3-15,7-1-4 16,-2-5-3-16,4-6-10 15,0-2 1-15,0 0 0 16,-2 0 1-16,-6-9 3 0,-1-5 13 16,-1-4 10-1,-5-4-11-15,-3-2 17 0,-5-2 15 16,-4 0-12-16,0-1-25 16,0 4-17-16,-2 1-14 15,-11 4 5-15,-3 1-15 16,-1 7-8-16,-3 0-69 15,4 8-85-15,-4 2-87 16,7 0-172-16,6 0-229 0</inkml:trace>
  <inkml:trace contextRef="#ctx0" brushRef="#br0" timeOffset="-175716.25">13114 14818 906 0,'0'0'279'16,"0"0"-153"-16,0 0-94 15,0 0-32-15,0 0-143 16,0 0-210-16,0 0-483 0</inkml:trace>
  <inkml:trace contextRef="#ctx0" brushRef="#br0" timeOffset="-175350.94">13154 14526 299 0,'0'0'248'16,"0"0"-53"-16,0 0-19 15,0 0 3-15,0 0-41 16,0 0-18-16,136-2-16 16,-89-4-27-16,0 4-29 15,-1-2-14-15,-4 0-24 16,-3 4-10-16,-10 0-31 15,-5 0-73-15,-11 0-123 16,-8 0-162-16,-5 0-183 0</inkml:trace>
  <inkml:trace contextRef="#ctx0" brushRef="#br0" timeOffset="-174901.44">13290 14526 336 0,'0'0'233'0,"0"0"-145"16,0 0-38-16,0 0-2 15,0 0-8-15,0 0-11 16,0 0 16-16,-29 65-15 16,29-59 19-16,13 1 9 15,6 3 1-15,4-6-5 0,6 2-14 16,0 3-21-1,2-6-9-15,-1 2-9 0,-4 4 0 16,-1-1-1-16,-2 6 0 16,-4-3-7-16,-3 4-12 15,-5 3-11-15,-7 2-11 16,-2 2 11-16,-2 0 4 16,0-1 26-16,-4-4 1 15,-11-1 7-15,-3-3 19 16,-5-3 27-16,2-2 5 15,-4-8 10-15,2 0-5 16,4 0-10-16,-1 0-8 0,3 0-17 16,2-6-11-1,7-6-12-15,-2-1-6 0,8 3-9 16,2-3-72-16,6-9-106 16,15 5-103-16,1 2-275 0</inkml:trace>
  <inkml:trace contextRef="#ctx0" brushRef="#br0" timeOffset="-174484.01">13704 14562 46 0,'0'0'71'16,"0"0"205"-16,0 0-132 0,0 0-42 16,0 0-6-16,-60 106-20 15,60-80-27-15,0 7-11 16,0-8-4-16,2-5 5 16,14-3 2-16,4-4 21 15,2-4 9-15,3-8 13 16,0-1-23-16,-2 0-16 15,0-1-11-15,-5-12-6 16,0-1 0-16,-5 1 8 16,-4-10 3-16,-2 2 9 15,-7-4 2-15,0-3-10 0,0 4-6 16,-3-6-2 0,-12 3-1-16,-5 4-4 0,-5 5-25 15,3 6-2-15,-2 6-30 16,6 6-80-16,3 0-114 15,5 6-172-15,4 6-158 0</inkml:trace>
  <inkml:trace contextRef="#ctx0" brushRef="#br0" timeOffset="-174000.68">13985 14476 273 0,'0'0'205'16,"0"0"-93"-16,0 0-34 15,0 0-33-15,0 0-23 16,0 0 22-16,-89 121 5 16,84-85-2-16,5-5-17 15,0-1-7-15,0-2-6 16,9-6 8-16,9-4-2 0,3-6 3 16,2-6 19-16,2-3-3 15,2-3 13-15,-2 0 6 16,-1-9-2-16,-4-7 6 15,-2-2 2-15,-5-4-19 16,-1-2-3-16,-6 2 1 16,-6-6-12-16,0 0-9 15,0 3-1-15,-4 0-23 16,-12 0 12-16,-1 6-4 16,-4 3-9-16,1 3-35 15,3 10-94-15,-4 3-100 16,6 0-163-16,3 3-216 0</inkml:trace>
  <inkml:trace contextRef="#ctx0" brushRef="#br0" timeOffset="-173534">14153 14476 25 0,'0'0'43'0,"0"0"269"16,0 0-99-16,0 0-74 16,0 0 21-16,0 0 9 15,0 0-27-15,102 86-36 16,-65-57-54-16,1 0-12 0,-5-3-2 15,1 0-6 1,-5-8 0-16,-2-4 1 0,-7-2-12 16,-5-6-8-1,-3-1-12-15,-3-5 1 0,-7 3-2 16,2-3-60-16,-2 0-78 16,-2-3-143-16,0-6-246 0</inkml:trace>
  <inkml:trace contextRef="#ctx0" brushRef="#br0" timeOffset="-173184.52">14377 14426 46 0,'0'0'584'0,"0"0"-395"15,0 0-56-15,0 0-65 16,0 0-32-16,0 0 33 16,0 0 6-16,-62 110-25 15,46-63-8-15,1 3-2 16,-1-4-14-16,1-3-10 16,1-4-6-16,1-10-8 15,2-4-1-15,4-10 12 16,0-4 5-16,5-5 2 15,2-2-7-15,0-4-3 16,0 1-8-16,0-1-2 0,0 0-23 16,0 0-70-1,-4 0-78-15,-1-1-159 16,-1-9-449-16</inkml:trace>
  <inkml:trace contextRef="#ctx0" brushRef="#br0" timeOffset="-170083.91">14673 14654 222 0,'0'0'244'16,"0"0"-56"-16,0 0-34 15,0 0-57-15,0 0-36 16,0 0-8-16,0 0 11 15,-11 2 14-15,11-2 10 16,2 2 6-16,10 0-5 16,3 2 26-16,10 0 11 15,6-4-28-15,9 0-26 16,7 0-8-16,-3 0-7 16,-4 0-14-16,-5 0-14 15,-14 0-12-15,-7 0-5 16,-7 0 3-16,-5 0-9 15,-2 0-1-15,0 0-5 0,0 0-53 16,0 0-70 0,4 0-82-16,0-6-118 0,-2 0-307 0</inkml:trace>
  <inkml:trace contextRef="#ctx0" brushRef="#br0" timeOffset="-169415.93">15342 14512 390 0,'0'0'265'0,"0"0"-66"16,0 0-14-16,0 0-21 16,0 0-37-16,0 0-25 15,0 0-25-15,60-90 1 16,-37 82-2-16,-4 8-26 0,1 0-20 15,3 0-12 1,2 0-12-16,-2 16-5 0,0 3 0 16,-1 8-1-16,-4-1-1 15,-9 6-1-15,-6 0-7 16,-3-1 2-16,-5 5 7 16,-15-5 12-16,-5 1-11 15,-4-1-1-15,0-10-3 16,5 2-27-16,0-10-11 15,5-3 3-15,6-3 12 16,4-1 5-16,4-6 4 16,1 0 7-16,4 0 9 15,0 0 1-15,0 0 10 16,0 0-10-16,9 0-19 16,7 0 6-16,4-6 4 0,2-2 9 15,5 4 6 1,0-5 1-16,-1 6 11 0,-1-2 11 15,0 4 9-15,-4-4-5 16,0 0-9-16,-3 2-10 16,-3-1-4-16,-4 2-4 15,1-2-6-15,-6 0-10 16,5-7-59-16,-1-1-117 16,-4-1-312-16</inkml:trace>
  <inkml:trace contextRef="#ctx0" brushRef="#br0" timeOffset="-169183.85">15886 14714 625 0,'0'0'247'0,"0"0"-120"16,0 0-82-16,0 0-45 15,0 0-81-15,0 0-200 0</inkml:trace>
  <inkml:trace contextRef="#ctx0" brushRef="#br0" timeOffset="-168799.13">15969 14402 345 0,'0'0'258'0,"0"0"-98"16,0 0-25-16,0 0-18 15,0 0 13-15,0 0 15 16,0 0-12-16,42-6-12 15,-7 1-46-15,5 0-19 16,1 1-17-16,-4-1-21 16,-1 5-17-16,-9 0-1 15,-5 0-26-15,-5 0-83 16,-8 0-95-16,-4 5-112 0,-5 0-185 16</inkml:trace>
  <inkml:trace contextRef="#ctx0" brushRef="#br0" timeOffset="-168349.32">15992 14414 45 0,'0'0'234'0,"0"0"-47"16,0 0-58-16,0 0 15 15,0 0-46-15,0 0-21 16,0 0-11-16,-29 92 6 15,29-82-18-15,6-4 2 16,9-2 9-16,5 0 1 16,4 0-23-16,5-4-4 0,0 0-11 15,2 0-18 1,-2 0-1-16,-2 0-9 0,-5 0 0 16,-1 2 0-16,-4 3-1 15,-3 1-5-15,-1 5 5 16,-4 1-12-16,-3 1 3 15,-3 4-5-15,-3 1 1 16,0 3 2-16,-7-2 12 16,-10 2 13-16,-4-4-6 15,-1-1 2-15,0-1-2 16,-1-9-6-16,3 0 5 16,3-6 7-16,1 0 3 0,3 0-4 15,-1 0-11-15,3-3-1 16,5-3-9-16,6-6-56 15,0-12-89-15,17 2-142 16,3 2-75-16</inkml:trace>
  <inkml:trace contextRef="#ctx0" brushRef="#br0" timeOffset="-167933.74">16354 14436 323 0,'0'0'205'16,"0"0"-79"-16,0 0 37 0,0 0-59 16,-40 116-26-16,40-89-16 15,0 4-4-15,6-7-25 16,11-2-17-16,6-4 19 15,0-2-11-15,1-10 7 16,3-2-9-16,-3-4 14 16,1 0-3-16,-3 0-13 15,-1-9-2-15,-6-5-2 16,-1-7 0-16,-6 1-10 16,-1-6 8-16,-5 0 21 15,-2-2 11-15,0-2 4 16,-2 0 2-16,-17 2-12 0,-2 3-13 15,-4 5-19-15,0 6-8 16,1 4-11-16,2 8-48 16,2 2-91-16,1 0-104 15,7 8-138-15,3 5-226 0</inkml:trace>
  <inkml:trace contextRef="#ctx0" brushRef="#br0" timeOffset="-167467.47">16674 14399 466 0,'0'0'176'16,"0"0"-49"-16,0 0-49 16,0 0-32-16,0 0-21 15,0 0 1-15,-65 113-9 16,65-84 5-16,0 4-22 16,10-10 8-16,7-2 3 15,4-3 7-15,1-4 18 16,0-10 13-16,0-2 9 15,1-2 8-15,-2 0-18 0,0-2-16 16,-1-11 9-16,-2 1-1 16,-5-7 20-16,-2 0 2 15,-2-2-2-15,-6-8 1 16,-3 4-10-16,0-7-15 16,-5 3 5-16,-15 4-1 15,-4 3-28-15,-3 4-12 16,-2 5-13-16,0 9-29 15,6 0-63-15,4 4-96 16,5 0-123-16,7 10-216 0</inkml:trace>
  <inkml:trace contextRef="#ctx0" brushRef="#br0" timeOffset="-167083.24">16960 14369 103 0,'0'0'46'0,"0"0"446"15,0 0-251 1,0 0-86-16,0 0-60 0,0 0-45 16,0 0 5-16,40 28 56 15,-9-6-22-15,2 5-30 16,1 3-17-16,-1-3-20 16,-6 4-13-16,-3-5-8 15,-5-2 6-15,-6-4-7 16,-3-6-21-16,-2 1-34 15,-4-8-21-15,0-3-23 16,1-2-53-16,-1-2-72 16,-2-7-40-16,0-8-374 0</inkml:trace>
  <inkml:trace contextRef="#ctx0" brushRef="#br0" timeOffset="-166801.21">17111 14319 388 0,'0'0'302'0,"0"0"-171"16,0 0-2-16,0 0-11 16,0 0-12-16,-74 118-9 15,59-73-26-15,1 1-16 16,1-4 0-16,2-6-20 0,0-3-10 15,4-8-11 1,1-5-6-16,2-4-6 0,0-4-2 16,2-3-14-16,2-3-70 15,0-6-90-15,0 0-124 16,0 0-215-16</inkml:trace>
  <inkml:trace contextRef="#ctx0" brushRef="#br0" timeOffset="-163150.42">17525 14560 15 0,'0'0'95'16,"0"0"9"-16,0 0-64 15,0 0-8-15,0 0 4 16,0 0 0-16,0 0 16 16,-66 37 6-16,59-34 9 0,3-1 10 15,1-2 17-15,1 2 21 16,0-2-14-16,2 0-23 15,-3 0-21-15,3 0-4 16,0 0-1-16,0 0-4 16,0 0 4-16,0 0 8 15,0 0 5-15,12 0 2 16,3 0-15-16,8 0 2 16,4 0 11-16,0 0-4 15,-2-2-21-15,-2 2-14 16,-3-2 5-16,-5 2-1 15,-3 0 0-15,-5 0-7 16,-3 0-7-16,-4 0-7 16,0 0-8-16,0 0 7 15,0 0-8-15,0-3-19 0,0 3-35 16,2 0-42 0,7-6-66-16,0 1-152 0,0 2-270 0</inkml:trace>
  <inkml:trace contextRef="#ctx0" brushRef="#br0" timeOffset="-162400.66">18286 14285 7 0,'0'0'326'0,"0"0"-124"16,0 0-93-16,0 0-10 16,-125 38-37-16,100-18-20 15,3 5 6-15,-1 3 14 16,4 2-27-16,2 2-15 16,5 0-4-16,5 2-3 15,5 0-12-15,2-1 0 16,0 0 0-16,17-5-1 0,8-1 12 15,2-8-5-15,4-5 2 16,0 1 1-16,0-12 23 16,-2-3 6-16,2 0 6 15,-4 0-22-15,2 0-4 16,-3-8-7-16,-1-2-1 16,-5 0 12-16,-5-2 22 15,-3 1 19-15,-5-4 17 16,-5 1 9-16,-2-2-7 15,0 0-23-15,-7 2-1 16,-11 1-29-16,-7-2-14 16,0 9-16-16,-9-2-1 15,-2 6-6-15,0 2-13 16,3 0-61-16,4 0-53 0,6 6-111 16,8 2-160-16,9 1-180 15</inkml:trace>
  <inkml:trace contextRef="#ctx0" brushRef="#br0" timeOffset="-162116.34">18566 14285 358 0,'0'0'290'16,"0"0"22"-16,0 0-92 15,0 0-33-15,0 0-126 16,0 0-55-16,0 0-6 16,44 70 6-16,-36-38 3 15,-6 3-8-15,0-4-1 16,2-7-35-16,5-2-143 15,2-5-164-15,1-11-353 0</inkml:trace>
  <inkml:trace contextRef="#ctx0" brushRef="#br0" timeOffset="-161483.95">19003 14337 313 0,'0'0'271'0,"0"0"-96"16,0 0-48-16,0 0-50 0,-119-12-27 15,88 12-28 1,2 8-9-16,4 11-6 0,4 2-1 16,3 5-6-16,9 2-1 15,7 0-20-15,2-1-65 16,2-3-31-16,17-6 8 16,8-6 44-16,0-5 25 15,0-7-22-15,-2 0 36 16,-3 0 19-16,-2-9 7 15,-2-5 1-15,-5-3-1 16,-3 0 19-16,-4-3 57 16,-4 0 34-16,-2 0 30 15,0-3-3-15,0 2 5 16,0 0 22-16,0 6-29 16,0 2-16-16,0 5-8 15,0 4-25-15,0 4-31 0,0 0-55 16,0 0-10-16,0 6-46 15,0 14 29-15,0 10 26 16,9 7 1-16,-1 2 2 16,0 5-2-16,-2-2-16 15,-1-5-6-15,-1 1-3 16,-2-12-6-16,2-2 1 16,-1-5-7-16,2-11-18 15,-3 1-15-15,2-5-2 16,1-4-53-16,5 0-79 15,-2 0-82-15,1-8-90 0</inkml:trace>
  <inkml:trace contextRef="#ctx0" brushRef="#br0" timeOffset="-161017.02">19223 14405 492 0,'0'0'187'0,"0"0"-71"0,0 0-54 16,0 0-35-16,0 0-12 15,0 0-8-15,-89 129-6 16,89-101-1-16,0-4 0 16,2-4 0-16,16-2 2 15,7-6 31-15,2-4 26 16,4-6-8-16,2-2 17 16,1 0 0-16,-1-10-3 15,-4-6 6-15,0-4 13 16,-7-1-16-16,-2-6 5 15,-8 1 16-15,-6-4-10 16,-4 0-2-16,-2 1-24 16,0 0-14-16,-13 4-18 0,-7 6-12 15,-5 7-9 1,-4 3-21-16,0 9-75 0,2 0-6 16,5 4-59-16,5 18-61 15,5-1-105-15,3-2-83 0</inkml:trace>
  <inkml:trace contextRef="#ctx0" brushRef="#br0" timeOffset="-160551.45">19542 14364 5 0,'0'0'7'16,"0"0"277"-16,0 0-167 16,0 0-51-16,0 0-20 15,-58 108-24-15,58-77-21 16,0 5 19-16,5-5 0 15,14-5 24-15,8-4 10 16,0-4 0-16,2-8-27 16,-2-6 38-16,2-4 12 15,-2 0 44-15,-3-10 8 0,0-8-41 16,-1-4-21 0,-7-2 8-16,-3 0-11 0,-7-8-3 15,-6-2-3-15,0 1 12 16,0-6 5-16,-13 2-17 15,-7 1-19-15,-7 4-9 16,-2 10-9-16,-5 10-21 16,-1 12-60-16,2 0-67 15,-5 46-64-15,7-3-116 16,8-2-195-16</inkml:trace>
  <inkml:trace contextRef="#ctx0" brushRef="#br0" timeOffset="-160216.37">20035 14596 137 0,'0'0'214'0,"0"0"144"16,0 0-65-16,0 0-118 15,0 0-83-15,0 0-92 16,0 0-13-16,4-17-178 16,0 2-207-16</inkml:trace>
  <inkml:trace contextRef="#ctx0" brushRef="#br0" timeOffset="-159734.36">20141 14355 235 0,'0'0'243'15,"0"0"-93"-15,0 0-39 16,0 0-20-16,-120 32-32 16,99-10-33-16,6 5-16 15,7 5-10-15,8-1 7 16,0 4-5-16,2-5 8 0,19-5-3 16,6-4 6-1,4-9 13-15,8-5 10 0,1-7 18 16,4 0 1-16,-1-2 11 15,-1-15 2-15,-2-2-10 16,-7-6 0-16,-6-1 21 16,-9-2 17-16,-5-2-9 15,-5 1-21-15,-8-1-5 16,0 3-27-16,-10 0-8 16,-15 5-20-16,-6 4-6 15,-7 8-32-15,3 6-42 16,2 4-58-16,-1 10-107 15,12 11-141-15,9 2-116 0</inkml:trace>
  <inkml:trace contextRef="#ctx0" brushRef="#br0" timeOffset="-159334.31">20430 14365 296 0,'0'0'173'0,"0"0"-111"16,0 0-6-16,-50 112-28 16,50-71-18-1,0-3-9-15,6-3-1 0,19-6-16 16,6-9-24-16,0-8 21 15,5-8 19-15,-1-4 42 16,1 0 31-16,-3-15 40 16,-4-6 53-16,-4-3-7 15,-9-2 22-15,-5-4-22 16,-7-4-29-16,-4 4-34 16,0-6-16-16,0 10-24 15,-17-2-30-15,-8 6-25 16,-6 4-1-16,0 9-10 0,-2 4-60 15,6 5-63 1,0 5-122-16,9 13-276 0,7 4-123 0</inkml:trace>
  <inkml:trace contextRef="#ctx0" brushRef="#br0" timeOffset="-158951.04">20887 14355 107 0,'0'0'387'16,"0"0"-219"-16,0 0-90 0,0 0-42 15,0 0-18 1,-85 117 2-16,83-77-13 0,2-5 2 15,0-2-3-15,23-7 25 16,6-5 4-16,4-9 26 16,7-7-3-16,3-5-14 15,-1 0-2-15,1-5 18 16,-5-14 44-16,-3-5 47 16,-6-6 16-16,-6-2-26 15,-6-9-20-15,-5-5-24 16,-6 2-3-16,-2-1-24 15,-4 3-23-15,0 7-36 16,-2 7-11-16,-18 8-55 16,-26 8-122-16,5 7-133 15,-3 5-306-15</inkml:trace>
  <inkml:trace contextRef="#ctx0" brushRef="#br0" timeOffset="-157000.2">14402 14185 22 0,'0'0'0'0,"0"0"-18"16,0 0 18-16,0 0 197 16,0 0-63-16,0 0-54 15,0 0-17-15,0 0 11 16,0 0 4-16,0 0-26 16,11 0-9-16,4 0-1 15,8-7-13-15,1 6-9 16,7-5-7-16,7 1-2 15,5 3 7-15,5-1 11 0,6 1-5 16,2 2 5 0,0 0-14-16,-3 0-15 15,3 0 2-15,-3 10-2 0,1 2 6 16,-1 0-6-16,-2 3 0 16,1-4 0-16,-6 1-1 15,-3-4-17-15,-5 0 1 16,-9-2 16-16,-4-1 1 15,-6 1 0-15,-5-4 1 16,-5 3-1-16,-3-1-1 16,-2 0-5-16,-2-2-2 15,-2 2-4-15,0-2 11 16,0 0 0-16,0-2-4 0,0 0 5 16,0 0 33-1,0 0 25-15,0 0-26 0,-2 0-32 16,-6 0-65-1,-3-4-244-15</inkml:trace>
  <inkml:trace contextRef="#ctx0" brushRef="#br0" timeOffset="-155151.39">10675 15804 279 0,'0'0'365'0,"0"0"-136"0,0 0-102 15,0 0-47-15,0 0-32 16,0 0-27-16,0 0 2 16,-17 31 48-16,11-10 24 15,0 10-29-15,1-3-32 16,2 6-14-16,3 3-7 16,0-5-12-16,0 2-1 15,18-7 0-15,3-4 8 16,6-1 2-16,-2-12-8 15,4-2 4-15,1-8 4 16,-4 0 7-16,-1 0 4 16,-2 0 2-16,-2-11 10 15,-3 0 1-15,1-3-2 0,-6-5 4 16,0 2 7 0,-4-5 11-16,-2-4 4 0,-5 2-12 15,-2-2 8-15,0 0 16 16,0 3-16-16,-2-4-14 15,-11 4-15-15,-6-2 3 16,-1 6-12-16,1-4-14 16,-4 10-2-16,1 1-1 15,-1 8-19-15,1 4-85 16,-2 0-47-16,3 8-31 16,-3 13-82-16,9-2-253 15,4-1-145-15</inkml:trace>
  <inkml:trace contextRef="#ctx0" brushRef="#br0" timeOffset="-154500.95">11178 15905 146 0,'0'0'327'15,"0"0"-78"-15,0 0-53 16,0 0-66-16,0 0-43 16,0 0-6-16,0 0-16 15,127 0-3-15,-78-7-5 16,-3 1-24-16,-3 1-21 16,-9 5-12-16,-5-4-13 15,-8 4-49-15,2-2-86 16,-7 2-114-16,-5-2-129 0</inkml:trace>
  <inkml:trace contextRef="#ctx0" brushRef="#br0" timeOffset="-154233.49">11282 16026 245 0,'0'0'243'16,"0"0"-12"-16,0 0 34 0,0 0-22 16,0 0-38-1,156 8-35-15,-111-12-21 0,-3-4-41 16,-1 2-42-16,-8-2-34 16,-2 4-32-16,-7-2-7 15,-1 1-64-15,1 2-68 16,16-15-88-16,-4 4-147 15,-3 2-379-15</inkml:trace>
  <inkml:trace contextRef="#ctx0" brushRef="#br0" timeOffset="-148300.45">12225 15673 15 0,'0'0'10'0,"0"0"267"16,0 0 36-16,0 0-3 15,0 0-61-15,0 0-59 16,81-32-57-16,-81 32-62 15,0 0-71-15,0 10 0 16,-10 4 0-16,-3 8 24 16,-3 3 12-16,-1 6 2 15,-6-3-23-15,-4 0-4 0,0 2-1 16,1-7-1-16,2-2-8 16,1 2-1-16,5-6-27 15,7-3-24-15,3-5-13 16,3 1-15-16,2-7 7 15,3-3 24-15,0 0 32 16,0 0 16-16,0 0 1 16,0 0 6-16,0 0-5 15,0 0 4-15,8 0-6 16,2 0-9-16,6 0 9 16,4 0-1-16,5 0-1 15,4-3 2-15,0 3 6 16,2-6 18-16,-2 2-9 15,-4-1-9-15,-4 1-6 0,2 0 0 16,-3-1-16-16,-1 0-20 16,2-3-31-16,-5 2-33 15,-3-1-30-15,-11-6-32 16,-2 3-88-16,0-3-288 0</inkml:trace>
  <inkml:trace contextRef="#ctx0" brushRef="#br0" timeOffset="-147966.4">12250 15727 622 0,'0'0'264'16,"0"0"-11"-16,0 0-18 0,0 0-77 16,0 0-46-1,0 0-27-15,0 0-27 0,-2-46-32 16,2 46-26-16,0 10-32 15,0 11 16-15,4 4 16 16,7 9 21-16,0 1-11 16,0 1 0-16,-2-1-8 15,3-3-1-15,-6-1 0 16,3-8 2-16,-5 0-2 16,2-11 1-16,0 2-1 15,-4-8-1-15,2-2 1 16,1 0-1-16,-3 0-19 15,2-4-74-15,0 0-76 16,4 0-120-16,-4 0-108 16,0-8-392-16</inkml:trace>
  <inkml:trace contextRef="#ctx0" brushRef="#br0" timeOffset="-147417.05">12579 15651 22 0,'0'0'39'16,"0"0"248"-16,0 0-95 15,0 0-81-15,0 0-3 16,0 0-5-16,0 0-31 16,-111 53-22-16,97-30-8 15,1 4-21-15,4 2-13 16,5 3 1-16,1 1-8 16,3-2-1-16,0 3-1 15,7-7 1-15,13 1 1 16,5-6 8-16,1-8 5 15,6-2-7-15,1-2-1 16,-2-10 7-16,0 0-4 0,-2 0 14 16,-4 0 0-16,-2-10 2 15,-8-2 17-15,-1 1 13 16,-6-2 0-16,-3 1 9 16,-3-1 7-16,-2 4-7 15,0-6-15-15,-5 2 8 16,-11 0 0-16,-3 0-22 15,-8 0-10-15,-2 7 1 16,-2 2-16-16,-5 4-10 16,3 0-9-16,2 4-13 15,6 6-66-15,9 5-79 16,16 0-119-16,0-1-98 16,0-5-224-16</inkml:trace>
  <inkml:trace contextRef="#ctx0" brushRef="#br0" timeOffset="-147234.37">12940 15958 221 0,'0'0'573'15,"0"0"-395"-15,0 0-123 16,0 0-55-16,0 0-75 15,0 0-194-15,0 0-324 0</inkml:trace>
  <inkml:trace contextRef="#ctx0" brushRef="#br0" timeOffset="-146750.92">13098 15743 198 0,'0'0'324'16,"0"0"-152"-16,0 0-65 15,0 0-49-15,0 0-34 16,-118 72-9-16,107-39-14 0,7-6 0 15,4 7 0-15,0-7-1 16,15 0 15-16,9-4 16 16,8-1 3-16,3-8-11 15,-1-2-15-15,2-9 4 16,-5-3-3-16,-2 0 9 16,-2 0 23-16,-5-7 23 15,0-11 1-15,-4-1-7 16,-5-1-15-16,-2 1 8 15,-3-4 23-15,-6 1 4 16,-2-6 2-16,0 2-19 16,-8 0-17-16,-11-1 7 0,-6 0-23 15,-4 6-13-15,-4 2-15 16,-3 2-2-16,3 11-15 16,2 6-87-16,6 0-60 15,7 19-108-15,7 4-118 16,9 0-156-16</inkml:trace>
  <inkml:trace contextRef="#ctx0" brushRef="#br0" timeOffset="-146267.86">13415 15789 202 0,'0'0'137'0,"0"0"-88"15,0 0-14-15,0 0-16 16,-33 113-9-16,33-84-2 16,0-5 11-16,6 1 4 15,14-6-1-15,2-5 14 0,3-5 12 16,2-5 11-16,0-4 14 16,2 0 44-16,-3-13-4 15,-2-2-12-15,-3-3-17 16,-6-3 7-16,-1-2 6 15,-8 0-18-15,-4-3 6 16,-2 0-15-16,0 0-23 16,-4 2-11-16,-16 2-10 15,-4 4-10-15,-5 6-15 16,-4 7-1-16,-2 5-48 16,6 0-83-16,-2 12-133 15,12 3-239-15,5 2-132 0</inkml:trace>
  <inkml:trace contextRef="#ctx0" brushRef="#br0" timeOffset="-145834.16">13744 15735 77 0,'0'0'199'0,"0"0"-6"15,0 0-105-15,0 0-13 0,0 0-23 16,-62 121-17-16,62-90-22 16,0-3 14-16,16 3 15 15,5-5 72-15,8-5-34 16,0-2-44-16,3-5-23 15,-1-10-3-15,-4 0-4 16,-3-4 1-16,-1 0 48 16,-4-12 53-16,0-6 39 15,-6-9-9-15,-2 4-13 16,-6-8-14-16,-5 0-25 16,0-5-23-16,0 5-16 15,-13-5-30-15,-8 6-5 16,-3 2-6-16,-3 6-6 0,-2 8-53 15,4 6-67-15,3 8-97 16,4 0-162-16,12 8-313 16</inkml:trace>
  <inkml:trace contextRef="#ctx0" brushRef="#br0" timeOffset="-145448.3">14008 15662 234 0,'0'0'179'15,"0"0"1"-15,0 0 18 16,0 0-31-16,0 0-73 16,137 131-34-16,-103-108 5 15,-1 0-12-15,-4-6-18 16,0 0-2-16,-4-9-5 15,-5 3-18-15,-5-7-3 0,-3-2-7 16,-3-2-5 0,-3 0-30-16,-2 0-75 0,1 0-106 15,-2-6-156-15</inkml:trace>
  <inkml:trace contextRef="#ctx0" brushRef="#br0" timeOffset="-145167.58">14219 15621 116 0,'0'0'399'0,"0"0"-174"16,0 0-122-16,0 0 15 0,0 0 14 15,-43 118-37-15,30-72-22 16,-5 2 4-16,3-4-28 15,-3-3 3-15,1-5-13 16,1-13-8-16,5-4-12 16,1-3-11-16,6-6 1 15,4-6-9-15,0-4-51 16,9 0-153-16,9 0-307 0</inkml:trace>
  <inkml:trace contextRef="#ctx0" brushRef="#br0" timeOffset="-144434.41">14939 15739 237 0,'0'0'294'0,"0"0"-64"15,0 0-46-15,0 0-42 16,0 0-44-16,0 0-25 16,0 0-11-16,-63 0 2 15,63 0 6-15,0 0 7 16,0 0-2-16,5 0-11 0,17 2-13 16,14 2 34-1,13-4 6-15,6 0-30 0,1 0-22 16,-7 0-23-16,-11 0-9 15,-13 0 1-15,-10 0-7 16,-8-2-1-16,0 2-44 16,-1 0-91-16,15-2-155 15,-4 0-275-15,1 0-326 0</inkml:trace>
  <inkml:trace contextRef="#ctx0" brushRef="#br0" timeOffset="-143883.75">15678 15521 277 0,'0'0'204'15,"0"0"-83"-15,0 0-45 16,0 0-14-16,0 0-4 16,-114 84-22-16,99-52-23 15,1 8-1-15,6-1 4 16,3 1 14-16,5-3-17 15,0-1-12-15,7-10 8 0,13 0-2 16,3-5-1-16,6-5 21 16,-1-3 11-16,1-7-2 15,0-1-7-15,-2-5 13 16,0 0 27-16,-3 0-2 16,1-5-9-16,0-5-21 15,-6-4-15-15,-1-3 3 16,-5 2 14-16,-4-1 2 15,-4 3 33-15,-5-2 10 16,0 3-10-16,0-2-15 16,-14 2-11-16,-8 2-19 15,-6 2-14-15,-9 4-7 0,-2 4-8 16,-1 0 0 0,-1 0-1-16,8 12-45 0,9 3-82 15,10 6-73-15,10-7-92 16,4 2-116-16</inkml:trace>
  <inkml:trace contextRef="#ctx0" brushRef="#br0" timeOffset="-143550.36">15979 15547 10 0,'0'0'394'15,"0"0"-32"-15,0 0-170 16,0 0-109-16,0 0 37 15,0 0 16-15,0 0-55 16,42 94-27-16,-37-62-24 16,-5-4-17-16,0 2-4 15,0-7-9-15,0 0-22 16,0-7-171-16,0-7-368 0</inkml:trace>
  <inkml:trace contextRef="#ctx0" brushRef="#br0" timeOffset="-142934.15">16372 15618 559 0,'0'0'219'0,"0"0"-81"0,0 0-33 16,0 0-53-16,-114-13-32 16,87 13-10-16,-2 13-8 15,0 6-1-15,4 3 0 16,8 2-1-16,5 5-7 15,12-6-70-15,0 1-37 16,8-6-3-16,13-2 62 16,6-11 22-16,2-4 0 15,2-1 7-15,-2 0 17 16,-2-6 9-16,-2-8 9 0,-6-4-8 16,-3-2 21-16,-3-3 24 15,-3 4 36-15,-6-7 25 16,1 0 14-16,-3 3 1 15,-2 4 20-15,0 7 6 16,0 2-12-16,0 6-19 16,0 4-63-16,0 0-54 15,0 0-31-15,0 19-23 16,0 10 54-16,6 6 2 16,4 7 12-16,-4-1-2 15,1-1-11-15,-1 0 5 16,1-4-5-16,-2-5 5 15,-1-8-4-15,-2-2-1 16,1-11-1-16,-1-2 0 16,0-8-3-16,2 1-42 15,3-1-64-15,9 0-80 16,-3-1-111-16,1-7-284 0</inkml:trace>
  <inkml:trace contextRef="#ctx0" brushRef="#br0" timeOffset="-142498.52">16617 15633 247 0,'0'0'153'16,"0"0"-80"-16,0 0 10 16,-58 102-29-16,50-71-26 15,8 5-12-15,0-5-3 16,8-5 7-16,11-4-3 16,6-5-1-16,2-6 6 15,2-7 2-15,0-4 56 16,-2 0 14-16,0-4-3 0,-4-7 1 15,-2-8 7 1,-3-1-18-16,-5-2-19 0,-4 0 3 16,-5-4 18-16,-4-4-7 15,0 2-15-15,0 2-7 16,-17 0 6-16,-8 6-35 16,-6 4-25-16,-3 10-8 15,1 6-22-15,4 0-91 16,2 14-60-16,12 3-122 15,3 2-228-15</inkml:trace>
  <inkml:trace contextRef="#ctx0" brushRef="#br0" timeOffset="-142017.48">16924 15643 332 0,'0'0'229'0,"0"0"-135"16,0 0-17-16,0 0-15 15,0 0-28-15,-76 106-25 16,76-80 0-16,0 1-8 0,4-4 12 16,17 0-13-16,4-10-9 15,4-1 7-15,0-10 2 16,2-2 33-16,-2 0 40 16,2-2 47-16,-7-12 23 15,-2-2-42-15,-4-2 33 16,-5-3-22-16,-6-2-15 15,-3 1-14-15,-4-2-14 16,0 1-5-16,-2 2-11 16,-15-2-16-16,-8 6-21 15,-4 3-11-15,-4 1-5 16,2 7-8-16,1 6-36 16,4 0-71-16,5 0-66 15,10 9-59-15,7 5-109 16,4 0-197-16</inkml:trace>
  <inkml:trace contextRef="#ctx0" brushRef="#br0" timeOffset="-141799.25">17247 15829 134 0,'0'0'332'16,"0"0"12"-16,0 0-233 15,0 0-111-15,0 0-49 16,0 0-257-16</inkml:trace>
  <inkml:trace contextRef="#ctx0" brushRef="#br0" timeOffset="-141285.03">17476 15611 195 0,'0'0'261'16,"0"0"-102"-16,0 0-44 16,0 0-21-16,-127 18-22 15,103 4-37-15,6 0-25 16,2 4-2-16,10 2-8 15,6-1 0-15,0 0 12 16,9-2 22-16,15 2 22 16,7-5-8-16,2-8-11 15,4-8-6-15,-2-4 9 0,1-2 2 16,-1 0 3-16,1-8-4 16,-5-13 4-1,-4-2 23-15,-7-4 7 0,-7-5-8 16,-6 3-19-16,-7-3-4 15,0 4-6-15,-9-2-9 16,-16 6-16-16,-8 3-5 16,-9 6-8-16,-3 7-6 15,-3 3-19-15,-2 5-107 16,0 13-127-16,11 11-283 16,17-2-264-16</inkml:trace>
  <inkml:trace contextRef="#ctx0" brushRef="#br0" timeOffset="-140884.24">17657 15606 576 0,'0'0'217'0,"0"0"-116"16,0 0-42-16,0 0-29 16,0 0-21-16,0 0-9 15,-86 129 0-15,86-108 6 0,12 0 12 16,13 0 3 0,4-13 11-16,0 1 0 0,2-9 11 15,-2 0 5-15,-3 0 19 16,1-9-5-16,-4-4-2 15,-5-5-10-15,-5-1 10 16,-4 0 4-16,-7-2-10 16,-2 0-9-16,0 3-7 15,-15-4-9-15,-12 4-17 16,-7-1-12-16,-3 2-1 16,1 9-8-16,5 3-22 15,11 5-125-15,6 9-128 16,12 5-223-16</inkml:trace>
  <inkml:trace contextRef="#ctx0" brushRef="#br0" timeOffset="-140467.47">17833 15598 286 0,'0'0'154'16,"0"0"-80"-16,0 0-2 0,0 0-17 16,-11 111-21-16,11-81-18 15,11-3-3-15,7-4-3 16,2-6-8-16,2-2 9 15,1-3-10-15,-2-12 17 16,4 0 6-16,-2 0 15 16,-1-4 48-16,0-14 33 15,0-4-23-15,-4-6 14 16,-5 2 30-16,-1-5-24 16,-5 0 4-16,-7 1-12 15,0 5-26-15,0 0-31 16,-21 3-29-16,-8-1-22 15,-6 5-1-15,-5 4-76 16,-22 2-83-16,10 2-169 16,8 10-408-16</inkml:trace>
  <inkml:trace contextRef="#ctx0" brushRef="#br0" timeOffset="-129001.34">10788 16768 2 0,'0'0'75'15,"0"0"411"-15,0 0-250 16,0 0-80-16,0 0-65 15,0 0-57-15,-80 0-13 16,68 0 2-16,-3 0 3 16,1 4 6-16,-1 10 15 15,-1 8-12-15,1 0-13 16,1 8-11-16,3 2 4 16,9 5-8-16,2-2-7 15,0-1 0-15,6-2-1 0,15-6-5 16,1-3 6-16,4-4 12 15,3 1 10-15,2-5-6 16,-2-6-2-16,-2-4-4 16,0-1 5-16,-4-4 2 15,-4 0 18-15,-1 0 7 16,1-9 0-16,-6-4-7 16,0-1 0-16,-4 1 15 15,-5 3 5-15,-1-3 8 16,-3 4 3-16,0-5 1 0,0 2-2 15,-9 2-24-15,-5-1-8 16,-1 0 5-16,-3 7-16 16,-5 0-21-16,-3 4-1 15,-3 0-12-15,-2 4 5 16,2 11-15-16,4 0-48 16,7 3-55-16,10 0-74 15,8 0-90-15,4-4-93 16,14-5-177-16</inkml:trace>
  <inkml:trace contextRef="#ctx0" brushRef="#br0" timeOffset="-128517.59">11011 16784 153 0,'0'0'186'0,"0"0"210"15,0 0-121-15,0 0-118 16,0 0-91-16,0 0-66 16,0 0-14-16,4 46 14 15,1-20 24-15,-1 2-12 16,-4-2 5-16,2 0 2 16,0-4-19-16,7-7-103 15,-2-7-139-15,2-3-142 0</inkml:trace>
  <inkml:trace contextRef="#ctx0" brushRef="#br0" timeOffset="-127617.97">11327 16754 245 0,'0'0'256'15,"0"0"-100"-15,0 0-2 16,0 0-56-16,0 0-28 15,-118 0-26-15,105 8-19 16,1 2-8-16,4 4-9 16,3 8-8-16,3 0-1 15,2 4 0-15,0-3 0 16,11-2-6-16,9-7 7 16,2 1 0-16,7-8 8 0,0-7-7 15,0 0 11-15,-2 0-12 16,-5-5 0-16,-4-6 7 15,-4-3-1-15,-4-5 3 16,-3 2 13-16,-5-1 22 16,-2 0 1-16,0-4 29 15,0 0 22-15,0 4 26 16,-4 4 7-16,-3 2-2 16,3 6-16-16,2 6-26 15,0 0-47-15,-1 0-38 16,3 3-40-16,0 17-17 0,0 10 48 15,7 11 8 1,6-1 1-16,5 4 1 0,0-4-1 16,0 0 1-16,-2-4 5 15,-3-3-5-15,-3-8 0 16,-2-2 1-16,-4-9-1 16,-2-5-1-16,0-5-16 15,1 1-39-15,1-5-51 16,5 0-40-16,-2-10-69 15,2-3-197-15</inkml:trace>
  <inkml:trace contextRef="#ctx0" brushRef="#br0" timeOffset="-127184.99">11659 16754 54 0,'0'0'164'16,"0"0"35"-16,0 0-115 16,-51 102-6-16,49-71-29 15,2-4-28-15,0 1-3 16,13-6 2-16,9-5 58 15,3-4 7-15,4-7 13 16,0-2-1-16,2-4-4 16,-4 0-8-16,-3-10-23 0,-2-8 2 15,-4 0-4-15,-2 0-5 16,-5-8 3-16,-6 4 28 16,-3-4-8-16,-2-3 0 15,0 4-5-15,-14 3-28 16,-6 4-23-16,-4 4-10 15,-3 5-12-15,-2 9-19 16,0 0-72-16,2 5-21 16,4 13-70-16,6 3-127 15,6-2-191-15,8-5-151 0</inkml:trace>
  <inkml:trace contextRef="#ctx0" brushRef="#br0" timeOffset="-126749.14">11899 16754 230 0,'0'0'165'0,"0"0"-97"15,0 0 0 1,-19 112-4-16,19-78-31 16,13-3 4-16,9 2 1 0,3-11-6 15,-1-8 17-15,3-6 27 16,-3-4 22-16,3-4 17 16,-4 0 22-16,-2-12-21 15,0-7-13-15,-7 2-3 16,-4-7 6-16,-3-2-14 15,-7-1-17-15,0 0-17 16,0-3-8-16,-2 2-3 16,-13 6-22-16,-4 4-5 15,-3 5-10-15,-3 4-10 16,1 5-9-16,0 4 9 16,1 0-69-16,6 0-45 0,3 7-64 15,10 12-56-15,4 3-59 16,4-4-74-16,10 0-357 15</inkml:trace>
  <inkml:trace contextRef="#ctx0" brushRef="#br0" timeOffset="-126517.99">12419 16931 506 0,'0'0'560'0,"0"0"-431"16,0 0-32-16,0 0-97 16,0 0-58-16,0 0-128 15,0 0-336-15</inkml:trace>
  <inkml:trace contextRef="#ctx0" brushRef="#br0" timeOffset="-125951.46">12454 16683 188 0,'0'0'210'0,"0"0"-109"0,0 0-3 15,0 0-24 1,-48 119-38-16,48-84-13 0,2-2-10 16,18-3 19-16,4-1 13 15,5-12-3-15,2 1-3 16,0-9 10-16,0-9 11 15,-2 0 10-15,0 0 17 16,0-9-16-16,-4-9-16 16,0-4-13-16,-8-2-5 15,-1-2 14-15,-9 0 10 16,-5-2-14-16,-2 1-2 16,0 6-19-16,-11-2-25 15,-9 10 8-15,-5-1 4 16,-4 1-13-16,-2 8-5 15,0 0-18-15,2 2-50 0,3 3-72 16,1 0-103-16,7 0-106 16,7 0-31-16</inkml:trace>
  <inkml:trace contextRef="#ctx0" brushRef="#br0" timeOffset="-125467.37">12857 16646 234 0,'0'0'231'0,"0"0"-120"15,0 0-35-15,0 0 4 16,-69 130-18-16,67-94-13 16,2-5-9-16,0 5-17 15,12-9-1-15,5-4 1 16,1-10 15-16,0-1-4 0,2-8 13 15,1-4 34-15,0 0 19 16,4 0-13-16,0-8-18 16,-3-11 1-16,0-2-9 15,-4-5 6-15,-3-6-15 16,-1 0-4-16,-8-2 5 16,-3 2 2-16,-3 4 5 15,0 6-41-15,-13-1-19 16,-10 11 0-16,-4 6-34 15,0 6-75-15,0 0-63 16,-2 0-82-16,6 6-110 16,7 6-141-16</inkml:trace>
  <inkml:trace contextRef="#ctx0" brushRef="#br0" timeOffset="-124951.49">13100 16646 264 0,'0'0'137'16,"0"0"-53"-16,0 0-3 16,-2 108-18-16,2-72-12 15,0 0 6-15,7-6 24 16,6-5-29-16,2 0-8 15,4-13 0-15,1-1 1 16,2-9-1-16,2-2 8 16,1 0 10-16,0 0 4 15,-3-17-6-15,0-1 2 16,-4-8 3-16,-3-2-1 0,-3-2-3 16,-3-2-18-16,-7 1 12 15,-2 4-6-15,0 1-9 16,-4 3-15-16,-17 5-8 15,0 5-17-15,-6 4-28 16,-2 3-87-16,-5 6-72 16,7 0-154-16,7 0-338 0</inkml:trace>
  <inkml:trace contextRef="#ctx0" brushRef="#br0" timeOffset="-124151.2">13836 16615 3 0,'0'0'95'0,"0"0"165"15,0 0-119-15,0 0-25 16,145 27-25-16,-101-27 5 16,1 0-10-16,-5 0 19 15,-5-5-37-15,-10-5-58 16,-7 6-10-16,-11-4-88 16,-7 4-129-16,0-1-146 0</inkml:trace>
  <inkml:trace contextRef="#ctx0" brushRef="#br0" timeOffset="-123914.21">13887 16754 228 0,'0'0'188'0,"0"0"2"16,0 0 97-16,0 0-3 15,0 0-38-15,0 0-32 16,133 18-54-16,-97-18-28 16,-3-4-31-16,-2-2-57 15,-1 2-35-15,-8 0-9 16,1-4-78-16,8-7-70 16,-4 6-109-16,-6-4-360 0</inkml:trace>
  <inkml:trace contextRef="#ctx0" brushRef="#br0" timeOffset="-123251.47">14754 16506 276 0,'0'0'193'16,"0"0"-72"-16,0 0-24 15,0 0-28-15,0 0-36 0,-98 123-18 16,73-97 5-16,-2 0 19 16,3-3-26-16,2-5-4 15,-3 0-9-15,5-4-25 16,3 0-52-16,3-6-15 16,5 0 5-16,7-8 37 15,2 0 22-15,0 0 28 16,0 0 48-16,4 0 14 15,7 0-3-15,3 0-3 16,3 0-8-16,6-4-18 16,6 4-5-16,4 0 15 15,7 0 17-15,3 0-5 16,-1 0-31-16,-1 0-10 0,-8 0-11 16,-7-4-37-16,-8 4-56 15,-5 0-19-15,-6-4-4 16,-7-6-38-16,0 2-333 15</inkml:trace>
  <inkml:trace contextRef="#ctx0" brushRef="#br0" timeOffset="-122951.3">14710 16583 234 0,'0'0'239'0,"0"0"-12"16,0 0 56-16,0 0-8 0,0 0-55 15,0 0-61 1,0 0-70-16,-23-44-45 0,23 44-44 16,0 9-50-16,0 14 29 15,9 7 21-15,5 6 8 16,1 0-7-16,1 4-1 16,-5 1 1-16,-1-2 1 15,2-6 4-15,-3-3 2 16,-1-7-8-16,2-6 0 15,-1-3-39-15,-1-6-57 16,4-2-68-16,3-6-73 16,1 0-84-16,-3 0-61 0</inkml:trace>
  <inkml:trace contextRef="#ctx0" brushRef="#br0" timeOffset="-122468.06">15097 16517 528 0,'0'0'138'0,"0"0"-45"15,0 0-1-15,0 0-23 16,0 0-12-16,-129 84 1 0,108-52-6 16,8-2-16-16,5 6-9 15,2 1-15-15,6-5-5 16,0 2 0-16,14-6-1 16,7-2-6-16,2-3 0 15,2-6-14-15,0-7 13 16,0-2 1-16,-6-8 0 15,1 0 13-15,1 0 28 16,-6 0-5-16,3-8 10 16,-5-6-15-16,-1 1 8 15,-6-4 6-15,-6-3 16 16,0 0 16-16,0 0 6 0,-11 2-7 16,-9 2-15-16,-7 2-29 15,-4 6-32-15,0 8 0 16,0 0-10-16,0 3-33 15,4 16-51-15,8 3-59 16,17 4-56-16,2-5-66 16,0-6-105-16</inkml:trace>
  <inkml:trace contextRef="#ctx0" brushRef="#br0" timeOffset="-122283.83">15371 16843 673 0,'0'0'299'0,"0"0"-166"16,0 0-133-16,0 0-55 16,0 0-215-16,0 0-261 0</inkml:trace>
  <inkml:trace contextRef="#ctx0" brushRef="#br0" timeOffset="-121800.45">15438 16579 300 0,'0'0'196'0,"0"0"-90"16,0 0-33-16,0 0-6 15,0 0-8-15,-98 125-24 16,91-93-22-16,7 0-6 15,0-2-7-15,5-2 1 16,15-6 14-16,4-4-14 0,2-5 0 16,4-8 7-1,-4-2 15-15,1-3 24 0,0 0 32 16,-4-6-12-16,-2-9-9 16,0-3 10-16,-6 0-9 15,-3-8 0-15,-6 2 5 16,-6-2-16-16,0-2-6 15,0 1-16-15,-18-3 9 16,-4 7-11-16,-7 0-24 16,-2 5 0-16,0 11-37 15,4 2-62-15,4 5-118 16,10 8-153-16,7 10-29 0</inkml:trace>
  <inkml:trace contextRef="#ctx0" brushRef="#br0" timeOffset="-121400.47">15651 16673 212 0,'0'0'143'0,"0"0"-77"16,0 0 5-16,-15 107-38 0,15-79-21 16,13-10-12-1,8-1-1-15,1-4 1 0,2-9 20 16,1-4 29-16,-1 0 12 16,-1 0 15-16,-1-12-4 15,-2-2-14-15,-2-4-23 16,-5 0 4-16,-2 0 23 15,-6-4 28-15,-5 0 11 16,0-1 26-16,0-3 1 16,-7 2-9-16,-13 3-49 15,-7-2-35-15,-2 5-29 16,0 6-6-16,3 8-64 16,3 4-92-16,8 2-144 15,6 12-200-15</inkml:trace>
  <inkml:trace contextRef="#ctx0" brushRef="#br0" timeOffset="-120967.23">15923 16598 367 0,'0'0'202'0,"0"0"-126"16,0 0-24-16,0 0-23 16,-37 106-13-16,37-79-5 15,0 0-5-15,2-1-5 16,13-8-1-16,1-4 12 15,1-4 15-15,2-6 22 16,-1-4 38-16,1 0 7 16,2 0-25-16,1-10-21 15,-5-6 10-15,0-2 11 16,-7-5 20-16,-1 0 18 16,-2-4-2-16,-7 1-21 15,0 2 1-15,0-2-12 16,-9 4-37-16,-8 5-34 15,-6 4-2-15,0 7-98 0,0 6-122 16,7 0-177 0,5 4-341-16</inkml:trace>
  <inkml:trace contextRef="#ctx0" brushRef="#br0" timeOffset="-120485.17">16189 16529 296 0,'0'0'189'15,"0"0"-48"-15,0 0 64 0,0 0-1 16,0 0-52-16,0 0-62 16,73 134-38-16,-44-105-19 15,2 1-10-15,3-3-14 16,-3-4 1-16,-4-5-1 16,0-6-8-16,-5-2 8 15,-7-6-9-15,-2 0-23 16,-1-2-39-16,-1-2-65 15,1 0-109-15,-6 0-138 0</inkml:trace>
  <inkml:trace contextRef="#ctx0" brushRef="#br0" timeOffset="-120201.21">16391 16506 824 0,'0'0'364'16,"0"0"-165"-16,0 0-145 15,0 0-41-15,0 0 11 16,-33 136 68-16,24-86-47 16,3-2-4-16,-4-8-19 15,1-8 2-15,3-10 3 16,0 0-4-16,0-8-10 15,2-3-1-15,-3 0-12 16,3-1-15-16,-4 2-120 0,0-2-111 16,-1-5-345-16</inkml:trace>
  <inkml:trace contextRef="#ctx0" brushRef="#br0" timeOffset="-115767.52">10761 17750 46 0,'0'0'0'0,"0"0"-10"0,0 0-10 0</inkml:trace>
  <inkml:trace contextRef="#ctx0" brushRef="#br0" timeOffset="-115218.14">10935 17646 85 0,'0'0'378'0,"0"0"-154"15,0 0-68-15,0 0-22 16,0 0-34-16,0 0 14 16,0 0 6-16,-107 0-6 15,91 10-21-15,-1 2-27 16,-1 6-26-16,-1 10-18 15,7 2-6-15,-2 10-5 16,5 6-2-16,7-2-7 16,2 5-2-16,0-5-2 15,8-6-16-15,15 0 9 16,4-10 9-16,2-1 0 16,4-10 7-16,1-7-7 0,-3-6 15 15,2-4 2-15,-2 0-7 16,0-4 9-16,-2-10-8 15,1-4 0-15,-8 4-5 16,-3-4 3-16,-7 0 10 16,-3 0 31-16,-7-2 17 15,-2 6 8-15,0 0-10 16,0 2-7-16,-11 6-14 16,-7 2-22-16,-1 4-22 15,-8 0-11-15,0 0 2 16,0 4-28-16,2 5-28 15,8 4-63-15,3-3-89 16,8-2-111-16,1-3-313 0</inkml:trace>
  <inkml:trace contextRef="#ctx0" brushRef="#br0" timeOffset="-114917.95">11162 17692 681 0,'0'0'336'0,"0"0"-103"16,0 0-84-16,0 0-127 15,0 0-22-15,0 0-26 16,0 0 26-16,-2 62 0 16,7-32-1-16,-1-2 1 15,0 2 0-15,3-2-87 16,2-10-123-16,0-1-197 0</inkml:trace>
  <inkml:trace contextRef="#ctx0" brushRef="#br0" timeOffset="-114301.1">11543 17656 450 0,'0'0'236'16,"0"0"-80"-16,0 0-14 16,0 0-55-16,-116 30-37 15,91-12-15-15,4 8-16 0,1 2-12 16,9 2-7-16,3-1-7 15,8 1 5-15,0-7-37 16,8-1-11-16,11-3 6 16,4-12 7-16,4 0-14 15,-3-7-24-15,0 0 13 16,-1-2 29-16,-5-15 33 16,-3-1 0-16,-1-3 40 15,-6-4 24-15,1 3 2 16,-5-4 32-16,-1 0 31 15,-3 2 29-15,0 3-3 16,0 2-25-16,0 11-18 16,0 4-32-16,0 4-46 15,0 0-34-15,0 0-16 16,0 12-34-16,0 10 27 0,2 10 14 16,7 4 9-16,-2 8 1 15,-1 1 6-15,1 1 4 16,0-7 0-16,0 2 0 15,-3-11-9-15,2-2 6 16,1-6-1-16,-2-7-7 16,0-8-23-16,-3-3-40 15,4 0-59-15,5-4-76 16,-1-4-135-16,-2-7-204 0</inkml:trace>
  <inkml:trace contextRef="#ctx0" brushRef="#br0" timeOffset="-113867.16">11748 17681 185 0,'0'0'323'0,"0"0"-186"16,0 0-34-16,-36 125-28 0,34-79-31 16,2 3 4-1,0-5-2-15,0-4-17 0,6-8 15 16,11-10 21-16,1-7 8 16,-1-6-2-16,3-7-7 15,0-2-20-15,0-2-10 16,1-16 7-16,-4-6 4 15,-1-2-1-15,-5-1 17 16,-3-4 6-16,-2 5-12 16,-6-6-4-16,0 5-6 15,0 4-17-15,-6-4-15 16,-9 5 3-16,-3 0-2 16,-4 8-14-16,-4 0 0 15,1 7-43-15,0 7-66 16,3 0-72-16,7 3-126 0,4 11-250 15</inkml:trace>
  <inkml:trace contextRef="#ctx0" brushRef="#br0" timeOffset="-113401.1">12142 17686 20 0,'0'0'15'15,"0"0"255"-15,0 0-99 16,0 0-65-16,0 0-18 15,-82 122-18-15,77-92-35 16,5 2-26-16,0 3 5 16,0-3 24-16,14-4 12 15,3-6 22-15,4-4-5 16,-1-6 2-16,0-6 14 16,0-6-5-16,0 0-3 15,0-11-4-15,-2-10-4 0,-3-2-10 16,-3 0 10-1,-4-8 4-15,-5 4-1 0,-3-8-20 16,0 0-11-16,-5 2-5 16,-8 3-22-16,-5 7-10 15,-2 6 8-15,-4 7-10 16,1 2-74-16,-1 8-64 16,-3 0-78-16,7 12-139 15,9 3-218-15</inkml:trace>
  <inkml:trace contextRef="#ctx0" brushRef="#br0" timeOffset="-113217.5">12456 17951 464 0,'0'0'242'16,"0"0"-165"-16,0 0-77 16,0 0-275-16</inkml:trace>
  <inkml:trace contextRef="#ctx0" brushRef="#br0" timeOffset="-112765.25">12559 17629 258 0,'0'0'256'0,"0"0"-116"15,0 0-65-15,0 0-41 16,0 0-18-16,-60 133-6 16,60-93-2-16,0 0-7 15,4-8 12-15,15-1 4 0,2-13 21 16,4-8 21 0,2-6 9-16,-2-4-1 0,1 0 2 15,-4-10 2-15,-4-11-10 16,-3-2 5-16,-1 1-5 15,-7-5 15-15,-3 1 4 16,-4-2-2-16,0 2-22 16,0-2-11-16,-15 2-7 15,-5 0-10-15,-3 8-12 16,-1 4-16-16,0 9-10 16,-1 5-66-16,2 0-90 15,4 31-118-15,3-3-109 16,11-1-116-16</inkml:trace>
  <inkml:trace contextRef="#ctx0" brushRef="#br0" timeOffset="-112368.17">12795 17700 108 0,'0'0'143'16,"0"0"130"-16,0 0-174 15,0 0-55-15,-34 102 0 16,34-66 3-16,0-4-21 16,6-1 11-16,7-9 14 0,7-8 18 15,0-4-5-15,2-10 4 16,1 0-12-16,-2 0-8 15,0-14-16 1,-3-8-6-16,-5-1 8 0,-2-4 26 16,-2-4 14-16,-2-1 7 15,-5-4-11-15,-2 4-12 16,0-2 18-16,-2 2-22 16,-14 2-32-16,-2 2-5 15,-4 6-17-15,-1 4-17 16,4 10-88-16,-6 8-61 15,7 0-146-15,5 0-252 0</inkml:trace>
  <inkml:trace contextRef="#ctx0" brushRef="#br0" timeOffset="-111968.18">13054 17612 354 0,'0'0'226'0,"0"0"-142"15,0 0-47-15,0 0-6 0,-25 136 12 16,25-100 15-16,7 4 20 15,9-12-12-15,3-1-14 16,2-14 9-16,3-8 7 16,1-5 7-16,-1 0-10 15,-2-9-5-15,1-12 7 16,-8-8 10-16,-1-7 11 16,-6 1-18-16,-3-9-19 15,-5 0 3-15,0-1-4 16,0 4-24-16,-20 6-25 15,-4 3-1-15,-34 14-125 16,4 5-155-16,0 13-337 0</inkml:trace>
  <inkml:trace contextRef="#ctx0" brushRef="#br0" timeOffset="-110600.98">10683 18276 10 0,'0'0'0'16,"0"0"-10"-16,0 0 10 15,0 0 101-15,0 0-72 16,0 0-22-16,0 0 28 0,-33-4 63 15,29 4 9 1,-4 0 8-16,2 0-10 0,1 0-45 16,1 0-6-16,2 0-20 15,0 0 0-15,2 0 17 16,-2 0 5-16,2 0 9 16,0 0 7-16,0 0-2 15,0 0-4-15,0 0-6 16,0 0 2-16,0 0-7 15,0 0-13-15,0 0-16 16,2 0-5-16,6 0 18 16,3 0-3-16,1 0-4 15,5 0-13-15,1 0-6 16,3 4-4-16,0-4 7 16,2 0 17-16,4 0-4 0,-3 0-4 15,3 0-7-15,-1 0-4 16,1 0-8-16,0 0-5 15,2 0 9-15,0 0-8 16,2 0 5-16,2 0 2 16,1 0-8-16,1-4 12 15,0-1-12-15,-4 1 0 16,-3 3 0-16,-1-1 0 16,0 0-1-16,-1-2 1 15,1-1 0-15,2 1 0 16,3 1 0-16,1-3-1 15,0-3 0-15,1 4-2 0,-3-4-4 16,-7 5-1 0,-3 0 1-16,-6 4 5 0,-1-1-1 15,-1-1 1-15,5-1 1 16,1-1-1-16,6-4 0 16,4 4-14-16,2-2-1 15,5-2 2-15,-3 4-11 16,3 1-3-16,2-4 11 15,2 3 11-15,4-4 3 16,10 7-3-16,4-8 5 16,4 5-9-16,3 0-9 15,-1 1-12-15,-6-4 2 16,-2 3 1-16,-4-1-4 0,-4 3-8 16,2 2 8-16,0 0 3 15,4-3 6-15,4 3 5 16,5-3 5-16,3-2 2 15,5 1 2-15,1 0-14 16,1-2-8-16,-1-6 4 16,-1 1 12-16,-4 0 5 15,-5-3 10-15,-6 6 0 16,-4 2 0-16,-12-2 24 16,-7 8 13-16,-8 0 3 15,-10 0-25-15,-4 0-14 16,-6 0 7-16,-3 0-2 15,0 0-6-15,-2 0-34 16,0 0-128-16,0 0-344 0</inkml:trace>
  <inkml:trace contextRef="#ctx0" brushRef="#br0" timeOffset="-109835.02">11171 18588 448 0,'0'0'165'0,"0"0"-64"16,0 0 3-16,0 0-16 16,0 0-14-16,0 0 7 15,0 0-2-15,-49 99-11 16,28-75-23-16,-2-2-12 16,-2 0-11-16,0 0-13 0,3-4-2 15,5-1-5-15,5-2-2 16,5-7-25-16,3-4-35 15,4-4-13-15,0 0 5 16,0 0 18-16,4 0 50 16,10 0 2-16,6 0 7 15,2-8-7-15,5-2-2 16,2 1 0-16,2-1-10 16,3 3 9-16,-1-7 1 15,2 6-1-15,3-7 1 16,-5 8-1-16,0-3-68 15,-8 4-107-15,-6-2-13 16,-9 4 11-16,-10-5-86 0</inkml:trace>
  <inkml:trace contextRef="#ctx0" brushRef="#br0" timeOffset="-109516">11200 18508 498 0,'0'0'299'0,"0"0"-26"15,0 0 0-15,0 0-85 16,0 0-72-16,0 0-65 16,0 0-51-16,0 11-17 15,2 18 17-15,11 11 36 0,1 5-14 16,-1-3 0-16,-2-5-9 15,-1-4-12-15,-2-5 0 16,-3-6 5-16,-1-6 3 16,0-2-7-16,-2-4 6 15,4-1-7-15,-4-4-1 16,2-2-40-16,0 1-44 16,3-4-63-16,9 0-65 15,-3-4-101-15,3-9-51 0</inkml:trace>
  <inkml:trace contextRef="#ctx0" brushRef="#br0" timeOffset="-108951.11">11587 18374 192 0,'0'0'219'0,"0"0"-93"15,0 0-14-15,0 0-13 16,0 0-29-16,-64 130-8 15,57-94-1-15,7 8-5 0,0-4-18 16,0 0-8-16,11-3-8 16,10-5-13-16,-1-10 7 15,2-2-3-15,-2-10 16 16,3 0 26-16,-4-10 0 16,-1 4 11-16,-1-4-6 15,0 0-4-15,-1 0-15 16,-1-10-16-16,-2-4-11 15,-2-3 1-15,0 0-4 16,-7-1 5-16,-4 0 24 0,0 0 11 16,0 2 14-1,-4 0-5-15,-11 3-6 0,-3 6-16 16,-3 0-8-16,0 7-13 16,-4 0-17-16,-2 0-6 15,3 14-2-15,-1 8 0 16,3 1 2-16,6 2-4 15,3 0-56-15,9-7-55 16,4-2-64-16,0-10-57 16,6-2-76-16,10-4-75 0</inkml:trace>
  <inkml:trace contextRef="#ctx0" brushRef="#br0" timeOffset="-108749.04">11942 18687 677 0,'0'0'287'0,"0"0"-128"16,0 0-92-16,0 0-67 15,0 0-106-15,0 0-200 16,0 0-62-16</inkml:trace>
  <inkml:trace contextRef="#ctx0" brushRef="#br0" timeOffset="-108300.95">11962 18497 97 0,'0'0'94'15,"0"0"196"-15,0 0-120 16,0 0-46-16,-47 127-43 16,47-95-28-16,0 3 4 15,5-7-4-15,13-2 27 16,1-4 17-16,6-8-8 15,0-1-15-15,-1-8-24 16,0-5-13-16,1 0-5 0,-3 0-13 16,-1-4-4-16,-4-14-1 15,-1 3 11-15,-5-6 4 16,-5-1 10-16,2 0-12 16,-6-2-1-16,-2-2-6 15,0 3-5-15,0-3 1 16,-14 8 7-16,-1-4 5 15,-5 8-5-15,-5 0-15 16,0 7-8-16,1 3-38 16,4 4-55-16,2 0-82 15,7 15-108-15,5 3-87 16,1 0-41-16</inkml:trace>
  <inkml:trace contextRef="#ctx0" brushRef="#br0" timeOffset="-107901.2">12399 18456 338 0,'0'0'218'0,"0"0"-104"16,0 0-6-16,0 0-29 0,-60 117-22 16,58-88-18-16,2 6 10 15,2-8-9-15,17-4 1 16,6-9 4-16,2-10 17 16,2-4 12-16,-2 0 2 15,-6-4 22-15,0-14-11 16,-5-1-23-16,-5 2-35 15,-3-6-13-15,-3 1 0 16,-5-4-15-16,0 6 0 16,0-2 0-16,-13 2 9 15,-12 3 15-15,-2 1-24 16,0 14-1-16,1 2-64 16,4 0-80-16,1 11-117 15,8 7-135-15,5-3-120 0</inkml:trace>
  <inkml:trace contextRef="#ctx0" brushRef="#br0" timeOffset="-107467.55">12773 18438 513 0,'0'0'174'15,"0"0"-58"-15,0 0-22 0,0 0-26 16,-66 106-16-16,60-77-13 16,6-4 13-16,0 1 10 15,8-8 3-15,11 1 15 16,8-7 4-16,4-7-27 15,0 0-12-15,1-5-28 16,-8 0-5-16,-1 0-1 16,-6-8 24-16,-3-11 19 15,-3 1 7-15,-3 0 1 16,0-5 16-16,-6-1-1 16,-2-5-1-16,0 4-24 0,-7 0-9 15,-11 0-9 1,-4 2-18-16,-3 6-16 0,-2 7-11 15,1 5-80 1,-1 5-109-16,7 0-153 0,9 6-297 0</inkml:trace>
  <inkml:trace contextRef="#ctx0" brushRef="#br0" timeOffset="-106934.4">13825 17784 103 0,'0'0'527'15,"0"0"-299"-15,0 0-78 16,0 0-7-16,0 0 15 15,0 0-1-15,0 0-18 16,118-4-37-16,-93 4-67 16,-8 0-35-16,1 0-61 0,-7 0-134 15,-2 0-144 1,-9 4-287-16</inkml:trace>
  <inkml:trace contextRef="#ctx0" brushRef="#br0" timeOffset="-106768.25">13871 17929 505 0,'0'0'275'0,"0"0"20"16,0 0-62-16,0 0-124 16,130 4-109-16,-97 0-41 15,12-4-147-15,-8 0-202 0,2 0-390 16</inkml:trace>
  <inkml:trace contextRef="#ctx0" brushRef="#br0" timeOffset="-106401.52">14295 17696 260 0,'0'0'251'0,"0"0"-91"16,0 0-43-16,0 0 23 15,0 0 54-15,0 0-13 16,0 0-26-16,91 98-13 15,-56-65-32-15,4-8-31 16,-3 6-18-16,-5-8-29 16,-4-4-14-16,-4-3-9 15,-4-6-9-15,-6-2-20 16,-2-5-40-16,-2-3-28 16,-3 0-59-16,-1-3-117 15,-5-5-239-15</inkml:trace>
  <inkml:trace contextRef="#ctx0" brushRef="#br0" timeOffset="-106101.39">14467 17620 335 0,'0'0'221'0,"0"0"-71"16,0 0 10-16,-48 120-65 16,33-62-9-16,-3 8 13 15,1-1 17-15,-4-3 18 16,3-8-10-16,-1-6-29 16,3-12-31-16,3-10-35 0,5-4-16 15,4-12-11-15,2-5-2 16,2-2-2-16,0-3-34 15,0 0-51-15,0-8-94 16,0-2-201-16</inkml:trace>
  <inkml:trace contextRef="#ctx0" brushRef="#br0" timeOffset="-100001.27">18227 17067 700 0,'0'0'224'0,"0"0"-76"15,0 0-37 1,0 0-66-16,0 0-20 0,0 0 40 16,-4-5 36-16,11 5 24 15,8 8 21-15,9 6-5 16,5 8-29-16,7 9-46 15,3 0-33-15,3 6-9 16,-3 7-7-16,4-4-8 16,-5 4-7-16,-5-2 4 15,-4-8-4-15,-4-1-2 16,-8-12-2-16,-5-7-26 16,-3-2-46-16,-7-6-50 15,0-2-58-15,-2-4-58 0,0-10-95 16,0-2-269-16</inkml:trace>
  <inkml:trace contextRef="#ctx0" brushRef="#br0" timeOffset="-99701.16">18502 17030 204 0,'0'0'641'16,"0"0"-417"-16,0 0-43 0,0 0-52 16,0 0-86-1,0 0-34-15,0 0 49 0,-38 85 50 16,22-45-21-16,-5 6-33 16,2 7-12-16,1-8-17 15,1 4-12-15,3-10-5 16,3-3-7-16,4-10 0 15,0-8 6-15,5-8-7 16,0-6-31-16,2-4-36 16,0 0-67-16,8-4-122 15,4-6-281-15</inkml:trace>
  <inkml:trace contextRef="#ctx0" brushRef="#br0" timeOffset="-99384.75">18764 17151 370 0,'0'0'348'0,"0"0"-161"16,0 0-62-16,0 0 19 16,0 0 8-16,0 0 12 15,0 0-8-15,120 32-55 16,-77-32-57-16,-3 0-31 16,0 0-13-16,-5-10-75 0,1-2-95 15,-11 2-131-15,-9-3-273 16</inkml:trace>
  <inkml:trace contextRef="#ctx0" brushRef="#br0" timeOffset="-99151.53">18884 17285 570 0,'0'0'367'0,"0"0"-111"16,0 0-69-16,0 0-68 15,0 0-63 1,137 0-38-16,-111 0-18 0,17-4-84 16,-8-6-139-16,-4-2-284 0</inkml:trace>
  <inkml:trace contextRef="#ctx0" brushRef="#br0" timeOffset="-98633.93">19383 17168 309 0,'0'0'343'16,"0"0"-125"-16,0 0-80 16,0 0-60-16,0 0-42 15,0 0-7-15,0 0 42 16,48-88 52-16,-44 70 3 15,-2 4-8-15,0-4-7 16,0 5-25-16,-2 0-25 0,0 7-13 16,3-2-2-16,-3 4-8 15,0-1-3-15,2 5 1 16,-2 0-12-16,0 0-24 16,0 0-3-16,0 5-25 15,0 13 1-15,0 12 22 16,0 3 5-16,3 6 11 15,-1 6-10-15,0-1 3 16,0-4 2-16,0-4-6 16,1-8 2-16,-3-2-1 15,2-8 0-15,0-10-1 16,0 2 0-16,0-6-1 16,-2-4-32-16,2 0-55 0,3 0-41 15,9 0-65-15,-1-14-153 16,3 2-452-16</inkml:trace>
  <inkml:trace contextRef="#ctx0" brushRef="#br0" timeOffset="-98334.4">19678 17044 204 0,'0'0'566'0,"0"0"-323"16,0 0-57-16,0 0-12 16,0 0-20-16,131-44-39 15,-98 38-26-15,-4-2-7 16,-2-2-40-16,-8 7-39 15,-4-2-3-15,-1 5-83 16,-6-4-112-16,-1 4-144 16,-5-4-332-16</inkml:trace>
  <inkml:trace contextRef="#ctx0" brushRef="#br0" timeOffset="-97884.92">19734 17000 467 0,'0'0'173'0,"0"0"-58"15,0 0 5-15,0 0-29 16,0 0-3-16,0 0-2 16,0 0-20-16,-36 70-9 15,41-61 6-15,7-4 1 16,9 3-9-16,1-2-28 15,0 2-7-15,1-3-10 0,-1 4-7 16,0-5-2-16,2 9 0 16,-1-3-1-16,0-1-10 15,-4 8-11-15,-5-3-9 16,-3 4 4-16,-7-5-24 16,-4 4-3-16,0 2 24 15,0-6 19-15,-15 1 10 16,-3 0 10-16,-2-3 0 15,-2 0 3-15,-3-3 13 16,2 0 12-16,2-2 1 16,-2-6-9-16,3 0-6 15,3 0-11-15,1 0-5 16,5-10 1-16,1-2-9 16,6-1-6-16,4-2-58 15,0-7-83-15,0 4-127 0,12 4-219 16</inkml:trace>
  <inkml:trace contextRef="#ctx0" brushRef="#br0" timeOffset="-97448.03">20156 16910 237 0,'0'0'332'16,"0"0"-181"-16,0 0-8 0,0 0-20 16,-66 107-64-16,61-76-24 15,5 1-16-15,0 3 1 16,9-12-7-16,11 0 3 15,5-1 71-15,2-10 0 16,-2-2-57-16,1-3-11 16,0-7-10-16,-1 0 12 15,0 0-2-15,0-3 6 16,-4-15 24-16,0-5 30 16,-3 2 18-16,-3-6 3 15,-3-1-24-15,-4-2-2 0,-3-2-9 16,-5 6-14-1,0-2-14-15,0 2-24 16,-21 0-13-16,-10 4 0 0,-9 1-52 16,-29 6-104-16,7 1-111 15,4 5-271-15</inkml:trace>
  <inkml:trace contextRef="#ctx0" brushRef="#br0" timeOffset="-96169.28">18003 17339 159 0,'0'0'294'0,"0"0"24"15,0 0-177-15,0 0-96 16,0 0-45-16,0 0 15 15,0 0 51-15,6 84 11 16,-1-48-5-16,-1 9-24 16,-2-1-16-16,-2-5-2 15,0 3-8-15,0-7 4 16,0 1-8-16,0-10-17 16,0-2 8-16,0-6-8 15,0-6-1-15,0-4-1 0,0-2-13 16,2-6-1-1,2 0 12-15,4 0 3 0,-2 0 9 16,5 0 0-16,5 0-3 16,4 0 1-16,7 0-6 15,4 0 11-15,4 0-11 16,4 0-1-16,-2 0 1 16,3 0 0-16,0 0 0 15,1-4 0-15,1-2 0 16,7-2 0-16,4 0 0 15,7-2-1-15,10-4 1 16,10 6 0-16,7-2 0 16,4 7-1-16,1-2 0 0,-5 5-8 15,-6 0-15 1,-4 0-12-16,-9 0 8 0,-1 0 1 16,1 0 1-16,-2 0 9 15,8 0-7-15,6 0 6 16,6 0 6-16,9 0 0 15,1 0-5-15,-3-4-9 16,-7 0-11-16,-10-2-64 16,-13 2 2-16,-9-4 53 15,-10-3 31-15,-5 0 12 16,2 5 2-16,-1-6 0 16,5 6 2-16,4 2-2 15,0 4 0-15,-3 0-8 16,-3 0-49-16,-9 0-18 15,-11 0 26-15,-9 0 35 16,-7 0 14-16,-3 0 42 16,0 0 36-16,2 0 10 0,0 0-38 15,1 0-22-15,-1-8 4 16,-2-2 1-16,2-8 6 16,-2-4 29-16,-2-8 6 15,0-2-27-15,5-9 1 16,-1-7 0-16,4 2-15 15,-4 2-12-15,-1 5 42 16,-3 10 29-16,-2 8-28 16,0 8-16-16,0 7-48 15,0 6-9-15,-5 0-175 16,-6 2-197-16,0 10-256 0</inkml:trace>
  <inkml:trace contextRef="#ctx0" brushRef="#br0" timeOffset="-93268.78">22684 15302 531 0,'0'0'236'0,"0"0"-48"0,0 0 32 16,0 0-32-16,0 0-50 15,0 0-11-15,6-54-34 16,-6 54-36-16,0 0-28 16,0 0-29-16,5 15-25 15,-1 20 25-15,0 8 13 16,1 16 27-16,-5 3-9 15,0 3 2-15,0-4-5 16,0-4-15-16,0-7-7 16,0-10-5-16,0-9-1 15,0-4 0-15,0-14-29 16,0 0-37-16,0-7-47 16,0-6-64-16,4 0-61 0,3-10-97 15,0-1-297-15</inkml:trace>
  <inkml:trace contextRef="#ctx0" brushRef="#br0" timeOffset="-92718.83">22641 15316 392 0,'0'0'336'15,"0"0"-177"-15,0 0-9 16,0 0-8-16,0 0-51 0,123-89-16 16,-94 84-11-1,0 5-4-15,0 0-27 0,-5 8-22 16,-4 16-11-16,-2 6 0 16,-5 2 7-16,-6 2-7 15,-4-1-2-15,-3-8-9 16,0-3-13-16,-14-2 9 15,-8-4 15-15,-3-2 0 16,-4-8-1-16,2-4-14 16,3-2-1-16,-1 0 16 15,6-2 0-15,0-11 9 16,6-2-8-16,4-3 0 16,4 1 0-16,3 0-1 15,2 2 29-15,0 7 22 0,0 4 7 16,5 4-11-16,15 0-39 15,7 0-7-15,8 17-1 16,3 5 8-16,5 6 4 16,-1 3 1-16,0-4-1 15,-1-1 8-15,-4-4-4 16,-3 0-5-16,-5-12-10 16,-9 3 1-16,-3-8-1 15,-3-2-1-15,-5-2 0 16,0-1-23-16,-3 0-28 15,4 0-44-15,0-9-89 16,-3-14-151-16,-1 6-200 0</inkml:trace>
  <inkml:trace contextRef="#ctx0" brushRef="#br0" timeOffset="-92449.81">23239 15268 134 0,'0'0'277'15,"0"0"75"-15,0 0-120 16,0 0-20-16,0 0-160 16,0 0-42-16,0 0-10 15,-27 73 54-15,13-24-10 16,3 5-15-16,-5 0-8 16,1 0-9-16,-1-8 8 15,1-3-4-15,-1-7-7 16,3-4 1-16,2-10 0 15,3-4-10-15,4-8-14 0,4-3-69 16,0-7-123-16,0 0-138 16,2-10-34-16</inkml:trace>
  <inkml:trace contextRef="#ctx0" brushRef="#br0" timeOffset="-92150.73">23399 15186 637 0,'0'0'311'16,"0"0"-151"-16,0 0-121 0,0 0 2 16,0 0 37-16,-33 138-8 15,16-75-20-15,0 8-18 16,-1 1-4-16,-2-5 1 15,0-5 3-15,2-12 0 16,3-5-6-16,1-14-6 16,5-5-1-16,3-8-11 15,4-10-7-15,2-2-1 16,0-1-42-16,0-5-108 16,10-6-121-16,6-11-116 15</inkml:trace>
  <inkml:trace contextRef="#ctx0" brushRef="#br0" timeOffset="-91868.12">23519 15424 348 0,'0'0'251'0,"0"0"29"16,0 0-53-16,129 3-85 16,-82-3-26-16,-2-3-50 0,-8-3-38 15,-5 2-28-15,-8 4-52 16,-3-4-113-16,-11 4-181 15,-5-2-176-15</inkml:trace>
  <inkml:trace contextRef="#ctx0" brushRef="#br0" timeOffset="-91651.78">23566 15580 435 0,'0'0'252'0,"0"0"29"16,0 0 12-16,153 0-85 0,-103 0-60 16,-6-6-75-1,-11 3-50-15,-6-2-23 0,-11 5-17 16,-3 0-98-16,-6 0-109 16,0 0-279-16,-7 0-244 0</inkml:trace>
  <inkml:trace contextRef="#ctx0" brushRef="#br0" timeOffset="-82967.83">24446 15031 46 0,'0'0'721'16,"0"0"-565"-16,0 0-67 0,0 0-9 15,-120-20-45-15,84 30-12 16,-2 16 0-16,-2-2 4 15,2 7 8-15,3-6-3 16,3 3-7-16,10-1-14 16,9-1-11-16,8 0 0 15,5 2-13 1,7-6 3-16,20 2 10 0,11 1 4 16,6-6 23-16,3 3-3 15,-3-9-13-15,-3 4-5 16,-6-3-5-16,-6 1 1 15,-9-2-2-15,-4-1-7 16,-10 3-20-16,-1-2-5 0,-5 1 10 16,0 2 18-1,-5-2 4-15,-13 0 24 0,-3-1 24 16,-6-4 25-16,0-1 4 16,-4-2-3-16,2-3 1 15,0-3-10-15,4 0-26 16,3 0-16-16,2 0-14 15,4-4-9-15,5-4-60 16,7-6-103-16,2 1-128 16,2 3-393-16</inkml:trace>
  <inkml:trace contextRef="#ctx0" brushRef="#br0" timeOffset="-82335.37">24497 15473 52 0,'0'0'108'0,"0"0"8"0,0 0-31 16,0 0-6 0,0 0 48-16,0 0-16 0,0 0-30 15,134 34-20-15,-103-34 25 16,-6 0 11-16,-8 0-7 15,-3-7-5-15,-5 1-14 16,-5-4-1-16,0 3-25 16,-4-6-12-16,0 3-7 15,0 0 3-15,-4-1-20 16,-9 1 10-16,-5 1 1 16,-5-1-8-16,2 6 7 15,-6 0 11-15,0 4-9 0,0 0 0 16,2 0-20-1,3 0 8-15,2 8-9 0,7 11-7 16,4-2-7 0,5 5 1-16,4 2 4 0,0 2 9 15,10 0 0-15,11-2 38 16,1-2-2-16,7-1 17 16,0-8 11-16,3-2-10 15,-1-3 4-15,0-8-5 16,-2 0-22-16,-3 0-18 15,-1 0-13-15,1 0-46 16,3-14-72-16,19-12-133 16,-9 0-290-16,1-1-350 0</inkml:trace>
  <inkml:trace contextRef="#ctx0" brushRef="#br0" timeOffset="-81686.12">25598 15360 234 0,'0'0'512'16,"0"0"-344"-16,0 0-106 15,0 0-61-15,0 0 29 16,0 0 26-16,0 0-31 15,31 134-13-15,-23-105-11 16,0 0-1-16,-6-10-6 16,0-3-1-16,-2-6 6 15,0-5-7-15,0-2 8 16,0-3 20-16,0 0 31 16,0 0 23-16,0 0-24 0,-2-8-38 15,-4-5-6-15,-4 0 1 16,3-6 25-16,3-3 11 15,2-1-8-15,2-1 12 16,0-1-17-16,0 0 31 16,2 2-16-16,11 3-13 15,5 4-10-15,7 4-12 16,2 6-9-16,4 6-1 16,2 0 0-16,-1 0-8 15,-3 10-5-15,-2 11 0 16,-6 6 7-16,-1-1-5 15,-2 7-1-15,-6-8-8 16,-6 0-9-16,-2-4-2 0,-4-4-5 16,0-4-5-16,0-4-5 15,2-5-60-15,1-3-104 16,-1-1-158-16</inkml:trace>
  <inkml:trace contextRef="#ctx0" brushRef="#br0" timeOffset="-81134.49">25999 15512 323 0,'0'0'237'0,"0"0"-34"16,0 0-35-16,0 0-44 15,0 0-25-15,136 0-21 16,-114 0 4-16,-4 0-21 16,-3-10-4-16,-3 6-12 15,-4-6-13-15,-1 2-10 16,-5 1-6-16,-2-2-6 15,0-1-10-15,0 2-1 16,-4-2-6-16,-9 1 6 0,-3 0 1 16,-2-3 0-1,-2 6 7-15,0-3 5 0,0 5-11 16,0 4 6-16,-1 0-7 16,6 0-6-16,1 9-16 15,2 9 8-15,5 4-4 16,5 4-1-16,2 6 18 15,0-3 1-15,2 0 7 16,13-1 2-16,3-6-3 16,5-3 11-16,-2-7 21 15,4-4 19-15,0-4 27 16,-3-4-21-16,-2 0-35 16,-2 0-27-16,-3 0-1 15,12-4-96-15,-7-4-144 0,3-4-383 0</inkml:trace>
  <inkml:trace contextRef="#ctx0" brushRef="#br0" timeOffset="-80784.78">26534 15360 608 0,'0'0'204'0,"0"0"-57"15,0 0-88-15,0 0-44 16,0 0 9-16,0 0 1 16,-123 76-4-16,107-44-6 15,8 0 2-15,6 2 12 16,2-6 13-16,0-2 18 15,6-3-11-15,11-1 9 16,2-10 14-16,1-2-9 16,1-4-17-16,2-5-21 15,2-1-25-15,-1 0-30 16,16-11-129-16,-9-7-203 16,-2 0-378-16</inkml:trace>
  <inkml:trace contextRef="#ctx0" brushRef="#br0" timeOffset="-80267.47">26645 15490 3 0,'0'0'64'0,"0"0"211"0,0 0-60 15,0 0-45-15,0 0-51 16,131 37-60-16,-104-37-10 16,-5 0 7-16,-1 0-2 15,-6 0 10-15,-1-6-1 16,-6-8-11-16,-1 1-17 15,-5-1-12-15,-2-2-5 16,0 2 1-16,0 0 4 16,-13 1-4-16,-5 4-9 15,-5-1-9-15,2 6 31 16,-4 0-25-16,0 4-6 16,3 0 13-16,0 4-14 15,6 10-7-15,1 8-5 16,5 0-1-16,8 8-1 0,2 3 14 15,0-7 15 1,8 1 15-16,7 0 18 0,3-7 2 16,1-4 9-16,4-2-2 15,0-6 29-15,1-5-14 16,0-3-36-16,1 0-34 16,2 0-2-16,12 0-110 15,-5-3-120-15,-5-11-312 0</inkml:trace>
  <inkml:trace contextRef="#ctx0" brushRef="#br0" timeOffset="-79800.99">27184 15368 462 0,'0'0'240'16,"0"0"-61"-16,0 0-42 15,0 0-56-15,0 0-27 16,-124 46-28-16,112-31-6 16,8-3-10-16,4 1 5 15,0 1 14-15,4-2 21 16,12 2 24-16,3 0-11 15,2 1-27-15,1 0-22 0,-2-5-8 16,0 3 0 0,-4-3-5-16,-5-1-1 0,-4-1-6 15,-5 1 0-15,-2-4-9 16,0 4-5-16,0-2 20 16,-11-2 6-16,-7 5 17 15,-2-6 0-15,-4 0 5 16,-1 0-3-16,0-2-11 15,4-2-2-15,-2 0-6 16,3 0-6-16,0 0-5 16,4 0-50-16,3 0-45 15,6-2-92-15,7-6-129 16,0 0-203-16</inkml:trace>
  <inkml:trace contextRef="#ctx0" brushRef="#br0" timeOffset="-79501.38">27316 15418 65 0,'0'0'263'0,"0"0"93"15,0 0-132-15,0 0-58 16,0 0-34-16,0 0 8 15,0 0-31-15,35 98-46 0,-33-70-4 16,0-1-12-16,1-10-14 16,-1 0-12-16,-2-7-7 15,0-4-6-15,2-4 0 16,-2-1 4-16,3-1-9 16,-3 0-3-16,2 0-89 15,-2 0-91-15,0-6-145 16,0-1-380-16</inkml:trace>
  <inkml:trace contextRef="#ctx0" brushRef="#br0" timeOffset="-79318.09">27345 15240 874 0,'0'0'329'16,"0"0"-85"-16,0 0-134 15,0 0-110-15,0 0-29 16,0 0-123-16,0 0-29 16,20 18-100-16,-9-10-266 0</inkml:trace>
  <inkml:trace contextRef="#ctx0" brushRef="#br0" timeOffset="-79018.64">27516 15115 908 0,'0'0'297'15,"0"0"-81"-15,0 0-129 16,0 0-86-16,0 0 5 15,0 0 38-15,5 143-5 16,1-81-20-16,-1 2-13 16,-1-7-6-16,-2-4 7 15,3-9-4-15,-3-11-3 16,3-11 0-16,-1-9-27 16,-2-4-21-16,3-6-63 15,-1-3-66-15,-2 0-142 16,0-7-296-16</inkml:trace>
  <inkml:trace contextRef="#ctx0" brushRef="#br0" timeOffset="-78802.64">27422 15488 155 0,'0'0'385'15,"0"0"123"-15,0 0-293 16,0 0-68-16,0 0-30 15,0 0-24-15,121-8-26 16,-74 8-35-16,1 0-29 0,4 0-3 16,-1 0-112-1,14 0-87-15,-11 0-169 0,-15 0-250 0</inkml:trace>
  <inkml:trace contextRef="#ctx0" brushRef="#br0" timeOffset="-78301.59">28024 15364 195 0,'0'0'326'15,"0"0"-88"-15,0 0-65 0,0 0-95 16,0 0-36-16,-141-4 28 15,108 18 2-15,0 3-28 16,6 6-27-16,5 3-16 16,6-4-1-16,10 2-14 15,6-3-12-15,0-4-1 16,8-3 27-16,13-4 11 16,3-1 39-16,5-9 16 15,3 0 13-15,3 0 3 16,1-14-34-16,-5-2-24 15,-2-3-13-15,-4-1 1 16,-8-2 1-16,-1 0-3 16,-7 1 32-16,-3-6 11 0,-2 10 5 15,-4-2 11 1,2 5-9-16,-2 5-6 0,0 9-17 16,0 0-37-16,4 0-11 15,-4 0-39-15,0 19 2 16,2 8 35-16,0 4 13 15,0 3 2-15,0 1 0 16,0-2-2-16,1-9-4 16,-3-3-46-16,4-3-58 15,0-13-46-15,8-2-101 16,-1-3-271-16,0 0-189 0</inkml:trace>
  <inkml:trace contextRef="#ctx0" brushRef="#br0" timeOffset="-77851.56">28263 15298 149 0,'0'0'317'15,"0"0"-165"-15,0 0 28 16,0 0-24-16,0 0-37 15,-14 110-53-15,10-74 12 16,1 0-17-16,-1-8-9 0,2-6-21 16,0-5-11-1,2-7 3-15,0-6-1 0,0-4 51 16,0 0 46-16,0 0-17 16,0-9-38-16,0-3-39 15,0-1-16-15,0-7-4 16,0-3-4-16,0-3 0 15,4-5-1-15,9 0 7 16,5 3 15-16,3 6 16 16,0 6-8-16,4 10-7 15,4 6-12-15,0 0-11 16,0 10-15-16,-2 16 5 16,-8 4 1-16,-3 3 8 15,-3 2-11-15,-5-7-19 16,-6-2-45-16,0-8-20 0,7-5-77 15,-3-8-119 1,1-5-317-16</inkml:trace>
  <inkml:trace contextRef="#ctx0" brushRef="#br0" timeOffset="-77268.32">29165 15326 48 0,'0'0'760'16,"0"0"-552"-16,0 0-90 0,0 0-79 16,0 0-8-1,0 0 11-15,4 104 13 0,14-57-13 16,4-1 17-16,3-4-37 16,-1-6-21-16,1-10-1 15,-2-10-9-15,-4-8 9 16,-1-8 38-16,-3 0 63 15,-1-6 36-15,1-15-5 16,-1-5-33-16,-1-6-18 16,-4-4-17-16,-2 0-24 0,-2-4-31 15,-5 0-9 1,0 9-12-16,0 0-68 0,-2 9-18 16,-6 8-27-1,4 6-85-15,2 4-119 0,2 4-355 0</inkml:trace>
  <inkml:trace contextRef="#ctx0" brushRef="#br0" timeOffset="-76765.52">29693 15490 179 0,'0'0'238'0,"0"0"-36"15,0 0-40-15,0 0-57 16,0 0-34-16,0 0-33 15,0 0-2-15,112-49 14 16,-110 38 10-16,-2-1 31 16,0 0-1-16,-2 2-12 15,-14-3-33-15,-6 4-23 16,-3-1-5-16,-4 6 2 16,-2 4-9-16,2 0-10 15,0 6-6-15,6 12-14 0,4 6-9 16,5 4 0-16,5 2 14 15,9 2-5-15,0 0 20 16,3-1 34-16,14 1 0 16,5-10-12-16,3-4 2 15,2-4-8-15,0-6 5 16,4-4-8-16,0-4-13 16,0 0-76-16,11-8-128 15,-10-6-178-15,-6-2-310 0</inkml:trace>
  <inkml:trace contextRef="#ctx0" brushRef="#br0" timeOffset="-76318.75">29954 15330 503 0,'0'0'121'15,"0"0"-88"-15,0 0 45 16,0 0 10-16,0 110-34 15,0-73-10-15,0-2-28 16,2-7-6-16,0-3-9 16,1-7 10-16,-3-4 14 15,2-9-2-15,-2-1 5 16,0-4 8-16,0 0 32 16,0 0 14-16,0 0 11 15,0 0-37-15,0-9-38 0,0-5-18 16,0-3 6-16,0-5-5 15,0-1 7-15,0 0 11 16,2-2 33-16,6 6 12 16,2 1-20-16,3 5 1 15,5 0-6-15,2 9-17 16,4 4-16-16,3 0-6 16,0 4-1-16,-2 16-6 15,-1 8-3-15,-6-2 4 16,-3 6 4-16,-6-5-17 15,-6-4-27-15,-3-2-2 16,0-6-2-16,0-2-25 16,0-7-69-16,2-4-155 15,0-2-216-15</inkml:trace>
  <inkml:trace contextRef="#ctx0" brushRef="#br0" timeOffset="-75901.44">30466 15464 87 0,'0'0'438'15,"0"0"-220"1,0 0-15-16,0 0-71 0,0 0-41 16,0 0-43-16,-133-16-16 15,108 22-9-15,0 8-4 16,4 4-12-16,4 4-7 16,7 4-11-16,5-3-2 15,5-1 0-15,0-4 8 16,9-4 5-16,8-2 44 15,6-6 27-15,-1-2 10 16,3-4-8-16,-6 0-31 16,2 0-33-16,-5-6-9 15,-1-3-54-15,-4 2-44 16,-4-6-75-16,0-1-99 0,-3-4-67 16,0-4-54-16,-1-1 146 15</inkml:trace>
  <inkml:trace contextRef="#ctx0" brushRef="#br0" timeOffset="-75669.57">30466 15464 182 0,'-33'-131'277'0,"33"91"-24"16,0 5 5-16,0 4-23 16,0 9-44-16,0 4 8 15,0 13-24-15,0-1-34 16,0 6-79-16,0 0-62 16,0 15-45-16,2 16 26 15,7 10 10-15,2 12 8 0,-4 1 0 16,-1 0 0-1,-2-1-9-15,2-9 8 0,-4-8 2 16,0-9 0 0,0-9 0-16,0-2 0 0,0-10-12 15,3-1-36-15,-1-1-53 16,8 0-68-16,-1-4-84 16,-3 0-244-16</inkml:trace>
  <inkml:trace contextRef="#ctx0" brushRef="#br0" timeOffset="-75135.36">30727 15524 165 0,'0'0'193'16,"0"0"-52"-16,0 0-22 15,0 0 3-15,0 0-19 16,0 0-25-16,118-26 7 0,-109 11-10 15,-5 0-15 1,-4 1 9-16,0 0 6 0,0 3-14 16,-11 0-30-16,-7 3-8 15,-6 4-13-15,-3 4 2 16,1 0-11-16,-1 4-1 16,2 15-9-16,7 6-4 15,5 4-10-15,9 4 6 16,4-1 15-16,0 0 2 15,4-1 1-15,13-9 13 16,8-8 8-16,4-2 19 16,2-10 14-16,5-2-19 15,-3 0-31-15,4 0-5 16,-6-10-99-16,-5-4-120 16,-2-5-72-16,-5 2-28 0,-7-5-34 15,0 0 101-15</inkml:trace>
  <inkml:trace contextRef="#ctx0" brushRef="#br0" timeOffset="-74851.55">31008 15486 14 0,'0'0'402'0,"0"0"-67"16,0 0-48-16,0 0-45 16,0 0-88-16,0 0-96 15,4-50-58-15,0 72-25 16,3 8 25-16,0 9 19 16,-2 0 0-16,-3 1-9 15,0-5-1-15,-2-3-8 16,0-10 6-16,2-8-6 15,-2-7 0-15,0-5 1 16,0 1 14-16,0-3 12 0,0 0 10 16,0 0 38-16,0-9-24 15,0-4-30-15,0-7-10 16,0-4 1-16,0 2 0 16,4-6-4-16,7 3-2 15,5 6-7-15,-1-2-22 16,4 5-43-16,3 0-68 15,5 2-68-15,19-3-81 16,-8-2-133-16</inkml:trace>
  <inkml:trace contextRef="#ctx0" brushRef="#br0" timeOffset="-74252.33">31814 15571 59 0,'0'0'580'15,"0"0"-294"-15,0 0-47 16,0 0-73-16,0 0-51 16,0 0-42-16,0 0-12 15,47-109-9-15,-38 91 11 16,-3 3-6-16,-1 4 7 16,-3 3-9-16,-2 6-19 15,0 2-35-15,0 0-1 0,0 0-35 16,0 10-15-16,0 13 27 15,2 16 22-15,6 4 1 16,-2 8 2-16,0-1 5 16,3-1 0-16,-5-10-6 15,2-10 1-15,-2-9-1 16,-4-6 8-16,2-10 2 16,-2-2 11-16,2-2 5 15,0 0-27-15,3 0-28 16,11-6-120-16,-1-10-247 15,1 0-629-15</inkml:trace>
  <inkml:trace contextRef="#ctx0" brushRef="#br0" timeOffset="-73952.14">32111 15468 582 0,'0'0'247'0,"0"0"-23"16,0 0-30-16,0 0-45 0,0 0-14 15,129-32-10 1,-104 29-40-16,-6-1-49 0,-3 2-33 15,-5 2-3-15,-3 0-90 16,0 0-115-16,-6 0-103 16,-2 0-218-16,0 0-125 0</inkml:trace>
  <inkml:trace contextRef="#ctx0" brushRef="#br0" timeOffset="-73568.06">32039 15484 237 0,'0'0'128'0,"0"0"-18"15,0 0-51-15,0 0-26 0,0 0 3 16,0 0 74-16,0 0 85 16,25 54-29-16,6-49-49 15,0 4-41-15,0 0-13 16,-2 1-31-16,-4 6-24 15,-5-1-8-15,-5 6-10 16,-2 1 0-16,-3 1-2 16,-6-4-4-16,-4 3-6 15,0-8 1-15,0 2 21 16,-11-1 8-16,-7-7 34 16,-2 1 8-16,-7-1-14 15,1-4 2-15,-3-2-8 16,2-2 9-16,0 0-12 0,5 0-6 15,2-2-6-15,4-6-2 16,5-5-13-16,7 5-43 16,4-5-44-16,2-1-90 15,15-1-140-15,6 2-93 0</inkml:trace>
  <inkml:trace contextRef="#ctx0" brushRef="#br0" timeOffset="-73185.53">32340 15601 266 0,'0'0'170'0,"0"0"-50"16,0 0 12-16,0 0-55 15,-15 126-31-15,23-104 29 16,7-5-3-16,4-6-7 16,1-3 16-16,2-4 8 15,-2 0 11-15,0-4-32 16,4 0-19-16,1-4-4 16,2-10 7-16,-3-5 1 15,-1-2 27-15,-8-5 13 0,-1-4 8 16,-10 2-12-1,1-5-5-15,-5 8-23 0,0 3-31 16,-23-5-30-16,-6 7-2 16,-9 3-30-16,-4 0-82 15,-25 0-99-15,12-2-165 16,3 6-346-16</inkml:trace>
  <inkml:trace contextRef="#ctx0" brushRef="#br0" timeOffset="-71999.11">23615 15923 760 0,'0'0'260'0,"0"0"-10"15,0 0-51-15,0 0-105 16,0 0-79-16,0 0-15 15,0 0-3-15,-4 54 3 16,4-5 17-16,0 1 2 16,0 8-3-16,0-2-7 15,-2-6-1-15,-4-10-8 16,4-9-33-16,2-12-18 16,0-6 1-16,0-9 11 0,0-4 39 15,0 0 34-15,0 0 35 16,4-17-37-16,4-1-15 15,-2-4-9-15,3-1 8 16,3-4 5-16,1 1-12 16,3 2-9-16,3 2 1 15,2 4 12-15,3 2-4 16,0 11-3-16,3 0-6 16,2 5-7-16,-2 0-4 15,0 13 1-15,-7 6-4 16,-3 6 5-16,-8 2-12 15,-2-4-9-15,-7 4-2 16,0-1 13-16,0-8 19 16,-9 1 11-16,-6-6 5 0,-4 0 4 15,0-4-1-15,-4-4 2 16,1-1-8-16,-1-4 3 16,6 0-4-16,-1 0-12 15,3 0-42-15,3-4-77 16,10-14-142-16,2 4-125 15,0-3-454-15</inkml:trace>
  <inkml:trace contextRef="#ctx0" brushRef="#br0" timeOffset="-71434.98">24020 16267 45 0,'0'0'65'0,"0"0"82"16,0 0-11-16,0 0 1 16,0 0 1-16,0 0-31 0,0 0-7 15,114 9 12 1,-92-9-19-16,-4 0-32 0,0-9-28 16,-5 0-6-16,-2-1 7 15,-3-2 0-15,-4-1 10 16,-4 0-2-16,0 3-3 15,0 0 18-15,-4-1-18 16,-10 5-19-16,-4-3-5 16,-2 5-4-16,-3 4-11 15,1 0 0-15,0 4-7 16,0 13-2-16,3 6 1 16,4 3-8-16,7 2 1 0,6 2-4 15,2 3 15 1,0-7 4-16,13-2 38 0,9-7-3 15,5 0-14-15,1-7 0 16,1-7-1-16,0 2-20 16,-2-5-7-16,-2 0-79 15,6-8-124-15,-6-6-143 16,-5 0-236-16</inkml:trace>
  <inkml:trace contextRef="#ctx0" brushRef="#br0" timeOffset="-70868.05">24365 15972 836 0,'0'0'275'0,"0"0"-151"16,0 0-124-16,0 0 12 15,0 0-12-15,0 112 40 16,0-59-9-16,0 6-21 15,0-3-4-15,0-2-6 16,0-13 0-16,0-5-11 16,0-14 0-16,0-4 1 15,0-12-22-15,0-4 3 16,0-2 29-16,0 0 50 16,0 0 5-16,0-4-31 15,0-8-8-15,3-6-8 16,3-5 3-16,2 1 4 0,2-1 5 15,3-4 19 1,1 5 8-16,1 0 4 0,4 0-6 16,-1 9 3-1,-1 0-12-15,1 7-23 0,2 6-13 16,2 0-13-16,-1 0 0 16,-2 6-1-16,1 14-2 15,-3 0-14-15,-7 6-9 16,-1 0-3-16,-7 2-16 15,-2 3 4-15,0-9 25 16,0 4 17-16,-13-8 12 16,-3-4 9-16,-1 0 1 0,-4-7 38 15,1-1 3 1,-2-1-1-16,2-5-19 0,3 0-15 16,1 0-16-16,3 0-58 15,5-6-49-15,6-2-85 16,2-10-74-16,0 0-114 15</inkml:trace>
  <inkml:trace contextRef="#ctx0" brushRef="#br0" timeOffset="-70516.57">24806 16174 305 0,'0'0'337'0,"0"0"-145"15,0 0-92-15,0 0 8 16,0 0 2-16,0 0-4 15,0 124-13-15,0-93-3 16,0-8-15-16,0-1-15 16,0-5-15-16,0-3-12 0,0-8-11 15,0-2-7 1,0-4 1-16,0 0-1 0,0 0-15 16,0 0-79-16,0 0-88 15,0-10-136-15,0-4-386 0</inkml:trace>
  <inkml:trace contextRef="#ctx0" brushRef="#br0" timeOffset="-70368.73">24856 16070 176 0,'0'0'227'15,"0"0"161"-15,0 0-193 16,0 0-195-16,0 0-19 15,0 0-157-15,0 0-132 0</inkml:trace>
  <inkml:trace contextRef="#ctx0" brushRef="#br0" timeOffset="-69730.77">25130 16110 290 0,'0'0'240'0,"0"0"-109"16,0 0-14-16,0 0-51 15,-114 40-17-15,95-13-27 16,0 4-10-16,9 1-12 16,7 4-1-16,3-6-31 15,3-6-6-15,14-3 11 16,7-7 27-16,6-5 2 0,-1-9 8 15,2 0-3 1,-2 0 2-16,-5-6-8 0,0-6 1 16,-6-6-2-1,-1 1-29-15,-7-6 4 0,-1 1 9 16,-3-2 8-16,-2-2 8 16,-2-6 4-16,-2-2 52 15,0 3 44-15,0-6 42 16,0 7 60-16,0 2 7 15,0 7-47-15,0 12-48 16,0 1-15-16,0 8-71 16,0 0-28-16,0 12-59 15,0 14 29-15,6 14 30 16,5 10 10-16,-2 3-8 16,-2 1-2-16,-3-1 2 15,1-7 4-15,-3-8-6 0,0-5-7 16,2-11-35-16,3-8-76 15,9-6-128 1,-1-4-83-16,1-4-212 0</inkml:trace>
  <inkml:trace contextRef="#ctx0" brushRef="#br0" timeOffset="-69168.65">25620 16173 234 0,'0'0'342'0,"0"0"-113"16,0 0-90-16,0 0-81 15,0 0-37-15,-125 1-13 16,99 21-8-16,3 8-7 16,4 2-15-16,7 0-5 15,10 2-21-15,2-2-20 16,0-1-5-16,18-13 39 16,1-5 26-16,4-4 8 15,2-9 23-15,1 0 39 0,-1 0 20 16,-3-18-2-16,-2-3-12 15,-2 1 5-15,-3-1 3 16,-4-5 6-16,-1-1 4 16,-4 4-2-16,-1-4 5 15,-1 6 7-15,0 2-9 16,-2 5-7-16,-2 5-27 16,4 9-21-16,-4 0-32 15,0 0-34-15,2 23-23 16,0 4 35-16,0 15 16 15,0 2 6-15,0-5 6 16,1-2 0-16,1-3-6 16,0-12-6-16,0-4-22 15,2-4-34-15,0-8-46 16,7-4-69-16,-1 0-83 0,-3-2-240 0</inkml:trace>
  <inkml:trace contextRef="#ctx0" brushRef="#br0" timeOffset="-68768.81">26005 16173 155 0,'0'0'210'0,"0"0"67"15,0 0-37-15,-117 21-29 16,92-5-59 0,5 0-91-16,9 2-40 0,9-4-21 15,2 1-20-15,0 0 20 16,13-1 7-16,9 5 35 16,1 3-18-16,-2-4-14 15,2 4-9-15,-5-4 0 16,-5-1 6-16,-4-2-7 15,-5-1-2-15,-4 1 2 16,0-4 48-16,-4 1 0 16,-11 2 24-16,-6-7 27 15,2-1-6-15,-4-1-21 0,3-5-30 16,1 0-32-16,5 0-10 16,3-11-92-16,3-14-103 15,6-1-206-15,2 0-376 0</inkml:trace>
  <inkml:trace contextRef="#ctx0" brushRef="#br0" timeOffset="-68235.43">26846 16129 345 0,'0'0'685'15,"0"0"-499"-15,0 0-87 16,0 0-48-16,0 0 81 16,0 0 13-16,0 133-41 15,0-84-25-15,0 1-18 16,0-6-17-16,0-4-19 16,0-12-15-16,0-2-3 15,2-13-7-15,2-4-54 16,-2-5-79-16,5-4-67 15,2 0-64-15,0 0-140 0,0-13-485 16</inkml:trace>
  <inkml:trace contextRef="#ctx0" brushRef="#br0" timeOffset="-67952.71">26844 16131 335 0,'0'0'539'0,"0"0"-335"15,0 0 23-15,0 0-67 16,0 0-85-16,0 0-43 16,0 0-4-16,133-83-5 15,-98 101-2-15,-3 8-2 16,-8 11-19-16,-9 2-1 0,-11 3-22 16,-4 0 1-1,-6-1 22-15,-17-5 12 0,-4-9-1 16,0-4 2-16,2-9 0 15,3-6 5-15,4-4-2 16,4-4-16-16,8 0-41 16,6-12-108-16,0-2-155 15,6-4-307-15</inkml:trace>
  <inkml:trace contextRef="#ctx0" brushRef="#br0" timeOffset="-67383.72">27391 16129 431 0,'0'0'184'0,"0"0"-31"16,0 0-27-16,-115-37-61 16,88 37-39-16,0 0-17 15,2 10-8-15,3 12 1 16,2 0-2-16,4 6-13 16,12 2-44-16,4-3-39 0,4 0 13 15,21-5 55-15,2-4 28 16,2-5 6-16,0-7 12 15,-2-6 18-15,-3 0 29 16,0 0 3-16,-3-15-15 16,-1 1-20-16,-5-3-11 15,-2-6 4-15,-1-2 61 16,-6-2 23-16,-1 4 13 16,-3-8-8-16,-2 5 0 15,2 6-13-15,-2 8 13 16,0 2-23-16,0 10-49 0,0 0-43 15,2 0-27 1,3 13-39-16,0 12 36 0,-1 13 30 16,3 2 1-1,-1 0 9-15,0 1-2 0,0-10-7 16,0-9-1-16,-1-3 0 16,-1-10-42-16,0 0-75 15,6-9-106-15,-2 0-93 16,-1 0-228-16</inkml:trace>
  <inkml:trace contextRef="#ctx0" brushRef="#br0" timeOffset="-67011.45">27661 16150 107 0,'0'0'192'16,"0"0"-61"-16,0 0 12 15,0 117-16-15,0-96-38 16,0 2-24-16,0-13-18 16,0-2-20-16,0-7-4 15,0-1 19-15,0 0 25 16,0 0 19-16,0-1 14 0,0-16-26 15,0-1-23-15,0-5 4 16,0-4 9 0,4-5-18-16,0 6-15 0,4 4-24 15,3 0-7-15,2 9-46 16,5 0-47-16,9 7-38 16,4-2 12-16,4 8 11 15,11 0-11-15,-11 0-145 16,-8 0-397-16</inkml:trace>
  <inkml:trace contextRef="#ctx0" brushRef="#br0" timeOffset="-66502.12">28136 16131 260 0,'0'0'231'15,"0"0"-67"-15,0 0-14 16,-147-47-69-16,109 47-48 16,4 0-31-16,3 8-2 15,9 10 0-15,6 3-24 16,9 4-17-16,7 0 8 15,0 2 33-15,13-5 38 16,12-4 22-16,4-4-3 16,4-5 16-16,3-7 7 15,0-2-8-15,-2 0-4 16,-3-6-13-16,-2-13-20 16,-7 1 20-16,-2-4 6 0,-2 0 15 15,-3-4-2-15,-1 0-30 16,-3 2-12-16,-2-2 23 15,-3 8 7-15,-1 6 7 16,0 6 7-16,-3 6-48 16,2 0-28-16,3 26-49 15,1 10 39-15,4 6 10 16,-3 6 0-16,-3-4 0 16,-2-4-10-16,0-7-53 15,0-7-68-15,2-13-76 16,9-8-37-16,-1-5-159 15,-1 0-394-15</inkml:trace>
  <inkml:trace contextRef="#ctx0" brushRef="#br0" timeOffset="-65951.57">28922 16074 68 0,'0'0'300'16,"0"0"98"-16,0 0-154 16,0 0-80-16,0 0-103 15,-123-38-55-15,97 50-6 16,4 10-18-16,2 6-8 15,9 8-27-15,8 3-20 16,3-4-26-16,3-3 13 16,16-10 57-16,6-8 16 15,2-10 13-15,2-4 24 16,-2 0 5-16,2-13-6 16,-6-6 19-16,0-6 38 15,-5 2 18-15,-5-4 34 16,-4 0 4-16,-2 1-23 0,0-1 13 15,-5 10 9 1,2 7-15-16,-2 2-36 0,0 8-58 16,1 0-26-16,-1 4-48 15,2 21-9-15,-1 17 38 16,-1 8 18-16,-2 11-6 16,0-3-6-16,0 5-4 15,0-13-9-15,0-2 4 16,0-12-6-16,0-14 4 15,0-4-19-15,0-5-35 16,0-7-39-16,3-6-66 16,1 0-141-16,0 0-258 0</inkml:trace>
  <inkml:trace contextRef="#ctx0" brushRef="#br0" timeOffset="-65767.91">28813 16343 110 0,'0'0'156'0,"0"0"245"15,0 0-156-15,0 0-87 16,123-9-43-16,-81 5-58 16,-2-2-57-16,-3-1-26 15,17-16-171-15,-11 5-160 16</inkml:trace>
  <inkml:trace contextRef="#ctx0" brushRef="#br0" timeOffset="-65452.95">29254 16093 18 0,'0'0'321'16,"0"0"-83"-16,0 0-59 15,0 0-59-15,0 0-32 16,0 0-17-16,-73 107-15 15,73-71-5-15,6-1 4 16,12-4-10-16,4-9 7 16,1-3 19-16,2-6 23 15,0-8-19-15,0-5 10 16,0 0-10-16,0-10-20 0,-6-11-8 16,1 2 4-1,-4-12-7-15,-3 3-12 0,-4-1-2 16,-5-2-17-16,-4 3-4 15,0 1-9-15,0 6-8 16,0 3-52-16,-8 0-110 16,-1 8-170-16,3 2-316 0</inkml:trace>
  <inkml:trace contextRef="#ctx0" brushRef="#br0" timeOffset="-64984.27">29528 16181 280 0,'0'0'189'15,"0"0"-19"-15,0 0-11 16,0 0-42-16,0 0-35 16,0 0-12-16,0 0 5 15,105 9 12-15,-99-20 14 16,-1-4-12-16,-5 1-40 16,0-2-15-16,0 2-26 15,-7 0-6-15,-10 4 9 0,-4 6-9 16,-1 4 18-16,-2 0-13 15,-3 0-7-15,5 18-12 16,1 8 2-16,8 6-11 16,9 4 17-16,4 0 4 15,0 0 65-15,11-6-5 16,11-2 1-16,5-6 8 16,4-4 17-16,1-9 24 15,5-4-27-15,1-2-40 16,-3-3-43-16,2 0-63 15,3-4-116-15,-9-12-166 16,-4 1-369-16</inkml:trace>
  <inkml:trace contextRef="#ctx0" brushRef="#br0" timeOffset="-64252.65">30386 15986 578 0,'0'0'302'0,"0"0"-107"16,0 0-52-16,0 0-98 16,0 0-45-16,0 0-8 15,0 0-5-15,-64 70 3 16,61-34 3-16,3 3-3 16,5-2 10-16,16-1 43 15,6-6-1-15,7-6 8 0,-1-9-4 16,3-8 24-1,0-3 18-15,-3-4 16 0,-2-4-4 16,-1-14 0-16,-4-4-14 16,-6-4-21-16,-2-2-17 15,-9-2-17-15,-5-2-12 16,-4 0-13-16,0 2-6 16,0 2-15-16,-11 2-25 15,-3 4-61-15,6-1-71 16,1 6-112-16,3 2-205 15,4 7-169-15</inkml:trace>
  <inkml:trace contextRef="#ctx0" brushRef="#br0" timeOffset="-63985.3">30831 16026 704 0,'0'0'294'0,"0"0"-61"16,0 0-62-16,0 0-12 16,123-14-33-16,-96 14-37 15,-5 0-59-15,-9 0-30 16,-2 0-100-16,-11 0-154 0,0 0-335 15,0 0-124-15</inkml:trace>
  <inkml:trace contextRef="#ctx0" brushRef="#br0" timeOffset="-63801.57">30752 16146 300 0,'0'0'384'15,"0"0"0"-15,0 0-96 16,0 0-105-16,150 6-103 16,-113-4-80-16,-4 4-11 15,7-2-145-15,-9-4-137 0,-6 0-203 0</inkml:trace>
  <inkml:trace contextRef="#ctx0" brushRef="#br0" timeOffset="-63418.82">31241 15958 186 0,'0'0'199'15,"0"0"-95"-15,0 0-40 16,0 0-25-16,0 0-23 0,-96 116-16 15,96-88 0 1,0-1 6-16,5-6 50 0,13-3 8 16,2-7 5-16,4-4 3 15,1-3 12-15,4-4-5 16,-2 0 14-16,2 0 26 16,0-13 17-16,-2-8 16 15,-1-4-13-15,-6 0-9 16,-2-5-12-16,-7 2 9 15,-4-2-4-15,-7 5-33 16,0 4-40-16,-9-2-45 16,-16 1-5-16,-6 4-67 15,-9 5-94-15,-20-8-69 16,11 7-142-16,6 5-417 0</inkml:trace>
  <inkml:trace contextRef="#ctx0" brushRef="#br0" timeOffset="-44969.51">21471 11281 48 0,'0'0'0'15,"0"0"-36"-15,0 0 36 0,0 0 0 16</inkml:trace>
  <inkml:trace contextRef="#ctx0" brushRef="#br0" timeOffset="-44368.67">23472 11162 14 0,'0'0'137'16,"0"0"-79"-16,0 0-58 0,0 0-209 0</inkml:trace>
  <inkml:trace contextRef="#ctx0" brushRef="#br0" timeOffset="-44035.75">21770 11309 160 0,'0'0'215'15,"0"0"-156"-15,0 0 15 16,0 0 59-16,0 0-34 16,0 0-97-16,0 0 9 15,-4 12 30-15,88-4 25 16,44 0 11-16,36-3-19 15,12-1-8-15,-9-4-24 16,-38 0-14-16,-40 0-12 16,-22 0 7-16,-18 0-16 15,1 0-1-15,-8-3-17 16,-5-1-56-16,-18-7-2 0,-13 1-61 16,-6 1-103-16</inkml:trace>
  <inkml:trace contextRef="#ctx0" brushRef="#br0" timeOffset="-43168.5">21311 11608 59 0,'0'0'71'16,"0"0"-69"-16,0 0 4 15,0 0-6-15,0 0 1 16,0 0-2-16,0 0-17 16,81-107-87-16</inkml:trace>
  <inkml:trace contextRef="#ctx0" brushRef="#br0" timeOffset="-42802.89">21442 11312 36 0,'0'0'205'16,"0"0"-150"-16,0 0-46 16,0 0 25-16,0 0 28 15,0 0 38-15,0 0-31 16,79 0 57-16,-33 0-17 16,16 0 1-16,12 0-39 15,29-5-10-15,32-1-14 0,37-2-8 16,11-4-14-1,-7 2-24-15,-43 1 12 0,-43 3-12 16,-34 3-1-16,-19 1-10 16,-6 0-34-16,-8 2-34 15,-12 0-39-15,-18 0 18 16,-24 2 15-16,-12 4-189 0</inkml:trace>
  <inkml:trace contextRef="#ctx0" brushRef="#br0" timeOffset="-42403.16">21224 11285 35 0,'0'0'26'0,"0"0"0"16,0 0-25-16,0 0 12 15,0 0 26-15,0 0 49 16,0 0-3-16,81 12 26 16,-4-12 6-16,48 0 20 15,49-8-38-15,27-2-18 16,1 0-33-16,-11 3-16 15,-25-2-8-15,-10-1-23 16,-34 2 11-16,-30-1-11 16,-34 5-1-16,-21 0-26 0,-5 0-11 15,-8-3-23-15,-6 5 14 16,-18 0 40-16,-5 2-90 16,-22 0-95-16,1 0-84 0</inkml:trace>
  <inkml:trace contextRef="#ctx0" brushRef="#br0" timeOffset="-28419.15">6993 8554 217 0,'0'0'203'16,"0"0"-21"-16,0 0-8 15,0 0-41-15,0 0-36 16,0 0 1-16,73 30-6 16,-50-20 2-16,0 4-6 15,6 2 1-15,0 3-12 16,6 2-19-16,3 6-1 16,2 3-19-16,5 4-12 0,1-1-16 15,-3 4-3-15,-3-5-6 16,-7-2-1-16,-4-5 0 15,-6-6-13-15,-6-3-19 16,-5-6-9-16,-4-1-7 16,-6-6-26-16,-2-3-22 15,0 0-32-15,0 0-47 16,-2-3-113-16,-9-8-219 0</inkml:trace>
  <inkml:trace contextRef="#ctx0" brushRef="#br0" timeOffset="-28002.8">7343 8538 243 0,'0'0'272'16,"0"0"-61"-16,0 0-18 16,0 0-70-16,0 0-46 15,0 0-29-15,0 0-15 16,-22-1-20-16,18 1-12 16,-4 12 34-16,0 9 27 15,-3 5 8-15,-1 10-12 0,-1 4-7 16,3 6-23-16,-7 3-8 15,5-3-13-15,-2-6 2 16,3-4-9-16,-1-6 1 16,3-6-1-16,3-4 0 15,2-7 0-15,-1 0-2 16,3-7-6-16,0-4 1 16,-1 0 7-16,3-2 6 15,0 0-6-15,0 0-13 0,0-4-54 16,0-6-174-1,0 0-382-15</inkml:trace>
  <inkml:trace contextRef="#ctx0" brushRef="#br0" timeOffset="-27536.09">7588 8664 192 0,'0'0'172'15,"0"0"18"-15,0 0 6 16,0 0-31-16,0 0-25 15,139 18-20-15,-100-18-17 16,-1-1-45-16,-5-5-25 16,0 2-21-16,-12 1-12 0,-1 2-6 15,-7 1-48-15,-1 0-112 16,-8 0-154-16,-1 0-78 0</inkml:trace>
  <inkml:trace contextRef="#ctx0" brushRef="#br0" timeOffset="-27183.81">7568 8847 201 0,'0'0'153'0,"0"0"-28"16,0 0 37-16,0 0 21 16,0 0-24-16,0 0-25 15,117 10-6-15,-82-10-24 16,1 0-23-16,-7 0-28 15,-8 0-20-15,-3 0-17 16,-5 0-16-16,-1 0 0 0,-1 0-61 16,11-8-66-1,-1 0-112-15,-2-1-288 0</inkml:trace>
  <inkml:trace contextRef="#ctx0" brushRef="#br0" timeOffset="-26435.14">8109 8614 279 0,'0'0'238'0,"0"0"-59"16,0 0 21-16,0 0-73 16,0 0-35-16,0 0-13 0,119-58-31 15,-101 58-19-15,-5 0-10 16,1 0-11 0,-4 10-7-16,-1 6-1 0,-2 6 0 15,-4 5-1-15,-3 5 0 16,0 4-10-16,-6 0 11 15,-11 3 0-15,-1-6 21 16,-4-5-21-16,2-2-3 16,0-8-31-16,4-2-5 15,3-6 3-15,4-3 14 16,5-4 11-16,1-3 1 16,3 0 10-16,0 0 21 15,0 0 14-15,0 0-22 0,0-2-11 16,3-4 18-16,7 0-5 15,6 4-15-15,4 0-17 16,2 2 7-16,3 0 9 16,0 0 1-16,2 0 0 15,-4 0 5-15,2 0 23 16,-2 0 18-16,-1 2-2 16,0-2-15-16,-2 0-11 15,1 0-7-15,-2 0-1 16,-1 0-3-16,-3 0-6 15,-1-8-1-15,-3-1-10 16,1 2-35-16,-4-3-36 16,3-2-43-16,1-10-99 15,-3 4-86-15,-1 0-317 0</inkml:trace>
  <inkml:trace contextRef="#ctx0" brushRef="#br0" timeOffset="-26001.65">8591 8582 199 0,'0'0'207'15,"0"0"-46"-15,0 0-45 16,0 0-36-16,0 0-28 16,0 0-13-16,0 0-17 15,-75 62-3-15,67-25 5 0,4 3-15 16,4 2-9-1,0-4 1-15,2-4 17 16,12-6-18-16,3-6 0 0,4-8 5 16,1-1 2-16,2-7 2 15,3-5 34-15,0-1-1 16,2 0-3-16,0 0-12 16,-2-12-6-16,-1-4 5 15,-4-1 7-15,-2-6 2 16,-4-3 10-16,-5 0-2 15,-4-4 9-15,-5-1-11 16,-2 1-2-16,0 0-11 16,0 1-20-16,-15-3-7 15,-3 3 8-15,-5 3-2 0,-1 4-6 16,-7 6-1-16,-2 6-25 16,-2 10-50-16,2 0-34 15,2 8-59 1,0 26-81-16,9-6-3 0,8 1-118 0</inkml:trace>
  <inkml:trace contextRef="#ctx0" brushRef="#br0" timeOffset="-25436.46">8914 8568 267 0,'0'0'131'15,"0"0"-18"-15,0 0-44 16,0 0-11-16,-47 107-6 16,41-71-2-16,6 2-22 15,0 0-4-15,0-6-5 16,0-4-2-16,8-6 9 16,5-4 12-16,3-4 23 15,3-3-8-15,-2-4 5 16,1-2-15-16,2-3-11 0,0-2-7 15,0 0-8-15,0 0-2 16,2 0-7-16,-1-7-7 16,-2-5 18-16,-1-4 36 15,0-1 2-15,-4-4 2 16,-4-6 9-16,0-2 8 16,-4-7-3-16,-3-4 2 15,-3-3-3-15,0 2 2 16,-9 0-19-16,-11 7-20 15,-7 6-34-15,-2 6 9 16,-5 9-10-16,1 4-11 16,0 9-92-16,-10 14-105 0,12 14-286 15,-1 8-222-15</inkml:trace>
  <inkml:trace contextRef="#ctx0" brushRef="#br0" timeOffset="-19268.87">10814 11964 215 0,'0'0'75'15,"0"0"-33"-15,0 0 27 16,0 0-15-16,-116 92-21 16,97-69-10-16,-2 6 7 15,1 0 5-15,3 3 5 16,1 1-1-16,1 4-11 16,3-2-15-16,5 1-12 15,7 0 1-15,0 1 6 0,0 1-7 16,16 2 0-16,6 0 6 15,7 3-7-15,8 2 1 16,0-3-1-16,3-2 0 16,5-6 0-16,-1-8-6 15,6-5-1-15,0-12 7 16,2-4 0-16,2-5-13 16,-2 0-3-16,0 0 16 15,-3-5 6-15,-2-3 3 16,-8 0-8-16,-2 0 8 15,-4-2-9-15,-2-1 1 16,1-2 7-16,-1-7-6 0,0-4-1 16,0-7 5-1,-2-6 2-15,0-7 23 16,0-5-2-16,-3-3-9 0,1-3 9 16,-7 1-8-16,-1 0 5 15,-13 1 5-15,-6 1 15 16,0-3 39-16,-18 0-28 15,-16-4 35-15,-5-3-27 16,-6 2-33-16,-6 7-1 16,-5 13 1-16,-6 13-14 15,-9 13-10-15,-10 12-8 16,-6 2-1-16,-2 16-16 16,0 15-56-16,5 14-108 15,-12 27-28-15,24-12-64 16,14-6-310-16</inkml:trace>
  <inkml:trace contextRef="#ctx0" brushRef="#br0" timeOffset="-16852.34">24934 8494 98 0,'0'0'217'0,"0"0"-102"15,0 0-36-15,0 0 74 16,0 0-23-16,0 0-63 15,0 0-51-15,-33-31-16 16,61 31 25-16,17 0-4 0,40 0-6 16,40 7-2-1,37 3-12-15,19-4 6 16,-13-4-6-16,-35-2-1 16,-42 0-10-16,-26 0-7 0,-13-10 0 15,2-2-9-15,0-4 20 16,-3 0 4-16,-17 4-5 15,-13 2-26-15,-7 8-29 16,-7-1-29-16,-7 3-95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48:48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19059 8504 46 0,'0'0'305'0,"0"0"-219"15,0 0-21-15,0 0 33 16,0 0-34-16,0 0 37 0,81-4-19 16,38 20 37-1,57 5-20-15,36 0 3 0,24 1-4 16,9 2-1 0,-18 0-11-16,-13 2 20 0,-49-5-38 15,-56-8-4-15,-51-5-20 16,-29-4-16-16,-14-1-18 15,-4-2 9-15,-3-1-10 16,-8 0-9-16,0 0-17 16,0 0-31-16,-12 4 17 15,3 6-26-15,5 13-43 16,2-1-146-16,2-4-303 0</inkml:trace>
  <inkml:trace contextRef="#ctx0" brushRef="#br0" timeOffset="617.3">25152 8534 568 0,'0'0'159'15,"0"0"-67"-15,0 0 8 16,145-33-29-16,-56 33-2 16,38 0 16-16,34 9 14 15,3 13-48-15,-26 2-22 16,-41-6-8-16,-47-4-5 15,-14-2-16-15,-5 2 0 16,-4-2-29-16,-2 3-61 16,-17-3-60-16,-8-2-106 0,-8-1-14 15,-13-6-217-15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11T20:46:24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 3096 107 0,'0'0'68'0,"0"0"399"16,0 0-178-16,0 0-97 15,0 0-48-15,0 0-62 16,0-17-50-16,0 17-32 0,0 0-18 15,0 13 17-15,0 8 1 16,0 6 37-16,-2 4-6 16,-1 11-5-16,3 2 7 15,0 1-11-15,0 1-6 16,0 1-6-16,3-5-1 16,12-4-8-16,3-2 1 15,2-2 0-15,5-6 10 16,4-2-1-16,0-6-9 15,2-1 6-15,2-6-6 16,0-2 7-16,1-6 1 16,-1-1-4-16,-2-4-5 15,0 0 11-15,3-9-1 0,-3-15 1 16,2-7 10 0,0-7 13-16,-5-4 12 0,-4-4-1 15,-3-3-6-15,-6-2-12 16,-6 1 8-16,-6 3 11 15,-3 1-3-15,0 4 7 16,0 6-10-16,-7 3-16 16,-5 8-8-16,2 5-17 15,1 7 0-15,1 6-49 16,2 7-102-16,4 2-125 16,0 16-350-16,2 0-115 0</inkml:trace>
  <inkml:trace contextRef="#ctx0" brushRef="#br0" timeOffset="550">3578 3259 189 0,'0'0'267'0,"0"0"-87"0,0 0-60 16,0 0-36 0,0 0-12-16,0 0 6 0,0 0 9 15,85-7 30-15,-36 7-2 16,4 0-46-16,0 0-27 16,-1 0-23-16,-10 0-12 15,-9 0-7-15,-6 0-28 16,-6 2-70-16,-9 4-86 15,-5 0-107-15,-3 1-62 0</inkml:trace>
  <inkml:trace contextRef="#ctx0" brushRef="#br0" timeOffset="800.37">3738 3437 1024 0,'0'0'275'15,"0"0"-192"-15,0 0-31 16,149 0-31-16,-108-2-21 15,-1-4-3-15,10-2-108 16,-4 0-125-16,-9 2-344 0</inkml:trace>
  <inkml:trace contextRef="#ctx0" brushRef="#br0" timeOffset="1415.53">4545 3039 199 0,'0'0'222'0,"0"0"-69"15,0 0-18-15,0 0-55 16,0 0-36-16,0 0 5 16,0 0 49-16,57 5 18 15,-7-3-16-15,8 0-2 16,6 0-18-16,3-2-28 0,-5 0-30 16,-6 0-10-1,-12 0-12-15,-13 0-10 0,-8 0-49 16,-21 4-95-16,-2-1-131 15,0 4-204-15</inkml:trace>
  <inkml:trace contextRef="#ctx0" brushRef="#br0" timeOffset="1751.52">4792 3036 312 0,'0'0'266'16,"0"0"-145"-16,0 0-63 0,0 0-24 15,0 0 70-15,0 0 16 16,0 0-20-16,58 106-19 16,-45-60 7-16,-4 6-19 15,-5 2-19-15,-1-2 8 16,-3 0-1-16,0-7-15 15,0-4-23-15,0-10-4 16,0-5-14-16,0-8 9 16,0-6-9-16,0-4-1 15,0-3-16-15,0-5-68 16,0 0-37-16,0 0-21 16,0 0-125-16,0-9-442 0</inkml:trace>
  <inkml:trace contextRef="#ctx0" brushRef="#br0" timeOffset="1984.21">4614 3519 400 0,'0'0'182'15,"0"0"25"-15,0 0 9 16,0 0-7-16,0 0-36 15,114 0-38-15,-66 0-30 16,6 0-38-16,0-2-21 0,-6-2-25 16,-5-2-21-1,-7 1 0-15,-7 1-64 0,8-1-84 16,-8 0-101 0,0-2-263-16</inkml:trace>
  <inkml:trace contextRef="#ctx0" brushRef="#br0" timeOffset="2499.96">5394 3188 178 0,'0'0'190'0,"0"0"-50"0,0 0-20 16,0 0 10 0,0 0 23-16,0 0 0 0,124 28 6 15,-74-23-10-15,0-2-8 16,-2-1-20-16,-7-2-45 15,-2 0-9-15,-8 0-7 16,-7 0-29-16,-4-2-15 16,-4-1-15-16,-3 2-1 15,-2 0-6-15,1-2-50 16,1 3-77-16,12 0-118 16,-5 0-127-16,-3 0-328 0</inkml:trace>
  <inkml:trace contextRef="#ctx0" brushRef="#br0" timeOffset="3117.71">6717 2916 322 0,'0'0'150'15,"0"0"23"-15,0 0-21 16,0 0-48-16,0 0-28 15,-123-57-18-15,97 57-10 0,1 0-12 16,1 2-7 0,-3 14-19-16,3 8-4 0,-1 8 17 15,2 8-13-15,6 8 9 16,8 7 17-16,9 5 15 16,0 2-27-16,18-3 5 15,17-9 2-15,10-9 18 16,9-11 31-16,1-12 6 15,3-12 12-15,-2-6-20 16,-7 0 0-16,-9-1-31 16,-9-11-15-16,-10 0-21 15,-6 2-11-15,-7 0-91 16,2-1-109-16,-6 6-287 16,-2 1-538-16</inkml:trace>
  <inkml:trace contextRef="#ctx0" brushRef="#br0" timeOffset="5117.77">2443 4660 576 0,'0'0'212'15,"0"0"-73"-15,0 0-89 0,0 0-50 16,0 0 15 0,0 0 19-16,-35 64 33 0,26-29-2 15,5 3-9-15,0 3-8 16,4 6-9-16,0-3-7 15,2 0-9-15,15-4 2 16,3-6 3-16,5-3-7 16,4-10 7-16,0-5 7 15,0-5-13-15,-1-8-5 16,3-3 6-16,2 0 24 16,0-12-3-16,0-10-2 15,5-8-1-15,-3-6-12 16,-6-2-12-16,-4 0-6 15,-10-2-4-15,-5 1 0 16,-10 1 12-16,0 3 0 0,0-2-3 16,-8 3-10-1,-2 2-6-15,-1 6-1 0,3 8-43 16,6 4-58-16,2 10-96 16,10 4-166-16,9 0-364 0</inkml:trace>
  <inkml:trace contextRef="#ctx0" brushRef="#br0" timeOffset="5549.93">3172 4814 484 0,'0'0'253'0,"0"0"-19"16,0 0-53-16,0 0-55 16,0 0-64-16,0 0 3 15,0 0 12-15,60-3 44 16,-20 2-9-16,8-3-32 16,0-4-40-16,1 1-23 15,-5-2-17-15,-7 1-5 16,-8 2-77-16,-10 4-92 15,-14 2-138-15,-3 0-225 16,-2 0-142-16</inkml:trace>
  <inkml:trace contextRef="#ctx0" brushRef="#br0" timeOffset="5749.93">3201 4947 401 0,'0'0'321'16,"0"0"-12"-16,0 0-69 16,0 0-79-16,138-2-75 15,-86-4-60-15,1-2-26 16,7 0-60-16,30-11-140 16,-17 6-152-16,-9-1-446 0</inkml:trace>
  <inkml:trace contextRef="#ctx0" brushRef="#br0" timeOffset="6550.43">4531 4514 68 0,'0'0'378'15,"0"0"-74"-15,0 0-159 16,0 0-125-16,0 0-17 15,0 0 30-15,0 0 31 16,-122 139 18-16,86-98-31 16,3-3-19-16,4-4-19 15,2-3-2-15,2-10-5 16,8-3-6-16,1-6-9 16,7-4-33-16,5-4-10 15,2-1 18-15,2-3 34 16,0 0 15-16,0 0-3 0,8-3-12 15,9-4 0-15,2-1-16 16,8 1-5-16,4 3 6 16,7 2 6-16,5 1 7 15,1 1 2-15,3 0 1 16,-3 0 1-16,-4-3 5 16,-4 3-6-16,-4-4 6 15,-9-2-5-15,0-1-2 16,-7-1-7-16,-3-4-50 15,-5-9-98-15,-3 5-103 16,-5 0-279-16</inkml:trace>
  <inkml:trace contextRef="#ctx0" brushRef="#br0" timeOffset="6849.64">4552 4502 455 0,'0'0'273'15,"0"0"-2"-15,0 0-52 16,0 0-103-16,0 0-93 16,0 0-23-16,0 0-13 15,2 58 13-15,4-9 38 16,3 3 11-16,-2 9 2 16,-2-3 13-16,-1-2-8 15,0-6-15-15,1-5-16 16,-3-7-8-16,2-9-8 0,1-4-3 15,0-9-4-15,-1-7 8 16,0-4-10-16,-2-3-20 16,1-2-66-16,3 0-44 15,14-7 1-15,3-7-163 16,-1-5-672-16</inkml:trace>
  <inkml:trace contextRef="#ctx0" brushRef="#br0" timeOffset="7250.68">4915 4588 88 0,'0'0'114'16,"0"0"9"-16,0 0-21 16,-20 115-11-16,20-86-7 15,0-4-3-15,8-6 4 16,10-9 23-16,5-5-20 16,3-5 54-16,5-5 14 15,2-13-27-15,4-6-30 16,-6-4-16-16,-2-4-15 0,-9-2-1 15,-9 1-16 1,-9 6-26-16,-2 1-7 0,0 5-18 16,-22 6-32-16,-5 3-8 15,-6 6-40-15,-7 6-50 16,-1 0-34-16,-9 25-75 16,7 4-84-16,11 1-274 0</inkml:trace>
  <inkml:trace contextRef="#ctx0" brushRef="#br0" timeOffset="7683.28">4915 4792 33 0,'0'0'289'0,"0"0"-107"16,0 0-44-16,0 0-37 15,0 0-46-15,0 0-12 16,0 0-12-16,-76 131-4 16,76-101-5-16,2-2 10 15,16-2-5-15,5-4 14 16,0-6 11-16,6-6 3 0,3-4 14 15,-1-4 8 1,2-2 5-16,0 0-16 0,2-15 11 16,0-4-9-16,-1-5-1 15,-1-6-16-15,-6-3-4 16,-8 0-2-16,-5-3-13 16,-10-1-9-16,-4 4-10 15,-2-2-13-15,-18 7-24 16,-5 4-27-16,1 8-12 15,0 8-75-15,-3 8-64 16,9 8-171-16,5 9-198 0</inkml:trace>
  <inkml:trace contextRef="#ctx0" brushRef="#br0" timeOffset="7867.91">5626 4973 41 0,'0'0'804'0,"0"0"-532"15,0 0-100-15,0 0-156 16,0 0-16-16,0 0-298 16,0 0-632-16</inkml:trace>
  <inkml:trace contextRef="#ctx0" brushRef="#br0" timeOffset="8201.12">5583 4528 170 0,'0'0'387'15,"0"0"-95"-15,0 0-112 16,0 0-58-16,0 0-1 0,0 0-21 16,0 0-24-1,120-11-15-15,-64 8-10 0,4-1-2 16,0-3-18-16,-8 3-20 15,-8 3-11-15,-8-1-42 16,-12 2-82-16,-5 0-127 16,-13 0-264-16,-4 3-175 0</inkml:trace>
  <inkml:trace contextRef="#ctx0" brushRef="#br0" timeOffset="8633.64">5730 4499 267 0,'0'0'166'0,"0"0"-49"0,0 0-10 15,0 0-53-15,0 0-19 16,0 0-3-16,0 0-26 16,-73 105 34-16,84-98 42 15,9 2 4-15,9-3-18 16,2-2-15-16,5 2-28 15,1-2-8-15,5 2 3 16,-1 1-10-16,-5 0-9 16,-1 3-1-16,-6 2 0 15,-4 2 0-15,-6 1 0 16,-5 4-7-16,-9-1-5 16,-5 2 12-16,0 0-5 0,-7 1 5 15,-13-2 19 1,-5-2 39-16,-2-3 7 0,1-5 0 15,-1 0 22-15,-2-5-10 16,0-3-22-16,0-1-18 16,5 0-21-16,-1 0-2 15,8 0-14-15,3-1-13 16,5-6-24-16,7 0-34 16,2-9-90-16,13 1-114 15,9-1-76-15</inkml:trace>
  <inkml:trace contextRef="#ctx0" brushRef="#br0" timeOffset="9017">6187 4517 305 0,'0'0'161'15,"0"0"14"-15,0 0-28 16,-58 119-39-16,51-77-47 16,7 0-21-16,0-2-8 15,7-6 6-15,13-8 15 16,2-8-21-16,5-5 1 16,2-10 38-16,0-3 40 15,4 0-23-15,-2-3-4 16,3-16-34-16,-5-2-8 0,-2-2-7 15,-5-5 10-15,-7-4 14 16,-3-2-20-16,-10 0-21 16,-2-3 11-16,0 6 0 15,-12 0-20-15,-9 5-9 16,-6 5-6-16,-2 6 5 16,0 8-41-16,0 7-69 15,0 4-118-15,6 16-107 16,10-1-202-16</inkml:trace>
  <inkml:trace contextRef="#ctx0" brushRef="#br0" timeOffset="9417.11">6461 4550 160 0,'0'0'136'15,"0"0"-39"-15,0 0 14 16,-14 120-22-16,14-83-4 16,2-4 3-16,17-5 2 15,3-5 7-15,5-8-40 16,2-5 4-16,2-6 17 15,3-4-21-15,-1 0-21 0,-4-2-3 16,0-15-10-16,-3-4 11 16,-4-6-1-16,-3-6 18 15,-6-1 10-15,-5-4-12 16,-8 1-4-16,0 4 3 16,-4 1-48-16,-18 2-5 15,-9 2-3-15,-8 1-35 16,-7 5 8-16,-5 6-55 15,-3 10-89-15,12 5-116 16,13 1-103-16</inkml:trace>
  <inkml:trace contextRef="#ctx0" brushRef="#br0" timeOffset="9784.16">6831 4449 147 0,'0'0'365'16,"0"0"-95"-16,0 0-125 15,0 0-46-15,0 0 21 0,0 0-1 16,127 94-26-16,-83-53-29 16,-3-3-12-16,-8-4 3 15,-4-4-11-15,-7-7-8 16,-6-6-11-16,-3-7-8 16,-4-2-6-16,-4-4-3 15,-1-4-8-15,-2 0-11 16,2 0-106-16,1 0-103 15,-3 0-191-15</inkml:trace>
  <inkml:trace contextRef="#ctx0" brushRef="#br0" timeOffset="10083.37">7054 4342 548 0,'0'0'360'16,"0"0"-142"-16,0 0-89 16,0 0-104-16,0 0-17 15,0 0-2-15,0 0 62 16,-63 151 0-16,38-92-11 16,-1 0 4-16,-1 0 10 15,3-7-21-15,-1-8-28 16,7-6-3-16,1-8-13 15,5-8-6-15,3-4-3 16,3-6-64-16,2-3-70 0,4-7-92 16,0-1-132-16,0-1-379 15</inkml:trace>
  <inkml:trace contextRef="#ctx0" brushRef="#br0" timeOffset="10766.8">8018 4680 147 0,'0'0'225'0,"0"0"-89"16,0 0 20-16,0 0-12 16,0 0-31-16,0 0-42 15,0 0 4-15,-115 10 7 16,113-10 2-16,2 0 3 0,0 0 7 16,0 0 2-1,17 0 2-15,16 0-28 0,17 0 19 16,12 0 14-16,9 0-1 15,0 0-28-15,-5 0-22 16,-12 0-7-16,-11 0-6 16,-9 0-16-16,-12 0-14 15,-9 0-9-15,-6 0 0 16,-5 0-17-16,0 0-60 16,-2 0-58-16,4 0-90 15,2 2-278-15,0 6-191 0</inkml:trace>
  <inkml:trace contextRef="#ctx0" brushRef="#br0" timeOffset="11484.79">8963 4196 631 0,'0'0'192'15,"0"0"-3"-15,0 0-56 16,0 0-45-16,0 0-33 15,0 0-42-15,0 0-11 16,-29 11 21-16,9 11 39 16,-4 8 5-16,-1 7-16 15,0 12-6-15,3 4-16 16,5 6-7-16,3 4-15 16,9-1 11-16,5-2-2 15,0-6-3-15,7-6 12 16,9-8 10-16,1-10 13 0,1-8 19 15,-1-4-1-15,-2-8-12 16,-5-1-16-16,-2-4-16 16,0-2-10-1,-3-3-12-15,1 1-84 0,15-1-102 16,-3 0-128-16,1-5-408 0</inkml:trace>
  <inkml:trace contextRef="#ctx0" brushRef="#br0" timeOffset="12000.08">9150 4496 347 0,'0'0'369'0,"0"0"-115"16,0 0-22-16,0 0-38 15,0 0-60-15,0 0-59 16,118-77-37-16,-93 75-15 16,-6 2-18-16,0 0-5 15,-4 11-10-15,-3 10 3 16,-4 8-8-16,-8 4-2 15,0 10 17-15,-2 1-2 0,-21 2 10 16,-6-2-1-16,-4-4-7 16,0-4-18-16,2-8-15 15,4-9-11-15,9-2-21 16,5-9-25-16,6-3 38 16,5-5 52-16,2 0 23 15,0 0 13-15,0 0-27 16,11-3 18-16,7-3-26 15,7-2-1-15,6 0 1 16,9 2 0-16,2 0 37 16,1 0 14-16,-2 0-1 15,-3 2-20-15,-7 0-25 16,-4 2-6-16,-4-2-24 0,10-4-79 16,-6 2-94-1,-2-4-337-15</inkml:trace>
  <inkml:trace contextRef="#ctx0" brushRef="#br0" timeOffset="12299.61">9663 4417 85 0,'0'0'559'0,"0"0"-317"16,0 0-38-16,0 0-10 15,133 0-49-15,-81 0-33 16,-6 0-41-16,-3 0-30 16,-12 0-24-16,-7 0-16 15,-8 0-1-15,-5 0-70 16,-7 0-76-16,-1 0-89 15,-3 4-124-15,0 1-214 0</inkml:trace>
  <inkml:trace contextRef="#ctx0" brushRef="#br0" timeOffset="12750.83">9692 4411 377 0,'0'0'158'15,"0"0"4"-15,0 0-41 16,0 0-46-16,0 0-8 16,0 0-30-16,0 0-8 15,-87 106 9-15,87-97 13 16,0-1 11-16,6-3-1 16,10 2 15-16,6-1-6 15,7 2 5-15,6-2-25 16,6 0-27-16,1 0-14 0,-4 2-8 15,-3 0-1 1,-2 4 0-16,-8-1-8 0,-4 2-26 16,-5 3-11-16,-10 2-1 15,-3 0 15-15,-3 3-11 16,0 2 25-16,-19-1 2 16,-5 2 14-16,-4-4 1 15,-5-1 6-15,2-3 19 16,0-5 4-16,5-2 11 15,1-8 10-15,1-1 9 16,1 0 5-16,6 0-14 16,-1-10-23-16,3-5-9 15,3-4-18-15,3-1-19 16,7 2-68-16,2-4-85 16,6 6-168-16,13 4-330 0</inkml:trace>
  <inkml:trace contextRef="#ctx0" brushRef="#br0" timeOffset="13232.48">10170 4386 421 0,'0'0'115'16,"0"0"-8"-16,0 0-7 16,0 0-14-16,-89 116 0 15,76-76 5-15,9 0-26 16,4-2-18-16,0-5 10 15,9-4-15-15,13-4 0 16,5-8 17-16,0-3-15 16,4-5 5-16,0-8 8 15,3-1 1-15,1 0 0 16,-2-6-13-16,3-12-6 0,-1-3-18 16,-3-6-2-1,-6-3 13-15,-7-5 7 0,-11 0 15 16,-6-6 9-16,-2 2-35 15,-2-1-12-15,-18 1-16 16,-5 7-6-16,-3 10-17 16,-6 8 17-16,-4 11-64 15,0 3-62-15,1 9-39 16,6 29-75-16,8-3-104 16,14-4-400-16</inkml:trace>
  <inkml:trace contextRef="#ctx0" brushRef="#br0" timeOffset="13634.05">10440 4393 310 0,'0'0'162'15,"0"0"7"-15,0 0-16 16,-22 145-28-16,22-104-32 16,14 0-1-16,7-7-2 15,6-8 22-15,2-8-33 16,0-9 4-16,0-7 28 16,2-2-17-16,0 0-22 15,1-17-30-15,-3-5-5 16,-2-2-14-16,-5-6 11 0,-7 0 1 15,-3-4-6-15,-10-2 5 16,-2-1 0-16,0 3-20 16,-16 0-14-16,-11 2-9 15,-2 4-4-15,-4 6 4 16,-1 8-39-16,8 8-87 16,1 6-107-16,10 12-164 15,8 6-222-15</inkml:trace>
  <inkml:trace contextRef="#ctx0" brushRef="#br0" timeOffset="13984.03">10864 4286 325 0,'0'0'205'0,"0"0"-52"16,0 0-6-16,0 0-37 16,0 0-16-16,120 79-10 15,-76-45 7-15,4 2 24 16,-6-4-30-16,-3-1-31 0,-5-6-18 15,-5-6-4-15,-9-4-4 16,-2-5-15-16,-7-4-4 16,-2-1-9-16,-5-4 0 15,-2 2-72-15,-2-3-92 16,0 0-134-16,0 0-265 0</inkml:trace>
  <inkml:trace contextRef="#ctx0" brushRef="#br0" timeOffset="14250.26">11105 4179 598 0,'0'0'297'0,"0"0"-136"15,0 0-118-15,0 0-24 16,0 0 88-16,-48 126 21 15,30-70-36-15,-1 0-6 16,-2 0-6-16,2-7-11 16,3-5-26-16,3-8-22 15,1-8-10-15,3-4-11 16,3-6-7-16,2-4-67 16,4 3-98-16,0-9-117 15,0 3-275-15</inkml:trace>
  <inkml:trace contextRef="#ctx0" brushRef="#br0" timeOffset="15049.81">12005 4284 666 0,'0'0'325'15,"0"0"-105"-15,0 0 14 16,0 0-120-16,0 0-114 15,0 0-21-15,0 0 21 16,0 119 29-16,4-65 25 16,-2-1-6-16,-2-7 5 15,2-6-2-15,-2-6 0 16,0-8-13-16,0-9-17 16,0-2-11-16,2-5-9 15,-2-4 4-15,0-1-5 16,2-4-85-16,-2-1-74 15,3 0-94-15,-1 0-105 16,-2-10-241-16</inkml:trace>
  <inkml:trace contextRef="#ctx0" brushRef="#br0" timeOffset="15236.84">11801 4485 540 0,'0'0'221'16,"0"0"-48"-16,0 0 8 16,137 0-29-16,-84 0-88 15,5 3-64-15,31 1-3 16,-15 0-206-16,-7-4-335 0</inkml:trace>
  <inkml:trace contextRef="#ctx0" brushRef="#br0" timeOffset="15732.82">12749 4231 472 0,'0'0'153'16,"0"0"-27"-16,0 0-34 16,0 0-24-16,-114 24-16 15,80 0-13-15,1 8 18 0,4 6-8 16,4 4-1-16,10 3 17 16,9 3-15-16,6 0-12 15,0-1 24-15,21-3-18 16,4-3-18-16,4-9-7 15,0-6-5-15,0-6-2 16,-2-8 4-16,0-6-3 16,0-6 16-16,-2 0 6 15,4 0-12-15,1-7-11 16,-6-8 1-16,1-3 9 0,-5-4-7 16,-7-3-4-1,-2 0 13-15,-9-1 32 0,-2 2 1 16,0-1-7-16,-15 6-23 15,-12 4-2-15,-6 8-25 16,-5 4-13-16,-3 3 7 16,4 0-21-16,3 17-67 15,8 3-82-15,13 4-67 16,11-3-159-16,2-4-219 0</inkml:trace>
  <inkml:trace contextRef="#ctx0" brushRef="#br0" timeOffset="16033.91">12996 4255 428 0,'0'0'336'16,"0"0"-89"-16,0 0-43 16,0 0-69-16,0 0-69 15,0 0-35-15,0 0-20 16,87 80 5-16,-81-42-4 16,-3-2 4-16,-3 0-7 15,0-3-9-15,0-8-32 16,0 0-90-16,0-7-143 0,0-8-250 15</inkml:trace>
  <inkml:trace contextRef="#ctx0" brushRef="#br0" timeOffset="16683.62">13586 4281 431 0,'0'0'189'0,"0"0"10"16,0 0-44-16,0 0-57 15,-122-47-47-15,88 47-37 16,1 0 2-16,-5 14-9 16,3 11-6-16,4 3 5 15,4 6-6-15,8 0-1 16,13 0-6-16,6-2 7 16,2-4-1-16,21-3-9 15,4-7-21-15,4-7-13 16,2-6-11-16,-2-5 8 0,0 0 27 15,-2-6 19 1,-2-11 0-16,-3 0 1 0,-4-6 8 16,-3-1 15-16,-5 0 13 15,-3-2 18-15,1 0 21 16,-6 2 15-16,-2-2 15 16,0 6 3-16,-2 4 12 15,2 4-2-15,-2 6-21 16,0 4-27-16,3 2-50 15,-3 0-20-15,4 4-32 16,0 17-7-16,3 10 24 16,5 13 15-16,0 6 2 15,2 4 5-15,-3 3 12 0,-2-5 3 16,-2-4-5-16,0-8-8 16,-5-6-8-16,0-8 0 15,-2-6 6 1,2-7-5-16,-2-6-2 0,2-1-10 15,0-5-80-15,9-1-87 16,-1 0-82-16,1 0-247 0</inkml:trace>
  <inkml:trace contextRef="#ctx0" brushRef="#br0" timeOffset="17132.93">13902 4269 227 0,'0'0'226'0,"0"0"-66"15,0 0-2-15,0 0-60 16,0 0-29-16,0 0-1 15,-122 122-14-15,113-84-7 16,5 5-6-16,4-5-1 16,0-2-3-16,20-6-3 15,9-6 5-15,9-8 1 16,6-6 16-16,5-8 21 0,0-2-22 16,2-2 6-1,-6-14-8-15,-7-6-7 0,-7-5 8 16,-11 0-14-16,-9-5-5 15,-11-3-18-15,0-3-5 16,-2 2-12-16,-18 4-10 16,-9 5-9-16,-7 2-3 15,-3 7-12-15,-9 6-27 16,2 6-39-16,1 6-53 16,5 2-86-16,13 15-111 15,14 6-291-15</inkml:trace>
  <inkml:trace contextRef="#ctx0" brushRef="#br0" timeOffset="17549.45">14192 4309 22 0,'0'0'258'16,"0"0"-124"-16,0 0-52 15,0 0 25-15,-60 132-16 16,60-85-10-16,0-1-38 16,11-7-17-16,14-3 16 15,2-11 4-15,4-6-7 0,0-12 13 16,0-6 18-1,0-1 25-15,1-2-25 0,-3-17 18 16,-3-5-11-16,-4-4-7 16,-2-6-5-16,-4-3 8 15,-7-1 4-15,-7-5-2 16,-2 5-20-16,0-3-25 16,-20 5-19-16,-4 4-9 15,-5 6-4-15,0 8-4 16,0 7-24-16,0 8-78 15,2 3-89-15,0 22-108 16,9 9-94-16</inkml:trace>
  <inkml:trace contextRef="#ctx0" brushRef="#br0" timeOffset="17749.77">14627 4661 87 0,'0'0'680'0,"0"0"-339"16,0 0-164-16,0 0-177 16,0 0-68-16,0 0-320 0</inkml:trace>
  <inkml:trace contextRef="#ctx0" brushRef="#br0" timeOffset="18165.25">14881 4251 411 0,'0'0'207'16,"0"0"-44"-16,0 0-48 16,0 0-53-16,0 0-18 15,-140 70-11-15,113-32-4 16,6 4 10-16,13 2-10 16,8 0-2-16,0-4 17 15,15-2 38-15,14-7-25 0,2-9-25 16,8-6-10-16,1-10-1 15,-1-6 11-15,7 0 10 16,-5-10-2-16,-1-12 6 16,-4-4 1-16,-7-6-20 15,-4-4 16-15,-7-4-14 16,-10-1-3-16,-8 1 8 16,0 6-27-16,-13 5-7 15,-13 4-8-15,-8 7-3 16,-4 7-27-16,-2 4-57 15,-10 7-74-15,13 7-109 0,6 10-217 16</inkml:trace>
  <inkml:trace contextRef="#ctx0" brushRef="#br0" timeOffset="18584.52">15190 4325 351 0,'0'0'177'16,"0"0"-53"-16,0 0-44 15,0 0-60-15,-60 138-6 16,60-95 8-16,16-6-5 15,13-2 48-15,2-7-40 16,3-11-19-16,-3-6 14 16,0-7 48-16,-2-4 16 15,-2 0 31-15,0-15 0 16,-4-4-31-16,-2-3 4 16,-1-6-32-16,-7-3 8 15,-4-3 10-15,-5-2 0 16,-4-1-18-16,0-1-1 15,-13-1-30-15,-14 5-13 0,-6 7-12 16,0 4-8-16,-3 9-29 16,5 8-75-16,2 6-89 15,9 11-126-15,9 10-229 16</inkml:trace>
  <inkml:trace contextRef="#ctx0" brushRef="#br0" timeOffset="19399.75">15627 4181 143 0,'0'0'304'15,"0"0"-100"-15,0 0-40 16,0 0-77-16,0 0-15 16,-127 94-1-16,107-52-6 15,4 6-20-15,14 0-26 16,2 0 10-16,7-3-2 16,20-5-8-16,6-8-1 15,8-10 5-15,-1-8 0 16,4-8 39-16,1-6 12 15,-3 0 13-15,0-9 12 16,-6-10 21-16,-3-9-22 0,-6-4-28 16,-7-7-2-1,-8-1-4-15,-10-2-2 0,-2 2-37 16,-10 4-25-16,-19 4-19 16,-6 4-13-16,-5 6-77 15,-12 14-88-15,12 4-135 16,11 4-325-16</inkml:trace>
  <inkml:trace contextRef="#ctx0" brushRef="#br0" timeOffset="19866.49">15848 3800 400 0,'0'0'277'15,"0"0"-6"-15,0 0-39 16,0 0-92-16,0 0-91 16,0 0-33-16,0 0-5 0,67 76-1 15,-38-14-9-15,-2 14 10 16,-1 8-10-16,-6-1 0 16,-6-5 0-16,-8-5-1 15,-3-7 1-15,-3-7-2 16,0-5-6-16,-3-5-20 15,-8-11 17-15,2-8 10 16,0-10 30-16,3-4 4 16,-2-8 3-16,6-2 5 15,0-4-10-15,0-2-16 16,-2 0-16-16,-3 0-77 16,1 0-107-16,-4 0-201 0</inkml:trace>
  <inkml:trace contextRef="#ctx0" brushRef="#br0" timeOffset="23932.5">2395 6256 500 0,'0'0'381'0,"0"0"-207"15,0 0 88-15,0 0-74 16,0 0-51-16,0 0-51 15,0-34-71-15,0 38-15 16,0 17-44-16,0 8 44 16,-2 11 16-16,2 7 7 15,0 0 5-15,0 4-17 16,0-7-2-16,17-4 1 16,8-4 4-16,4-8-6 15,0-3 0-15,-2-8-8 16,-1-5-6-16,-4-3 6 0,-2-6 0 15,1-3 12-15,0 0-2 16,4-8 11-16,4-12-4 16,2-8 13-16,1-5-6 15,-6-6 9-15,-1-3 14 16,-10-4 1-16,-3 0 5 16,-6 0-22-16,-3 1-11 15,-3 3-17-15,0 6-3 16,0 6-22-16,0 8-19 15,-3 6-44-15,3 13-63 16,0 3-131-16,0 0-387 0</inkml:trace>
  <inkml:trace contextRef="#ctx0" brushRef="#br0" timeOffset="24299.68">3023 6444 363 0,'0'0'332'0,"0"0"-91"15,0 0-70-15,0 0-74 16,0 0 43-16,136 0-32 16,-83 0-18-16,1 0-32 15,-10-3-30-15,-5 1-28 16,-10 2-27-16,-3 0-112 15,-8 0-134-15,-8 0-267 0</inkml:trace>
  <inkml:trace contextRef="#ctx0" brushRef="#br0" timeOffset="24516.62">3121 6589 22 0,'0'0'578'0,"0"0"-288"16,0 0 25-16,0 0-65 16,0 0-61-16,127-18-73 15,-84 10-41-15,-2 0-31 16,-5 0-44-16,-3 3-2 16,-2-1-104-16,17 1-125 15,-8 2-165-15,-5-2-369 0</inkml:trace>
  <inkml:trace contextRef="#ctx0" brushRef="#br0" timeOffset="25183.66">4353 6136 443 0,'0'0'340'0,"0"0"-159"0,0 0-142 16,0 0-15-16,0 0 46 16,0 0-12-16,-73 124-14 15,46-87-9-15,-4-2-12 16,2 0 5-16,-3-5-14 16,3-5-2-16,0-5 4 15,8-3-16-15,3-5-32 16,7-6-42-16,5-2-13 15,6-4 53-15,0 0 34 16,0 0 18-16,0 0 4 16,14 0-2-16,1-6-20 15,10 2-8-15,4 1 2 16,9 2-5-16,5 1 10 0,1 0 1 16,1 0 0-1,-7 0 1-15,-5 0-1 0,-10-2 0 16,-6-2-18-16,-3 0-53 15,-1-9-85-15,1 4-94 16,-6-4-86-16</inkml:trace>
  <inkml:trace contextRef="#ctx0" brushRef="#br0" timeOffset="25449.6">4353 6153 526 0,'0'0'247'0,"0"0"28"0,0 0-37 15,0 0-48-15,0 0-86 16,0 0-104-16,0 0-11 16,-7-5-2-16,18 41 13 15,7 10 38-15,1 8 15 16,0 3-5-16,1-1-16 16,-5-6-13-16,-3-5-8 15,-3-6-9-15,-3-9-1 16,-1-7 5-16,0-8-6 15,-3-5 0-15,0-4-54 16,0-4-67-16,14-2-91 16,-3 0-114-16,3 0-162 0</inkml:trace>
  <inkml:trace contextRef="#ctx0" brushRef="#br0" timeOffset="25950.61">4901 6128 68 0,'0'0'336'0,"0"0"-147"0,0 0-43 16,0 0-41-1,-118-12-34-15,87 19-9 16,-3 14-23-16,1 7-8 0,4 9-14 16,2 2 22-16,6 5-16 15,7 5-1-15,9-1 2 16,5-1-3 0,0-2-10-16,21-5 1 0,0-6-3 15,6-5 4-15,2-8-5 16,-2-7 7-16,0-4-2 15,0-5 3-15,2-5-2 16,2 0-1-16,-2-6-1 16,0-11-3-16,-2-5 33 15,-6 0 11-15,-7-4 21 16,-7 0-17-16,-7 2 16 16,0 1-6-16,-2 5-31 0,-19 4-9 15,-1 7 11 1,-4 0-38-16,-5 7-6 0,2 0-4 15,-3 0-4 1,3 17-2-16,0 3-65 0,7 2-66 16,13 8-65-16,5-6-97 15,4-4-263-15</inkml:trace>
  <inkml:trace contextRef="#ctx0" brushRef="#br0" timeOffset="26133.42">5242 6468 317 0,'0'0'623'16,"0"0"-426"-16,0 0-58 16,0 0-139-16,0 0-122 15,0 0-395-15</inkml:trace>
  <inkml:trace contextRef="#ctx0" brushRef="#br0" timeOffset="26550.25">5200 6196 503 0,'0'0'150'0,"0"0"-24"16,0 0-64-16,0 0-14 16,-65 107-8-16,61-63 5 15,4 0-8-15,0 0 2 16,20-4-10-16,4-8 5 16,7-8 12-16,1-8 18 15,1-10 1-15,0-6 28 16,3 0-6-16,2-8-15 15,-4-12-16-15,-1-4-24 16,-6-5 4-16,-5-1-2 16,-6-3 6-16,-6-2-7 0,-5 2-9 15,-5 2 3 1,0 3-10-16,-11 5-12 0,-12 2-4 16,-6 0-1-1,-6 2 6-15,-3 3-6 0,1 1-14 16,1 7-72-16,7 8-63 15,6 0-97-15,11 14-137 16,4 7-105-16</inkml:trace>
  <inkml:trace contextRef="#ctx0" brushRef="#br0" timeOffset="26999.77">5612 6167 166 0,'0'0'260'16,"0"0"-102"-16,0 0-51 16,0 0-42-16,0 0-24 15,0 0-14-15,-87 130 8 16,87-93 2-16,0 1 15 15,0-1-7-15,18-4-15 16,4-4 7-16,2-8 13 0,3-4-6 16,0-9-8-1,2-6 6-15,0-2 7 0,0 0-7 16,-2-10-6-16,-2-8 5 16,-4-2-12-16,-3-4 16 15,-5-2-7-15,-1-4 17 16,-5-5-8-16,-5 1 11 15,-2-2-13-15,0 3-19 16,-11 2-26-16,-9 3-5 16,-7 4-6-16,-4 4 11 15,-5 6 0-15,1 6-2 16,-3 8-59-16,5 0-89 16,4 16-94-16,8 6-142 15,12 2-443-15</inkml:trace>
  <inkml:trace contextRef="#ctx0" brushRef="#br0" timeOffset="27649.61">5929 6206 67 0,'0'0'157'0,"0"0"-27"16,0 0 18-16,-29 135-15 16,29-98-44-16,0-2-16 15,24-6 16-15,5-4 9 16,9-7-27-16,2-6-20 16,0-8 26-16,0-4 20 15,-4 0 16-15,-3-4-7 16,-6-12-23-16,-5-4 4 15,-4-2-14-15,-3-7-15 16,-3 0-2-16,-6-8-6 16,-3-1 2-16,-3-2 3 15,-3 0-16-15,-17 0-18 0,-9 4-21 16,-4 5-7-16,-3 8 0 16,-1 6-1-16,1 10-79 15,5 7-95-15,4 14-119 16,9 14-193-16,9 0-226 0</inkml:trace>
  <inkml:trace contextRef="#ctx0" brushRef="#br0" timeOffset="28317.93">6389 6170 471 0,'0'0'332'0,"0"0"-98"16,0 0-105-16,0 0-65 16,0 0-9-16,0 0 41 15,116 68-25-15,-71-32-22 16,-3 1-20-16,-2 0-6 16,-3-3-7-16,-9-6-15 15,-4-7-1-15,-5-5-9 16,-4-6-24-16,-4-6-17 15,-2-4 2-15,0 0-11 16,0-4-67-16,0-11-114 16,-5 2-275-16</inkml:trace>
  <inkml:trace contextRef="#ctx0" brushRef="#br0" timeOffset="28633.67">6652 6067 481 0,'0'0'343'0,"0"0"-25"16,0 0-37-16,0 0-120 15,0 0-152-15,0 0-9 16,0 0-29-16,-53 89 29 15,26-34 13-15,-2 4 2 16,1-1-5-16,-1-5 2 0,2-9-5 16,7-12-7-16,4-5 1 15,5-10 0-15,2-5-1 16,5-2 0-16,-3 1-17 16,4-6-76-16,3 4-113 15,0-2-160-15,0-3-523 0</inkml:trace>
  <inkml:trace contextRef="#ctx0" brushRef="#br0" timeOffset="29350.77">7180 6244 392 0,'0'0'198'0,"0"0"30"15,0 0-49-15,0 0-55 16,0 0 12-16,0 0-34 16,0 0-2-16,61-2-13 15,-22-2-7-15,9 0-14 16,5 2-15-16,0-2-9 15,-3 2-10-15,-11 0-13 16,-5 2-8-16,-10 0-11 0,-5 0-1 16,-9 0-49-1,-1 0-83-15,3 14-85 0,-1-2-131 16,-1-1-159-16</inkml:trace>
  <inkml:trace contextRef="#ctx0" brushRef="#br0" timeOffset="29900.15">8123 5967 42 0,'0'0'212'15,"0"0"-45"-15,0 0-44 16,0 0-10-16,-118 17-20 16,89 5-13-16,2 4 1 15,2 3-12-15,4 7-21 16,5 5-19-16,5 1 13 15,11 4 14-15,0 0-21 16,6-2-6-16,19-1 13 16,2-5-6-16,2-6-14 15,-1-8-5-15,1-6-4 0,0-5 0 16,-2-8-3 0,2-5 9-16,2 0 15 0,-2 0 2 15,2-12 19-15,-4-4-35 16,-2-3-2-16,-8-1 15 15,-3-2 8-15,-7 0 1 16,-7 0 17-16,0 0 6 16,0-1-19-16,-11 3-13 15,-12 1 8-15,-4 6-33 16,-4 2-8-16,-4 7-8 16,-3 4 7-16,5 0-34 15,4 3-68-15,4 10-70 0,16 7-109 16,6-3-207-1,3-5-200-15</inkml:trace>
  <inkml:trace contextRef="#ctx0" brushRef="#br0" timeOffset="30166.45">8388 6006 704 0,'0'0'323'0,"0"0"-135"16,0 0-104-16,0 0-83 0,0 0-1 16,0 0 0-16,0 0-13 15,36 124 12-15,-34-93-16 16,5 8-103-16,-1-11-120 15,5-6-298-15</inkml:trace>
  <inkml:trace contextRef="#ctx0" brushRef="#br0" timeOffset="30801.87">8845 6046 134 0,'0'0'388'15,"0"0"-99"-15,0 0-68 16,0 0-62-16,0 0-91 15,0 0-47-15,0 0-20 16,-127-11 12-16,100 32-13 16,2 2-10-16,4 7-15 15,5 1 18-15,5-1-36 16,11-2-34-16,0-4-4 16,6-6 13-16,19-5 23 0,4-10 31 15,4-3-31-15,1 0-37 16,-5 0-24-16,-5-12 66 15,-4-6 40-15,-6-2 13 16,-3-4 68-16,-5-4 17 16,-2 2 0-16,0-2 12 15,-4 1-10-15,0 4 16 16,0 2 4-16,0 8 8 16,0 3 0-16,0 6-26 15,0 4-34-15,0 0-62 16,0 0-6-16,0 5-38 0,0 20 2 15,0 7 26 1,0 8 10-16,4 6 2 0,4 0 4 16,1 0-4-16,1 0 4 15,-2-2-6-15,-3-6 1 16,-1-1-1-16,0-8 3 16,-2-4-2-16,1-5-1 15,0-7-13-15,-1-2-44 16,0-3-69-16,0-2-49 15,5-4-52-15,-3 0-91 16,2-2-367-16</inkml:trace>
  <inkml:trace contextRef="#ctx0" brushRef="#br0" timeOffset="31232.06">9117 6052 413 0,'0'0'270'0,"0"0"-155"16,0 0-20-16,0 0-35 15,-79 102-8-15,66-53-25 16,7 1-2-16,6-5-12 15,0-2 1-15,8-10 5 0,17-4 10 16,6-11 22-16,7-7-11 16,2-8 17-16,3-3 19 15,-6 0-12-15,1-18 16 16,-7-7-4-16,-2 0-6 16,-8-8-9-16,-6-1-10 15,-6 0 4-15,-9-2-6 16,0 2-19-16,0 4-16 15,-18 4-1-15,-4 2 6 16,-4 4-19-16,-5 3 0 16,-6 5-31-16,2 6-30 15,1 5-48-15,1 1-92 16,6 4-119-16,10 11-56 0,9 2-349 16</inkml:trace>
  <inkml:trace contextRef="#ctx0" brushRef="#br0" timeOffset="31684.96">9393 6092 221 0,'0'0'120'0,"0"0"-27"0,0 0-26 15,-60 118-59 1,60-74 8-16,0 0 10 0,8-1 2 16,17-7 16-16,6-9 11 15,1-9 0-15,1-8 40 16,-2-10 51-16,2 0 25 15,3 0-44-15,-2-15-34 16,-3-5-23-16,-5-7 23 16,-3-1 3-16,-7-5-15 15,-7-4-16-15,-7 1 9 16,-2-2-23-16,0 1-14 16,-15 6-2-16,-12 1-22 15,-4 5-13-15,-8 7-7 0,-1 4 0 16,0 10-58-1,3 4-75-15,8 22-79 0,8 10-110 16,15 1-206-16</inkml:trace>
  <inkml:trace contextRef="#ctx0" brushRef="#br0" timeOffset="31882.46">9906 6344 998 0,'0'0'275'16,"0"0"-115"-16,0 0-160 16,0 0-19-16,0 0-288 15,0 0-589-15</inkml:trace>
  <inkml:trace contextRef="#ctx0" brushRef="#br0" timeOffset="32332.03">10131 6061 68 0,'0'0'330'0,"0"0"-161"16,0 0 19-16,-123 0-44 15,83 5-56-15,5 13-33 16,4 7-23-16,6 6-15 16,9 5-9-16,16 2 12 15,0-2 28-15,12 0 1 16,13-6 10-16,10-5-4 15,2-7-18-15,3-9 26 16,2-7 14-16,3-2-4 16,-3 0-18-16,1-16-9 15,-5-6 5-15,-5-4 6 16,-6-4 13-16,-4-4-10 16,-8 1-6-16,-9-4 6 0,-6 3-16 15,0 2-30-15,-8 1-14 16,-13 3-11-16,-8 6 10 15,-2 8-8-15,-5 6-10 16,-1 8-70-16,-1 0-71 16,-1 29-69-16,11 3-84 15,10-4-254-15</inkml:trace>
  <inkml:trace contextRef="#ctx0" brushRef="#br0" timeOffset="32732.64">10424 6075 367 0,'0'0'180'15,"0"0"-34"-15,0 0-44 16,0 0-47-16,0 0-16 15,-119 115-17-15,113-81-5 16,6-2 21-16,4-4 1 16,13-8 1-16,8-4 18 15,4-9 6-15,2-7 59 16,2 0 13-16,0-9 5 0,-4-9-45 16,0-4-10-16,-6-3-1 15,-8-4-3-15,-4 1-13 16,-6-1-12-16,-5 4-3 15,0 0-26-15,-2 5-28 16,-18 2-16-16,-5 5 16 16,-6 3-10-16,-5 4-47 15,3 3-66-15,0 3-50 16,6 0-54-16,6 10-82 16,13 2-188-16</inkml:trace>
  <inkml:trace contextRef="#ctx0" brushRef="#br0" timeOffset="33150.76">10683 6032 51 0,'0'0'336'15,"0"0"-136"-15,0 0-70 16,0 0-49-16,0 0-48 16,0 0-24-16,-85 141 0 15,85-97 14-15,11-1 1 16,18-5 53-16,5-8-31 0,4-10-11 16,2-8 20-16,5-8 33 15,-1-4 13-15,0 0 2 16,-1-20 14-16,-5-4 3 15,-9-8-21-15,-9-2-4 16,-7-6-17-16,-9-2 14 16,-4-2-35-16,0 0-29 15,-8 3-7-15,-19 5-21 16,-13 4-3-16,-11 9-13 16,-12 6-8-16,-3 10-86 15,-26 7-75-15,18 6-162 16,12 12-371-16</inkml:trace>
  <inkml:trace contextRef="#ctx0" brushRef="#br0" timeOffset="37449.49">3112 7722 378 0,'0'0'195'0,"0"0"98"15,0 0-89-15,0 0 46 16,0 0-76-16,0 0-97 16,20-36-68-16,-20 46-9 15,0 22 0-15,-9 12 51 16,-6 14 28-16,-6 5-33 16,2-2-22-16,1-4-13 15,3-9-11-15,5-10-45 16,4-10-38-16,1-10-27 15,5-8-25-15,0-8-18 16,0-2 30-16,0-14 11 16,0-9-135-16,0-2-89 0</inkml:trace>
  <inkml:trace contextRef="#ctx0" brushRef="#br0" timeOffset="37717.56">3097 7676 568 0,'0'0'273'0,"0"0"-9"16,0 0 32-16,0 0-90 16,0 0-98-16,0 0-108 15,0 0-39-15,35 12 39 16,1 36 11-16,4 9 39 16,3 3-24-16,-3-5-11 15,-7-2-5-15,-6-11 5 0,-8-9-14 16,-5-6 9-1,-5-11-10-15,-3-4 0 0,-4-6 0 16,-2-4-54-16,0 0-49 16,0-2-86-16,-13-2-129 15,-5-9-188-15</inkml:trace>
  <inkml:trace contextRef="#ctx0" brushRef="#br0" timeOffset="37899.33">3006 7994 201 0,'0'0'570'15,"0"0"-323"-15,0 0-52 16,0 0-49-16,0 0-56 0,0 0-59 16,144-44-31-16,-101 32-29 15,-1-4-92-15,16-13-148 16,-12 0-118-16</inkml:trace>
  <inkml:trace contextRef="#ctx0" brushRef="#br0" timeOffset="38349.49">3469 7606 556 0,'0'0'224'0,"0"0"-12"15,0 0-145-15,0 0-66 16,0 0 21-16,0 0 43 0,29 143 1 15,-16-88-35-15,5 4-5 16,-3-5 10-16,1-6-16 16,-1-6-11-16,-1-11-9 15,-3-6 7-15,-2-7-6 16,-5-6-1-16,-2-6-11 16,-2-2 10-16,0-2-15 15,0-2-2-15,0 0 18 16,0 0 16-16,0-6-16 15,-4-8 1-15,0-4-1 16,1-6 16-16,3-6 10 16,0-2 19-16,0-2 17 15,5 1 5-15,9 5-23 16,-1 6-1-16,5 8-24 16,-1 5-1-16,4 9-11 0,3 0-7 15,0 6-5-15,1 15 5 16,2 8 1-16,-5 2-1 15,-5 4 9-15,-1-5-8 16,-3-2 5-16,-3-8-6 16,-4-4-7-16,-1-8-50 15,-1-4-45-15,-4-4-56 16,0 0-65-16,0-6-121 0</inkml:trace>
  <inkml:trace contextRef="#ctx0" brushRef="#br0" timeOffset="38750.18">4022 7774 155 0,'0'0'304'16,"0"0"-92"-16,0 0-85 15,0 0-39-15,0 0-10 16,0 0-36-16,-70 107-29 15,63-70-4-15,7-1 4 16,0-2 0-16,0-5-6 16,0-8 3-16,11-6-1 15,5-5-2-15,2-6 13 16,2-4 34-16,2 0 33 0,-1 0-6 16,-2-14-17-16,-1-4-27 15,-3-2 3-15,-1-2-13 16,-5-4 14-16,-7 0 3 15,-2-1-7-15,0 1 1 16,0 2 10-16,-15 1-11 16,-5 0-18-16,-5 8-18 15,-2 0-1-15,0 9-45 16,4 2-60-16,2 4-88 16,8 0-142-16,6 2-289 0</inkml:trace>
  <inkml:trace contextRef="#ctx0" brushRef="#br0" timeOffset="39132.96">4199 7764 32 0,'0'0'345'0,"0"0"-148"15,0 0-13-15,0 0-82 16,33 139-48-16,-23-99-21 16,-4-4-20-16,1-7-6 15,-3-2-4-15,1-11-2 16,0-4 0-16,-3-6 0 0,-2-4 1 16,0-2 14-1,0 0 68-15,0 0 43 0,0-6-56 16,0-10-41-16,-2-7-9 15,-3-2-4-15,2-4 0 16,1-2 17-16,2 0 3 16,0 3-12-16,8 2-16 15,9 6-9-15,8 4-15 16,4 4 4-16,4 8-62 16,9 4-69-16,-7 0-107 15,0 4-265-15</inkml:trace>
  <inkml:trace contextRef="#ctx0" brushRef="#br0" timeOffset="39632.01">4681 7780 332 0,'0'0'270'15,"0"0"-35"-15,0 0-51 16,0 0-47-16,0 0-33 16,0 0-14-16,0 0-57 15,-132-58-27-15,108 68-6 16,1 12-10-16,1 6 4 16,4 4-23-16,4 4-33 15,6 0-41-15,8-4-1 0,0-6-10 16,12-5 14-16,14-7 12 15,3-7 29-15,0-5 27 16,0-2 32-16,-5 0 0 16,-3-6 45-16,-2-9 63 15,-3-2-8-15,-1-5-6 16,-3 1 10-16,-3-4-16 16,-3-3-13-16,-4 2 33 15,3-2-2-15,-5 4 3 16,2 4 16-16,-2 8-17 15,3 8-20-15,-1 4-88 16,5 3-6-16,3 18-38 16,4 9 44-16,-1 8 0 15,-2 2 1-15,-1 2 10 0,-4-3-11 16,-4-6-11-16,3-4-58 16,-1-12-87-16,0-6-165 15,6-7-309-15</inkml:trace>
  <inkml:trace contextRef="#ctx0" brushRef="#br0" timeOffset="40302.08">5726 7711 481 0,'0'0'349'15,"0"0"-89"-15,0 0-76 0,0 0-82 16,0 0-47-16,0 0 25 16,127 99 6-16,-72-49-25 15,4 7-10-15,-1-3-7 16,-10-4-21-16,-5-10-10 16,-14-10-12-16,-10-10-1 15,-7-6 0-15,-5-8-35 16,-3-5-50-16,-4-1-43 15,0-3-14-15,0-13-71 16,0 0-385-16</inkml:trace>
  <inkml:trace contextRef="#ctx0" brushRef="#br0" timeOffset="40598.94">6008 7686 58 0,'0'0'398'16,"0"0"-79"-16,0 0-36 15,0 0-51-15,0 0-76 16,0 0-68-16,0 0-54 16,-35 21-33-16,10 16 1 15,-4 12 27-15,-6 5-1 16,-1 2 4-16,1-2-15 0,1-6-7 15,8-8-4-15,3-9 0 16,8-8-6-16,3-7-7 16,10-6-44-16,2-9-73 15,0-1-89-15,2-1-75 16,12-13-212-16</inkml:trace>
  <inkml:trace contextRef="#ctx0" brushRef="#br0" timeOffset="40949.51">6336 7766 39 0,'0'0'381'15,"0"0"-134"-15,0 0-35 16,0 0-75-16,0 0-60 16,0 0-9-16,0 0 58 15,69 24 4-15,-29-24-19 16,12 0-47-16,1 0-19 15,2 0-42-15,-3-8-3 16,-9 0-93-16,-12-2-112 0,-14 3-176 16,-10 3-375-16</inkml:trace>
  <inkml:trace contextRef="#ctx0" brushRef="#br0" timeOffset="41149.44">6354 7927 217 0,'0'0'389'0,"0"0"-51"16,0 0-95-16,132 0-61 16,-82 0-81-16,4 0-55 0,-2-2-46 15,12-16-19-15,-13-1-167 16,-6 3-354-16</inkml:trace>
  <inkml:trace contextRef="#ctx0" brushRef="#br0" timeOffset="41699.44">6947 7822 513 0,'0'0'218'15,"0"0"-25"-15,0 0-24 16,0 0-51-16,0 0-17 15,0 0-36-15,51-122 6 16,-20 100-8-16,2 5-12 16,3 6-11-16,-2 7-12 15,-1 4-21-15,-4 0-7 16,-5 14-7-16,-4 10-5 16,-7 3 9-16,-3 5-6 15,-10 1-2-15,0 2-14 0,-4-2 0 16,-19 0 2-1,-2-6 8-15,3-4-5 0,0-3-3 16,6-9-9-16,5-1-10 16,7-3 17-16,4-6 2 15,0 2 0-15,0-3 17 16,2 2 6-16,13-2 43 16,8 0 2-16,4 0-7 15,4 0 4-15,4 0-13 16,3-2-14-16,0-6-14 15,0-2-1-15,-4-2-61 16,-5-1-40-16,-6-2-67 16,2-9-143-16,-4 1 3 15,-11 3-54-15</inkml:trace>
  <inkml:trace contextRef="#ctx0" brushRef="#br0" timeOffset="42050.75">7544 7690 354 0,'0'0'214'15,"0"0"38"-15,0 0-35 16,0 0-103-16,0 0-82 16,0 0-32-16,0 0 3 15,-94 54 3-15,83-18-5 16,8 4 6-16,3 0-7 16,0-3-8-16,21-7 7 0,6-7-1 15,4-6 2-15,2-9 0 16,3-8 7-16,-1 0 5 15,2-3 5-15,0-12 32 16,-3-7-2-16,-3-3 21 16,-7-4 7-16,-4-3-8 15,-8-3-17-15,-8-1 19 16,-4 1-7-16,0-2-13 16,-14 5-14-16,-10 2-13 15,-9 8 0-15,-4 4-22 16,-2 10-4-16,1 8-63 15,5 0-89-15,4 22-125 16,8 4-220-16,10 2-84 0</inkml:trace>
  <inkml:trace contextRef="#ctx0" brushRef="#br0" timeOffset="42449.37">7782 7654 39 0,'0'0'234'0,"0"0"-78"16,0 0-32-16,-18 116-19 15,18-72-17-15,0 0-23 16,7-2-14-16,13-6-27 0,7-5-4 15,2-10-1-15,2-8 30 16,2-9 50-16,1-4 34 16,-1 0-12-16,0-19-13 15,-1-4-28-15,-3-8-18 16,-5-1 17-16,-3-5-15 16,-4-2-7-16,-8-3 3 15,-7 3-15-15,-2-1 18 16,-4 0 11-16,-18 3-28 15,-11 4-41-15,-6 9-5 16,-3 7-78-16,-23 15-70 16,12 2-144-16,9 0-311 0</inkml:trace>
  <inkml:trace contextRef="#ctx0" brushRef="#br0" timeOffset="43166.08">9707 7583 152 0,'0'0'372'0,"0"0"28"16,0 0-147-16,0 0-103 16,0 0-126-16,0 0-24 15,0 0-9-15,-2 99 9 16,2-53-1-16,0 4 1 16,8-1 10-16,13-8 4 15,8-6-4-15,2-11 2 16,2-10 5-16,5-11 8 15,1-3 24-15,-4-3 18 0,1-17 2 16,-5-7-4 0,-6-3 2-16,-6-6-13 0,-5-2-1 15,-8-2-21-15,-6-3-22 16,0 4-3-16,0 3-7 16,-4 4-11-16,-8 7-35 15,-1 7-38-15,3 4-83 16,0 6-83-16,3 2-263 15,7 2-227-15</inkml:trace>
  <inkml:trace contextRef="#ctx0" brushRef="#br0" timeOffset="43467.85">10270 7757 25 0,'0'0'362'15,"0"0"-144"-15,0 0-51 16,0 0-8-16,0 0-6 15,135 4-10-15,-93-4-63 16,-2 0-44-16,-2 0-24 0,-5 0-12 16,1-11-86-16,-7 1-136 15,-12-2-273-15</inkml:trace>
  <inkml:trace contextRef="#ctx0" brushRef="#br0" timeOffset="43666.08">10326 7830 267 0,'0'0'242'16,"0"0"-1"-16,0 0 37 16,0 0-50-16,0 0-77 0,148 28-46 15,-103-28-15-15,-1 0-42 16,-2 0-48-16,18-15-29 15,-13-6-147-15,-3 2-311 0</inkml:trace>
  <inkml:trace contextRef="#ctx0" brushRef="#br0" timeOffset="44218.5">10868 7499 67 0,'0'0'406'0,"0"0"-123"16,0 0-56-16,0 0-56 16,0 0-73-16,0 0-39 15,0 0-35-15,96-68-11 16,-59 68 11-16,4 0 0 16,-1 10-10-16,-2 6-13 15,-7 2 2-15,-4 2-3 0,-9-2 0 16,-5 1-6-16,-7-1-3 15,-6-2-8-15,0 0 6 16,0-2 10-16,-10-3 1 16,-6 0 0-16,-2-3 0 15,0-2 25-15,1 0 1 16,1-2 3-16,5 0-9 16,1 0 3-16,0 0-7 15,1 3-8-15,-1 4-1 16,0 3-7-16,1 4 1 15,2 4-1-15,0 5 6 0,3-4-6 16,1 4-1 0,1-3-13-16,2-2-26 0,0-4-47 15,0-4-98 1,0-4-138-16,2-4-453 0</inkml:trace>
  <inkml:trace contextRef="#ctx0" brushRef="#br0" timeOffset="44467.18">11093 7954 449 0,'0'0'216'0,"0"0"-11"0,0 0-36 15,0 0-18-15,0 0-54 16,0 0-42-16,0 0-55 16,20-61-110-16,-24 61-259 15,-8 6-264-15</inkml:trace>
  <inkml:trace contextRef="#ctx0" brushRef="#br0" timeOffset="52049.7">2370 9745 198 0,'0'0'595'16,"0"0"-383"-16,0 0-67 16,0 0-21-16,0 0-50 15,0 0-48-15,7 2 2 16,-7 19 26-16,0 8 33 15,0 7-26-15,0 5-10 16,0 3-3-16,0 1-23 16,0-1-3-16,6 0-8 15,10-2-9-15,1-3-4 16,4-4 0-16,6-3 6 16,4-9-6-16,2-5-1 0,7-7 0 15,3-11 15-15,-3 0-1 16,-3-4 0-16,-1-17-4 15,-2-5 1-15,-8-6-3 16,-1-5 13-16,-3-10 13 16,-3 0 7-16,-4-6 4 15,-4 1-21-15,-2 2 3 16,-9 4 3-16,0 2-10 16,0 3-11-16,-4 3-3 15,-12 6-6-15,1 6-1 16,1 6-33-16,3 9-43 15,3 11-82-15,4 0-135 16,4 15-501-16</inkml:trace>
  <inkml:trace contextRef="#ctx0" brushRef="#br0" timeOffset="52516.73">3166 9862 546 0,'0'0'327'0,"0"0"-102"15,0 0-18-15,0 0-73 16,0 0-34-16,0 0 0 15,0 0-25-15,40-11 8 16,-7 10 54-16,12-3-6 16,3 0-58-16,2-2-28 0,0-2-35 15,-2-1-10-15,-6 3-19 16,-1 0-63-16,-8 5-46 16,-12 1-72-16,-7 0-48 15,-14 1-120-15,0 11-125 16,-6 2-100-16</inkml:trace>
  <inkml:trace contextRef="#ctx0" brushRef="#br0" timeOffset="53733.11">3245 10060 126 0,'0'0'395'0,"0"0"-245"16,0 0-66-16,0 0-31 15,0 0-2-15,0 0 27 16,0 0 30-16,-91 10-8 16,91-10-20-16,0 0-30 15,0 0 2-15,18 0-10 16,16 0 6-16,13 0 21 0,10-2 6 16,13-6-11-16,3-2-4 15,5-2 3-15,-5-2-28 16,-2 2-12-16,-10 0-22 15,-10 2 6-15,-13 2-7 16,-11 2 0-16,-9 4 0 16,-12 0-16-16,-6 2-12 15,0 0-48-15,0 0-53 16,-2 2-94-16,-6 10-112 16,2-2-21-16</inkml:trace>
  <inkml:trace contextRef="#ctx0" brushRef="#br0" timeOffset="54766.61">6951 8109 464 0,'0'0'169'0,"0"0"-88"16,0 0 0-16,0 0-22 15,0 0 10-15,115 0 48 16,-20 0-30-16,40 0-33 15,44 0-17-15,12 0-3 16,-33-6-1-16,-39 2-11 16,-53 0-22-16,-14 2-28 15,-2-3-69-15,0-1-20 16,-3 3 17-16,-19-2 37 16,-14 2 5-16,-14 3-6 15,-2 0-92-15,-16 0-357 0</inkml:trace>
  <inkml:trace contextRef="#ctx0" brushRef="#br0" timeOffset="57449.24">4567 9561 48 0,'0'0'547'0,"0"0"-347"15,0 0 24-15,0 0-37 16,0 0-84-16,0 0-56 15,14-26-47-15,-14 38 1 16,0 10 11-16,-14 6 40 16,-4 4 14-16,-4 2-23 15,-3 2-14-15,-4-2-11 16,0 1-18-16,2-6 7 16,4-1-7-16,-2-6-12 15,7-4-27-15,3-3-20 16,3-5 4-16,7-4-7 0,3-3 11 15,2-3 22 1,0 0 29-16,0 0 17 0,0 0-17 16,16-3 0-16,4-3-25 15,4-2 8-15,3 0 11 16,7 2 6-16,1 0 0 16,8 1 15-16,1 2 8 15,4 0-4-15,-2 2-8 16,-4 1-10-16,-6-3-1 15,-9 2-4-15,-7-3-15 16,-4-1-17-16,-6 0-26 16,-3-6-61-16,-5 3-78 0,-2 1-89 0</inkml:trace>
  <inkml:trace contextRef="#ctx0" brushRef="#br0" timeOffset="57783.3">4641 9543 221 0,'0'0'366'0,"0"0"-125"15,0 0 21-15,0 0-91 16,0 0-125-16,0 0-46 16,0 0-23-16,-10 31 23 15,18 8 42-15,0 11 8 0,1 5 9 16,-3 2 7-1,2 1-14-15,1 1-20 0,-1-9-15 16,1-6-5-16,0-6 4 16,0-11-3-16,-3-6 3 15,-1-6-3-15,0-6 0 16,-1-5-7-16,-1-4 2 16,-3 0-8-16,2 0-6 15,2 0-111-15,19 0-51 16,-2 0-209-16,4-1-654 0</inkml:trace>
  <inkml:trace contextRef="#ctx0" brushRef="#br0" timeOffset="58348.96">5077 9551 212 0,'0'0'189'0,"0"0"-40"16,0 0-24-16,0 0-35 0,-120 23-28 15,93-2-14-15,0 5 11 16,3 6-13-16,2 6-16 16,2 6 7-16,9 2 6 15,3 5-24-15,8-3-9 16,0-2-1-16,19-6-8 16,10-7 9-16,2-10-3 15,4-7 38-15,-1-5-16 16,-1-10-6-16,-4-1-1 15,-2 0 8-15,-2 0 6 16,-3-12-5-16,-2-2-4 16,-2-4-9-16,-5 0 11 15,-4-2 22-15,-2 1 10 16,-5-2-8-16,-2 0-3 16,0 4-3-16,-7 1 4 0,-11 1-21 15,-4 6-9-15,-7-1 5 16,-3 6-13-16,-1 4-13 15,-2 0-5-15,1 1-4 16,3 18 0-16,6-1-62 16,10 4-43-16,9 0-85 15,6 6-59-15,19-6-101 16,6-4-192-16</inkml:trace>
  <inkml:trace contextRef="#ctx0" brushRef="#br0" timeOffset="58515.82">5407 9972 576 0,'0'0'225'16,"0"0"-69"-16,0 0-108 15,0 0-48-15,0 0-137 16,0 0-247-16</inkml:trace>
  <inkml:trace contextRef="#ctx0" brushRef="#br0" timeOffset="58982.93">5474 9643 170 0,'0'0'181'16,"0"0"-56"-16,0 0-19 16,0 0-27-16,-64 135-21 15,64-92-21-15,0-1-14 16,4-4 9-16,15-5 26 15,6-10 1-15,2-4-11 0,2-9 17 16,2-8 30-16,-2-2-12 16,2 0 5-16,-2-6-26 15,3-8-15-15,-6-4-15 16,-3-2-2-16,-4-1 7 16,-5-1 19-16,-3-2-22 15,-4-2 11-15,-7-4 16 16,0 1-24-16,0-4-10 15,-7 1 1-15,-11 0 7 16,-6 2-28-16,-5 5-7 16,-4 8-8-16,-4 7 8 15,0 10-59-15,1 0-60 16,5 30-104-16,8 4-113 0,13 2-172 16</inkml:trace>
  <inkml:trace contextRef="#ctx0" brushRef="#br0" timeOffset="59450.2">5904 9699 317 0,'0'0'219'0,"0"0"-82"16,0 0-8-16,0 0-68 0,0 0-28 15,0 0-3 1,0 0 2-16,-109 129-22 0,109-98 2 16,16 0 1-1,7-8 1-15,12-2 24 0,-2-9 2 16,5-7-7-16,-3-5-4 15,1 0 29-15,-1-7 12 16,-2-9 11-16,-4-6-22 16,-2-2 7-16,-6-2 5 15,-4-2-23-15,-5-3-9 16,-6 2 1-16,-6-4 6 16,0 3-3-16,0 1-7 0,-15 4-2 15,-12 3-19-15,-6 6-15 16,-8 8-1-16,-3 8-10 15,-1 0-54-15,5 6-86 16,7 26-79-16,12-1-77 16,13-4-102-16</inkml:trace>
  <inkml:trace contextRef="#ctx0" brushRef="#br0" timeOffset="59835.13">6220 9685 147 0,'0'0'188'0,"0"0"-58"15,0 0 10-15,0 0-54 16,-35 136-35-16,35-98-8 15,4 2-13-15,21-9 21 16,4-4-2-16,4-6 7 16,3-6-2-16,-3-8-9 15,0-6 18-15,1-1 8 16,-3 0-1-16,0-17-4 16,-2-4 1-16,-4-4-12 15,-5-6 21-15,-7-2 5 16,-9-4-3-16,-4-3-5 15,0 0-24-15,-10 1-30 16,-19 0-19-16,-5 5-13 0,-9 7-25 16,-5 4-71-16,-17 15-78 15,14 3-153-15,11 5-375 0</inkml:trace>
  <inkml:trace contextRef="#ctx0" brushRef="#br0" timeOffset="60584.21">7002 9368 388 0,'0'0'243'0,"0"0"-20"0,0 0-26 16,0 0-61-16,0 0-56 15,0 0-50-15,0 0-21 16,-22-18-2-16,4 24 25 15,-2 10 7-15,-6 8-1 16,-1 6-15-16,2 9-3 16,3 4-7-16,7 10 9 15,7 4 3-15,8 1-3 16,5 5 2-16,19-1 7 16,5-1 5-16,2-10-5 15,1-7-12-15,-8-8-7 16,-3-11 1-16,-6-6-5 15,-1-7 6-15,-6-5 3 0,-1-3-2 16,-1-4-1-16,4 0-14 16,3 0-65-16,12 0-115 15,-3-4-165-15,0-8-388 0</inkml:trace>
  <inkml:trace contextRef="#ctx0" brushRef="#br0" timeOffset="61215.96">7174 9645 354 0,'0'0'264'0,"0"0"-39"16,0 0-1-16,0 0-72 15,0 0-55-15,0 0-35 16,0 0-11-16,64-101-12 16,-39 101-21-16,2 0-18 15,0 13 0-15,-3 15-6 16,-2 6-4-16,-4 9 8 15,-7-2-8-15,-6 3-13 16,-5-2-16-16,0-3 12 0,-18-5 0 16,-2-4-17-1,-1-9 33-15,4-4-4 0,3-5 5 16,6-5-3-16,3-6-4 16,3-1-2-16,2 0 16 15,0 0 3-15,0 0 20 16,0 0 22-16,4 0 12 15,5-4-22-15,7-4-21 16,1 0-5-16,4 2 6 16,-1 1 1-16,2 4-3 15,3-1-3-15,-1-1 5 16,1 3 4-16,-6-1 4 16,2-4-2-16,-5 2-1 0,-3-1-2 15,-5-2-1 1,2-1-1-16,-1 2-11 0,-3-1-2 15,1-1-16-15,-1 1-42 16,2 0-50-16,-4 3-48 16,-2-1-21-16,-2 1-34 15,0-1-111-15</inkml:trace>
  <inkml:trace contextRef="#ctx0" brushRef="#br0" timeOffset="61654.21">7606 9565 313 0,'0'0'170'16,"0"0"-31"-16,0 0-68 15,0 0-24-15,0 0 27 16,-62 110-9-16,62-70-6 15,0 1-20-15,0-4-17 16,13-2-11-16,9-6-2 16,3-6 4-16,2-7 2 15,2-6 19-15,0-7 20 16,0-3 24-16,0 0-11 0,-1-2-25 16,-1-9-6-1,-2-5-7-15,-5-5-9 0,-3-1 18 16,-3-3-6-16,-5-4 6 15,-3 2-1-15,-6-3-10 16,0 3 9-16,0-1 9 16,-13 2 2-16,-7 0-17 15,-9 2-11-15,-2 0-8 16,-5 4-10-16,1 4-1 16,1 6-4-16,5 6-8 15,2 4-61-15,7 0-80 16,7 10-38-16,13 18-74 15,0-5-143-15</inkml:trace>
  <inkml:trace contextRef="#ctx0" brushRef="#br0" timeOffset="62118.31">7947 9613 371 0,'0'0'135'0,"0"0"-29"15,0 0-15-15,0 0-37 0,0 0-8 16,-36 118-11-1,36-81-1-15,16-4-8 0,6-1-8 16,5-6-1-16,2-5 25 16,2-7-18-16,-2-8 5 15,0-6 16-15,0 0 29 16,-2-1-10-16,-1-16 11 16,-3-3 13-16,-3-2-28 15,-3-5 15-15,-5-3 5 16,-3 3-10-16,-7-4-4 15,-2 1-12-15,0 4-18 16,-15 0-18-16,-10 2-12 0,-6 0-6 16,-5 3 0-1,-5 2-2-15,2 7-46 0,1 6-61 16,7 6-59-16,8 0-77 16,10 14-95-16,9 2-179 0</inkml:trace>
  <inkml:trace contextRef="#ctx0" brushRef="#br0" timeOffset="62501.75">8186 9354 454 0,'0'0'238'16,"0"0"-8"-16,0 0-97 15,0 0-90-15,0 0-36 16,0 0 6-16,0 0 21 16,71 50 2-16,-40-16-17 15,0 7-8-15,-2 5-1 16,-4 4-9-16,-5 1 5 15,-9 4-6-15,-7-3 0 16,-4-2 0-16,0-5-1 16,0-8 1-16,-2-3 0 15,-7-11 16-15,0-1 0 0,0-9-1 16,3 0-13-16,1-5-2 16,3-4-55-1,0 0-120-15,2-4-147 0</inkml:trace>
  <inkml:trace contextRef="#ctx0" brushRef="#br0" timeOffset="62965.63">8763 9655 386 0,'0'0'208'0,"0"0"16"15,119 0 16-15,-58 0-38 16,-3 0-19-16,-5 0-46 15,-11-2-41-15,-8-2-39 16,-7 0-41-16,-3 2-16 16,-1 2-27-16,14 0-114 15,-3 0-122-15,-3 0-285 0</inkml:trace>
  <inkml:trace contextRef="#ctx0" brushRef="#br0" timeOffset="63551.7">9682 9350 454 0,'0'0'312'0,"0"0"-152"16,0 0-98-16,0 0-33 15,0 0-19-15,0 0-9 16,0 0 19-16,-129 108-11 16,116-58 5-16,4 3 5 15,9 1-6-15,0-1-3 16,3-6-9-16,16-5 6 16,6-7-6-16,6-6 5 15,2-7 2-15,3-3 2 16,-1-7-8-16,2-4 14 15,-2-7 53-15,-3-1 31 16,-3 0-8-16,-2-3-18 0,-6-9 13 16,-3-5 2-16,-3-1-21 15,-3-2-15-15,-3-1 1 16,-9-2 3-16,0 3-6 16,0 0-15-16,-23 3-10 15,-6 2-13-15,-6 5-13 16,-7 2-12-16,-1 5-40 15,5 3-58-15,3 0-112 16,12 13-128-16,10 1-178 0</inkml:trace>
  <inkml:trace contextRef="#ctx0" brushRef="#br0" timeOffset="63816.86">10097 9304 378 0,'0'0'561'0,"0"0"-337"15,0 0-103-15,0 0-119 16,0 0-2-16,0 0 0 15,0 0 1-15,7 114-1 16,7-65-118-16,-4-11-131 0,6-8-165 16</inkml:trace>
  <inkml:trace contextRef="#ctx0" brushRef="#br0" timeOffset="64399.15">10706 9393 354 0,'0'0'225'15,"0"0"-39"-15,0 0-1 0,0 0-62 16,-137-56-34-16,100 51-26 15,-3 5-19-15,1 0-22 16,-1 8-22-16,3 15-6 16,3 8-7-16,8 6-7 15,9 0-5-15,11 2-15 16,6-3-44-16,6-4 4 16,19-8-8-16,6-8 26 15,5-6 17-15,0-9 22 16,0-1 22-16,-3 0 1 15,-2-13 1-15,-2-5 8 16,-4-3 5-16,-6-2 33 16,-2-3 26-16,-9-2 4 0,-4-1 1 15,-4 1-9-15,0 1 15 16,0 4 11-16,0 5-10 16,0 6 15-16,0 3 2 15,0 8-30-15,0 1-62 16,0 0-10-16,0 18-45 15,9 13 33-15,5 8 11 16,-1 5-1-16,3 6 2 16,-3-1-1-16,1-5 1 15,-5-1 0-15,-1-10 1 16,-4-3-1-16,2-4 0 16,-2-5 0-16,-2-6 0 15,0-1-67-15,1-2-88 16,-1-2-115-16,2-3-81 0</inkml:trace>
  <inkml:trace contextRef="#ctx0" brushRef="#br0" timeOffset="64833.94">10960 9435 84 0,'0'0'385'16,"0"0"-202"-1,0 0-33-15,0 0-70 0,-117 46-44 16,97-10-19-16,5 6 14 16,8 0-20-16,7 0 5 15,0-6-1-15,5-2 28 16,15-8 3-16,2-5 19 15,5-10 2-15,2-3-2 16,0-8 31-16,2 0-11 16,2 0-13-16,0-14-17 15,-1-4-6-15,-3-4 2 16,-2-2 24-16,-7-3-28 16,-7-2-12-16,-2-3-15 0,-8 1-7 15,-3 2-12 1,0 1-1-16,-12 4-12 0,-11 2 6 15,-6 6 5-15,-2 3-25 16,-4 9-53-16,1 4-79 16,1 11-63-16,11 8-119 15,6 6-206-15</inkml:trace>
  <inkml:trace contextRef="#ctx0" brushRef="#br0" timeOffset="65283.43">11300 9475 405 0,'0'0'142'15,"0"0"-20"-15,0 0-59 16,0 0-30-16,0 0-25 16,-116 101 7-16,110-62-6 15,6 1-8-15,0 0 6 16,20-6-6-16,9-3-1 16,5-10-7-16,-3-6 7 15,0-10 24-15,-2-5 27 0,-5 0 38 16,0-5 40-16,-3-13-3 15,-2-4-44-15,-1-8-24 16,-2-1-17-16,-5-2-12 16,-4-5-13-16,-5-4 10 15,-2 1 13-15,0 3-8 16,-13 0 1-16,-14 5-16 16,-2 7-11-16,-6 8-5 15,-1 6-45-15,-11 12-99 16,11 9-106-16,9 12-143 0</inkml:trace>
  <inkml:trace contextRef="#ctx0" brushRef="#br0" timeOffset="65499.67">11724 9771 477 0,'0'0'270'0,"0"0"-124"16,0 0-93-16,0 0-53 16,0 0-166-16,0 0-184 0</inkml:trace>
  <inkml:trace contextRef="#ctx0" brushRef="#br0" timeOffset="65983.52">11813 9417 110 0,'0'0'78'0,"0"0"24"0,0 0-57 16,0 0-15-1,-118 107-2-15,106-78 12 0,10 0-5 16,2-2 6-16,0-4 3 15,18 2 8-15,5-6 21 16,3-2-9-16,3-5 8 16,0-4 2-16,0-3 1 15,0-5 7-15,0 0 22 16,2 0 12-16,2-13-19 16,1-3-18-16,2-4 3 15,-8-4 7-15,-3-3 16 16,-7-4-28-16,-9 1-20 15,-7-1-10-15,-2 2-19 16,-7 3-19-16,-17 1-9 0,-8 5-3 16,-5 7-15-1,-5 6 17-15,-1 7-93 0,3 2-82 16,9 33-112-16,8-2-229 16,17 2-78-16</inkml:trace>
  <inkml:trace contextRef="#ctx0" brushRef="#br0" timeOffset="66399.44">12240 9437 374 0,'0'0'164'15,"0"0"-28"-15,0 0-64 16,0 0-36-16,0 0-13 16,0 0-1-16,-100 128-9 15,100-100 10-15,7-6 13 16,15-5 25-16,5-6 8 16,2-5-15-16,4-6 21 15,3 0 13-15,1 0-18 16,0-12-14-16,-6-1 17 15,-5-8-6-15,-6-1-12 16,-4-2 12-16,-7-2-6 16,-7 0-26-16,-2 2-9 15,0 1-12-15,-16 3-14 0,-10 3-1 16,-7 2-12-16,-10 3 4 16,-3 6-21-16,-2 6-35 15,9 0-76-15,7 18-118 16,12 7-71-16,14 1-204 0</inkml:trace>
  <inkml:trace contextRef="#ctx0" brushRef="#br0" timeOffset="66832.13">12635 9417 418 0,'0'0'163'0,"0"0"-29"16,0 0-27-16,0 0-33 16,0 0-11-16,0 0-31 15,-107 140-16-15,107-100-6 16,2-2 3-16,23-2 10 15,6-4 9-15,3-6-10 16,1-6-2-16,-2-6-5 16,1-6-5-16,-1-5 40 0,3-3-2 15,-1 0 55 1,1-12 47-16,-2-8 10 16,-3-4-14-16,-4-12-10 15,-8-1-16-15,-5-9-19 0,-5-6-25 16,-7-1-32-16,-2 5-28 15,0 2-8-15,-4 10-8 16,-15 6-30-16,-7 8-29 16,-10 10-93-16,-31 12-151 15,7 0-266-15,4 12-126 0</inkml:trace>
  <inkml:trace contextRef="#ctx0" brushRef="#br0" timeOffset="77166.6">2339 11128 401 0,'0'0'365'16,"0"0"-123"-16,0 0-154 16,0 0-80-16,0 0 20 15,0 0 12-15,-4 81 24 16,4-45 20-16,0 4-13 15,0 0 5-15,0 3-23 16,0-3-13-16,13-4-27 16,5-2 0-16,1-6-3 15,8-6 3-15,4-6 0 16,1-6 6-16,-1-6-4 16,0-4 7-16,-4 0 17 15,-3 0 3-15,1-11 4 16,-2-3 5-16,-2-9 2 0,0-1-24 15,1-4-10-15,-5-4-10 16,-3 0-8-16,-3-3 12 16,-6-1 4-16,-3-2 3 15,-2 0-4-15,0 0 0 16,0 1 6-16,-13 4-3 16,1 3-13-16,-1 3-6 15,4 9-10-15,3 2-37 16,6 12-56-16,11 4-136 15,18 4-421-15,6 9-107 0</inkml:trace>
  <inkml:trace contextRef="#ctx0" brushRef="#br0" timeOffset="77715.73">3183 11303 598 0,'0'0'248'16,"0"0"-56"-16,0 0-61 0,0 0-52 15,0 0-28-15,0 0 5 16,0 0 13-16,-38 0-3 16,38 0 1-16,0 0 9 15,19 0-10-15,14 0 33 16,11 0 3-16,14-3-45 15,4-5-29-15,-1-3-18 16,-5 3-10-16,-14 3-44 16,-9-1-66-16,-11 6-62 15,-8 0-77-15,-7 0-124 16,-7 0-139-16</inkml:trace>
  <inkml:trace contextRef="#ctx0" brushRef="#br0" timeOffset="78032.3">3239 11484 235 0,'0'0'251'0,"0"0"-15"15,0 0 0-15,116 5-16 16,-70-5-8-16,4-9-34 16,-3 1-39-16,-5 0-44 15,-7 2-41-15,-8 4-38 16,-8-1-10-16,-7 3-6 16,-3 0-22-16,-1 0-59 0,-2 0-64 15,3 0-71-15,7 0-75 16,-5-3-100-16,-1-1-320 0</inkml:trace>
  <inkml:trace contextRef="#ctx0" brushRef="#br0" timeOffset="82832.37">4346 11089 388 0,'0'0'358'15,"0"0"-166"-15,0 0-18 16,0 0-70-16,0 0-3 15,-143-16-51-15,115 19-32 16,4 14 11-16,-1 4-14 16,4 2-15-16,4 5 0 15,3 2 0-15,6 0-12 16,6-2 12-16,2-2-1 16,0-5 0-16,12-6-32 15,15-5-7-15,5-3 30 16,3-6-4-16,4-1-28 0,-4 0 0 15,-2-8-15-15,-1-5 8 16,-5-3 22-16,-8-1 14 16,-3 0 13-16,-7-4 0 15,-5 2 21-15,-2 2 30 16,-2-1 20-16,0 0 19 16,0 4-5-16,0 2-1 15,0 6-4-15,0 1 2 16,0 5-46-16,0 0-28 15,0 0-8-15,0 0-22 16,0 0-11-16,0 7 7 16,2 9 26-16,6 4 14 0,-2 8 9 15,1 8-4 1,1 4 4-16,0 4 5 0,-2 2-2 16,1 1-8-1,-1-1-8-15,-2-7 0 0,4-3-8 16,-6-11-1-16,2-7 0 15,-1-8 0-15,-3-6 6 16,2-4 9-16,-2 0 3 16,4 0-19-16,12-14-11 15,-3-6-151-15,5-1-238 0</inkml:trace>
  <inkml:trace contextRef="#ctx0" brushRef="#br0" timeOffset="83131.53">4641 11012 635 0,'0'0'250'16,"0"0"-155"-16,0 0 31 0,0 0-25 15,0 113-14 1,-2-74-39-16,-4-2-48 0,6-3 0 16,0-7-207-16,6-10-374 15</inkml:trace>
  <inkml:trace contextRef="#ctx0" brushRef="#br0" timeOffset="84232.7">5356 11231 307 0,'0'0'201'0,"0"0"-64"16,0 0-6-16,0 0-37 15,-96 112-24-15,90-77-23 16,6-1-8-16,0-2-8 15,10-4-4-15,17-4 21 0,7-6 29 16,1-6-28-16,5-5 2 16,-1-6-9-16,0-1 7 15,-3 0 2-15,-3-8-19 16,-2-6 1-16,-4-2-8 16,-2-4-5-16,-8 0-4 15,-3-2 2-15,-7 0 18 16,-5 2 2-16,-2-3 0 15,0 1 0-15,-15 0-8 16,-8 0-12-16,-4 2-17 16,-4 1 0-16,-4 2-1 15,1 7-24-15,1 6-74 16,0 4-110-16,8 16-162 16,9 4-217-16</inkml:trace>
  <inkml:trace contextRef="#ctx0" brushRef="#br0" timeOffset="84701.89">5775 11247 271 0,'0'0'220'16,"0"0"-85"-16,0 0 4 0,0 0-16 16,0 0-18-1,-89 106-31-15,89-77-6 0,0-2-13 16,9 0 1-16,11-5-5 15,6-4-2-15,1-4-17 16,2-7 7-16,0-3-2 16,0-4 19-16,-2 0-8 15,-3-7 6-15,-1-11-9 0,-4-2 2 16,-3-6 4 0,-5-3 10-16,-4 0-4 0,-7-4-11 15,0 0-5 1,0 0-12-16,-15 3-11 0,-6 5-18 15,-1 4-5-15,-2 9 2 16,1 6-72-16,3 6-100 16,3 10-105-16,5 10-105 15,8 2-254-15</inkml:trace>
  <inkml:trace contextRef="#ctx0" brushRef="#br0" timeOffset="84899.57">6251 11470 466 0,'0'0'554'16,"0"0"-308"-16,0 0-109 15,0 0-137-15,0 0-42 16,0 0-239-16,0 0-291 0</inkml:trace>
  <inkml:trace contextRef="#ctx0" brushRef="#br0" timeOffset="85365.43">6434 11115 296 0,'0'0'169'0,"0"0"-41"16,0 0-24-16,0 0-33 15,-124 114-29-15,115-78-9 16,9 2-17-16,0-2-6 15,9-3-9-15,17-8 18 16,6-3 46-16,1-7-40 16,2-5 6-16,1-4-12 15,2-6 19-15,-5 0 4 0,3 0 14 16,-4-14 2-16,-7-4-1 16,0-3 14-1,-9-3 21-15,-5 1-7 0,-7-6-4 16,-4 1-15-16,0 0-8 15,-2-2-13-15,-17 2-11 16,-6 3-19-16,-4 8-15 16,-6 7-1-16,-4 6-8 15,-1 4-32-15,0 2-93 16,5 30-102-16,8-3-130 16,11-2-223-16</inkml:trace>
  <inkml:trace contextRef="#ctx0" brushRef="#br0" timeOffset="85832.59">6759 11191 5 0,'0'0'30'16,"0"0"335"-16,0 0-214 0,0 0-44 15,0 0-32 1,0 0-20-16,-84 105-6 0,84-73-6 16,0 2-4-16,13-4-23 15,10 0-7-15,3-6 14 16,6-6 15-16,-1-6-27 15,-2-6 2-15,0-6 3 16,-2 0 33-16,1-2 15 16,-4-14 16-16,1-4 5 15,-2-5-15-15,-4-2 2 16,-5-6 2-16,-5-1-8 16,-7-2-12-16,-2 0-8 15,0 1-6-15,-5-2 2 16,-15 5-7-16,-6 4-13 15,-5 6-22-15,-8 5-6 0,0 13-8 16,-1 4-49-16,6 3-68 16,5 30-60-16,13-2-128 15,8-5-189-15</inkml:trace>
  <inkml:trace contextRef="#ctx0" brushRef="#br0" timeOffset="86298.8">7051 11182 170 0,'0'0'178'0,"0"0"-60"16,0 0 5-16,0 0-21 15,-37 124-22-15,37-97-31 16,0 2 32-16,10-4 8 16,11-3-38-16,0-1-19 15,4-7 2-15,4-5-2 16,5-4 3-16,-1-5 1 15,3 0 23-15,-2-7 17 16,-1-10-12-16,-2-5 14 0,-4-4 11 16,-8-3 8-16,-2 0-11 15,-9-6-13-15,-6-1-17 16,-2 0-9-16,0 0-16 16,-15 2-11-16,-12 4 1 15,-6 4-21-15,-12 6-11 16,-9 6-22-16,-28 10-113 15,16 4-154-15,6 0-401 0</inkml:trace>
  <inkml:trace contextRef="#ctx0" brushRef="#br0" timeOffset="86831.78">7744 11268 46 0,'0'0'166'16,"0"0"160"-16,0 0-101 16,0 0-12-16,0 0-70 15,0 0-68-15,0 0-37 16,-98 1-8-16,98 3-2 16,6 1-2-16,15 0 61 15,8 4 38-15,8-5-19 0,11-3-1 16,5-1-7-16,0 0-21 15,-1 0-50-15,-8 0-27 16,-1 0-9-16,-3 0-82 16,9-12-84-16,-9 2-146 15,-9 0-372-15</inkml:trace>
  <inkml:trace contextRef="#ctx0" brushRef="#br0" timeOffset="87382.91">8500 10964 222 0,'0'0'199'0,"0"0"-90"16,0 0 9-16,0 0-29 16,0 0 5-16,-123 95 2 15,110-61 11-15,6 1 4 0,4 6-49 16,3-1-26-1,0 2-7-15,5 0-8 0,13-3-7 16,5-6-13-16,3-1 9 16,3-7 12-16,3-5 4 15,3-6-10-15,1-6 6 16,-1-4-12-16,1-4 6 16,-3 0 7-16,0-9-7 15,-6-6-1-15,-2-3 2 16,-7-2 2-16,-5 0 10 15,-6-4 6-15,-3 1 9 16,-4 2 14-16,0-1-4 0,-13 1 10 16,-10 5-24-16,-8 2-20 15,-6 4-1-15,-3 8-6 16,-3 2-13-16,1 0-10 16,8 14-81-16,12 7-135 15,11-6-177-15,9-2-267 0</inkml:trace>
  <inkml:trace contextRef="#ctx0" brushRef="#br0" timeOffset="87650.17">8838 10934 393 0,'0'0'374'0,"0"0"-72"15,0 0-166-15,0 0-86 16,0 0 11-16,0 0-30 16,21 113-15-16,-15-78-16 15,1 8-50-15,-3-13-167 16,0-6-190-16</inkml:trace>
  <inkml:trace contextRef="#ctx0" brushRef="#br0" timeOffset="88298.79">9318 11044 39 0,'0'0'545'16,"0"0"-346"-16,0 0-53 15,0 0-56-15,-119-25-35 0,88 25-16 16,-2 2 0-16,4 14-15 16,2 2-12-16,7 5-12 15,5 6 0-15,7 1-7 16,6 2-4-16,2 0-52 16,4-4-28-16,17-6-27 15,6-5-25-15,-1-7 37 16,6-9 37-16,-1-1 33 15,0 0 35-15,-2-6 1 16,-4-10 0-16,-6-4 1 16,-1 1 58-16,-7-4 38 15,-1-1-13-15,-6 0 33 0,-2-2 27 16,-2 2-4-16,0 2 4 16,0 4 4-16,0 4-6 15,0 5-16-15,0 7-28 16,0 2-63-16,0 0-35 15,0 0-53-15,0 21 3 16,0 4 33-16,2 12 17 16,7 5 1-16,0 2 8 15,2-2-7-15,-2 0-1 16,-3-8 6-16,-1-3-6 16,0-8-1-16,-1-6 1 15,-1-7-1-15,-1-4-4 16,2-3-57-16,0 0-85 15,7-3-89-15,1 0-270 0,-1-4-324 16</inkml:trace>
  <inkml:trace contextRef="#ctx0" brushRef="#br0" timeOffset="88732.66">9653 11034 195 0,'0'0'238'16,"0"0"-102"-16,0 0-12 16,-117 55-19-16,92-26-30 15,5 2-29-15,5 2-7 16,7 4 9-16,8 0-9 15,0-6 0-15,8 0-3 16,16-6-8-16,2-4 14 16,8-7 17-16,0-9-10 15,-1-5-12-15,3 0 8 16,-3 0-8-16,-4-15-8 16,-2-3 2-16,-5-4 17 15,-4-3 3-15,-5-3-5 16,-6 0 1-16,-7-1 10 0,0-2 1 15,-2-1-18 1,-18 2-7-16,-5 2-20 0,-6 4-11 16,0 6-2-1,-1 6-40-15,6 10-84 0,6 2-92 16,6 16-153-16,10 5-217 16</inkml:trace>
  <inkml:trace contextRef="#ctx0" brushRef="#br0" timeOffset="89164.97">9890 11097 368 0,'0'0'227'16,"0"0"-105"-16,0 0 20 16,0 0-69-16,0 0-41 15,-76 125-6-15,76-90-13 16,0-3-3-16,20-2-9 16,5-6 0-16,4-5 4 15,0-8 7-15,4-8 12 16,0-3 12-16,1 0 6 15,-1-11 21-15,-4-8-14 16,-4-4 32-16,-5-3 41 16,-7 0-22-16,-4-4-11 15,-6 1-13-15,-3-4-17 0,0 5-15 16,-12-1-3-16,-11 4-28 16,-2 3-13-16,-7 4 0 15,1 5-16-15,4 10-89 16,3 3-86-16,5 16-117 15,9 2-222-15</inkml:trace>
  <inkml:trace contextRef="#ctx0" brushRef="#br0" timeOffset="89365.27">10353 11346 722 0,'0'0'325'15,"0"0"-122"-15,0 0-203 16,0 0 0-16,0 0-256 16,0 0-467-16</inkml:trace>
  <inkml:trace contextRef="#ctx0" brushRef="#br0" timeOffset="89915.54">10440 11048 195 0,'0'0'164'0,"0"0"-86"16,0 0-19-16,0 0-31 16,-87 109-11-16,85-79 16 15,2 1 9-15,0-4 20 16,18-1 12-16,6-4 1 16,3-3-23-16,6-6-9 15,1-5 14-15,2-5 5 16,2-3 17-16,-1 0 11 15,1-13-6-15,-5-9-1 16,-2-4-6-16,-4-4 1 16,-4-3 14-16,-10-4-12 15,-8-1-20-15,-5 0-15 0,0 3-7 16,-20 2-3-16,-14 6-23 16,-11 5-12-16,-5 8-6 15,-8 8 5-15,2 6-54 16,-2 14-118-16,18 13-138 15,11 1-256-15</inkml:trace>
  <inkml:trace contextRef="#ctx0" brushRef="#br0" timeOffset="90366.08">10854 11053 13 0,'0'0'395'16,"0"0"-219"-16,0 0-86 15,0 0-40-15,-122 75-29 16,111-35-20-16,11-3 8 15,0 1-9-15,6-3-26 16,17-7 16-16,4-6 2 16,2-11 8-16,2-4 0 15,0-7 81-15,2 0 59 0,1-13-18 16,-1-5-22 0,-4-4-12-16,-6-2 3 15,-4-4-4-15,-7 1-1 0,-8-2-29 16,-4-1 14-16,0 0-3 15,-4 2-9-15,-19 2-30 16,-4 3-7-16,-6 6-22 16,-7 3 0-16,1 5 0 15,-2 8-42-15,5 1-113 16,3 12-54-16,10 10-120 16,8 1-218-16</inkml:trace>
  <inkml:trace contextRef="#ctx0" brushRef="#br0" timeOffset="90798.55">11171 11024 312 0,'0'0'156'0,"0"0"-61"15,0 0-33-15,0 0-16 0,-72 127 7 16,70-89 18-16,2-5-6 16,2 2-6-16,23-7-8 15,6-4-18-15,3-4 3 16,4-7-18-16,-2-8 2 15,-1-5 25-15,1 0-3 16,-3-8 42-16,2-10-9 16,-1-6 19-16,-3-5 31 15,-4-6 14-15,-7-3 4 16,-7-6-6-16,-8 0-18 16,-5 1-23-16,-3-2-15 15,-18 7-34-15,-13 3-47 16,-6 11-1-16,-9 8-67 15,0 13-99-15,-16 3-137 0,16 15-207 16,7 7-165-16</inkml:trace>
  <inkml:trace contextRef="#ctx0" brushRef="#br0" timeOffset="95716.56">2435 12583 358 0,'0'0'237'15,"0"0"-152"-15,0 0 75 16,0 0-53-16,0 0 7 16,-7 126-16-16,9-82-8 15,9-1-25-15,3-2-2 16,3-5-24-16,4-3-22 15,3-7 5-15,3-6 22 16,-1-6-14-16,1-8-2 16,0-4 5-16,0-2 27 15,-2 0 17-15,1-16 14 0,-1-6-21 16,-1-6-5-16,-2-7-18 16,-1-1 2-16,-2-2-14 15,-5-3-8-15,-1-2 2 16,-9 5-7-16,-1 0-15 15,-3 8-7-15,0 4-10 16,0 4-9-16,-9 8-34 16,5 1-35-16,1 6-82 15,3 1-122-15,0 4-208 16,9 2-452-16</inkml:trace>
  <inkml:trace contextRef="#ctx0" brushRef="#br0" timeOffset="96133.36">3063 12669 481 0,'0'0'209'15,"0"0"-78"-15,0 0-63 0,0 0-26 16,0 0 79-16,0 0 37 16,0 0 4-16,149 18-48 15,-91-18-42-15,0 0-44 16,-4 0-25-16,-8 0-3 16,-7 0-92-16,-8 0-111 15,-9 0-114-15,-11 0-84 0</inkml:trace>
  <inkml:trace contextRef="#ctx0" brushRef="#br0" timeOffset="96398.53">3110 12916 638 0,'0'0'315'0,"0"0"20"16,0 0-66-16,154-22-81 15,-108 11-58-15,-3 1-45 16,-5 2-48-16,-7 2-27 16,-7 5-10-16,-3-1-36 0,0 2-109 15,15-4-103-15,-5-1-119 16,-2-1-309-16</inkml:trace>
  <inkml:trace contextRef="#ctx0" brushRef="#br0" timeOffset="97215.22">3843 12651 465 0,'0'0'197'0,"0"0"1"16,0 0-17-16,0 0-22 15,0 0-21-15,92-110-5 16,-68 96-11-16,0 6-43 15,1 4-44-15,2 4-22 16,-1 0-13-16,1 12 0 16,-2 9 0-16,-3 6-1 0,-6 5-10 15,-8 4-7 1,-8 6 10-16,0 0 8 0,-20 4 13 16,-9 0-13-16,-5-4-17 15,3-3-36-15,-2-5-2 16,4-4-28-16,2-8-1 15,8-6 1-15,5-4 11 16,5-8 21-16,9-4 51 16,0 0 36-16,0 0-10 15,0-12-11-15,11 0 18 16,5 0 27-16,-1 2-18 16,8 0 14-16,1 1-9 15,5 2-21-15,5 1-16 0,1 2 2 16,1 0-12-1,-3 2 0-15,-4 0 0 0,-4 2-24 16,-5-2-12-16,-5 2-6 16,1-3-41-16,9-6-53 15,-6-2-133-15,0 2-255 0</inkml:trace>
  <inkml:trace contextRef="#ctx0" brushRef="#br0" timeOffset="97482.55">4433 12464 709 0,'0'0'251'15,"0"0"-98"-15,0 0-69 16,0 0 13-16,0 0-7 16,0 0-13-16,42 117-15 15,-39-84-43-15,-3-4-19 16,2 3-43-16,1-8-175 16,1-7-383-16</inkml:trace>
  <inkml:trace contextRef="#ctx0" brushRef="#br0" timeOffset="98215.34">4743 12537 585 0,'0'0'248'16,"0"0"-34"-16,0 0-59 15,0 0-84-15,0 0-35 16,0 0 22-16,125-51 16 16,-88 51 6-16,-3 0-41 15,-5 12-28-15,-9 12-11 16,-9 5-14-16,-9 3-2 16,-2 1 9-16,-4 4 7 15,-16-7 0-15,-2-2 12 16,-1-6-11-16,4-6 7 15,1-7-7-15,7-3 0 16,3-5 9-16,6-1 15 0,2 0 8 16,0 0-12-16,0 0-21 15,5-6 0-15,8-1 0 16,3-2 12-16,4 3-4 16,0 2-7-16,2 2 0 15,-2 2-1-15,1 0-1 16,-4 0-10-16,-3 0-5 15,-1 10-2-15,-7 5 2 16,0 0-1-16,-6 3-9 16,0 1 4-16,0 1 22 15,-12-5 0-15,-5 3 11 16,-2-3 5-16,-1-1-5 16,1-4 3-16,0-2 5 0,2-2 10 15,-1-2 16-15,2-3 2 16,-2 2-10-16,5-3-17 15,2 0-7-15,4 0-11 16,3 0 9-16,4 0-11 16,0 0-20-16,6 0-98 15,13 0-150-15,0 0-391 0</inkml:trace>
  <inkml:trace contextRef="#ctx0" brushRef="#br0" timeOffset="98698.91">5277 12599 481 0,'0'0'154'0,"0"0"8"16,0 0-41-16,0 0-47 15,-95 130-19-15,86-93-4 16,5 0-28-16,4-4-23 0,0-8 1 16,15 0 11-1,12-9 20-15,4-2 7 16,7-8 6-16,2-2-16 15,0-4-6-15,-2 0-12 0,-3-3 7 16,-4-8-4-16,-1-7 28 16,-6-3-4-16,-1-5 13 15,-6 0 1-15,-5-2-18 16,-6-1 18-16,-6 0 18 16,0 2-16-16,0-2-7 15,-13 1-9-15,-7 2-21 16,-7 0-10-16,-2 4-7 15,-4 4 0-15,2 10-70 16,2 8-92-16,-7 6-65 16,9 18-143-16,5 4-184 0</inkml:trace>
  <inkml:trace contextRef="#ctx0" brushRef="#br0" timeOffset="99264.95">5726 12547 250 0,'0'0'179'16,"0"0"-26"-16,0 0-11 15,0 0-26-15,-116 80-25 16,98-48-30-16,4 4-22 15,6 2-5-15,6-2-25 16,2-2-9-16,0-4-3 0,17-5 3 16,5-7 48-1,5-8 40-15,5-6 22 0,1-4 22 16,2 0-10-16,1-7-30 16,0-7-31-16,-5-2-26 15,-5 0-10-15,-3-3-6 16,-7-2-3-16,-5 2 12 15,-7-6 16-15,-2 1-4 16,-2-2 5-16,0 0-16 16,-6 2-15-16,-15 2-14 15,-2 2-1-15,-12 4-18 16,0 2-1-16,-3 8-59 16,3 6-47-16,-1 3-97 15,12 20-174-15,7-2-272 0</inkml:trace>
  <inkml:trace contextRef="#ctx0" brushRef="#br0" timeOffset="99448.68">6173 12850 592 0,'0'0'28'16,"0"0"-28"-16,0 0-400 0</inkml:trace>
  <inkml:trace contextRef="#ctx0" brushRef="#br0" timeOffset="99932.59">6403 12622 614 0,'0'0'194'0,"0"0"-48"16,0 0-50-16,0 0-36 16,0 0-18-16,-125 79-12 15,117-49-11-15,2 3-2 16,6-4-17-16,0 1 1 16,10-1 0-16,12-9 22 15,4-5-4-15,8-6 7 16,2-8-5-16,6-1 16 15,2 0 7-15,4-11 4 16,-9-7-19-16,-3-3 33 16,-9-1 9-16,-7-1-2 15,-9-1 17-15,-7-2-13 16,-4-1-14-16,0 1-26 0,-8 2-22 16,-15 2-11-16,-10 2-1 15,-5 3 0-15,-8 8 0 16,-1 7-9-16,-1 2-50 15,6 4-82-15,3 30-60 16,12-5-110-16,8 0-240 0</inkml:trace>
  <inkml:trace contextRef="#ctx0" brushRef="#br0" timeOffset="100365.09">6697 12653 211 0,'0'0'320'15,"0"0"-167"-15,0 0-53 16,0 0-50-16,0 0-31 15,0 0-18-15,-67 128-1 16,67-98 0-16,14-5 12 16,7-8 5-16,6-2-7 15,7-7-1-15,2-6 13 16,4-2 40-16,0 0-29 16,-3-10 15-16,-5-8 13 0,-6-3 30 15,-7-2 6 1,-6-2 0-16,-9 2-23 0,-4-2-7 15,0 0-18-15,-7 0-22 16,-12 1-19-16,-6 4-8 16,-4 0-1-16,-4 4-5 15,-6 6 5-15,4 4-38 16,1 6-55-16,3 8-79 16,10 13-99-16,7 2-241 0</inkml:trace>
  <inkml:trace contextRef="#ctx0" brushRef="#br0" timeOffset="100849.42">7145 12555 357 0,'0'0'218'0,"0"0"-76"16,0 0-40-16,0 0-44 16,-114 40-28-16,95-10-5 0,2 4-11 15,9 2 8-15,8 0-22 16,0-3 2-16,4-4-2 15,21-7 19-15,2-5 2 16,6-8 8-16,5-4 38 16,-1-5-27-16,4 0 10 15,-5 0-21-15,-1-14-8 16,-6-3-5-16,-2-1 3 16,-5-4 16-16,-6-1 8 15,-3-4 15-15,-4-1 16 16,-7-4-18-16,-2 0-3 15,0 0-26-15,-11 0-13 16,-11 6-13-16,-5 4-1 16,-4 8-8-16,-2 10-18 0,-1 4-52 15,-11 16-78-15,10 8-132 16,8 4-263-16</inkml:trace>
  <inkml:trace contextRef="#ctx0" brushRef="#br0" timeOffset="110565.19">2782 14547 150 0,'0'0'287'16,"0"0"-67"-16,0 0 42 15,0 0-45-15,-27-128 2 16,25 99-45-16,2 3-9 16,0-1-28-16,0 5-18 15,0 9-1-15,0 4-4 16,0 7-42-16,0 2-60 0,0 6-12 15,0 26-61-15,-2 18 42 16,0 35 19-16,0 3 13 16,-3 4 3-16,-1 4-4 15,1-18-11-15,1 3-1 16,-1-14 2-16,0-12 4 16,3-15-6-16,0-14 0 15,0-8-1-15,2-12-8 16,0-2-7-16,0-4-24 15,0 0-43-15,0 0-12 16,2-19-69-16,12-8-167 16,-1 1-361-16</inkml:trace>
  <inkml:trace contextRef="#ctx0" brushRef="#br0" timeOffset="111098.52">2798 14440 97 0,'0'0'384'0,"0"0"-22"16,0 0-161-16,0 0 13 16,0 0-87-16,60-124-48 15,-35 105-25-15,1 5-15 16,-1 6-16-16,1 4-8 15,-1 4-15-15,-2 0-8 0,-2 20-7 16,0 8 12-16,-5 8 3 16,-5-1 0-16,-9 5-13 15,-2 2 11-15,-5-2 1 16,-19-5-22-16,-5-2 5 16,-5-9 18-16,3-8-1 15,4-3 0-15,5-13-6 16,4 0 7-16,2 0 13 15,8-19-6-15,1 1-1 16,5 1-6-16,2-2 10 16,0 5 47-16,0 4-15 15,7 8-37-15,8 2-5 16,7 0-24-16,5 5 3 0,9 14 7 16,3 6 12-1,2 2 2-15,1-1 0 0,-4 0 2 16,0-4 4-16,-6-6-5 15,-5-4 6-15,-8-10 0 16,-1-2 8-16,-3 0-7 16,-1 0-8-16,-1-2-44 15,1-24-104-15,-3 2-198 16,-5 2-245-16</inkml:trace>
  <inkml:trace contextRef="#ctx0" brushRef="#br0" timeOffset="111331.68">3373 14303 71 0,'0'0'293'0,"0"0"86"15,0 0-159-15,0 0-170 16,0 0-35-16,0 0 4 16,-24 129 66-16,5-68-4 15,-3 4-27-15,-2 4-20 16,-1-6-16-16,1-1-11 15,3-7-1-15,6-15-6 16,3-6-8-16,8-6-37 16,4-15-75-16,0-2-91 15,0-11-107-15,7 0-254 16</inkml:trace>
  <inkml:trace contextRef="#ctx0" brushRef="#br0" timeOffset="111615.43">3549 14293 232 0,'0'0'589'16,"0"0"-474"-16,0 0-86 15,0 0 67-15,-25 103 24 16,10-46 13-16,-6 12-19 15,2 0-19-15,-4-4-15 16,1-5-26-16,5-5-8 16,-2-15-19-16,6-8-14 0,4-7-12 15,2-6-1-15,5-9-10 16,2-2-89-16,0-8-99 16,0 0-125-16,9 0-276 0</inkml:trace>
  <inkml:trace contextRef="#ctx0" brushRef="#br0" timeOffset="111948.51">3756 14506 620 0,'0'0'207'16,"0"0"-22"-16,0 0-56 15,0 0-55-15,0 0-34 16,0 0 14-16,0 0 74 16,33 28 14-16,9-28-11 15,10 0-48-15,2 0-40 16,-4 0-37-16,-5 0-6 15,-7-6-56-15,-9 2-59 16,-9 0-89-16,-11 0-61 0,-5 0-110 16,-4-2-370-16</inkml:trace>
  <inkml:trace contextRef="#ctx0" brushRef="#br0" timeOffset="112165.11">3796 14722 451 0,'0'0'335'0,"0"0"25"15,0 0-41-15,134-6-70 16,-88-2-83-16,-4-6-60 16,-1 4-35-16,-7 0-46 15,-10 4-25-15,-4 6-19 0,-6 0-96 16,1 0-108-16,-6 0-165 15,-2 0-384-15</inkml:trace>
  <inkml:trace contextRef="#ctx0" brushRef="#br0" timeOffset="114248.48">4527 14147 143 0,'0'0'260'0,"0"0"11"15,0 0-34-15,0 0 10 16,0 0-49-16,0 0-38 16,0-50-57-16,0 50-103 15,0 10-10-15,0 16 3 16,0 18 7-16,0 10 49 0,0 14 2 16,0 6-13-1,0 6-22-15,0 1-14 0,-2-5 5 16,0-7-7-16,-1-9-12 15,1-10-22-15,2-18-11 16,0-10-3-16,0-10 6 16,0-6 10-16,0-6 26 15,0 0 6-15,0 0 26 16,0 0 3-16,0-10-29 16,0-7 0-16,0-1-14 15,0-4 7-15,2-1 6 16,7-5-1-16,0 1-4 15,2 1 5-15,2 0-8 16,1 2 8-16,1 2-1 16,4 1 1-16,-2 3 0 0,3-3 1 15,3 4 0-15,1 4-1 16,0 3-1-16,3 4-6 16,-2-3 2-16,0 9 4 15,-4 0-6-15,2 0-1 16,-5 9-11-16,-3 9 2 15,-1 5 2-15,-5 7 5 16,-3 1 10-16,-2-1 0 16,-1-2 0-16,-1-6 1 15,-2-4 2-15,3-3-2 16,-1-9 0-16,2-5-77 16,7-1-108-16,-2 0-132 15,0 0-81-15</inkml:trace>
  <inkml:trace contextRef="#ctx0" brushRef="#br0" timeOffset="114615.14">5061 14520 276 0,'0'0'154'0,"0"0"-15"16,0 0-25-1,0 136-39-15,14-102-25 0,3-10 1 16,6-5-4-16,0-8 13 16,-1-3 21-16,0-8 17 15,-2 0 5-15,1 0 5 16,-2-16-12-16,1-4-19 15,1-5-17-15,-4 2-18 16,-1-9-6-16,-5 2 10 16,-5-2-19-16,-4 1-16 15,-2 6-11-15,0 0-38 16,0 4-70-16,-2-4-79 16,-4 5-126-16,2 7-261 0</inkml:trace>
  <inkml:trace contextRef="#ctx0" brushRef="#br0" timeOffset="115165.15">5474 14229 515 0,'0'0'231'15,"0"0"-128"-15,0 0-51 16,0 0 89-16,0 0 10 15,0 139-18-15,0-85-37 16,2 1-34-16,0 2-37 16,1-5-19-16,1-4 2 0,0-8-6 15,-2-6-1-15,3-12 1 16,-2-4-1-16,-3-9 1 16,2-5-1-16,-2-4 6 15,0 0 15-15,0 0 13 16,0 0 7-16,0-3-4 15,0-7-26-15,0-8-12 16,0 0 1-16,0-4-1 16,4-4 8-16,5-2 9 15,2 2 8-15,3 2-5 16,-1 2-4-16,3 4 9 16,-1 6-4-16,7-2-21 15,1 10-2-15,6 0-9 0,0 4-3 16,0 0-13-1,-3 6-26-15,-1 12-24 0,-5 6-6 16,-7 2-3-16,-6 2 15 16,-7-1 38-16,0 0-4 15,-3-4 16-15,-12 0 21 16,-3-4 5-16,-2-4-4 16,0-2-1-16,0-3 1 15,2-9 10-15,2 1-11 16,3-2-6-16,5 0-113 15,6-8-110-15,-2-10-103 16</inkml:trace>
  <inkml:trace contextRef="#ctx0" brushRef="#br0" timeOffset="115615.43">5964 14484 88 0,'0'0'139'0,"0"0"61"16,0 0-71-16,0 0 16 0,-43 130-48 15,43-94-35-15,0-3-14 16,10-4-2-16,12-1-7 16,4-6 10-16,3-5 2 15,5-7-19-15,-3-10-16 16,-2 0-2-16,0 0 1 16,-2-17 31-16,-5-1 2 15,0-3 11-15,-6-4 8 16,-3-3-5-16,-3 0-7 15,-6-2 6-15,-4 1 2 16,0 2-13-16,-4 2-4 16,-15 4-9-16,-5 0-31 15,-5 6-6-15,-7 7-9 0,1 4-55 16,-15 4-84-16,10 5-170 16,9 8-270-16</inkml:trace>
  <inkml:trace contextRef="#ctx0" brushRef="#br0" timeOffset="116215.26">7103 14453 329 0,'0'0'522'16,"0"0"-323"-16,0 0-41 16,0 0-93-16,0 0-43 15,0 0 27-15,0 0-4 16,-56 77 5-16,52-41 8 0,2 4-7 15,2 0-19-15,0 0-21 16,10-4-10-16,11-4-1 16,2-7-7-16,7-11 7 15,1-6 4-15,2-8 27 16,1 0 4-16,-6-7 29 16,1-10 2-16,-4-6-17 15,-4-1-21-15,-4-6 3 16,-3-2-6-16,-4-2-8 15,-3-3-17-15,-2 2-6 16,-5 1-35-16,0-1-42 0,0 8-43 16,-5-9-83-16,-2 9-136 15,3 7-309-15</inkml:trace>
  <inkml:trace contextRef="#ctx0" brushRef="#br0" timeOffset="116699.37">7575 14446 426 0,'0'0'124'0,"0"0"26"16,0 0-5-16,0 0-64 15,-16 137-21-15,14-98-13 16,0-3-23-16,-1-4-12 16,3-6-6-16,-2-8-4 15,0-4-2-15,2-10 0 16,-2-4 9-16,2 0 29 16,0 0 54-16,-2 0 5 15,2-13-72-15,-2-4-15 16,2-7-9-16,0-2 0 15,0-6 6-15,0-2-6 16,0 2 7-16,13-2 12 16,0 6 10-16,5 6 10 0,4 8-6 15,3 0-22-15,4 11-12 16,0 3-8-16,2 0-3 16,0 13-2-16,-2 5 5 15,-2 8 7-15,-5-3-9 16,-4 2-6-16,-5 2-13 15,-5-4 0-15,-2-4-1 16,-2-2-43-16,5-11-89 16,-3 0-172-16,2-4-267 0</inkml:trace>
  <inkml:trace contextRef="#ctx0" brushRef="#br0" timeOffset="117231.86">8074 14408 575 0,'0'0'195'0,"0"0"-34"15,0 0-46-15,-118-3-62 16,89 17-14-16,5 8-14 0,1 9-11 16,5-1 1-1,7 2-15-15,9 4-2 0,2-9-8 16,7 3 5-16,15-7 4 16,5-5 2-16,4-7 2 15,3-6 10-15,1-3 0 16,-4-2-7-16,0 0 4 15,-4-12-2-15,-2-6 1 16,-6-2 0-16,-3-2 1 16,-3-3 10-16,-1 0 24 15,-3 0 9-15,-1-2 8 16,-1 1 0-16,0 4 21 16,-2 5 1-16,-1 7 1 15,-2 9-12-15,0 1-69 0,3 0-3 16,-1 17-46-16,6 14 32 15,-4 5 14-15,-2 6 11 16,1 2-4-16,-1 0-6 16,-2-10 10-16,-2 0-4 15,0-8-7-15,2-4-44 16,8-5-94-16,-2-7-128 16,3-9-305-16</inkml:trace>
  <inkml:trace contextRef="#ctx0" brushRef="#br0" timeOffset="117781.58">9260 14472 163 0,'0'0'215'16,"0"0"144"-16,0 0-116 16,0 0-148-16,0 0-93 15,0 0 9-15,0 0 12 16,-39 107 15-16,37-62 7 16,2 3-3-16,0-6 3 15,16-2-8-15,9-4 4 16,2-10-28-16,-2-8 0 15,2-9 13-15,-2-5 52 16,2-4 45-16,0-6-4 16,0-14-11-16,2-3-36 0,-3-3-21 15,-4-3-17 1,-2-2-19-16,-4-4-9 0,-7-2-6 16,-7 1-25-16,-2 2-31 15,0 3-65-15,0 4-57 16,-7-1-40-16,-2 8-110 15,7 5-264-15</inkml:trace>
  <inkml:trace contextRef="#ctx0" brushRef="#br0" timeOffset="118131.78">9765 14233 708 0,'0'0'313'0,"0"0"-19"16,0 0-58-16,0 0-107 15,0 0-58-15,0 0-69 16,0 0-2-16,18 20 0 16,-7 24 51-16,2 8 21 15,1 13-27-15,-1 5 1 16,-1-2-8-16,-4-2-12 15,-1-7-13-15,-5-9-11 16,0-11 11-16,0-11-4 16,-2-10-8-16,2-6 0 15,-2-6 0-15,4-3-1 0,-2-3-41 16,0 0-31 0,2-12-40-16,0-7-150 0,-1-3-409 0</inkml:trace>
  <inkml:trace contextRef="#ctx0" brushRef="#br0" timeOffset="118514.99">9669 14530 9 0,'0'0'391'15,"0"0"-58"-15,0 0-116 16,0 0-31-16,0 0-92 15,148-4-66-15,-113 4-15 16,1 0-13-16,-5 0-7 0,-2 0-9 16,0-2 0-16,-4-2 3 15,-1 2 12-15,-2 2-1 16,0 0 1-16,-3 0-8 16,-2 0 9-16,-3 12 2 15,-1 4 11-15,-2 4 10 16,-2 3 16-16,-2-2 9 15,-1 2-2-15,-4-6 12 16,0 1 9-16,1-7-13 16,-3 0-21-16,2-7-12 15,-2 0-11-15,0-4-1 16,0 0-9-16,0 0-21 16,0 0-72-16,0-2-122 15,0-10-133-15,-7 0-511 0</inkml:trace>
  <inkml:trace contextRef="#ctx0" brushRef="#br0" timeOffset="118681.87">10093 14252 711 0,'0'0'375'0,"0"0"-148"0,0 0-126 16,0 0-101-1,0 0-30-15,0 0-43 16,0 0-96-16,64 45-152 0,-51-31-500 16</inkml:trace>
  <inkml:trace contextRef="#ctx0" brushRef="#br0" timeOffset="119099.04">10365 14239 614 0,'0'0'298'16,"0"0"-60"-16,0 0-54 16,0 0-90-16,0 0-56 15,0 0-18-15,0 0-19 16,0 48 68-16,0-2 2 16,0 11 11-16,0 6-30 15,0 2-14-15,0 0-23 16,0-8-6-16,0-7-8 15,2-10 8-15,0-9-8 16,0-8 1-16,1-6 4 16,-1-6-5-16,0-2-1 0,0-6-52 15,7 2-112-15,0-5-134 16,2 0-283-16</inkml:trace>
  <inkml:trace contextRef="#ctx0" brushRef="#br0" timeOffset="119365.3">10627 14518 463 0,'0'0'186'15,"0"0"46"-15,0 0-55 16,0 115-63-16,0-76-20 0,0-3-11 15,0-4-25-15,0-1-28 16,0-12-8-16,0-2-12 16,2-12-1-16,1-1-9 15,-1-4-55-15,2 0-112 16,1-9-196-16,0-9-530 0</inkml:trace>
  <inkml:trace contextRef="#ctx0" brushRef="#br0" timeOffset="119514.62">10667 14432 186 0,'0'0'804'15,"0"0"-489"-15,0 0-51 0,0 0-92 16,0 0-166 0,0 0-6-16,0 0-122 0,58 4-51 15,-37 19-124-15,-4 2-228 16</inkml:trace>
  <inkml:trace contextRef="#ctx0" brushRef="#br0" timeOffset="119966.51">11089 14558 121 0,'0'0'88'16,"0"0"282"-16,0 0-115 15,0 0-68-15,0 0-47 16,-132 2-63-16,108 12-31 15,1 5-14-15,6 4-18 16,1 2-4-16,9 2-9 16,5-1-1-16,2 2 6 15,0-2 5-15,13-8 1 0,5-1 13 16,5-10 24-16,6-4 48 16,2-3 11-16,2 0-9 15,1-14-26-15,-3-7-23 16,-6-1-12-16,-8-2 5 15,-5 2-10-15,-8-6-25 16,-4 5-8-16,0 0-49 16,-4 3-42-16,-17 0-53 15,-12-9-88-15,2 6-178 16,4 1-547-16</inkml:trace>
  <inkml:trace contextRef="#ctx0" brushRef="#br0" timeOffset="120248.87">11080 14239 651 0,'0'0'313'15,"0"0"-50"-15,0 0-61 16,0 0-95-16,0 0-66 16,0 0-20-16,0 0 53 15,42 58 3-15,-34-12-26 16,2 7-1-16,-3 0-16 15,-1 4-17-15,-4-3-5 16,3-4 0-16,0-4-1 16,-3-8-9-16,0-5 5 15,2-8-6-15,1 0-1 16,-1-8-55-16,3 0-59 0,2-7-71 16,2-7-160-16,-5-3-299 15</inkml:trace>
  <inkml:trace contextRef="#ctx0" brushRef="#br0" timeOffset="120865.4">11419 14472 488 0,'0'0'246'0,"0"0"-93"16,0 0-32-16,0 0-41 15,0 0-37-15,-123 21-11 16,105-2-18-16,3 3-14 16,5 4-1-16,8 3-12 15,2-2 12-15,0-2 1 0,7 2 0 16,13-4 6-16,4-2-6 16,6-11 7-16,1-2 3 15,2-8 5-15,0 0 1 16,-1 0 3-16,-3-18-8 15,-3-3 2-15,-3 2 3 16,-8-9 7-16,-1 0 38 16,-5-2 10-16,-5 0 6 15,-2 0 24-15,-2 3 7 16,0 8-3-16,0 7-20 16,0 6-18-16,0 3-42 15,0 3-25-15,0 0-37 16,0 17-33-16,0 9 45 15,2 8 25-15,0 4 0 16,3 2 1-16,2-2 0 0,0-4 1 16,-1-4-1-16,3-6-1 15,0-3-58-15,2-5-84 16,10-9-76-16,-2-2-160 16,-3-5-459-16</inkml:trace>
  <inkml:trace contextRef="#ctx0" brushRef="#br0" timeOffset="121431.4">12053 14528 645 0,'0'0'302'15,"0"0"-116"-15,0 0-61 16,0 0-47-16,0 0-30 16,-129 15-9-16,98 12-8 15,2-1-20-15,2 7-11 16,7-2 0-16,9-1 0 16,4 1-1-16,7-4 1 15,0-4 0-15,11-5-23 16,9-5 23-16,7-4 2 15,2-9 14-15,2 0-4 0,3 0-3 16,-3-14-9-16,-4-6-41 16,-2-3-33-16,-10-1 13 15,-1-8-23 1,-8 2 22-16,-2-5 27 0,-1-7 22 16,-1-3 13-16,0-2 19 15,-2 1 39-15,2-2 62 16,2 4 35-16,2 6 34 15,-2 4-47-15,-2 10-37 16,0 11-12-16,0 6-10 16,-2 7-83-16,3 0-10 15,1 19-60-15,0 19 52 16,4 12 18-16,0 12-2 0,-3 8 1 16,-1-1 0-1,0-4 1-15,-4-6-1 0,2-14-11 16,1-9-37-16,2-10-63 15,14-13-86-15,2-8-169 16,1-5-306-16</inkml:trace>
  <inkml:trace contextRef="#ctx0" brushRef="#br0" timeOffset="121931.64">13096 14602 576 0,'0'0'288'0,"0"0"-125"16,0 0-59-16,0 0-36 15,0 0-20-15,-133 72-37 0,110-34-10 16,8 2-1-16,7-3-9 16,6-5 9-16,2-6-2 15,2-5-7-15,14-8 9 16,7-7 45-16,4-6 35 16,4 0 23-16,2-8-12 15,3-12-8-15,-5-5-20 16,-4 2-40-16,-10-8-23 15,-5 3-40-15,-6-2-115 16,-6-18-115-16,0 10-226 0,0 2-169 16</inkml:trace>
  <inkml:trace contextRef="#ctx0" brushRef="#br0" timeOffset="122198.37">13152 14377 136 0,'0'0'352'15,"0"0"160"-15,0 0-224 16,0 0-8-16,0 0-109 15,0 0-86-15,0 0-53 16,-2-86-32-16,4 100-35 16,6 18 35-16,4 8 49 15,3 19 23-15,1 11-25 16,-1 4-16-16,-1 4 11 16,-1-6-15-16,1-9-13 15,-5-9-8-15,-1-18-5 0,1-8 0 16,-4-10 6-16,2-8-7 15,-1-4-44-15,7-6-62 16,18 0-89-16,1-10-170 16,-3-3-497-16</inkml:trace>
  <inkml:trace contextRef="#ctx0" brushRef="#br0" timeOffset="122615.42">13595 14680 367 0,'0'0'245'15,"0"0"-29"-15,0 0-68 16,0 0-56-16,0 0-35 15,0 0 14-15,0 0 14 16,93-74 9-16,-93 59-26 16,0 3-20-16,-15-3-19 15,-7 4-10-15,-10 5 0 16,-3 6 0-16,-3 0 4 16,1 11 1-16,3 14-24 15,7 6-1-15,14 5 1 0,8 5 2 16,5 2 43-1,5-3 18-15,17-2 26 0,5-7-22 16,2-6 14-16,4-10 23 16,1-5-26-16,1-8-46 15,1-2-32-15,-1 0-91 16,19-21-135-16,-11-2-290 16,1-4-700-16</inkml:trace>
  <inkml:trace contextRef="#ctx0" brushRef="#br0" timeOffset="123348.36">14920 14668 527 0,'0'0'352'0,"0"0"-90"16,0 0-37-16,0 0-58 15,0 0-48-15,0 0-33 16,75-116-10-16,-40 98-4 15,5 0-14-15,-2 5-20 16,-2 12-20-16,-7 1-18 16,-7 1-11-16,-6 24-16 15,-10 7 8-15,-6 5 12 16,0 7 7-16,-11 5 9 16,-18-3-8-16,-6 1 12 15,-6-6-13-15,1-4-25 0,3-7-20 16,3-6-15-16,5-6-7 15,4-6 11-15,9-6 18 16,6-2 3-16,3-4 6 16,5 3 9-16,2-3 20 15,0 0 10-15,0 0 3 16,11 0 25-16,7-4-16 16,9-5-7-16,4 3 9 15,9 2 1-15,2 2 0 16,1 2 7-16,-3 0 3 15,-3 0-25-15,-6 0-8 16,-2 0 5-16,-6 0-7 0,0 0-10 16,-6-6-19-16,1-8-43 15,1-11-79-15,0 2-180 16,-9 1-345-16</inkml:trace>
  <inkml:trace contextRef="#ctx0" brushRef="#br0" timeOffset="123601.41">15375 14355 142 0,'0'0'310'0,"0"0"193"0,0 0-291 15,0 0-63-15,0 0-95 16,0 0-29-16,0 0 8 16,7 82-3-16,-7-47-16 15,0 1-14-15,0 2-70 16,0-10-205-16,0-6-315 0</inkml:trace>
  <inkml:trace contextRef="#ctx0" brushRef="#br0" timeOffset="124248.77">15578 14493 565 0,'0'0'179'16,"0"0"-20"-16,0 0-33 16,0 0-45-16,0 0 3 15,129-21-5-15,-104 33-31 0,-8 7-27 16,-7 8-21-16,-10 3-9 15,0 1 9-15,-10 5 0 16,-13-5 0-16,-6-3 1 16,0-6 12-16,2-3-13 15,4-12 8-15,6-1-8 16,7-3 2-16,6-3 5 16,4 0 19-16,0 0-26 15,0-7-26-15,4-2 17 16,12-2 6-16,4 3-3 15,7-4 0-15,-1 6 6 16,6 6 2-16,-1 0-1 16,0 0-1-16,-2 4 0 0,-4 14-8 15,-3 0-16-15,-9 0 13 16,-2 5-9-16,-8 0-2 16,-3-1 6-16,0 3 16 15,-9-1 9-15,-9-2 17 16,-6 0-2-16,-5-2 8 15,0 0-6-15,0-10-10 16,2-1 15-16,2-2-5 16,6-7 1-16,2 0-16 15,7 0 22-15,3-3-33 16,2-7-12-16,5-3-110 16,0-9-157-16,14 0-298 15</inkml:trace>
  <inkml:trace contextRef="#ctx0" brushRef="#br0" timeOffset="124682.45">15997 14618 117 0,'0'0'169'0,"0"0"7"0,0 0-52 15,-89 104 1-15,73-64-22 16,10 5-41-16,6-5-7 16,0-4 0-16,11-6 13 15,9-6 10-15,5-6-17 16,4-7 2-16,2-9 1 15,0-2 4-15,2 0-21 16,-1-6-5-16,-3-11 6 16,0-6 6-16,-6-6 4 15,0 1-10-15,-5-8 9 16,-5 0 7-16,-6 0-16 16,-5 0-10-16,-2-1-7 0,-2 3 3 15,-18 2-16 1,-9 5-18-16,-10 6-2 0,-5 7-18 15,-2 11-98-15,-8 3-92 16,15 17-57-16,10 2-244 0</inkml:trace>
  <inkml:trace contextRef="#ctx0" brushRef="#br0" timeOffset="125171.87">16280 14618 451 0,'0'0'150'0,"0"0"-21"16,0 0-34-16,0 0-37 16,-56 121-29-16,54-80 5 15,2 3 14-15,0-3-13 16,7-1-6-16,8-12-12 16,3-6-8-16,5-9 38 15,-2-6 32-15,8-7 6 16,0 0-10-16,0-9-14 15,0-8-1-15,-4-5 18 16,-5-6 13-16,-4-3-8 0,-5 0-22 16,0-5-7-16,-7-3 3 15,-1-1-17-15,-3 2-14 16,0 0-1-16,-11 2-13 16,-14 5-12-16,-6 4 0 15,-2 9-9-15,-3 10-1 16,3 8-82-16,6 0-87 15,4 26-86-15,10-2-126 16,6 0-416-16</inkml:trace>
  <inkml:trace contextRef="#ctx0" brushRef="#br0" timeOffset="125381.51">16868 14937 704 0,'0'0'547'0,"0"0"-347"16,0 0-72-16,0 0-128 16,0 0-86-16,0 0-168 15,0 0-298-15</inkml:trace>
  <inkml:trace contextRef="#ctx0" brushRef="#br0" timeOffset="125814.65">16927 14662 124 0,'0'0'104'16,"0"0"102"-16,0 0-90 16,0 0-11-16,0 0-25 15,-108 128-34-15,106-85 10 16,2-4 3-16,0 2-17 0,4-5-14 16,10-8-8-1,6-6-9-15,4-9 13 0,3-4 0 16,2-9 24-1,2 0-3-15,1-6 5 0,-1-12 11 16,-2-8 13-16,-5 0 10 16,-4-8 18-16,-4 0-13 15,-5 0-15-15,-7 2-3 16,-4-2-8-16,0 1-7 16,-4 1-23-16,-16 3-12 15,-7 0-15-15,-4 8-5 16,-4-2-1-16,-4 9-21 15,4 9-72-15,1 5-90 16,-6 2-52-16,11 19-162 0,7 4-254 0</inkml:trace>
  <inkml:trace contextRef="#ctx0" brushRef="#br0" timeOffset="126265.29">17143 14656 292 0,'0'0'106'0,"0"0"-62"0,0 0-17 15,-29 110-13-15,29-74-12 16,0 0-1-16,17-3 16 16,5-7-15-16,7-10-1 15,0-7 11-15,3-9 14 16,-1 0 7-16,-2 0-3 16,0-11-13-16,-4-7-16 15,-4-3-1-15,-3 0-1 16,-5-6 1-16,1 0 19 15,-5 1 7-15,-7-6 17 16,-2 5 11-16,0-5 48 16,-4 2 15-16,-17 2-14 15,0-1 13-15,-6 10-5 0,-2 3-47 16,0 10-41-16,0 6-23 16,0 0-14-16,4 14-79 15,-2 22-82-15,8-5-176 16,5-4-418-16</inkml:trace>
  <inkml:trace contextRef="#ctx0" brushRef="#br0" timeOffset="126682.45">17559 14644 492 0,'0'0'122'15,"0"0"-45"-15,0 0-25 16,0 0-29-16,-63 104-23 16,61-63 1-16,2 0-1 15,0 0-11-15,13-3-33 16,8-12 43-16,3-6-1 15,3-9-2-15,2-11 4 16,0 0 23-16,2-8 1 16,-4-15 34-16,-3-3 53 0,-4-4 28 15,-1-6 9 1,-6 0-25-16,-7 0-19 0,-2-5-6 16,-4 5-8-16,0 4-20 15,-2 6-28-15,-19 4-13 16,-8 4-29-16,-5 8-23 15,0 8-127-15,-8 2-99 16,11 5-144-16,4 8-326 0</inkml:trace>
  <inkml:trace contextRef="#ctx0" brushRef="#br0" timeOffset="127031.76">18481 14727 224 0,'0'0'349'0,"0"0"-107"16,0 0-142-16,0 0 46 16,0 0 3-16,-27 144-32 15,25-88-40-15,-2 2-33 16,2-12-21-16,0-6-14 0,-1-9-8 16,1-10-1-16,0-8-14 15,2-3-53-15,0-10-95 16,0 0-201-16,0 0-355 0</inkml:trace>
  <inkml:trace contextRef="#ctx0" brushRef="#br0" timeOffset="127331.4">18379 14698 65 0,'0'0'322'16,"0"0"37"-16,0 0-112 0,0 0-18 15,0 0-102-15,0 0-79 16,129-101-32-16,-89 108-6 16,3 22-9-16,-5 2-1 15,-9 9-2-15,-7 4-34 16,-11-2-6-16,-11-2 4 16,0-5 15-16,-2-13-2 15,-17-4 25-15,-2-7 9 16,-6-5 26-16,0-1 13 15,-2-5-19-15,7 0-2 16,4 0-11-16,7 0-16 16,6 0-22-16,5-22-114 15,0 5-147-15,9 1-270 0</inkml:trace>
  <inkml:trace contextRef="#ctx0" brushRef="#br0" timeOffset="127815.72">18834 14824 2 0,'0'0'261'0,"0"0"-108"0,0 0-29 16,0 0-42-16,131 23-24 15,-114-23-6-15,-3 0 5 16,-5-9 29-16,-1 0-8 16,-2-8-16-16,-4 2 19 15,-2-3 0-15,0 1 23 16,-5 3-7-16,-13 0-53 15,-6 7-11-15,-5 2-14 16,-5 5-7-16,3 0-12 16,2 12-6-16,4 11-4 15,8 4-4-15,3 5 1 16,10 3 13-16,4 1 1 0,0-7 7 16,6 0 25-1,15-8 28-15,3-2 22 0,3-9 5 16,2-1-27-16,0-5-33 15,-1-4-28-15,5 0-76 16,6 0-124-16,-5-11-312 16,-5-1-501-16</inkml:trace>
  <inkml:trace contextRef="#ctx0" brushRef="#br0" timeOffset="128165.25">19354 14656 257 0,'0'0'215'16,"0"0"-74"-16,0 0-32 15,0 0-39-15,-122 66-28 16,111-40-9-16,9-3-1 16,2 0 32-16,2 4 34 15,16-1-27-15,4 1-33 16,0 4-23-16,-3-5-6 15,-4 1-2-15,-4-6-7 16,-6-3-8-16,-5-6-11 16,0 0-1-16,0-6 20 15,-16-2 13-15,-6-2 76 16,-5-2 7-16,-4 0-25 0,0 0-16 16,2-4-4-1,2-4-13-15,4-5-38 0,8 2 0 16,15-7-109-16,0 1-133 15,0 4-295-15</inkml:trace>
  <inkml:trace contextRef="#ctx0" brushRef="#br0" timeOffset="128564.83">19568 14662 77 0,'0'0'106'0,"0"0"111"15,0 0-121-15,0 0 8 16,-117 122 5-16,101-85-29 16,7-1-19-16,7-2-15 15,2-3-1-15,4-4 1 16,19-10 8-16,8-2-1 15,2-7-11-15,7-8 25 16,0 0 5-16,1-8 28 16,-3-7 16-16,-5-10-7 15,-4-1-17-15,-4-2-7 16,-8-7 8-16,-3 4-13 16,-8 0-11-16,-6 3-8 15,0 2-23-15,-6 2-25 16,-17 2-13-16,-8 4-13 0,-4 0-3 15,-3 8-95-15,-1 7-94 16,-1 3-91-16,11 0-227 16,9 9-370-16</inkml:trace>
  <inkml:trace contextRef="#ctx0" brushRef="#br0" timeOffset="129032.46">19969 14614 420 0,'0'0'228'0,"0"0"-32"15,0 0-56-15,0 0-70 16,-129 20-46-16,112 2-22 16,7 6-1-16,6 0-1 15,4 4 1-15,0 1-1 16,12 1-13-16,9-2 7 0,8 2-6 15,0-2 11-15,-2 0-31 16,-6-7-3-16,-8-2 12 16,-9-4 15-16,-4-6 8 15,0-7 50-15,0 0 44 16,-15-2 15-16,-8 2 15 16,-6-6-15-16,-2 0-51 15,-2 0-30-15,4 0-28 16,4 0-118-16,12-14-202 15,4-3 80-15</inkml:trace>
  <inkml:trace contextRef="#ctx0" brushRef="#br0" timeOffset="129799.13">21159 14721 163 0,'0'0'633'16,"0"0"-347"-16,0 0-45 0,0 0-63 15,0 0-70 1,0 0-82-16,0 0-26 16,-126-81-13-16,90 91 4 0,-2 12 0 15,0 6 1-15,7 5 6 16,9 5-14-16,8-2-35 15,12-5-33-15,2-1-2 16,9-3-5-16,17-7 71 16,6-8 10-16,3-6 9 15,4-6 1-15,-6 0 0 16,0-6 10-16,-4-10 8 16,-4-4 19-16,-3 0 14 15,-4 0 22-15,-1-7 5 16,-3 5-4-16,-1-1 2 0,-3 1-13 15,-4 4 5-15,-2 6 10 16,-4 6 1-16,3 6-63 16,-3 0-16-16,0 6-69 15,0 19 19-15,0 12 39 16,0 3 10-16,0-1 0 16,0-2 1-16,0-9-9 15,0-3-23-15,2-11-38 16,0-1-56-16,4-13-70 15,2 0-141-15,-4 0-212 0</inkml:trace>
  <inkml:trace contextRef="#ctx0" brushRef="#br0" timeOffset="130100.27">21405 14440 760 0,'0'0'336'0,"0"0"-108"15,0 0-12-15,0 0-57 16,0 0-72-16,0 0-52 16,0 0-33-16,53 46 4 15,-46 15 20-15,-1 14-7 16,-6 3-18-16,0 1 0 15,0-11 0-15,0-10 0 16,-2-12-1-16,-2-12 1 0,4-11-1 16,0-6 0-16,0-11-63 15,0-6-100-15,8 0-142 16,8 0-454-16</inkml:trace>
  <inkml:trace contextRef="#ctx0" brushRef="#br0" timeOffset="130731.52">21910 14650 681 0,'0'0'303'15,"0"0"-191"-15,0 0-95 16,0 0 8-16,0 0 28 16,41 127-14-16,-22-80-11 15,4-3 11-15,-5-7-23 16,-1-11-16-16,-1-8-12 0,-1-9 6 16,6-9 6-1,3 0 61-15,1-13 11 0,3-16 0 16,-3 0 24-16,-3-7-10 15,-3-4-16-15,-9 1-21 16,-3 1-3-16,-7 4-14 16,0 6-29-16,0 8-3 15,0 7-103-15,0 7-115 16,-2 0-146-16,0 6-317 0</inkml:trace>
  <inkml:trace contextRef="#ctx0" brushRef="#br0" timeOffset="131165.04">22404 14789 250 0,'0'0'228'15,"0"0"-28"-15,0 0-42 16,0 0-36-16,121 4-13 16,-96-8-8-16,-5-6-4 15,-5-3-1-15,-1-5-22 16,-3 0 11-16,-7 2-12 16,-2 0-15-16,-2 2-11 0,0 4-38 15,-8 4-9 1,-15 0-18-16,-6 4 17 0,-4 2 1 15,-3 2-7-15,-1 16 0 16,3 10-5-16,5 4-14 16,9 7-15-16,7 3-3 15,11 2 27-15,2-8 17 16,2-2-2-16,17-7-4 16,8-4 6-16,2-13 1 15,5-1-1-15,2-9-20 16,-1 0-101-16,1-7-155 15,6-22-114-15,-11 6-325 16</inkml:trace>
  <inkml:trace contextRef="#ctx0" brushRef="#br0" timeOffset="131581.57">22866 14646 351 0,'0'0'355'16,"0"0"-205"-16,0 0-52 15,0 0 16-15,-36 112-28 16,23-63-44-16,2-1-8 16,0-4-12-16,0-6-10 15,4-13-1-15,0-2-1 16,5-15 3-16,0-4 3 16,0-4 22-16,2 0 59 15,0 0 12-15,0-2-10 16,0-12-56-16,0-5-38 0,0-2-5 15,0-5-11-15,0-2-5 16,6-8 8-16,8 1 8 16,3 3 0-16,1 5 0 15,3 3 20-15,0 7 5 16,4 9-15-16,2 2 12 16,0 6 0-16,-2 6-6 15,-4 16 0-15,-3 9-8 16,-5 5-7-16,-5 0-1 15,-6-4 0-15,-2-4-21 16,0-8-21-16,0-6-43 16,4-8-55-16,1-6-93 0,1 0-284 0</inkml:trace>
  <inkml:trace contextRef="#ctx0" brushRef="#br0" timeOffset="132181.68">23392 14679 720 0,'0'0'319'0,"0"0"-87"16,0 0-83-1,-120-23-69-15,75 23-36 0,-1 6-32 16,1 18-12-16,3 8-1 16,6 7-12-16,9 1-32 15,13-3-20-15,10 0-5 16,4-3 2-16,10-10 10 16,13-4 32-16,11-10 17 15,4-7-9-15,0-3-23 16,0 0-14-16,-1-4-16 15,-6-13 25-15,1-6 36 16,-6-2 10-16,-3-3 1 16,0-7-1-16,-6-1 0 0,-3-1 2 15,-6-6 25 1,-1 1 54-16,-3-8 20 0,-4 2 11 16,2 2 21-1,-2 4-8-15,0 5 6 0,2 10-34 16,2 8-13-16,-2 12 0 15,0 7-42-15,0 0-42 16,-2 12-57-16,0 26 22 16,0 13 25-16,0 16 10 15,0 8 4-15,0-2-4 16,0-5 0-16,-2-10 0 16,2-9-1-16,0-20-7 15,0-6 7-15,0-8 1 16,4-7 0-16,5-4 12 0,3 1-12 15,11-5-125-15,0 0-209 16,-3-3-475-16</inkml:trace>
  <inkml:trace contextRef="#ctx0" brushRef="#br0" timeOffset="132599.18">23715 14708 260 0,'0'0'319'16,"0"0"-70"-16,0 0-59 15,0 0-53-15,0 0-31 16,0 0-9-16,0 0-16 15,81-84-20-15,-81 70-23 16,0 4-28-16,-21 1-10 16,-8 4 0-16,-6 3 8 15,-5 2-8-15,-1 5-16 16,1 20 3-16,7 5 4 16,8 9-11-16,8 5 2 15,10 0 13-15,7-3 5 16,0-6 16-16,16-8 35 15,6-8 35-15,6-7 51 16,3-8-2-16,2-4-59 0,0 0-76 16,-2 0-6-16,0-8-139 15,5-16-100-15,-9 4-251 16,-6-3-53-16</inkml:trace>
  <inkml:trace contextRef="#ctx0" brushRef="#br0" timeOffset="132931.79">23916 14610 402 0,'0'0'352'16,"0"0"-66"-16,0 0-27 16,0 0-147-16,0 0-98 15,0 0-11-15,0 0 27 16,40 104-8-16,-40-47-12 16,0-4-2-16,0-5 3 15,0-7 4-15,-7-13-2 16,0-10 9-16,3-11 1 0,-1-5 6 15,1-2 15-15,2 0 17 16,0 0 22-16,2-13-7 16,0-7-26-16,0-6-37 15,13-9-7-15,11-5-6 16,10-4 31-16,3 2 6 16,2 6-22-16,1 3-7 15,-5 8-8-15,-1 7-1 0,-3 9-22 16,-2 4-6-1,-7 5-55-15,-4 0-132 0,-7 14-153 16,-8 0-241-16</inkml:trace>
  <inkml:trace contextRef="#ctx0" brushRef="#br0" timeOffset="134181.54">4485 15390 134 0,'0'0'802'15,"0"0"-510"-15,0 0-34 16,0 0-91-16,0 0-73 16,0 0-31-16,0 0-31 15,64-84 6-15,-44 80 9 16,2 0-9-16,5 4-15 16,0 0-12-16,2 0-10 15,0 0-1-15,-4 18-1 0,-8 0-11 16,-6 8-7-16,-11 1-1 15,0 4 12-15,-6 5 8 16,-16-4 11-16,-5-2 0 16,-2-2-11-16,0-1-27 15,0-5-16-15,4-4-21 16,3-6-22-16,4-2-16 16,5-2-12-16,6-4 2 15,5-2 50-15,2-2 37 16,0 0 25-16,0 0 0 15,6 0 14-15,10 0 14 16,9-4-19-16,6-2 30 16,5-4 23-16,6 1 7 15,5-3 0-15,-1 3 12 16,-4 0-19-16,-5 4-37 16,-8 1-16-16,-10-1-9 0,-3 2 1 15,-3-2 8-15,-4 1 1 16,3 3-10-16,-4-8-23 15,1 5-63-15,5-6-102 16,-1 1-127-16,-4 1-314 0</inkml:trace>
  <inkml:trace contextRef="#ctx0" brushRef="#br0" timeOffset="134614.87">5019 15276 90 0,'0'0'125'0,"0"0"221"15,0 0-109-15,0 0-75 16,0 0-81-16,0 0-13 16,0 0-18-16,-98 65-19 15,94-32-8-15,4 1 6 16,0-1 7-16,4 3-14 15,14-6-3-15,2-3-11 16,5-4-2-16,4-9-6 16,0-5-13-16,0-2 12 15,-2-7 1-15,-1 0 0 16,-4-3 1-16,-1-10 8 0,-6-1 2 16,-1-9 24-1,-4 1 39-15,-3 0 5 0,-5-4 2 16,-2-2-5-16,0 0-6 15,0 3-10-15,-6 2-16 16,-12 0-16-16,-2 6-24 16,-5 1-4-16,-2 10-13 15,0 1-37-15,4 5-83 16,-2 23-136-16,9 4-138 16,7 4-329-16</inkml:trace>
  <inkml:trace contextRef="#ctx0" brushRef="#br0" timeOffset="135048.99">5481 15360 328 0,'0'0'225'16,"0"0"-65"-16,0 0 3 15,0 0-78-15,0 0-40 16,-79 102-23-16,79-70-15 0,0-3 3 16,2 0 6-16,19-7 13 15,1-8 7-15,3-4 29 16,2-6 6-16,-1-4 22 15,1 0 26-15,-1-14-4 16,1-3-32-16,-4-11 0 16,-2 1-1-16,-7-5-3 15,-5 2-9-15,-5-6-4 16,-4 2-4-16,0 6-8 16,-6-4-6-16,-15 10-28 15,-2 4-19-15,-6 10-1 16,-3 4-36-16,1 4-83 15,-2 26-113-15,8 6-128 16,5 0-214-16</inkml:trace>
  <inkml:trace contextRef="#ctx0" brushRef="#br0" timeOffset="135665.21">6198 15222 355 0,'0'0'312'0,"0"0"-28"16,0 0-165-16,0 0-89 16,0 0-30-16,0 0 36 15,0 0 4-15,31 146-6 16,-25-91-20-16,-6-5 1 16,0-11-8-16,0-4-6 15,0-11 0-15,0-12-1 16,0-8 0-16,0-4 17 15,0 0 31-15,0 0 45 0,4-8-45 16,-2-14-19 0,4-1-5-16,3 1-5 0,3-7 6 15,3 0 11-15,1-1 1 16,3 6-18-16,4 7-5 16,-1-2 1-16,2 15-15 15,1 4-8-15,2 0-10 16,2 4-1-16,-3 18-4 15,-1 6-25-15,-8 2-23 16,-5 3-1-16,-10-2 20 16,-2-1 20-16,0-3 12 15,-14-8 20-15,-7-2 29 16,-4-3 68-16,-4-8 6 16,0 0-27-16,2 0-16 15,0-6-15-15,7 0-25 0,3 0-20 16,6 0-14-16,3 0-101 15,8-10-131-15,0 2-262 16</inkml:trace>
  <inkml:trace contextRef="#ctx0" brushRef="#br0" timeOffset="136198.25">6737 15468 23 0,'0'0'61'0,"0"0"125"15,0 0-61-15,0 0 2 16,0 0-14-16,0 0-45 0,0 0-19 16,113 48-10-1,-88-48 4-15,0 0-4 16,-3-4 13-16,-2-8 18 16,-6-2 6-16,-6 1 17 15,-3-2 7-15,-5 1-15 0,0-1-27 16,0 0-3-1,-9 3-7-15,-9 1-20 0,-6 4-22 16,-5 6-6-16,-4-3 29 16,-4 4-20-16,4 0 3 15,4 5-12-15,5 15-20 16,6 5 5-16,7 4-5 16,9 3-5-16,2 1 25 15,0-4 0-15,15-2 9 16,5-8-8-16,7-2 33 15,-1-11 5-15,5 0-5 16,-2-4-34-16,3-2-11 0,10 0-128 16,-8-11-138-1,-7-6-253-15</inkml:trace>
  <inkml:trace contextRef="#ctx0" brushRef="#br0" timeOffset="136731.51">7070 15177 665 0,'0'0'309'15,"0"0"-98"-15,0 0-134 16,0 0-77-16,0 0 0 16,0 0 2-16,-8 121 21 15,8-71-10-15,0 2-13 0,0-4-23 16,0-2-36-16,0-10-8 15,0-5-11 1,-2-12 12-16,-2-6-12 0,2-8 21 16,-1-5 23-16,3 0 34 15,0 0 17-15,0-5-9 16,0-9 0-16,0-4 46 16,0-9 32-16,11 1 1 15,5-2-3-15,-1-2 29 16,4 7-23-16,-2 2-31 15,3 5-14-15,1 9-23 16,1-2-16-16,0 9-6 16,2 0-7-16,1 0-5 15,-5 16-4-15,-2 4-19 16,-4 6-4-16,-6 0-6 0,-5-4 23 16,-3 1 12-16,0-3-3 15,-3-3 13-15,-11 0 15 16,-1-7 37-16,-5-1 10 15,-3-1 4-15,-2 1-5 16,-2-4-22-16,0-1-8 16,0 1-17-16,4-1-14 15,4-4-21-15,5 0-88 16,10 0-74-16,2 0-103 16,2-13-201-16</inkml:trace>
  <inkml:trace contextRef="#ctx0" brushRef="#br0" timeOffset="137032.31">7517 15396 472 0,'0'0'241'16,"0"0"-3"-16,0 0-44 16,0 0-62-16,-27 120-40 15,27-98-12-15,0 1 3 16,0-10-29-16,0-3-13 0,0-1-6 16,0-9-16-1,0 4-3-15,0-4-16 0,0 0-66 16,0 0-127-16,2-13-146 15,-2 0-487-15</inkml:trace>
  <inkml:trace contextRef="#ctx0" brushRef="#br0" timeOffset="137181.6">7497 15298 620 0,'0'0'377'0,"0"0"-88"16,0 0-77-16,0 0-148 15,0 0-64-15,0 0-163 0,0 0-115 16,58 10-213-16</inkml:trace>
  <inkml:trace contextRef="#ctx0" brushRef="#br0" timeOffset="137567.29">7849 15334 22 0,'0'0'163'0,"0"0"170"16,0 0-121-16,0 0-72 15,0 0-40-15,-125 22-45 16,103 1-42-16,5 4-6 16,1 3-7-16,7 2 0 15,5 0 0-15,4-3-10 16,0-1 9-16,4-11-14 16,13-3-15-16,4-5-12 15,1-9-4-15,2 0 27 16,1 0-10-16,-1-9-26 15,-1-5-36-15,-2-8 0 16,-2 0-11-16,-3-1-34 0,-8-4-56 16</inkml:trace>
  <inkml:trace contextRef="#ctx0" brushRef="#br0" timeOffset="137818.95">7849 15334 191 0,'40'-18'167'0,"-49"-18"-17"16,-1-1 4-16,-2 2 40 15,1 3-15-15,4 5 16 16,0 5-16-16,3 4-24 15,2 6-33-15,2 6-24 16,0 4-38-16,0 2-60 16,0 0-23-16,0 13-39 15,0 8 33-15,0 15 23 16,0 10 6-16,2 11 1 16,2-3 1-16,3 4-1 15,0-8 1-15,-1-6-2 0,1-5 1 16,-1-8 6-16,2-8 0 15,-4-5-1-15,3 0-6 16,-1-9-39-16,8 3-140 16,-3-3-132-16,0-7-234 0</inkml:trace>
  <inkml:trace contextRef="#ctx0" brushRef="#br0" timeOffset="138398.35">8165 15293 273 0,'0'0'300'0,"0"0"-118"16,0 0-38-16,0 0-50 16,-127 5-35-16,100 13-27 15,3 3-21-15,4 10-11 16,6 3-1-16,8 0-13 0,6 3-1 16,0-12 7-1,11 0 7-15,13-8-1 0,3-5-9 16,5-7 11-16,-1-5 11 15,-2 0 2-15,0-10-2 16,-5-8-9-16,-2 1-1 16,-6-7 6-16,-5 0 15 15,1 0 18-15,-6 2 21 16,-2-6 43-16,1 6 2 16,-3 2 21-16,-2 6 7 15,2 4-21-15,-2 6-19 16,0 4-51-16,0 0-43 15,0 4-58-15,0 15 9 16,0 8 41-16,0 5 8 16,2 2 2-16,4-2 4 0,-2-6-6 15,0-4 1-15,0-8 6 16,1-4-6-16,-1-3-1 16,4-6-16-16,-2 3-36 15,9-4-85-15,1 0-155 16,-3 0-376-16</inkml:trace>
  <inkml:trace contextRef="#ctx0" brushRef="#br0" timeOffset="138832.44">8595 15204 352 0,'0'0'222'16,"0"0"39"-16,0 0-90 16,0 0-50-16,-122 1-62 15,101 16-31-15,6-3-28 16,7 4-8-16,5 4-5 15,3 0-1-15,0 0 13 16,22 1 1-16,5 4 9 16,2 3-4-16,-2-6-5 0,-3 0-14 15,-8 1 2-15,-9-12 6 16,-5-1 6-16,-2-2 28 16,0-2 54-16,-12-1 49 15,-7-1 40-15,-1-1-21 16,-5-5-27-16,-2 4-32 15,2-4-35-15,2 0-33 16,0 0-23-16,7 0-95 16,7 0-140-16,5 0-355 0</inkml:trace>
  <inkml:trace contextRef="#ctx0" brushRef="#br0" timeOffset="138979.84">8645 15597 485 0,'0'0'1049'16,"0"0"-736"-16,0 0-102 15,0 0-119-15,0 0-92 16,0 0-188-16,0 0-308 16,0-9-402-16</inkml:trace>
  <inkml:trace contextRef="#ctx0" brushRef="#br0" timeOffset="203317.02">4928 11279 113 0,'0'0'233'0,"0"0"-145"15,0 0-62-15,0 0 0 16,0 0-3-16,0 0-18 15,-2 0-5-15,0 0-45 16,-1 2-20-16,3 2-66 0</inkml:trace>
  <inkml:trace contextRef="#ctx0" brushRef="#br0" timeOffset="-206299.71">4772 11271 325 0,'0'0'184'0,"0"0"-2"16,0 0-11-16,0 0-21 15,0 0-27-15,0 0 4 0,0 0-34 16,-27-15 4-1,27 8-4-15,2-1 12 16,7-2-12-16,5-3-39 16,3-4-26-16,6 3-18 15,1-2-9-15,3 4-1 0,2 2-1 16,-4 2 0-16,1 6-9 16,-4 0 2-16,-1 2 1 15,-6 0 6-15,-1 0-18 16,-5 16-12-16,-1 3 2 15,-4 10 16-15,0 5 11 16,-4 4 1-16,0 4-10 16,0 0 4-16,-16 1 7 15,-5-3 0-15,-3 0 0 16,-2-2-1-16,-4-5-22 0,1-1-11 16,5-7 4-1,6-5-12-15,5-5 5 0,6-10 20 16,5 0 12-1,2-5 5-15,0 0 21 0,0 0 5 16,9-7-23-16,11-2-3 16,5-4-9-16,6 3 2 15,-3 2 5-15,-1 3 2 16,0 4 0-16,-3 1 22 16,3-3 26-16,4 0 10 15,1-2-21-15,-1-1-2 16,-4-3-10-16,-8 3-14 15,-5 2-3-15,-5 0-8 16,-7 2-11-16,-2-5-50 16,0 2-104-16,0-1-380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1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1.png"/><Relationship Id="rId9" Type="http://schemas.openxmlformats.org/officeDocument/2006/relationships/image" Target="../media/image13.png"/><Relationship Id="rId1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16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43314" y="2510971"/>
            <a:ext cx="78522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solidFill>
                  <a:schemeClr val="bg1"/>
                </a:solidFill>
              </a:rPr>
              <a:t>NIVELATORIO DE CIENCIAS BÁSICAS</a:t>
            </a:r>
          </a:p>
          <a:p>
            <a:pPr algn="ctr"/>
            <a:r>
              <a:rPr lang="es-CO" sz="3200" b="1" dirty="0">
                <a:solidFill>
                  <a:schemeClr val="bg1"/>
                </a:solidFill>
              </a:rPr>
              <a:t>UNIDAD 1:</a:t>
            </a:r>
            <a:r>
              <a:rPr lang="es-CO" sz="3200" dirty="0">
                <a:solidFill>
                  <a:schemeClr val="bg1"/>
                </a:solidFill>
              </a:rPr>
              <a:t> Ecuaciones Lineales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Mg. Silvana Mazo Muñoz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smazom@escolme.edu.co</a:t>
            </a: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10268D9-2214-4746-A189-BB63B11542C2}"/>
              </a:ext>
            </a:extLst>
          </p:cNvPr>
          <p:cNvSpPr/>
          <p:nvPr/>
        </p:nvSpPr>
        <p:spPr>
          <a:xfrm>
            <a:off x="2342705" y="410003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JERARQUÍA EN LAS OPERACIONES</a:t>
            </a:r>
            <a:endParaRPr lang="es-CO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11383" y="1593273"/>
            <a:ext cx="97951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i="1" dirty="0"/>
              <a:t>Definición:</a:t>
            </a:r>
            <a:r>
              <a:rPr lang="es-CO" sz="2800" b="1" dirty="0"/>
              <a:t> </a:t>
            </a:r>
            <a:r>
              <a:rPr lang="es-MX" sz="2800" dirty="0"/>
              <a:t>La jerarquía en las operaciones matemáticas, también conocida como el orden de las operaciones, es el conjunto de reglas que establece el orden para resolver una expresión aritmética con varias operaciones.</a:t>
            </a:r>
          </a:p>
          <a:p>
            <a:endParaRPr lang="es-MX" sz="2800" b="1" dirty="0"/>
          </a:p>
          <a:p>
            <a:r>
              <a:rPr lang="es-MX" sz="2800" b="1" dirty="0"/>
              <a:t>1. Signos de agrupación: (paréntesis, corchetes, llaves).</a:t>
            </a:r>
          </a:p>
          <a:p>
            <a:r>
              <a:rPr lang="es-MX" sz="2800" b="1" dirty="0"/>
              <a:t>2. Potencias y raíces .</a:t>
            </a:r>
          </a:p>
          <a:p>
            <a:r>
              <a:rPr lang="es-MX" sz="2800" b="1" dirty="0"/>
              <a:t>3. Multiplicaciones y divisiones .</a:t>
            </a:r>
          </a:p>
          <a:p>
            <a:r>
              <a:rPr lang="es-MX" sz="2800" b="1" dirty="0"/>
              <a:t>4. Sumas y restas .</a:t>
            </a:r>
            <a:endParaRPr lang="es-CO" sz="2800" b="1" dirty="0"/>
          </a:p>
          <a:p>
            <a:endParaRPr lang="es-CO" sz="28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95ADEE3-95F6-77CA-53E9-9D4DEB52728D}"/>
                  </a:ext>
                </a:extLst>
              </p14:cNvPr>
              <p14:cNvContentPartPr/>
              <p14:nvPr/>
            </p14:nvContentPartPr>
            <p14:xfrm>
              <a:off x="1648440" y="4102560"/>
              <a:ext cx="7046640" cy="14065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95ADEE3-95F6-77CA-53E9-9D4DEB5272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9080" y="4093200"/>
                <a:ext cx="7065360" cy="14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92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8147-07F4-2AB5-BC5C-80EC8501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80832D2-F44B-F797-D93A-5B4230A39E40}"/>
              </a:ext>
            </a:extLst>
          </p:cNvPr>
          <p:cNvSpPr/>
          <p:nvPr/>
        </p:nvSpPr>
        <p:spPr>
          <a:xfrm>
            <a:off x="2342705" y="410003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REGLA DE LOS SIGNOS</a:t>
            </a:r>
            <a:endParaRPr lang="es-CO" dirty="0">
              <a:latin typeface="Futura LT Condensed" panose="02000606050000020003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67A0F7-38A8-A65F-AF7C-AB782D8D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34" y="1583764"/>
            <a:ext cx="4153131" cy="43613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6F060B6-5434-AC0D-C965-2C05607181D8}"/>
                  </a:ext>
                </a:extLst>
              </p14:cNvPr>
              <p14:cNvContentPartPr/>
              <p14:nvPr/>
            </p14:nvContentPartPr>
            <p14:xfrm>
              <a:off x="3775320" y="1862280"/>
              <a:ext cx="4239360" cy="30902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6F060B6-5434-AC0D-C965-2C05607181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5960" y="1852920"/>
                <a:ext cx="4258080" cy="31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93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5BDC-15ED-D7F1-FB3B-A1B10A626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9B48341-17AB-6566-B2D9-A0D8FD7ECE5E}"/>
              </a:ext>
            </a:extLst>
          </p:cNvPr>
          <p:cNvSpPr/>
          <p:nvPr/>
        </p:nvSpPr>
        <p:spPr>
          <a:xfrm>
            <a:off x="2342705" y="410003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REGLA DE LOS SIGNOS</a:t>
            </a:r>
            <a:endParaRPr lang="es-CO" dirty="0">
              <a:latin typeface="Futura LT Condensed" panose="02000606050000020003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E0C169-68B8-C77C-54A1-4B72A1AA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39" y="1459025"/>
            <a:ext cx="7643522" cy="47324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2CC7C3D-140D-4D97-F2CC-0CEA834521C7}"/>
                  </a:ext>
                </a:extLst>
              </p14:cNvPr>
              <p14:cNvContentPartPr/>
              <p14:nvPr/>
            </p14:nvContentPartPr>
            <p14:xfrm>
              <a:off x="2937960" y="3205800"/>
              <a:ext cx="6087600" cy="26539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2CC7C3D-140D-4D97-F2CC-0CEA834521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8600" y="3196440"/>
                <a:ext cx="6106320" cy="267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65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3F91A6C-12A6-BC2A-AE01-8A20CE655FF2}"/>
                  </a:ext>
                </a:extLst>
              </p14:cNvPr>
              <p14:cNvContentPartPr/>
              <p14:nvPr/>
            </p14:nvContentPartPr>
            <p14:xfrm>
              <a:off x="1247040" y="1037880"/>
              <a:ext cx="2828880" cy="11721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3F91A6C-12A6-BC2A-AE01-8A20CE655F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7680" y="1028520"/>
                <a:ext cx="2847600" cy="11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861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BBCD-7F4E-C35F-CC52-43B27A1F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A179846-4CBE-AA0C-B140-49A084C467E1}"/>
              </a:ext>
            </a:extLst>
          </p:cNvPr>
          <p:cNvSpPr/>
          <p:nvPr/>
        </p:nvSpPr>
        <p:spPr>
          <a:xfrm>
            <a:off x="2342705" y="410003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>
                <a:latin typeface="Futura LT Condensed" panose="02000606050000020003" pitchFamily="2" charset="0"/>
              </a:rPr>
              <a:t>OPERACIONES COMBINADAS</a:t>
            </a:r>
            <a:endParaRPr lang="es-CO" dirty="0">
              <a:latin typeface="Futura LT Condensed" panose="02000606050000020003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000690-8A57-BED7-8304-17F53C22A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02" y="1574931"/>
            <a:ext cx="10567382" cy="515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29B1-6CEE-AE46-5EF7-C1672A98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D199107-692F-ECF7-6A82-C05A08ACEFF8}"/>
              </a:ext>
            </a:extLst>
          </p:cNvPr>
          <p:cNvSpPr/>
          <p:nvPr/>
        </p:nvSpPr>
        <p:spPr>
          <a:xfrm>
            <a:off x="2342705" y="356838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>
                <a:latin typeface="Futura LT Condensed" panose="02000606050000020003" pitchFamily="2" charset="0"/>
              </a:rPr>
              <a:t>OPERACIONES FRACCIONES</a:t>
            </a:r>
            <a:endParaRPr lang="es-CO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7C48BAC-1115-67E8-ADF8-8BD8F6FD4F1B}"/>
                  </a:ext>
                </a:extLst>
              </p:cNvPr>
              <p:cNvSpPr txBox="1"/>
              <p:nvPr/>
            </p:nvSpPr>
            <p:spPr>
              <a:xfrm>
                <a:off x="646574" y="1536406"/>
                <a:ext cx="1929809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MX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s-MX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7C48BAC-1115-67E8-ADF8-8BD8F6FD4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74" y="1536406"/>
                <a:ext cx="1929809" cy="1040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492229-9D08-63D4-EE0C-8ACDF2C8DEB3}"/>
                  </a:ext>
                </a:extLst>
              </p:cNvPr>
              <p:cNvSpPr txBox="1"/>
              <p:nvPr/>
            </p:nvSpPr>
            <p:spPr>
              <a:xfrm>
                <a:off x="547420" y="2829961"/>
                <a:ext cx="2128116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MX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492229-9D08-63D4-EE0C-8ACDF2C8D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20" y="2829961"/>
                <a:ext cx="2128116" cy="1040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F2F86E-3F45-D57C-BC01-F243BBB43EED}"/>
                  </a:ext>
                </a:extLst>
              </p:cNvPr>
              <p:cNvSpPr txBox="1"/>
              <p:nvPr/>
            </p:nvSpPr>
            <p:spPr>
              <a:xfrm>
                <a:off x="547420" y="4277465"/>
                <a:ext cx="2128116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MX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F2F86E-3F45-D57C-BC01-F243BBB4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20" y="4277465"/>
                <a:ext cx="2128116" cy="1040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FC42CF-4FA8-DA53-95A0-5FA5BC7F7005}"/>
                  </a:ext>
                </a:extLst>
              </p:cNvPr>
              <p:cNvSpPr txBox="1"/>
              <p:nvPr/>
            </p:nvSpPr>
            <p:spPr>
              <a:xfrm>
                <a:off x="547420" y="5576777"/>
                <a:ext cx="2128116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MX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FC42CF-4FA8-DA53-95A0-5FA5BC7F7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20" y="5576777"/>
                <a:ext cx="2128116" cy="1040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37905B82-5423-90C9-C2A7-4CFA59B4A09B}"/>
              </a:ext>
            </a:extLst>
          </p:cNvPr>
          <p:cNvGrpSpPr/>
          <p:nvPr/>
        </p:nvGrpSpPr>
        <p:grpSpPr>
          <a:xfrm>
            <a:off x="8557430" y="1567591"/>
            <a:ext cx="2128116" cy="5099364"/>
            <a:chOff x="6749903" y="1405700"/>
            <a:chExt cx="2128116" cy="5099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CBF7EFFA-1B23-FF54-8136-B38F88830A26}"/>
                    </a:ext>
                  </a:extLst>
                </p:cNvPr>
                <p:cNvSpPr txBox="1"/>
                <p:nvPr/>
              </p:nvSpPr>
              <p:spPr>
                <a:xfrm>
                  <a:off x="6749903" y="1405700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CBF7EFFA-1B23-FF54-8136-B38F88830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1405700"/>
                  <a:ext cx="2128116" cy="10407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2E3548FF-2B3A-0C58-65AE-7AB9A976D7A9}"/>
                    </a:ext>
                  </a:extLst>
                </p:cNvPr>
                <p:cNvSpPr txBox="1"/>
                <p:nvPr/>
              </p:nvSpPr>
              <p:spPr>
                <a:xfrm>
                  <a:off x="6749903" y="2685152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2E3548FF-2B3A-0C58-65AE-7AB9A976D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2685152"/>
                  <a:ext cx="2128116" cy="10407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C9C12312-B463-9A82-CF9C-6149AD9443C2}"/>
                    </a:ext>
                  </a:extLst>
                </p:cNvPr>
                <p:cNvSpPr txBox="1"/>
                <p:nvPr/>
              </p:nvSpPr>
              <p:spPr>
                <a:xfrm>
                  <a:off x="6749903" y="4074741"/>
                  <a:ext cx="2128116" cy="10371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MX" sz="3600" i="1">
                            <a:latin typeface="Cambria Math" panose="02040503050406030204" pitchFamily="18" charset="0"/>
                          </a:rPr>
                          <m:t>÷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C9C12312-B463-9A82-CF9C-6149AD944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4074741"/>
                  <a:ext cx="2128116" cy="10371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44C43DB9-B9E4-7917-1497-4B7A4047A68B}"/>
                    </a:ext>
                  </a:extLst>
                </p:cNvPr>
                <p:cNvSpPr txBox="1"/>
                <p:nvPr/>
              </p:nvSpPr>
              <p:spPr>
                <a:xfrm>
                  <a:off x="6749903" y="5464330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MX" sz="3600" i="1">
                            <a:latin typeface="Cambria Math" panose="02040503050406030204" pitchFamily="18" charset="0"/>
                          </a:rPr>
                          <m:t>÷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44C43DB9-B9E4-7917-1497-4B7A4047A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5464330"/>
                  <a:ext cx="2128116" cy="10407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BDF34D0-DEF9-4EF9-64FB-FE30487AC385}"/>
              </a:ext>
            </a:extLst>
          </p:cNvPr>
          <p:cNvGrpSpPr/>
          <p:nvPr/>
        </p:nvGrpSpPr>
        <p:grpSpPr>
          <a:xfrm>
            <a:off x="4605663" y="1600632"/>
            <a:ext cx="2128116" cy="5099364"/>
            <a:chOff x="6749903" y="1405700"/>
            <a:chExt cx="2128116" cy="5099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818FA060-8932-821F-EE65-BA2071810064}"/>
                    </a:ext>
                  </a:extLst>
                </p:cNvPr>
                <p:cNvSpPr txBox="1"/>
                <p:nvPr/>
              </p:nvSpPr>
              <p:spPr>
                <a:xfrm>
                  <a:off x="6749903" y="1405700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818FA060-8932-821F-EE65-BA2071810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1405700"/>
                  <a:ext cx="2128116" cy="10407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65892534-A624-4EA6-4D31-8D5DA6A35FA3}"/>
                    </a:ext>
                  </a:extLst>
                </p:cNvPr>
                <p:cNvSpPr txBox="1"/>
                <p:nvPr/>
              </p:nvSpPr>
              <p:spPr>
                <a:xfrm>
                  <a:off x="6749903" y="2685152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65892534-A624-4EA6-4D31-8D5DA6A3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2685152"/>
                  <a:ext cx="2128116" cy="104073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7C6FAFE9-4CFC-B4E0-A312-5A404F2CEEAF}"/>
                    </a:ext>
                  </a:extLst>
                </p:cNvPr>
                <p:cNvSpPr txBox="1"/>
                <p:nvPr/>
              </p:nvSpPr>
              <p:spPr>
                <a:xfrm>
                  <a:off x="6749903" y="4074741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7C6FAFE9-4CFC-B4E0-A312-5A404F2CE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4074741"/>
                  <a:ext cx="2128116" cy="104073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1CDA12DA-A1B5-6A4B-3289-DE41EA8B08ED}"/>
                    </a:ext>
                  </a:extLst>
                </p:cNvPr>
                <p:cNvSpPr txBox="1"/>
                <p:nvPr/>
              </p:nvSpPr>
              <p:spPr>
                <a:xfrm>
                  <a:off x="6749903" y="5464330"/>
                  <a:ext cx="2128116" cy="10407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CO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3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s-CO" sz="3600" dirty="0"/>
                </a:p>
              </p:txBody>
            </p:sp>
          </mc:Choice>
          <mc:Fallback xmlns="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1CDA12DA-A1B5-6A4B-3289-DE41EA8B0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903" y="5464330"/>
                  <a:ext cx="2128116" cy="10407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9CCC1D4-C391-8B7A-DE5D-767D32A8FD12}"/>
                  </a:ext>
                </a:extLst>
              </p14:cNvPr>
              <p14:cNvContentPartPr/>
              <p14:nvPr/>
            </p14:nvContentPartPr>
            <p14:xfrm>
              <a:off x="651960" y="1089720"/>
              <a:ext cx="11539440" cy="53550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9CCC1D4-C391-8B7A-DE5D-767D32A8FD1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2600" y="1080360"/>
                <a:ext cx="11558160" cy="537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68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9AF1-8F96-3219-8C50-6DF27DD8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3752CC6-F8AD-0852-68C8-E25C3159F52E}"/>
              </a:ext>
            </a:extLst>
          </p:cNvPr>
          <p:cNvSpPr/>
          <p:nvPr/>
        </p:nvSpPr>
        <p:spPr>
          <a:xfrm>
            <a:off x="2342705" y="410003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ECUACIONES</a:t>
            </a:r>
            <a:endParaRPr lang="es-CO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6F5DECA-CDD1-D4B7-B4D3-B8F4515AC038}"/>
                  </a:ext>
                </a:extLst>
              </p:cNvPr>
              <p:cNvSpPr txBox="1"/>
              <p:nvPr/>
            </p:nvSpPr>
            <p:spPr>
              <a:xfrm>
                <a:off x="1011383" y="1593273"/>
                <a:ext cx="979516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800" b="1" i="1" dirty="0"/>
                  <a:t>Definición:</a:t>
                </a:r>
                <a:r>
                  <a:rPr lang="es-CO" sz="2800" b="1" dirty="0"/>
                  <a:t> </a:t>
                </a:r>
                <a:r>
                  <a:rPr lang="es-CO" sz="2800" dirty="0"/>
                  <a:t>Una ecuación es una igualdad entre dos expresiones matemáticas.</a:t>
                </a:r>
              </a:p>
              <a:p>
                <a:endParaRPr lang="es-CO" sz="2800" b="1" dirty="0"/>
              </a:p>
              <a:p>
                <a:endParaRPr lang="es-CO" sz="2800" b="1" dirty="0"/>
              </a:p>
              <a:p>
                <a:r>
                  <a:rPr lang="es-CO" sz="2800" b="1" dirty="0"/>
                  <a:t>Observación:</a:t>
                </a:r>
              </a:p>
              <a:p>
                <a:r>
                  <a:rPr lang="es-CO" sz="2800" dirty="0"/>
                  <a:t>Se van a considerar ecuaciones con una sola variable o incógnita que por lo general será la letra </a:t>
                </a:r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800" dirty="0"/>
                  <a:t>, el objetivo es hallar los valores de </a:t>
                </a:r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800" dirty="0"/>
                  <a:t> que hagan que la ecuación sea verdadera.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6F5DECA-CDD1-D4B7-B4D3-B8F4515AC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83" y="1593273"/>
                <a:ext cx="9795164" cy="3539430"/>
              </a:xfrm>
              <a:prstGeom prst="rect">
                <a:avLst/>
              </a:prstGeom>
              <a:blipFill>
                <a:blip r:embed="rId2"/>
                <a:stretch>
                  <a:fillRect l="-1307" t="-1549" b="-39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0956747-DE8F-EEF0-04E7-B690EB644D94}"/>
                  </a:ext>
                </a:extLst>
              </p14:cNvPr>
              <p14:cNvContentPartPr/>
              <p14:nvPr/>
            </p14:nvContentPartPr>
            <p14:xfrm>
              <a:off x="1547280" y="1972080"/>
              <a:ext cx="8352360" cy="30711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0956747-DE8F-EEF0-04E7-B690EB644D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7920" y="1962720"/>
                <a:ext cx="8371080" cy="308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004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EF4A7EF-EE11-4AC7-A8FB-2B9FCB4BA818}"/>
              </a:ext>
            </a:extLst>
          </p:cNvPr>
          <p:cNvSpPr/>
          <p:nvPr/>
        </p:nvSpPr>
        <p:spPr>
          <a:xfrm>
            <a:off x="2356774" y="384876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ECUACIONES LINEALES</a:t>
            </a:r>
            <a:endParaRPr lang="es-CO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1052946" y="1385433"/>
                <a:ext cx="1018309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800" b="1" dirty="0"/>
                  <a:t>Definición:</a:t>
                </a:r>
              </a:p>
              <a:p>
                <a:r>
                  <a:rPr lang="es-CO" sz="2800" dirty="0"/>
                  <a:t>Una ecuación de la forma:  </a:t>
                </a:r>
              </a:p>
              <a:p>
                <a:endParaRPr lang="es-CO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=0,   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CO" sz="2800" dirty="0"/>
              </a:p>
              <a:p>
                <a:endParaRPr lang="es-CO" sz="2800" dirty="0"/>
              </a:p>
              <a:p>
                <a:endParaRPr lang="es-CO" sz="2800" dirty="0"/>
              </a:p>
              <a:p>
                <a:r>
                  <a:rPr lang="es-CO" sz="2800" dirty="0"/>
                  <a:t>Donde </a:t>
                </a:r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800" dirty="0"/>
                  <a:t> son números reales y </a:t>
                </a:r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800" dirty="0"/>
                  <a:t> una variable, se llama una ecuación lineal en una variable.</a:t>
                </a: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46" y="1385433"/>
                <a:ext cx="10183090" cy="3539430"/>
              </a:xfrm>
              <a:prstGeom prst="rect">
                <a:avLst/>
              </a:prstGeom>
              <a:blipFill>
                <a:blip r:embed="rId2"/>
                <a:stretch>
                  <a:fillRect l="-1257" t="-1549" b="-39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F608B62-0C94-30AC-44C2-C9B889409B61}"/>
                  </a:ext>
                </a:extLst>
              </p14:cNvPr>
              <p14:cNvContentPartPr/>
              <p14:nvPr/>
            </p14:nvContentPartPr>
            <p14:xfrm>
              <a:off x="3934080" y="2559600"/>
              <a:ext cx="4555080" cy="22960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F608B62-0C94-30AC-44C2-C9B88940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720" y="2550240"/>
                <a:ext cx="4573800" cy="231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03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EF4A7EF-EE11-4AC7-A8FB-2B9FCB4BA818}"/>
              </a:ext>
            </a:extLst>
          </p:cNvPr>
          <p:cNvSpPr/>
          <p:nvPr/>
        </p:nvSpPr>
        <p:spPr>
          <a:xfrm>
            <a:off x="2356774" y="384876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ECUACIONES LINEALES</a:t>
            </a:r>
            <a:endParaRPr lang="es-CO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2946" y="1562414"/>
            <a:ext cx="1018309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/>
              <a:t>Pasos para solucionar una ecuación lineal.</a:t>
            </a:r>
          </a:p>
          <a:p>
            <a:endParaRPr lang="es-CO" sz="2800" b="1" dirty="0"/>
          </a:p>
          <a:p>
            <a:pPr marL="457200" indent="-457200">
              <a:buFont typeface="+mj-lt"/>
              <a:buAutoNum type="arabicPeriod"/>
            </a:pPr>
            <a:r>
              <a:rPr lang="es-MX" sz="2800" dirty="0">
                <a:solidFill>
                  <a:srgbClr val="1F1F1F"/>
                </a:solidFill>
              </a:rPr>
              <a:t>Quitamos paréntesis.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>
                <a:solidFill>
                  <a:srgbClr val="1F1F1F"/>
                </a:solidFill>
              </a:rPr>
              <a:t>Quitamos denominadores.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>
                <a:solidFill>
                  <a:srgbClr val="1F1F1F"/>
                </a:solidFill>
              </a:rPr>
              <a:t>Agrupamos los términos que tengan x en un lado de la igualdad y los términos independientes en el otro lado.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>
                <a:solidFill>
                  <a:srgbClr val="1F1F1F"/>
                </a:solidFill>
              </a:rPr>
              <a:t>Reducimos los términos semejantes.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>
                <a:solidFill>
                  <a:srgbClr val="1F1F1F"/>
                </a:solidFill>
              </a:rPr>
              <a:t>Despejamos la incógnita.</a:t>
            </a:r>
          </a:p>
          <a:p>
            <a:endParaRPr lang="es-CO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DF75D13-3C50-08F0-3926-F159B07E3257}"/>
                  </a:ext>
                </a:extLst>
              </p14:cNvPr>
              <p14:cNvContentPartPr/>
              <p14:nvPr/>
            </p14:nvContentPartPr>
            <p14:xfrm>
              <a:off x="2613240" y="2828160"/>
              <a:ext cx="4600440" cy="2153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DF75D13-3C50-08F0-3926-F159B07E32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3880" y="2818800"/>
                <a:ext cx="4619160" cy="217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979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7B65093-962E-43E5-8C5C-BF01129DF190}"/>
              </a:ext>
            </a:extLst>
          </p:cNvPr>
          <p:cNvSpPr txBox="1"/>
          <p:nvPr/>
        </p:nvSpPr>
        <p:spPr>
          <a:xfrm>
            <a:off x="845545" y="1048555"/>
            <a:ext cx="1039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Encontrar el valor de la variable que verifica la siguiente ecuación. 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E0FD637-8F69-46EE-9EC7-C99BD365876E}"/>
              </a:ext>
            </a:extLst>
          </p:cNvPr>
          <p:cNvSpPr/>
          <p:nvPr/>
        </p:nvSpPr>
        <p:spPr>
          <a:xfrm>
            <a:off x="255839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955963" y="1616443"/>
                <a:ext cx="15177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+5=15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3" y="1616443"/>
                <a:ext cx="1517723" cy="369332"/>
              </a:xfrm>
              <a:prstGeom prst="rect">
                <a:avLst/>
              </a:prstGeom>
              <a:blipFill>
                <a:blip r:embed="rId2"/>
                <a:stretch>
                  <a:fillRect l="-2410" r="-4819" b="-81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B1DC21-97B4-27D4-DBBE-3F19F1081F09}"/>
                  </a:ext>
                </a:extLst>
              </p:cNvPr>
              <p:cNvSpPr txBox="1"/>
              <p:nvPr/>
            </p:nvSpPr>
            <p:spPr>
              <a:xfrm>
                <a:off x="904538" y="3361672"/>
                <a:ext cx="25492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−3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B1DC21-97B4-27D4-DBBE-3F19F1081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38" y="3361672"/>
                <a:ext cx="2549288" cy="369332"/>
              </a:xfrm>
              <a:prstGeom prst="rect">
                <a:avLst/>
              </a:prstGeom>
              <a:blipFill>
                <a:blip r:embed="rId3"/>
                <a:stretch>
                  <a:fillRect l="-2148" r="-2387" b="-65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AA713C9A-D767-2C86-F4CB-08DFFD679C1B}"/>
                  </a:ext>
                </a:extLst>
              </p14:cNvPr>
              <p14:cNvContentPartPr/>
              <p14:nvPr/>
            </p14:nvContentPartPr>
            <p14:xfrm>
              <a:off x="776160" y="88920"/>
              <a:ext cx="10765440" cy="64648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AA713C9A-D767-2C86-F4CB-08DFFD679C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800" y="79560"/>
                <a:ext cx="10784160" cy="64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2749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7B65093-962E-43E5-8C5C-BF01129DF190}"/>
              </a:ext>
            </a:extLst>
          </p:cNvPr>
          <p:cNvSpPr txBox="1"/>
          <p:nvPr/>
        </p:nvSpPr>
        <p:spPr>
          <a:xfrm>
            <a:off x="845546" y="1048555"/>
            <a:ext cx="10363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Encontrar el valor de la variable que verifica la siguiente ecuación. 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E0FD637-8F69-46EE-9EC7-C99BD365876E}"/>
              </a:ext>
            </a:extLst>
          </p:cNvPr>
          <p:cNvSpPr/>
          <p:nvPr/>
        </p:nvSpPr>
        <p:spPr>
          <a:xfrm>
            <a:off x="255839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955963" y="1713278"/>
                <a:ext cx="45893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3" y="1713278"/>
                <a:ext cx="4589398" cy="369332"/>
              </a:xfrm>
              <a:prstGeom prst="rect">
                <a:avLst/>
              </a:prstGeom>
              <a:blipFill>
                <a:blip r:embed="rId2"/>
                <a:stretch>
                  <a:fillRect l="-1328" b="-327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1CD36A3-2068-23E6-394C-44819848E4C6}"/>
                  </a:ext>
                </a:extLst>
              </p14:cNvPr>
              <p14:cNvContentPartPr/>
              <p14:nvPr/>
            </p14:nvContentPartPr>
            <p14:xfrm>
              <a:off x="1009800" y="1497240"/>
              <a:ext cx="4529160" cy="24091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1CD36A3-2068-23E6-394C-44819848E4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440" y="1487880"/>
                <a:ext cx="4547880" cy="24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52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8EE5FCE-236E-4E37-8A40-8BDE1B93A3A8}"/>
              </a:ext>
            </a:extLst>
          </p:cNvPr>
          <p:cNvSpPr/>
          <p:nvPr/>
        </p:nvSpPr>
        <p:spPr>
          <a:xfrm>
            <a:off x="255839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4156655-C161-4E79-A557-96416890A527}"/>
              </a:ext>
            </a:extLst>
          </p:cNvPr>
          <p:cNvSpPr/>
          <p:nvPr/>
        </p:nvSpPr>
        <p:spPr>
          <a:xfrm>
            <a:off x="848138" y="1137013"/>
            <a:ext cx="104957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Encontrar el valor de la variable que verifica la siguiente ecuación. </a:t>
            </a:r>
            <a:endParaRPr lang="es-C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848138" y="1793359"/>
                <a:ext cx="66096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d>
                            <m:dPr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4−5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38" y="1793359"/>
                <a:ext cx="6609630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60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4156655-C161-4E79-A557-96416890A527}"/>
              </a:ext>
            </a:extLst>
          </p:cNvPr>
          <p:cNvSpPr/>
          <p:nvPr/>
        </p:nvSpPr>
        <p:spPr>
          <a:xfrm>
            <a:off x="848138" y="979921"/>
            <a:ext cx="104933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Encontrar el valor de la variable que verifica la siguiente ecuación. 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55839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983672" y="1743161"/>
                <a:ext cx="80640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30−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d>
                            <m:dPr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3−4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=17−4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2−5</m:t>
                          </m:r>
                          <m:d>
                            <m:dPr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6−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  <m:d>
                            <m:dPr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2" y="1743161"/>
                <a:ext cx="8064067" cy="369332"/>
              </a:xfrm>
              <a:prstGeom prst="rect">
                <a:avLst/>
              </a:prstGeom>
              <a:blipFill>
                <a:blip r:embed="rId2"/>
                <a:stretch>
                  <a:fillRect l="-378" b="-65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54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0B134BC-DB35-4D68-8837-821BB1E0CCC9}"/>
              </a:ext>
            </a:extLst>
          </p:cNvPr>
          <p:cNvSpPr/>
          <p:nvPr/>
        </p:nvSpPr>
        <p:spPr>
          <a:xfrm>
            <a:off x="735598" y="1001797"/>
            <a:ext cx="105620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Encontrar el valor de la variable que verifica la siguiente ecuación. 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608A93F-C0DA-4B29-B66F-2EF01836D8F3}"/>
              </a:ext>
            </a:extLst>
          </p:cNvPr>
          <p:cNvSpPr/>
          <p:nvPr/>
        </p:nvSpPr>
        <p:spPr>
          <a:xfrm>
            <a:off x="255839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894303" y="1673201"/>
                <a:ext cx="5470921" cy="809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>
                              <a:latin typeface="Cambria Math" panose="02040503050406030204" pitchFamily="18" charset="0"/>
                            </a:rPr>
                            <m:t>5</m:t>
                          </m:r>
                          <m:d>
                            <m:d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num>
                        <m:den>
                          <m:r>
                            <a:rPr lang="es-CO" sz="24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CO" sz="24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0">
                              <a:latin typeface="Cambria Math" panose="02040503050406030204" pitchFamily="18" charset="0"/>
                            </a:rPr>
                            <m:t>7</m:t>
                          </m:r>
                          <m:d>
                            <m:d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400" i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num>
                        <m:den>
                          <m:r>
                            <a:rPr lang="es-CO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CO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d>
                            <m:d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i="0">
                                  <a:latin typeface="Cambria Math" panose="02040503050406030204" pitchFamily="18" charset="0"/>
                                </a:rPr>
                                <m:t>6−</m:t>
                              </m:r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s-CO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CO" sz="24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CO" sz="24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03" y="1673201"/>
                <a:ext cx="5470921" cy="8090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0E382D3-3B11-218C-D17B-53C3ABFFF46F}"/>
                  </a:ext>
                </a:extLst>
              </p14:cNvPr>
              <p14:cNvContentPartPr/>
              <p14:nvPr/>
            </p14:nvContentPartPr>
            <p14:xfrm>
              <a:off x="1091160" y="800640"/>
              <a:ext cx="10764000" cy="55090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0E382D3-3B11-218C-D17B-53C3ABFFF4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800" y="791280"/>
                <a:ext cx="10782720" cy="552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909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330D27A-0148-4B2F-A194-9F792F703027}"/>
              </a:ext>
            </a:extLst>
          </p:cNvPr>
          <p:cNvSpPr/>
          <p:nvPr/>
        </p:nvSpPr>
        <p:spPr>
          <a:xfrm>
            <a:off x="2286435" y="258267"/>
            <a:ext cx="8112195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dirty="0">
              <a:latin typeface="Futura LT Condensed" panose="02000606050000020003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D08E28-C919-43E6-AD5D-66A147642F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7" r="1294"/>
          <a:stretch/>
        </p:blipFill>
        <p:spPr>
          <a:xfrm>
            <a:off x="2428414" y="1271444"/>
            <a:ext cx="7828235" cy="48787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037D9FE-CA4D-C2E7-6849-7F8F00462F94}"/>
                  </a:ext>
                </a:extLst>
              </p14:cNvPr>
              <p14:cNvContentPartPr/>
              <p14:nvPr/>
            </p14:nvContentPartPr>
            <p14:xfrm>
              <a:off x="3301200" y="2411640"/>
              <a:ext cx="3805560" cy="33980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037D9FE-CA4D-C2E7-6849-7F8F00462F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1840" y="2402280"/>
                <a:ext cx="3824280" cy="341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2504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165843"/>
            <a:ext cx="8844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6" y="66872"/>
            <a:ext cx="6228000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C38BBA-8F20-4901-A723-EE5878E26401}"/>
              </a:ext>
            </a:extLst>
          </p:cNvPr>
          <p:cNvSpPr txBox="1"/>
          <p:nvPr/>
        </p:nvSpPr>
        <p:spPr>
          <a:xfrm>
            <a:off x="904538" y="1795248"/>
            <a:ext cx="8081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La suma de dos enteros consecutivos es 31. Hallar los enteros.</a:t>
            </a:r>
            <a:endParaRPr lang="es-CO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3ABAA8D-4281-313C-E7A8-E8D3C9E8A820}"/>
                  </a:ext>
                </a:extLst>
              </p14:cNvPr>
              <p14:cNvContentPartPr/>
              <p14:nvPr/>
            </p14:nvContentPartPr>
            <p14:xfrm>
              <a:off x="684000" y="711720"/>
              <a:ext cx="11448720" cy="5068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3ABAA8D-4281-313C-E7A8-E8D3C9E8A8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640" y="702360"/>
                <a:ext cx="11467440" cy="50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506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029486"/>
            <a:ext cx="8372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6" y="66872"/>
            <a:ext cx="6228000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6FAD60-024C-4185-A36B-FB1C85A88006}"/>
              </a:ext>
            </a:extLst>
          </p:cNvPr>
          <p:cNvSpPr txBox="1"/>
          <p:nvPr/>
        </p:nvSpPr>
        <p:spPr>
          <a:xfrm>
            <a:off x="845546" y="1650816"/>
            <a:ext cx="10293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Una ejecutiva de una compañía de ingeniería gana un salario mensual más un bono de navidad de $8500. Si ella gana un total de $97300 durante todo el año, ¿cuál es su salario mensual?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2023767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147470"/>
            <a:ext cx="10090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5" y="66872"/>
            <a:ext cx="6732179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F98BDE-0FBE-49CD-91E8-BEFB0A3D6A27}"/>
              </a:ext>
            </a:extLst>
          </p:cNvPr>
          <p:cNvSpPr txBox="1"/>
          <p:nvPr/>
        </p:nvSpPr>
        <p:spPr>
          <a:xfrm>
            <a:off x="845546" y="1910176"/>
            <a:ext cx="10090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/>
              <a:t>Una mujer gana 15% más que su esposo. Juntos ganan $68.875, ¿cuál es el salario anual del esposo?</a:t>
            </a:r>
            <a:endParaRPr lang="es-CO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A098EA7-75CC-53BA-727A-DFB89608D66F}"/>
                  </a:ext>
                </a:extLst>
              </p14:cNvPr>
              <p14:cNvContentPartPr/>
              <p14:nvPr/>
            </p14:nvContentPartPr>
            <p14:xfrm>
              <a:off x="3045600" y="738360"/>
              <a:ext cx="8205840" cy="13374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A098EA7-75CC-53BA-727A-DFB89608D6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6240" y="729000"/>
                <a:ext cx="8224560" cy="135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931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5" y="1029486"/>
            <a:ext cx="10612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5" y="66872"/>
            <a:ext cx="6732179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530942" y="1626363"/>
                <a:ext cx="10926767" cy="2569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CO" sz="2000" dirty="0">
                    <a:ea typeface="Calibri" panose="020F0502020204030204" pitchFamily="34" charset="0"/>
                  </a:rPr>
                  <a:t>El ingreso total de una licorera por concepto de la venta de </a:t>
                </a:r>
                <a14:m>
                  <m:oMath xmlns:m="http://schemas.openxmlformats.org/officeDocument/2006/math"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s-CO" sz="2000" dirty="0">
                    <a:effectLst/>
                    <a:ea typeface="Calibri" panose="020F0502020204030204" pitchFamily="34" charset="0"/>
                  </a:rPr>
                  <a:t> bebidas está dado por </a:t>
                </a:r>
                <a14:m>
                  <m:oMath xmlns:m="http://schemas.openxmlformats.org/officeDocument/2006/math"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=48.500</m:t>
                    </m:r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s-CO" sz="2000" dirty="0">
                    <a:effectLst/>
                    <a:ea typeface="Calibri" panose="020F0502020204030204" pitchFamily="34" charset="0"/>
                  </a:rPr>
                  <a:t> y sus costos mensuales de administración son </a:t>
                </a:r>
                <a14:m>
                  <m:oMath xmlns:m="http://schemas.openxmlformats.org/officeDocument/2006/math"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=2.500</m:t>
                    </m:r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s-CO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+6900000</m:t>
                    </m:r>
                  </m:oMath>
                </a14:m>
                <a:r>
                  <a:rPr lang="es-CO" sz="2000" dirty="0">
                    <a:effectLst/>
                    <a:ea typeface="Calibri" panose="020F0502020204030204" pitchFamily="34" charset="0"/>
                  </a:rPr>
                  <a:t>.</a:t>
                </a:r>
                <a:r>
                  <a:rPr lang="es-CO" sz="2000" dirty="0">
                    <a:ea typeface="Calibri" panose="020F0502020204030204" pitchFamily="34" charset="0"/>
                  </a:rPr>
                  <a:t> </a:t>
                </a:r>
                <a:r>
                  <a:rPr lang="es-CO" sz="2000" dirty="0">
                    <a:effectLst/>
                    <a:ea typeface="Calibri" panose="020F0502020204030204" pitchFamily="34" charset="0"/>
                  </a:rPr>
                  <a:t>¿Cuántas bebidas necesitan vender mensualmente para que no haya ni ganancia, ni pérdidas?</a:t>
                </a:r>
                <a:endParaRPr lang="es-CO" sz="2000" dirty="0">
                  <a:ea typeface="Calibri" panose="020F0502020204030204" pitchFamily="34" charset="0"/>
                </a:endParaRPr>
              </a:p>
              <a:p>
                <a:pPr lvl="1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CO" sz="2000" dirty="0">
                    <a:effectLst/>
                    <a:ea typeface="Calibri" panose="020F0502020204030204" pitchFamily="34" charset="0"/>
                  </a:rPr>
                  <a:t>Si se vendieron 200 bebidas el mes pasado, ¿hubo pérdida o ganancia? ¿Cuánto fue?</a:t>
                </a:r>
                <a:endParaRPr lang="es-CO" sz="2000" dirty="0">
                  <a:effectLst/>
                  <a:ea typeface="Times New Roman" panose="02020603050405020304" pitchFamily="18" charset="0"/>
                </a:endParaRPr>
              </a:p>
              <a:p>
                <a:pPr marL="228600"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CO" sz="2000" dirty="0">
                    <a:effectLst/>
                    <a:ea typeface="Calibri" panose="020F0502020204030204" pitchFamily="34" charset="0"/>
                  </a:rPr>
                  <a:t> </a:t>
                </a:r>
                <a:endParaRPr lang="es-CO" sz="2000" dirty="0">
                  <a:effectLst/>
                  <a:ea typeface="Times New Roman" panose="02020603050405020304" pitchFamily="18" charset="0"/>
                </a:endParaRPr>
              </a:p>
              <a:p>
                <a:pPr marL="228600"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ES" sz="2000" dirty="0">
                    <a:effectLst/>
                    <a:ea typeface="Times New Roman" panose="02020603050405020304" pitchFamily="18" charset="0"/>
                  </a:rPr>
                  <a:t>Sea </a:t>
                </a:r>
                <a:r>
                  <a:rPr lang="es-ES" sz="2000" b="1" i="1" dirty="0">
                    <a:effectLst/>
                    <a:ea typeface="Times New Roman" panose="02020603050405020304" pitchFamily="18" charset="0"/>
                  </a:rPr>
                  <a:t>x</a:t>
                </a:r>
                <a:r>
                  <a:rPr lang="es-ES" sz="2000" dirty="0">
                    <a:effectLst/>
                    <a:ea typeface="Times New Roman" panose="02020603050405020304" pitchFamily="18" charset="0"/>
                  </a:rPr>
                  <a:t> el número de bebidas vendidas mensualmente</a:t>
                </a:r>
                <a:endParaRPr lang="es-CO" sz="2000" dirty="0">
                  <a:effectLst/>
                  <a:ea typeface="Times New Roman" panose="02020603050405020304" pitchFamily="18" charset="0"/>
                </a:endParaRPr>
              </a:p>
              <a:p>
                <a:pPr marL="228600"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CO" sz="2000" b="1" i="1" dirty="0">
                    <a:effectLst/>
                    <a:ea typeface="Calibri" panose="020F0502020204030204" pitchFamily="34" charset="0"/>
                  </a:rPr>
                  <a:t>Recuerde que: utilidad = Ingresos – costos.</a:t>
                </a:r>
                <a:endParaRPr lang="es-CO" sz="2000" dirty="0">
                  <a:effectLst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42" y="1626363"/>
                <a:ext cx="10926767" cy="2569934"/>
              </a:xfrm>
              <a:prstGeom prst="rect">
                <a:avLst/>
              </a:prstGeom>
              <a:blipFill>
                <a:blip r:embed="rId2"/>
                <a:stretch>
                  <a:fillRect t="-475" r="-613" b="-26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78201A5-FAE3-20C9-9F64-62A4518AF40F}"/>
                  </a:ext>
                </a:extLst>
              </p14:cNvPr>
              <p14:cNvContentPartPr/>
              <p14:nvPr/>
            </p14:nvContentPartPr>
            <p14:xfrm>
              <a:off x="828360" y="1756080"/>
              <a:ext cx="10911600" cy="5032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78201A5-FAE3-20C9-9F64-62A4518AF4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9000" y="1746720"/>
                <a:ext cx="10930320" cy="50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3CBC5B6-E0DA-0623-69D7-C818D6FB661E}"/>
                  </a:ext>
                </a:extLst>
              </p14:cNvPr>
              <p14:cNvContentPartPr/>
              <p14:nvPr/>
            </p14:nvContentPartPr>
            <p14:xfrm>
              <a:off x="6861240" y="3060000"/>
              <a:ext cx="2589120" cy="1015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3CBC5B6-E0DA-0623-69D7-C818D6FB66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1880" y="3050640"/>
                <a:ext cx="2607840" cy="12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37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ED3DE68-7EE6-A06B-5F6F-0CB806919751}"/>
                  </a:ext>
                </a:extLst>
              </p14:cNvPr>
              <p14:cNvContentPartPr/>
              <p14:nvPr/>
            </p14:nvContentPartPr>
            <p14:xfrm>
              <a:off x="840600" y="1029240"/>
              <a:ext cx="7905960" cy="46040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ED3DE68-7EE6-A06B-5F6F-0CB8069197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1240" y="1019880"/>
                <a:ext cx="7924680" cy="462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9548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029486"/>
            <a:ext cx="10289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5" y="66872"/>
            <a:ext cx="6732179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53963" y="1652905"/>
            <a:ext cx="1015538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15000"/>
              </a:lnSpc>
              <a:spcAft>
                <a:spcPts val="0"/>
              </a:spcAft>
            </a:pPr>
            <a:r>
              <a:rPr lang="es-CO" sz="2000" dirty="0">
                <a:ea typeface="Cambria" panose="02040503050406030204" pitchFamily="18" charset="0"/>
              </a:rPr>
              <a:t>Una compañía de alimentos produce cierto tipo de aceite para consumo doméstico, con un costo variable de $110 por tonelada. Si los costos fijos son $310000 por mes y el aceite se vende en $180 por tonelada, ¿cuántas toneladas deben venderse para que la compañía tenga una utilidad mensual de $1650000?</a:t>
            </a:r>
            <a:endParaRPr lang="es-CO" sz="2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17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5" y="1103226"/>
            <a:ext cx="10304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5" y="66872"/>
            <a:ext cx="6732179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45545" y="1714798"/>
            <a:ext cx="105983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dirty="0">
                <a:ea typeface="MS Mincho" panose="02020609040205080304" pitchFamily="49" charset="-128"/>
              </a:rPr>
              <a:t>Un plomero y su ayudante trabajan juntos para reemplazar la tubería de una casa vieja. El plomero gana 35 dólares por hora por su trabajo y 20 dólares su ayudante. El plomero trabaja el triple del tiempo que su ayudante y el cargo final por mano de obra es de 5000 dólares. ¿Cuánto tiempo trabajaron el plomero y su ayudante en esta casa?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95064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029486"/>
            <a:ext cx="10335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6" y="66872"/>
            <a:ext cx="6228000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E6501F-E878-4150-93AE-0E973E0363BA}"/>
              </a:ext>
            </a:extLst>
          </p:cNvPr>
          <p:cNvSpPr txBox="1"/>
          <p:nvPr/>
        </p:nvSpPr>
        <p:spPr>
          <a:xfrm>
            <a:off x="845546" y="1848071"/>
            <a:ext cx="10335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Hace 10 años la edad de David era los 3/5 de la edad que tendrá dentro de 20 años. ¿Cuál es la edad actual de David? (</a:t>
            </a:r>
            <a:r>
              <a:rPr lang="es-ES" sz="2000" dirty="0" err="1"/>
              <a:t>Rta</a:t>
            </a:r>
            <a:r>
              <a:rPr lang="es-ES" sz="2000" dirty="0"/>
              <a:t>: 55 años)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78196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5089E5-E461-4C6F-A475-B43C573B4523}"/>
              </a:ext>
            </a:extLst>
          </p:cNvPr>
          <p:cNvSpPr txBox="1"/>
          <p:nvPr/>
        </p:nvSpPr>
        <p:spPr>
          <a:xfrm>
            <a:off x="845546" y="1029486"/>
            <a:ext cx="10068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Plantee y resuelva el siguiente problema de aplicación</a:t>
            </a:r>
            <a:endParaRPr lang="es-CO" sz="2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2709E99-7796-48B3-92B8-F6214503A110}"/>
              </a:ext>
            </a:extLst>
          </p:cNvPr>
          <p:cNvSpPr/>
          <p:nvPr/>
        </p:nvSpPr>
        <p:spPr>
          <a:xfrm>
            <a:off x="2383686" y="66872"/>
            <a:ext cx="6228000" cy="962614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Problemas de aplicación de ecuaciones lineales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9FE996-D4FA-4098-BD02-D90E2C50A9D6}"/>
              </a:ext>
            </a:extLst>
          </p:cNvPr>
          <p:cNvSpPr txBox="1"/>
          <p:nvPr/>
        </p:nvSpPr>
        <p:spPr>
          <a:xfrm>
            <a:off x="845545" y="1631108"/>
            <a:ext cx="10210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En una librería, Isabel compra un libro con la tercera parte de su dinero y una revista con las dos terceras partes de lo que le quedaba. Al salir de la librería le sobró $12000. ¿Cuánto dinero tenía Isabel al llegar a la librería? (</a:t>
            </a:r>
            <a:r>
              <a:rPr lang="es-ES" sz="2000" dirty="0" err="1"/>
              <a:t>Rta</a:t>
            </a:r>
            <a:r>
              <a:rPr lang="es-ES" sz="2000" dirty="0"/>
              <a:t>: $54000)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25128429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891</Words>
  <Application>Microsoft Office PowerPoint</Application>
  <PresentationFormat>Panorámica</PresentationFormat>
  <Paragraphs>94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MS Mincho</vt:lpstr>
      <vt:lpstr>Arial</vt:lpstr>
      <vt:lpstr>Calibri</vt:lpstr>
      <vt:lpstr>Cambria</vt:lpstr>
      <vt:lpstr>Cambria Math</vt:lpstr>
      <vt:lpstr>Futura LT Condensed</vt:lpstr>
      <vt:lpstr>Times New Roman</vt:lpstr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Alberto Saavedra Vásquez</dc:creator>
  <cp:lastModifiedBy>HUGO ANDRES ZEA GOMEZ</cp:lastModifiedBy>
  <cp:revision>15</cp:revision>
  <dcterms:created xsi:type="dcterms:W3CDTF">2020-08-09T18:21:07Z</dcterms:created>
  <dcterms:modified xsi:type="dcterms:W3CDTF">2025-10-11T20:54:38Z</dcterms:modified>
</cp:coreProperties>
</file>