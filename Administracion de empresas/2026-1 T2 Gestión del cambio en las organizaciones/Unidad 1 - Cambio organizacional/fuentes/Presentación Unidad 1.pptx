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88" r:id="rId9"/>
    <p:sldId id="266" r:id="rId10"/>
    <p:sldId id="267" r:id="rId11"/>
    <p:sldId id="289" r:id="rId12"/>
    <p:sldId id="290" r:id="rId13"/>
    <p:sldId id="268" r:id="rId14"/>
    <p:sldId id="270" r:id="rId15"/>
    <p:sldId id="271" r:id="rId16"/>
    <p:sldId id="272" r:id="rId17"/>
    <p:sldId id="273" r:id="rId18"/>
    <p:sldId id="291" r:id="rId19"/>
    <p:sldId id="292" r:id="rId20"/>
    <p:sldId id="287" r:id="rId21"/>
  </p:sldIdLst>
  <p:sldSz cx="12192000" cy="6858000"/>
  <p:notesSz cx="6858000" cy="9144000"/>
  <p:embeddedFontLst>
    <p:embeddedFont>
      <p:font typeface="Tahoma" panose="020B0604030504040204" pitchFamily="34" charset="0"/>
      <p:regular r:id="rId23"/>
      <p:bold r:id="rId24"/>
    </p:embeddedFont>
    <p:embeddedFont>
      <p:font typeface="Ubuntu" panose="020B050403060203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4" roundtripDataSignature="AMtx7mgXNNMPKSkozarxyBqW4gxkhJF6S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61EA1-7CCE-4604-8233-6BCA903FD42D}">
  <a:tblStyle styleId="{95E61EA1-7CCE-4604-8233-6BCA903FD42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44"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48"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s-CO"/>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0" name="Google Shape;11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18" name="Google Shape;118;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3640F10E-CA15-7478-4ED8-76E1564BFEAA}"/>
            </a:ext>
          </a:extLst>
        </p:cNvPr>
        <p:cNvGrpSpPr/>
        <p:nvPr/>
      </p:nvGrpSpPr>
      <p:grpSpPr>
        <a:xfrm>
          <a:off x="0" y="0"/>
          <a:ext cx="0" cy="0"/>
          <a:chOff x="0" y="0"/>
          <a:chExt cx="0" cy="0"/>
        </a:xfrm>
      </p:grpSpPr>
      <p:sp>
        <p:nvSpPr>
          <p:cNvPr id="125" name="Google Shape;125;p7:notes">
            <a:extLst>
              <a:ext uri="{FF2B5EF4-FFF2-40B4-BE49-F238E27FC236}">
                <a16:creationId xmlns:a16="http://schemas.microsoft.com/office/drawing/2014/main" id="{7555B057-7EDE-CEE6-D4A1-24112C6465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7:notes">
            <a:extLst>
              <a:ext uri="{FF2B5EF4-FFF2-40B4-BE49-F238E27FC236}">
                <a16:creationId xmlns:a16="http://schemas.microsoft.com/office/drawing/2014/main" id="{DD4FAC49-CA6F-F1CE-9027-EF6383CC8D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13894425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1" name="Google Shape;16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5781FAF2-341A-48D2-17C9-0706F96D9A2B}"/>
            </a:ext>
          </a:extLst>
        </p:cNvPr>
        <p:cNvGrpSpPr/>
        <p:nvPr/>
      </p:nvGrpSpPr>
      <p:grpSpPr>
        <a:xfrm>
          <a:off x="0" y="0"/>
          <a:ext cx="0" cy="0"/>
          <a:chOff x="0" y="0"/>
          <a:chExt cx="0" cy="0"/>
        </a:xfrm>
      </p:grpSpPr>
      <p:sp>
        <p:nvSpPr>
          <p:cNvPr id="160" name="Google Shape;160;p9:notes">
            <a:extLst>
              <a:ext uri="{FF2B5EF4-FFF2-40B4-BE49-F238E27FC236}">
                <a16:creationId xmlns:a16="http://schemas.microsoft.com/office/drawing/2014/main" id="{80DF7B39-ACAD-EF3D-C46B-34C8EFD9327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1" name="Google Shape;161;p9:notes">
            <a:extLst>
              <a:ext uri="{FF2B5EF4-FFF2-40B4-BE49-F238E27FC236}">
                <a16:creationId xmlns:a16="http://schemas.microsoft.com/office/drawing/2014/main" id="{C674AEDE-F9C2-F479-A69C-A5544C175B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2450368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358100FC-E43A-0EF8-F9AE-CCA4E538AAF4}"/>
            </a:ext>
          </a:extLst>
        </p:cNvPr>
        <p:cNvGrpSpPr/>
        <p:nvPr/>
      </p:nvGrpSpPr>
      <p:grpSpPr>
        <a:xfrm>
          <a:off x="0" y="0"/>
          <a:ext cx="0" cy="0"/>
          <a:chOff x="0" y="0"/>
          <a:chExt cx="0" cy="0"/>
        </a:xfrm>
      </p:grpSpPr>
      <p:sp>
        <p:nvSpPr>
          <p:cNvPr id="160" name="Google Shape;160;p9:notes">
            <a:extLst>
              <a:ext uri="{FF2B5EF4-FFF2-40B4-BE49-F238E27FC236}">
                <a16:creationId xmlns:a16="http://schemas.microsoft.com/office/drawing/2014/main" id="{4CF66796-6FD7-2C40-8E4F-7538E5B785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61" name="Google Shape;161;p9:notes">
            <a:extLst>
              <a:ext uri="{FF2B5EF4-FFF2-40B4-BE49-F238E27FC236}">
                <a16:creationId xmlns:a16="http://schemas.microsoft.com/office/drawing/2014/main" id="{68E5569B-7933-42E6-0118-E514D6BB61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788298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8714cf8a32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6" name="Google Shape;166;g38714cf8a32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8714cf8a32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6" name="Google Shape;176;g38714cf8a32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8714cf8a32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1" name="Google Shape;181;g38714cf8a32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8714cf8a32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7" name="Google Shape;187;g38714cf8a32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8714cf8a32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8714cf8a32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0C78AE6B-7733-0119-D0EA-FFA00CB767CF}"/>
            </a:ext>
          </a:extLst>
        </p:cNvPr>
        <p:cNvGrpSpPr/>
        <p:nvPr/>
      </p:nvGrpSpPr>
      <p:grpSpPr>
        <a:xfrm>
          <a:off x="0" y="0"/>
          <a:ext cx="0" cy="0"/>
          <a:chOff x="0" y="0"/>
          <a:chExt cx="0" cy="0"/>
        </a:xfrm>
      </p:grpSpPr>
      <p:sp>
        <p:nvSpPr>
          <p:cNvPr id="192" name="Google Shape;192;g38714cf8a32_0_85:notes">
            <a:extLst>
              <a:ext uri="{FF2B5EF4-FFF2-40B4-BE49-F238E27FC236}">
                <a16:creationId xmlns:a16="http://schemas.microsoft.com/office/drawing/2014/main" id="{8BCD2A44-D906-E8E5-DCFF-A0F6D15BBE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8714cf8a32_0_85:notes">
            <a:extLst>
              <a:ext uri="{FF2B5EF4-FFF2-40B4-BE49-F238E27FC236}">
                <a16:creationId xmlns:a16="http://schemas.microsoft.com/office/drawing/2014/main" id="{13C48014-5F8A-ECF3-B5E2-9457246C93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327824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a:extLst>
            <a:ext uri="{FF2B5EF4-FFF2-40B4-BE49-F238E27FC236}">
              <a16:creationId xmlns:a16="http://schemas.microsoft.com/office/drawing/2014/main" id="{7450DBC0-A180-BA22-811D-3B4765D418EC}"/>
            </a:ext>
          </a:extLst>
        </p:cNvPr>
        <p:cNvGrpSpPr/>
        <p:nvPr/>
      </p:nvGrpSpPr>
      <p:grpSpPr>
        <a:xfrm>
          <a:off x="0" y="0"/>
          <a:ext cx="0" cy="0"/>
          <a:chOff x="0" y="0"/>
          <a:chExt cx="0" cy="0"/>
        </a:xfrm>
      </p:grpSpPr>
      <p:sp>
        <p:nvSpPr>
          <p:cNvPr id="192" name="Google Shape;192;g38714cf8a32_0_85:notes">
            <a:extLst>
              <a:ext uri="{FF2B5EF4-FFF2-40B4-BE49-F238E27FC236}">
                <a16:creationId xmlns:a16="http://schemas.microsoft.com/office/drawing/2014/main" id="{82357AD1-82BD-CABA-108C-1C6DDE3851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g38714cf8a32_0_85:notes">
            <a:extLst>
              <a:ext uri="{FF2B5EF4-FFF2-40B4-BE49-F238E27FC236}">
                <a16:creationId xmlns:a16="http://schemas.microsoft.com/office/drawing/2014/main" id="{8A060670-286A-A0EA-FE9D-66FED7FC22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2726098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4" name="Google Shape;27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6"/>
          <p:cNvSpPr>
            <a:spLocks noGrp="1"/>
          </p:cNvSpPr>
          <p:nvPr>
            <p:ph type="pic" idx="2"/>
          </p:nvPr>
        </p:nvSpPr>
        <p:spPr>
          <a:xfrm>
            <a:off x="5183188" y="987425"/>
            <a:ext cx="6172200" cy="4873625"/>
          </a:xfrm>
          <a:prstGeom prst="rect">
            <a:avLst/>
          </a:prstGeom>
          <a:noFill/>
          <a:ln>
            <a:noFill/>
          </a:ln>
        </p:spPr>
        <p:txBody>
          <a:bodyPr/>
          <a:lstStyle/>
          <a:p>
            <a:endParaRPr lang="es-CO"/>
          </a:p>
        </p:txBody>
      </p:sp>
      <p:sp>
        <p:nvSpPr>
          <p:cNvPr id="20" name="Google Shape;20;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 name="Google Shape;21;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24"/>
        <p:cNvGrpSpPr/>
        <p:nvPr/>
      </p:nvGrpSpPr>
      <p:grpSpPr>
        <a:xfrm>
          <a:off x="0" y="0"/>
          <a:ext cx="0" cy="0"/>
          <a:chOff x="0" y="0"/>
          <a:chExt cx="0" cy="0"/>
        </a:xfrm>
      </p:grpSpPr>
      <p:sp>
        <p:nvSpPr>
          <p:cNvPr id="25" name="Google Shape;25;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 name="Google Shape;26;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5"/>
        <p:cNvGrpSpPr/>
        <p:nvPr/>
      </p:nvGrpSpPr>
      <p:grpSpPr>
        <a:xfrm>
          <a:off x="0" y="0"/>
          <a:ext cx="0" cy="0"/>
          <a:chOff x="0" y="0"/>
          <a:chExt cx="0" cy="0"/>
        </a:xfrm>
      </p:grpSpPr>
      <p:sp>
        <p:nvSpPr>
          <p:cNvPr id="36" name="Google Shape;36;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8" name="Google Shape;3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41"/>
        <p:cNvGrpSpPr/>
        <p:nvPr/>
      </p:nvGrpSpPr>
      <p:grpSpPr>
        <a:xfrm>
          <a:off x="0" y="0"/>
          <a:ext cx="0" cy="0"/>
          <a:chOff x="0" y="0"/>
          <a:chExt cx="0" cy="0"/>
        </a:xfrm>
      </p:grpSpPr>
      <p:sp>
        <p:nvSpPr>
          <p:cNvPr id="42" name="Google Shape;4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21"/>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1" name="Google Shape;51;p2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1"/>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3" name="Google Shape;53;p2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7"/>
        <p:cNvGrpSpPr/>
        <p:nvPr/>
      </p:nvGrpSpPr>
      <p:grpSpPr>
        <a:xfrm>
          <a:off x="0" y="0"/>
          <a:ext cx="0" cy="0"/>
          <a:chOff x="0" y="0"/>
          <a:chExt cx="0" cy="0"/>
        </a:xfrm>
      </p:grpSpPr>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4" name="Google Shape;64;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ideo" Target="https://www.youtube.com/embed/_po9SufjyuI?feature=oembed" TargetMode="External"/><Relationship Id="rId5" Type="http://schemas.openxmlformats.org/officeDocument/2006/relationships/image" Target="../media/image13.jpe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5.jp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5.jp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590805"/>
            <a:ext cx="9144000" cy="213329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rgbClr val="1B1B6D"/>
              </a:buClr>
              <a:buSzPts val="5000"/>
              <a:buFont typeface="Tahoma"/>
              <a:buNone/>
            </a:pPr>
            <a:r>
              <a:rPr lang="es-ES" sz="5000" b="1" dirty="0">
                <a:solidFill>
                  <a:srgbClr val="1B1B6D"/>
                </a:solidFill>
                <a:latin typeface="Tahoma"/>
                <a:ea typeface="Tahoma"/>
                <a:cs typeface="Tahoma"/>
                <a:sym typeface="Tahoma"/>
              </a:rPr>
              <a:t>GESTIÓN DEL CAMBIO EN LAS ORGANIZACIÓNES</a:t>
            </a:r>
            <a:endParaRPr sz="5000" b="1" dirty="0">
              <a:solidFill>
                <a:srgbClr val="1B1B6D"/>
              </a:solidFill>
              <a:latin typeface="Tahoma"/>
              <a:ea typeface="Tahoma"/>
              <a:cs typeface="Tahoma"/>
              <a:sym typeface="Tahoma"/>
            </a:endParaRPr>
          </a:p>
        </p:txBody>
      </p:sp>
      <p:sp>
        <p:nvSpPr>
          <p:cNvPr id="85" name="Google Shape;85;p1"/>
          <p:cNvSpPr txBox="1">
            <a:spLocks noGrp="1"/>
          </p:cNvSpPr>
          <p:nvPr>
            <p:ph type="subTitle" idx="1"/>
          </p:nvPr>
        </p:nvSpPr>
        <p:spPr>
          <a:xfrm>
            <a:off x="1524000" y="4161161"/>
            <a:ext cx="9144000" cy="1001627"/>
          </a:xfrm>
          <a:prstGeom prst="rect">
            <a:avLst/>
          </a:prstGeom>
          <a:noFill/>
          <a:ln>
            <a:noFill/>
          </a:ln>
        </p:spPr>
        <p:txBody>
          <a:bodyPr spcFirstLastPara="1" wrap="square" lIns="91425" tIns="45700" rIns="91425" bIns="45700" anchor="t" anchorCtr="0">
            <a:noAutofit/>
          </a:bodyPr>
          <a:lstStyle/>
          <a:p>
            <a:pPr marL="139700" indent="0" algn="l">
              <a:lnSpc>
                <a:spcPct val="100000"/>
              </a:lnSpc>
              <a:spcBef>
                <a:spcPts val="0"/>
              </a:spcBef>
              <a:buClr>
                <a:srgbClr val="595959"/>
              </a:buClr>
              <a:buSzPts val="1400"/>
            </a:pPr>
            <a:r>
              <a:rPr lang="es-MX" dirty="0">
                <a:solidFill>
                  <a:srgbClr val="595959"/>
                </a:solidFill>
                <a:latin typeface="Arial"/>
                <a:cs typeface="Arial"/>
              </a:rPr>
              <a:t>"Nuestra capacidad de adaptación no depende de nuestra fuerza física, sino de nuestra flexibilidad mental; no es el cambio lo que nos agota, sino nuestra resistencia a él."</a:t>
            </a:r>
          </a:p>
          <a:p>
            <a:pPr marL="139700" indent="0" algn="l">
              <a:lnSpc>
                <a:spcPct val="100000"/>
              </a:lnSpc>
              <a:spcBef>
                <a:spcPts val="0"/>
              </a:spcBef>
              <a:buClr>
                <a:srgbClr val="595959"/>
              </a:buClr>
              <a:buSzPts val="1400"/>
            </a:pPr>
            <a:r>
              <a:rPr lang="es-MX" dirty="0">
                <a:solidFill>
                  <a:srgbClr val="595959"/>
                </a:solidFill>
                <a:latin typeface="Arial"/>
                <a:cs typeface="Arial"/>
              </a:rPr>
              <a:t>      Dr. Mario Alonso Puig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1315393" y="684532"/>
            <a:ext cx="3932100" cy="16002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B6D"/>
              </a:buClr>
              <a:buSzPts val="5000"/>
              <a:buFont typeface="Tahoma"/>
              <a:buNone/>
            </a:pPr>
            <a:r>
              <a:rPr lang="es-ES" sz="5000" b="1" dirty="0">
                <a:solidFill>
                  <a:srgbClr val="1B1B6D"/>
                </a:solidFill>
                <a:latin typeface="Tahoma"/>
                <a:ea typeface="Tahoma"/>
                <a:cs typeface="Tahoma"/>
                <a:sym typeface="Tahoma"/>
              </a:rPr>
              <a:t>Juanes Proyectos</a:t>
            </a:r>
            <a:endParaRPr sz="5000" b="1" dirty="0">
              <a:solidFill>
                <a:srgbClr val="1B1B6D"/>
              </a:solidFill>
              <a:latin typeface="Tahoma"/>
              <a:ea typeface="Tahoma"/>
              <a:cs typeface="Tahoma"/>
              <a:sym typeface="Tahoma"/>
            </a:endParaRPr>
          </a:p>
        </p:txBody>
      </p:sp>
      <p:sp>
        <p:nvSpPr>
          <p:cNvPr id="91" name="Google Shape;91;p2"/>
          <p:cNvSpPr txBox="1">
            <a:spLocks noGrp="1"/>
          </p:cNvSpPr>
          <p:nvPr>
            <p:ph type="subTitle" idx="4294967295"/>
          </p:nvPr>
        </p:nvSpPr>
        <p:spPr>
          <a:xfrm>
            <a:off x="863025" y="2117475"/>
            <a:ext cx="4555800" cy="1342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100"/>
              <a:buFont typeface="Arial"/>
              <a:buNone/>
            </a:pPr>
            <a:endParaRPr sz="1400" dirty="0">
              <a:solidFill>
                <a:srgbClr val="595959"/>
              </a:solidFill>
              <a:latin typeface="Arial"/>
              <a:ea typeface="Arial"/>
              <a:cs typeface="Arial"/>
              <a:sym typeface="Arial"/>
            </a:endParaRPr>
          </a:p>
          <a:p>
            <a:pPr marL="457200" lvl="0" indent="-317500" algn="l" rtl="0">
              <a:lnSpc>
                <a:spcPct val="100000"/>
              </a:lnSpc>
              <a:spcBef>
                <a:spcPts val="0"/>
              </a:spcBef>
              <a:spcAft>
                <a:spcPts val="0"/>
              </a:spcAft>
              <a:buClr>
                <a:srgbClr val="595959"/>
              </a:buClr>
              <a:buSzPts val="1400"/>
              <a:buChar char="●"/>
            </a:pPr>
            <a:r>
              <a:rPr lang="es-ES" sz="1400" dirty="0">
                <a:solidFill>
                  <a:srgbClr val="595959"/>
                </a:solidFill>
                <a:latin typeface="Arial"/>
                <a:ea typeface="Arial"/>
                <a:cs typeface="Arial"/>
                <a:sym typeface="Arial"/>
              </a:rPr>
              <a:t>Magíster en gerencia de proyectos</a:t>
            </a:r>
            <a:endParaRPr sz="1400" dirty="0">
              <a:solidFill>
                <a:srgbClr val="595959"/>
              </a:solidFill>
              <a:latin typeface="Arial"/>
              <a:ea typeface="Arial"/>
              <a:cs typeface="Arial"/>
              <a:sym typeface="Arial"/>
            </a:endParaRPr>
          </a:p>
          <a:p>
            <a:pPr marL="457200" lvl="0" indent="-317500" algn="l" rtl="0">
              <a:lnSpc>
                <a:spcPct val="100000"/>
              </a:lnSpc>
              <a:spcBef>
                <a:spcPts val="0"/>
              </a:spcBef>
              <a:spcAft>
                <a:spcPts val="0"/>
              </a:spcAft>
              <a:buClr>
                <a:srgbClr val="595959"/>
              </a:buClr>
              <a:buSzPts val="1400"/>
              <a:buChar char="●"/>
            </a:pPr>
            <a:r>
              <a:rPr lang="es-ES" sz="1400" dirty="0">
                <a:solidFill>
                  <a:srgbClr val="595959"/>
                </a:solidFill>
                <a:latin typeface="Arial"/>
                <a:ea typeface="Arial"/>
                <a:cs typeface="Arial"/>
                <a:sym typeface="Arial"/>
              </a:rPr>
              <a:t>Ingeniero Mecánico</a:t>
            </a:r>
            <a:endParaRPr sz="1400" dirty="0">
              <a:solidFill>
                <a:srgbClr val="595959"/>
              </a:solidFill>
              <a:latin typeface="Arial"/>
              <a:ea typeface="Arial"/>
              <a:cs typeface="Arial"/>
              <a:sym typeface="Arial"/>
            </a:endParaRPr>
          </a:p>
          <a:p>
            <a:pPr marL="457200" lvl="0" indent="-317500" algn="l" rtl="0">
              <a:lnSpc>
                <a:spcPct val="100000"/>
              </a:lnSpc>
              <a:spcBef>
                <a:spcPts val="0"/>
              </a:spcBef>
              <a:spcAft>
                <a:spcPts val="0"/>
              </a:spcAft>
              <a:buClr>
                <a:srgbClr val="595959"/>
              </a:buClr>
              <a:buSzPts val="1400"/>
              <a:buChar char="●"/>
            </a:pPr>
            <a:r>
              <a:rPr lang="es-ES" sz="1400" dirty="0">
                <a:solidFill>
                  <a:srgbClr val="595959"/>
                </a:solidFill>
                <a:latin typeface="Arial"/>
                <a:ea typeface="Arial"/>
                <a:cs typeface="Arial"/>
                <a:sym typeface="Arial"/>
              </a:rPr>
              <a:t>Especialista </a:t>
            </a:r>
            <a:r>
              <a:rPr lang="es-ES" sz="1400" dirty="0" err="1">
                <a:solidFill>
                  <a:srgbClr val="595959"/>
                </a:solidFill>
                <a:latin typeface="Arial"/>
                <a:ea typeface="Arial"/>
                <a:cs typeface="Arial"/>
                <a:sym typeface="Arial"/>
              </a:rPr>
              <a:t>tecnologico</a:t>
            </a:r>
            <a:r>
              <a:rPr lang="es-ES" sz="1400" dirty="0">
                <a:solidFill>
                  <a:srgbClr val="595959"/>
                </a:solidFill>
                <a:latin typeface="Arial"/>
                <a:ea typeface="Arial"/>
                <a:cs typeface="Arial"/>
                <a:sym typeface="Arial"/>
              </a:rPr>
              <a:t> en formulación y evaluación de proyectos</a:t>
            </a:r>
            <a:endParaRPr sz="1400" dirty="0">
              <a:solidFill>
                <a:srgbClr val="595959"/>
              </a:solidFill>
              <a:latin typeface="Arial"/>
              <a:ea typeface="Arial"/>
              <a:cs typeface="Arial"/>
              <a:sym typeface="Arial"/>
            </a:endParaRPr>
          </a:p>
          <a:p>
            <a:pPr marL="457200" lvl="0" indent="-317500" algn="l" rtl="0">
              <a:lnSpc>
                <a:spcPct val="100000"/>
              </a:lnSpc>
              <a:spcBef>
                <a:spcPts val="0"/>
              </a:spcBef>
              <a:spcAft>
                <a:spcPts val="0"/>
              </a:spcAft>
              <a:buClr>
                <a:srgbClr val="595959"/>
              </a:buClr>
              <a:buSzPts val="1400"/>
              <a:buChar char="●"/>
            </a:pPr>
            <a:r>
              <a:rPr lang="es-ES" sz="1400" dirty="0" err="1">
                <a:solidFill>
                  <a:srgbClr val="595959"/>
                </a:solidFill>
                <a:latin typeface="Arial"/>
                <a:ea typeface="Arial"/>
                <a:cs typeface="Arial"/>
                <a:sym typeface="Arial"/>
              </a:rPr>
              <a:t>Tecnologo</a:t>
            </a:r>
            <a:r>
              <a:rPr lang="es-ES" sz="1400" dirty="0">
                <a:solidFill>
                  <a:srgbClr val="595959"/>
                </a:solidFill>
                <a:latin typeface="Arial"/>
                <a:ea typeface="Arial"/>
                <a:cs typeface="Arial"/>
                <a:sym typeface="Arial"/>
              </a:rPr>
              <a:t> en diseño industrial</a:t>
            </a:r>
            <a:endParaRPr sz="1400" dirty="0">
              <a:solidFill>
                <a:srgbClr val="595959"/>
              </a:solidFill>
              <a:latin typeface="Arial"/>
              <a:ea typeface="Arial"/>
              <a:cs typeface="Arial"/>
              <a:sym typeface="Arial"/>
            </a:endParaRPr>
          </a:p>
          <a:p>
            <a:pPr marL="457200" lvl="0" indent="0" algn="l" rtl="0">
              <a:lnSpc>
                <a:spcPct val="100000"/>
              </a:lnSpc>
              <a:spcBef>
                <a:spcPts val="0"/>
              </a:spcBef>
              <a:spcAft>
                <a:spcPts val="0"/>
              </a:spcAft>
              <a:buClr>
                <a:schemeClr val="dk1"/>
              </a:buClr>
              <a:buSzPts val="1100"/>
              <a:buFont typeface="Arial"/>
              <a:buNone/>
            </a:pPr>
            <a:endParaRPr sz="1400" dirty="0">
              <a:solidFill>
                <a:srgbClr val="595959"/>
              </a:solidFill>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s-ES" sz="1400" dirty="0">
                <a:solidFill>
                  <a:srgbClr val="595959"/>
                </a:solidFill>
                <a:latin typeface="Arial"/>
                <a:ea typeface="Arial"/>
                <a:cs typeface="Arial"/>
                <a:sym typeface="Arial"/>
              </a:rPr>
              <a:t>Mi experiencia es 13+ años dirigiendo proyectos reales:</a:t>
            </a:r>
            <a:endParaRPr sz="1400" dirty="0">
              <a:solidFill>
                <a:srgbClr val="595959"/>
              </a:solidFill>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s-ES" sz="1400" dirty="0">
                <a:solidFill>
                  <a:srgbClr val="595959"/>
                </a:solidFill>
                <a:latin typeface="Arial"/>
                <a:ea typeface="Arial"/>
                <a:cs typeface="Arial"/>
                <a:sym typeface="Arial"/>
              </a:rPr>
              <a:t>los que no salen en los libros, los que tienen presión, personas difíciles, plazos imposibles y decisiones incómodas.</a:t>
            </a:r>
            <a:endParaRPr sz="1400" dirty="0">
              <a:solidFill>
                <a:srgbClr val="595959"/>
              </a:solidFill>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700" dirty="0">
              <a:solidFill>
                <a:srgbClr val="595959"/>
              </a:solidFill>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s-ES" sz="1400" dirty="0">
                <a:solidFill>
                  <a:srgbClr val="595959"/>
                </a:solidFill>
                <a:latin typeface="Arial"/>
                <a:ea typeface="Arial"/>
                <a:cs typeface="Arial"/>
                <a:sym typeface="Arial"/>
              </a:rPr>
              <a:t>He trabajado en logística, mantenimiento, operaciones industriales y proyectos en Colombia, Perú, </a:t>
            </a:r>
            <a:r>
              <a:rPr lang="es-ES" sz="1400" dirty="0" err="1">
                <a:solidFill>
                  <a:srgbClr val="595959"/>
                </a:solidFill>
                <a:latin typeface="Arial"/>
                <a:ea typeface="Arial"/>
                <a:cs typeface="Arial"/>
                <a:sym typeface="Arial"/>
              </a:rPr>
              <a:t>Ecuador,Chile</a:t>
            </a:r>
            <a:r>
              <a:rPr lang="es-ES" sz="1400" dirty="0">
                <a:solidFill>
                  <a:srgbClr val="595959"/>
                </a:solidFill>
                <a:latin typeface="Arial"/>
                <a:ea typeface="Arial"/>
                <a:cs typeface="Arial"/>
                <a:sym typeface="Arial"/>
              </a:rPr>
              <a:t> y Argentina.</a:t>
            </a:r>
            <a:endParaRPr sz="1400" dirty="0">
              <a:solidFill>
                <a:srgbClr val="595959"/>
              </a:solidFill>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es-ES" sz="1400" dirty="0">
                <a:solidFill>
                  <a:srgbClr val="595959"/>
                </a:solidFill>
                <a:latin typeface="Arial"/>
                <a:ea typeface="Arial"/>
                <a:cs typeface="Arial"/>
                <a:sym typeface="Arial"/>
              </a:rPr>
              <a:t>Proyectos donde si fallas, el sistema se cae, la operación se detiene o la empresa pierde dinero.</a:t>
            </a:r>
            <a:endParaRPr sz="1600" dirty="0">
              <a:solidFill>
                <a:srgbClr val="646464"/>
              </a:solidFill>
              <a:latin typeface="Ubuntu"/>
              <a:ea typeface="Ubuntu"/>
              <a:cs typeface="Ubuntu"/>
              <a:sym typeface="Ubuntu"/>
            </a:endParaRPr>
          </a:p>
        </p:txBody>
      </p:sp>
      <p:pic>
        <p:nvPicPr>
          <p:cNvPr id="92" name="Google Shape;92;p2" title="WhatsApp Image 2025-12-30 at 11.27.12 AM.jpeg"/>
          <p:cNvPicPr preferRelativeResize="0"/>
          <p:nvPr/>
        </p:nvPicPr>
        <p:blipFill>
          <a:blip r:embed="rId4">
            <a:alphaModFix/>
          </a:blip>
          <a:stretch>
            <a:fillRect/>
          </a:stretch>
        </p:blipFill>
        <p:spPr>
          <a:xfrm>
            <a:off x="327800" y="809250"/>
            <a:ext cx="987600" cy="987600"/>
          </a:xfrm>
          <a:prstGeom prst="roundRect">
            <a:avLst>
              <a:gd name="adj" fmla="val 16667"/>
            </a:avLst>
          </a:prstGeom>
          <a:noFill/>
          <a:ln>
            <a:noFill/>
          </a:ln>
        </p:spPr>
      </p:pic>
      <p:pic>
        <p:nvPicPr>
          <p:cNvPr id="93" name="Google Shape;93;p2" title="WhatsApp Image 2026-01-29 at 9.22.15 PM.jpeg"/>
          <p:cNvPicPr preferRelativeResize="0"/>
          <p:nvPr/>
        </p:nvPicPr>
        <p:blipFill rotWithShape="1">
          <a:blip r:embed="rId5">
            <a:alphaModFix/>
          </a:blip>
          <a:srcRect l="16800" t="23477" r="15541" b="35045"/>
          <a:stretch/>
        </p:blipFill>
        <p:spPr>
          <a:xfrm>
            <a:off x="5627950" y="3242993"/>
            <a:ext cx="2526600" cy="2617800"/>
          </a:xfrm>
          <a:prstGeom prst="roundRect">
            <a:avLst>
              <a:gd name="adj" fmla="val 16667"/>
            </a:avLst>
          </a:prstGeom>
          <a:noFill/>
          <a:ln>
            <a:noFill/>
          </a:ln>
        </p:spPr>
      </p:pic>
      <p:pic>
        <p:nvPicPr>
          <p:cNvPr id="94" name="Google Shape;94;p2" title="WhatsApp Image 2026-01-29 at 9.19.03 PM.jpeg"/>
          <p:cNvPicPr preferRelativeResize="0"/>
          <p:nvPr/>
        </p:nvPicPr>
        <p:blipFill>
          <a:blip r:embed="rId6">
            <a:alphaModFix/>
          </a:blip>
          <a:stretch>
            <a:fillRect/>
          </a:stretch>
        </p:blipFill>
        <p:spPr>
          <a:xfrm>
            <a:off x="8247625" y="3166950"/>
            <a:ext cx="3073200" cy="2769900"/>
          </a:xfrm>
          <a:prstGeom prst="roundRect">
            <a:avLst>
              <a:gd name="adj" fmla="val 16667"/>
            </a:avLst>
          </a:prstGeom>
          <a:noFill/>
          <a:ln>
            <a:noFill/>
          </a:ln>
        </p:spPr>
      </p:pic>
      <p:pic>
        <p:nvPicPr>
          <p:cNvPr id="95" name="Google Shape;95;p2"/>
          <p:cNvPicPr preferRelativeResize="0"/>
          <p:nvPr/>
        </p:nvPicPr>
        <p:blipFill>
          <a:blip r:embed="rId7">
            <a:alphaModFix/>
          </a:blip>
          <a:stretch>
            <a:fillRect/>
          </a:stretch>
        </p:blipFill>
        <p:spPr>
          <a:xfrm>
            <a:off x="8869837" y="2282075"/>
            <a:ext cx="1828800" cy="542925"/>
          </a:xfrm>
          <a:prstGeom prst="rect">
            <a:avLst/>
          </a:prstGeom>
          <a:noFill/>
          <a:ln>
            <a:noFill/>
          </a:ln>
        </p:spPr>
      </p:pic>
      <p:pic>
        <p:nvPicPr>
          <p:cNvPr id="96" name="Google Shape;96;p2"/>
          <p:cNvPicPr preferRelativeResize="0"/>
          <p:nvPr/>
        </p:nvPicPr>
        <p:blipFill rotWithShape="1">
          <a:blip r:embed="rId8">
            <a:alphaModFix/>
          </a:blip>
          <a:srcRect t="8307" r="16283"/>
          <a:stretch/>
        </p:blipFill>
        <p:spPr>
          <a:xfrm>
            <a:off x="6239397" y="2117475"/>
            <a:ext cx="987600" cy="8721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884382" y="3034433"/>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chemeClr val="lt1"/>
                </a:solidFill>
                <a:latin typeface="Tahoma"/>
                <a:ea typeface="Tahoma"/>
                <a:cs typeface="Tahoma"/>
                <a:sym typeface="Tahoma"/>
              </a:rPr>
              <a:t>UNIDADES ASIGNATURA </a:t>
            </a:r>
            <a:endParaRPr sz="3000" b="1" dirty="0">
              <a:solidFill>
                <a:schemeClr val="lt1"/>
              </a:solidFill>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5"/>
        <p:cNvGrpSpPr/>
        <p:nvPr/>
      </p:nvGrpSpPr>
      <p:grpSpPr>
        <a:xfrm>
          <a:off x="0" y="0"/>
          <a:ext cx="0" cy="0"/>
          <a:chOff x="0" y="0"/>
          <a:chExt cx="0" cy="0"/>
        </a:xfrm>
      </p:grpSpPr>
      <p:sp>
        <p:nvSpPr>
          <p:cNvPr id="106" name="Google Shape;106;p4"/>
          <p:cNvSpPr txBox="1">
            <a:spLocks noGrp="1"/>
          </p:cNvSpPr>
          <p:nvPr>
            <p:ph type="title"/>
          </p:nvPr>
        </p:nvSpPr>
        <p:spPr>
          <a:xfrm>
            <a:off x="1727200" y="365125"/>
            <a:ext cx="9626599"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1B1C6E"/>
              </a:buClr>
              <a:buSzPts val="3000"/>
              <a:buFont typeface="Tahoma"/>
              <a:buNone/>
            </a:pPr>
            <a:r>
              <a:rPr lang="es-ES" sz="3000" b="1" dirty="0">
                <a:solidFill>
                  <a:srgbClr val="1B1C6E"/>
                </a:solidFill>
                <a:latin typeface="Tahoma"/>
                <a:ea typeface="Tahoma"/>
                <a:cs typeface="Tahoma"/>
                <a:sym typeface="Tahoma"/>
              </a:rPr>
              <a:t>Entregables y calificables</a:t>
            </a:r>
            <a:endParaRPr sz="3000" b="1" dirty="0">
              <a:solidFill>
                <a:srgbClr val="1B1C6E"/>
              </a:solidFill>
              <a:latin typeface="Tahoma"/>
              <a:ea typeface="Tahoma"/>
              <a:cs typeface="Tahoma"/>
              <a:sym typeface="Tahoma"/>
            </a:endParaRPr>
          </a:p>
        </p:txBody>
      </p:sp>
      <p:graphicFrame>
        <p:nvGraphicFramePr>
          <p:cNvPr id="107" name="Google Shape;107;p4"/>
          <p:cNvGraphicFramePr/>
          <p:nvPr>
            <p:extLst>
              <p:ext uri="{D42A27DB-BD31-4B8C-83A1-F6EECF244321}">
                <p14:modId xmlns:p14="http://schemas.microsoft.com/office/powerpoint/2010/main" val="1861955276"/>
              </p:ext>
            </p:extLst>
          </p:nvPr>
        </p:nvGraphicFramePr>
        <p:xfrm>
          <a:off x="1426625" y="1449475"/>
          <a:ext cx="9826600" cy="4737550"/>
        </p:xfrm>
        <a:graphic>
          <a:graphicData uri="http://schemas.openxmlformats.org/drawingml/2006/table">
            <a:tbl>
              <a:tblPr>
                <a:noFill/>
                <a:tableStyleId>{95E61EA1-7CCE-4604-8233-6BCA903FD42D}</a:tableStyleId>
              </a:tblPr>
              <a:tblGrid>
                <a:gridCol w="3601525">
                  <a:extLst>
                    <a:ext uri="{9D8B030D-6E8A-4147-A177-3AD203B41FA5}">
                      <a16:colId xmlns:a16="http://schemas.microsoft.com/office/drawing/2014/main" val="20000"/>
                    </a:ext>
                  </a:extLst>
                </a:gridCol>
                <a:gridCol w="6225075">
                  <a:extLst>
                    <a:ext uri="{9D8B030D-6E8A-4147-A177-3AD203B41FA5}">
                      <a16:colId xmlns:a16="http://schemas.microsoft.com/office/drawing/2014/main" val="20001"/>
                    </a:ext>
                  </a:extLst>
                </a:gridCol>
              </a:tblGrid>
              <a:tr h="1258800">
                <a:tc>
                  <a:txBody>
                    <a:bodyPr/>
                    <a:lstStyle/>
                    <a:p>
                      <a:pPr marL="0" lvl="0" indent="0" algn="l" rtl="0">
                        <a:spcBef>
                          <a:spcPts val="0"/>
                        </a:spcBef>
                        <a:spcAft>
                          <a:spcPts val="0"/>
                        </a:spcAft>
                        <a:buNone/>
                      </a:pPr>
                      <a:r>
                        <a:rPr lang="es-ES" sz="1600" dirty="0">
                          <a:solidFill>
                            <a:srgbClr val="646464"/>
                          </a:solidFill>
                          <a:latin typeface="Ubuntu"/>
                          <a:ea typeface="Ubuntu"/>
                          <a:cs typeface="Ubuntu"/>
                          <a:sym typeface="Ubuntu"/>
                        </a:rPr>
                        <a:t>13 de abril a 26 de abril </a:t>
                      </a:r>
                      <a:endParaRPr sz="1600" dirty="0">
                        <a:solidFill>
                          <a:srgbClr val="646464"/>
                        </a:solidFill>
                        <a:latin typeface="Ubuntu"/>
                        <a:ea typeface="Ubuntu"/>
                        <a:cs typeface="Ubuntu"/>
                        <a:sym typeface="Ubuntu"/>
                      </a:endParaRPr>
                    </a:p>
                    <a:p>
                      <a:pPr marL="0" lvl="0" indent="0" algn="l" rtl="0">
                        <a:spcBef>
                          <a:spcPts val="0"/>
                        </a:spcBef>
                        <a:spcAft>
                          <a:spcPts val="0"/>
                        </a:spcAft>
                        <a:buNone/>
                      </a:pPr>
                      <a:r>
                        <a:rPr lang="es-ES" sz="1600" dirty="0">
                          <a:solidFill>
                            <a:srgbClr val="646464"/>
                          </a:solidFill>
                          <a:latin typeface="Ubuntu"/>
                          <a:ea typeface="Ubuntu"/>
                          <a:cs typeface="Ubuntu"/>
                          <a:sym typeface="Ubuntu"/>
                        </a:rPr>
                        <a:t>30% -</a:t>
                      </a:r>
                      <a:endParaRPr sz="1600" dirty="0">
                        <a:solidFill>
                          <a:srgbClr val="646464"/>
                        </a:solidFill>
                        <a:latin typeface="Ubuntu"/>
                        <a:ea typeface="Ubuntu"/>
                        <a:cs typeface="Ubuntu"/>
                        <a:sym typeface="Ubuntu"/>
                      </a:endParaRPr>
                    </a:p>
                  </a:txBody>
                  <a:tcPr marL="91425" marR="91425" marT="91425" marB="91425"/>
                </a:tc>
                <a:tc>
                  <a:txBody>
                    <a:bodyPr/>
                    <a:lstStyle/>
                    <a:p>
                      <a:pPr marL="0" lvl="0" indent="0" algn="just" rtl="0">
                        <a:spcBef>
                          <a:spcPts val="0"/>
                        </a:spcBef>
                        <a:spcAft>
                          <a:spcPts val="0"/>
                        </a:spcAft>
                        <a:buNone/>
                      </a:pPr>
                      <a:r>
                        <a:rPr lang="es-ES" sz="1400" b="1" dirty="0">
                          <a:solidFill>
                            <a:srgbClr val="646464"/>
                          </a:solidFill>
                          <a:latin typeface="Ubuntu"/>
                          <a:sym typeface="Ubuntu"/>
                        </a:rPr>
                        <a:t>CAMBIO ORGANIZACIONAL</a:t>
                      </a:r>
                      <a:endParaRPr sz="1400" b="1" dirty="0">
                        <a:solidFill>
                          <a:srgbClr val="000000"/>
                        </a:solidFill>
                      </a:endParaRPr>
                    </a:p>
                  </a:txBody>
                  <a:tcPr marL="91425" marR="91425" marT="91425" marB="91425"/>
                </a:tc>
                <a:extLst>
                  <a:ext uri="{0D108BD9-81ED-4DB2-BD59-A6C34878D82A}">
                    <a16:rowId xmlns:a16="http://schemas.microsoft.com/office/drawing/2014/main" val="10000"/>
                  </a:ext>
                </a:extLst>
              </a:tr>
              <a:tr h="1129025">
                <a:tc>
                  <a:txBody>
                    <a:bodyPr/>
                    <a:lstStyle/>
                    <a:p>
                      <a:pPr marL="0" lvl="0" indent="0" algn="l" rtl="0">
                        <a:spcBef>
                          <a:spcPts val="0"/>
                        </a:spcBef>
                        <a:spcAft>
                          <a:spcPts val="0"/>
                        </a:spcAft>
                        <a:buNone/>
                      </a:pPr>
                      <a:r>
                        <a:rPr lang="es-ES" sz="1600" dirty="0">
                          <a:solidFill>
                            <a:srgbClr val="646464"/>
                          </a:solidFill>
                          <a:latin typeface="Ubuntu"/>
                          <a:ea typeface="Ubuntu"/>
                          <a:cs typeface="Ubuntu"/>
                          <a:sym typeface="Ubuntu"/>
                        </a:rPr>
                        <a:t>27 de abril al 10 de mayo</a:t>
                      </a:r>
                      <a:endParaRPr sz="1600" dirty="0">
                        <a:solidFill>
                          <a:srgbClr val="646464"/>
                        </a:solidFill>
                        <a:latin typeface="Ubuntu"/>
                        <a:ea typeface="Ubuntu"/>
                        <a:cs typeface="Ubuntu"/>
                        <a:sym typeface="Ubuntu"/>
                      </a:endParaRPr>
                    </a:p>
                    <a:p>
                      <a:pPr marL="0" lvl="0" indent="0" algn="l" rtl="0">
                        <a:spcBef>
                          <a:spcPts val="0"/>
                        </a:spcBef>
                        <a:spcAft>
                          <a:spcPts val="0"/>
                        </a:spcAft>
                        <a:buNone/>
                      </a:pPr>
                      <a:r>
                        <a:rPr lang="es-ES" sz="1600" dirty="0">
                          <a:solidFill>
                            <a:srgbClr val="646464"/>
                          </a:solidFill>
                          <a:latin typeface="Ubuntu"/>
                          <a:ea typeface="Ubuntu"/>
                          <a:cs typeface="Ubuntu"/>
                          <a:sym typeface="Ubuntu"/>
                        </a:rPr>
                        <a:t>35%-</a:t>
                      </a:r>
                      <a:endParaRPr sz="1600" dirty="0">
                        <a:solidFill>
                          <a:srgbClr val="646464"/>
                        </a:solidFill>
                        <a:latin typeface="Ubuntu"/>
                        <a:ea typeface="Ubuntu"/>
                        <a:cs typeface="Ubuntu"/>
                        <a:sym typeface="Ubuntu"/>
                      </a:endParaRPr>
                    </a:p>
                    <a:p>
                      <a:pPr marL="0" lvl="0" indent="0" algn="l" rtl="0">
                        <a:spcBef>
                          <a:spcPts val="0"/>
                        </a:spcBef>
                        <a:spcAft>
                          <a:spcPts val="0"/>
                        </a:spcAft>
                        <a:buNone/>
                      </a:pPr>
                      <a:endParaRPr sz="1600" dirty="0">
                        <a:solidFill>
                          <a:srgbClr val="646464"/>
                        </a:solidFill>
                        <a:latin typeface="Ubuntu"/>
                        <a:ea typeface="Ubuntu"/>
                        <a:cs typeface="Ubuntu"/>
                        <a:sym typeface="Ubuntu"/>
                      </a:endParaRPr>
                    </a:p>
                  </a:txBody>
                  <a:tcPr marL="91425" marR="91425" marT="91425" marB="91425"/>
                </a:tc>
                <a:tc>
                  <a:txBody>
                    <a:bodyPr/>
                    <a:lstStyle/>
                    <a:p>
                      <a:pPr marL="0" marR="0" lvl="0" indent="0" algn="just" rtl="0">
                        <a:lnSpc>
                          <a:spcPct val="100000"/>
                        </a:lnSpc>
                        <a:spcBef>
                          <a:spcPts val="0"/>
                        </a:spcBef>
                        <a:spcAft>
                          <a:spcPts val="0"/>
                        </a:spcAft>
                        <a:buNone/>
                      </a:pPr>
                      <a:r>
                        <a:rPr lang="es-ES" sz="1400" b="1" dirty="0">
                          <a:solidFill>
                            <a:srgbClr val="646464"/>
                          </a:solidFill>
                          <a:latin typeface="Ubuntu"/>
                          <a:ea typeface="Ubuntu"/>
                          <a:cs typeface="Ubuntu"/>
                          <a:sym typeface="Ubuntu"/>
                        </a:rPr>
                        <a:t>GESTIÓN Y FASES DEL CAMBIO</a:t>
                      </a:r>
                      <a:endParaRPr sz="1400" b="1" dirty="0">
                        <a:solidFill>
                          <a:srgbClr val="000000"/>
                        </a:solidFill>
                      </a:endParaRPr>
                    </a:p>
                  </a:txBody>
                  <a:tcPr marL="91425" marR="91425" marT="91425" marB="91425"/>
                </a:tc>
                <a:extLst>
                  <a:ext uri="{0D108BD9-81ED-4DB2-BD59-A6C34878D82A}">
                    <a16:rowId xmlns:a16="http://schemas.microsoft.com/office/drawing/2014/main" val="10001"/>
                  </a:ext>
                </a:extLst>
              </a:tr>
              <a:tr h="1258800">
                <a:tc>
                  <a:txBody>
                    <a:bodyPr/>
                    <a:lstStyle/>
                    <a:p>
                      <a:pPr marL="0" lvl="0" indent="0" algn="l" rtl="0">
                        <a:spcBef>
                          <a:spcPts val="0"/>
                        </a:spcBef>
                        <a:spcAft>
                          <a:spcPts val="0"/>
                        </a:spcAft>
                        <a:buNone/>
                      </a:pPr>
                      <a:r>
                        <a:rPr lang="es-ES" sz="1600" dirty="0">
                          <a:solidFill>
                            <a:srgbClr val="646464"/>
                          </a:solidFill>
                          <a:latin typeface="Ubuntu"/>
                          <a:ea typeface="Ubuntu"/>
                          <a:cs typeface="Ubuntu"/>
                          <a:sym typeface="Ubuntu"/>
                        </a:rPr>
                        <a:t>11 de mayo al 24 de mayo -35%</a:t>
                      </a:r>
                      <a:endParaRPr sz="1600" dirty="0">
                        <a:solidFill>
                          <a:srgbClr val="646464"/>
                        </a:solidFill>
                        <a:latin typeface="Ubuntu"/>
                        <a:ea typeface="Ubuntu"/>
                        <a:cs typeface="Ubuntu"/>
                        <a:sym typeface="Ubuntu"/>
                      </a:endParaRPr>
                    </a:p>
                  </a:txBody>
                  <a:tcPr marL="91425" marR="91425" marT="91425" marB="91425"/>
                </a:tc>
                <a:tc>
                  <a:txBody>
                    <a:bodyPr/>
                    <a:lstStyle/>
                    <a:p>
                      <a:pPr marL="0" marR="0" lvl="0" indent="0" algn="just" rtl="0">
                        <a:lnSpc>
                          <a:spcPct val="100000"/>
                        </a:lnSpc>
                        <a:spcBef>
                          <a:spcPts val="0"/>
                        </a:spcBef>
                        <a:spcAft>
                          <a:spcPts val="0"/>
                        </a:spcAft>
                        <a:buNone/>
                      </a:pPr>
                      <a:r>
                        <a:rPr lang="es-ES" sz="1400" b="1" dirty="0">
                          <a:solidFill>
                            <a:srgbClr val="646464"/>
                          </a:solidFill>
                          <a:latin typeface="Ubuntu"/>
                          <a:ea typeface="Ubuntu"/>
                          <a:cs typeface="Ubuntu"/>
                          <a:sym typeface="Ubuntu"/>
                        </a:rPr>
                        <a:t>COMUNICACIÓNES PARA EL CAMBIO ORGANIZACIONAL</a:t>
                      </a:r>
                      <a:endParaRPr sz="1400" b="1" dirty="0">
                        <a:solidFill>
                          <a:srgbClr val="000000"/>
                        </a:solidFill>
                      </a:endParaRPr>
                    </a:p>
                  </a:txBody>
                  <a:tcPr marL="91425" marR="91425" marT="91425" marB="91425"/>
                </a:tc>
                <a:extLst>
                  <a:ext uri="{0D108BD9-81ED-4DB2-BD59-A6C34878D82A}">
                    <a16:rowId xmlns:a16="http://schemas.microsoft.com/office/drawing/2014/main" val="10002"/>
                  </a:ext>
                </a:extLst>
              </a:tr>
              <a:tr h="1090925">
                <a:tc>
                  <a:txBody>
                    <a:bodyPr/>
                    <a:lstStyle/>
                    <a:p>
                      <a:pPr marL="0" lvl="0" indent="0" algn="l" rtl="0">
                        <a:spcBef>
                          <a:spcPts val="0"/>
                        </a:spcBef>
                        <a:spcAft>
                          <a:spcPts val="0"/>
                        </a:spcAft>
                        <a:buNone/>
                      </a:pPr>
                      <a:r>
                        <a:rPr lang="es-ES" sz="1600" dirty="0">
                          <a:solidFill>
                            <a:srgbClr val="646464"/>
                          </a:solidFill>
                          <a:latin typeface="Ubuntu"/>
                          <a:ea typeface="Ubuntu"/>
                          <a:cs typeface="Ubuntu"/>
                          <a:sym typeface="Ubuntu"/>
                        </a:rPr>
                        <a:t>25 de mayo a 5 de junio  30%</a:t>
                      </a:r>
                      <a:endParaRPr sz="1600" dirty="0">
                        <a:solidFill>
                          <a:srgbClr val="646464"/>
                        </a:solidFill>
                        <a:latin typeface="Ubuntu"/>
                        <a:ea typeface="Ubuntu"/>
                        <a:cs typeface="Ubuntu"/>
                        <a:sym typeface="Ubuntu"/>
                      </a:endParaRPr>
                    </a:p>
                  </a:txBody>
                  <a:tcPr marL="91425" marR="91425" marT="91425" marB="91425"/>
                </a:tc>
                <a:tc>
                  <a:txBody>
                    <a:bodyPr/>
                    <a:lstStyle/>
                    <a:p>
                      <a:pPr marL="0" marR="0" lvl="0" indent="0" algn="just" rtl="0">
                        <a:lnSpc>
                          <a:spcPct val="100000"/>
                        </a:lnSpc>
                        <a:spcBef>
                          <a:spcPts val="0"/>
                        </a:spcBef>
                        <a:spcAft>
                          <a:spcPts val="0"/>
                        </a:spcAft>
                        <a:buNone/>
                      </a:pPr>
                      <a:r>
                        <a:rPr lang="es-ES" sz="1400" b="1" dirty="0">
                          <a:solidFill>
                            <a:srgbClr val="646464"/>
                          </a:solidFill>
                          <a:latin typeface="Ubuntu"/>
                          <a:ea typeface="Ubuntu"/>
                          <a:cs typeface="Ubuntu"/>
                          <a:sym typeface="Ubuntu"/>
                        </a:rPr>
                        <a:t>COMUNICACIONES EN LAS FASES DEL CAMBIO ORGANIZACIONAL</a:t>
                      </a:r>
                      <a:endParaRPr sz="1400" b="1" dirty="0">
                        <a:solidFill>
                          <a:srgbClr val="000000"/>
                        </a:solidFill>
                      </a:endParaRPr>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1"/>
        <p:cNvGrpSpPr/>
        <p:nvPr/>
      </p:nvGrpSpPr>
      <p:grpSpPr>
        <a:xfrm>
          <a:off x="0" y="0"/>
          <a:ext cx="0" cy="0"/>
          <a:chOff x="0" y="0"/>
          <a:chExt cx="0" cy="0"/>
        </a:xfrm>
      </p:grpSpPr>
      <p:sp>
        <p:nvSpPr>
          <p:cNvPr id="112" name="Google Shape;112;p5"/>
          <p:cNvSpPr txBox="1">
            <a:spLocks noGrp="1"/>
          </p:cNvSpPr>
          <p:nvPr>
            <p:ph type="title"/>
          </p:nvPr>
        </p:nvSpPr>
        <p:spPr>
          <a:xfrm>
            <a:off x="1566945" y="662320"/>
            <a:ext cx="5401558" cy="147439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1B1C6E"/>
              </a:buClr>
              <a:buSzPts val="3000"/>
              <a:buFont typeface="Tahoma"/>
              <a:buNone/>
            </a:pPr>
            <a:r>
              <a:rPr lang="es-ES" sz="3000" b="1" dirty="0">
                <a:solidFill>
                  <a:srgbClr val="1B1C6E"/>
                </a:solidFill>
                <a:latin typeface="Tahoma"/>
                <a:ea typeface="Tahoma"/>
                <a:cs typeface="Tahoma"/>
                <a:sym typeface="Tahoma"/>
              </a:rPr>
              <a:t>Unidad 1- C</a:t>
            </a:r>
            <a:r>
              <a:rPr lang="es-MX" sz="3000" b="1" dirty="0">
                <a:solidFill>
                  <a:srgbClr val="1B1C6E"/>
                </a:solidFill>
                <a:latin typeface="Tahoma"/>
                <a:ea typeface="Tahoma"/>
                <a:cs typeface="Tahoma"/>
                <a:sym typeface="Tahoma"/>
              </a:rPr>
              <a:t>AMBIO ORGANIZACIONAL:</a:t>
            </a:r>
            <a:br>
              <a:rPr lang="es-MX" sz="3000" b="1" dirty="0">
                <a:solidFill>
                  <a:srgbClr val="1B1C6E"/>
                </a:solidFill>
                <a:latin typeface="Tahoma"/>
                <a:ea typeface="Tahoma"/>
                <a:cs typeface="Tahoma"/>
                <a:sym typeface="Tahoma"/>
              </a:rPr>
            </a:br>
            <a:r>
              <a:rPr lang="es-MX" sz="3000" b="1" dirty="0">
                <a:solidFill>
                  <a:srgbClr val="1B1C6E"/>
                </a:solidFill>
                <a:latin typeface="Tahoma"/>
                <a:ea typeface="Tahoma"/>
                <a:cs typeface="Tahoma"/>
                <a:sym typeface="Tahoma"/>
              </a:rPr>
              <a:t>LIDERANDO LA TRANSFORMACIÓN</a:t>
            </a:r>
            <a:endParaRPr sz="3000" b="1" dirty="0">
              <a:solidFill>
                <a:srgbClr val="1B1C6E"/>
              </a:solidFill>
              <a:latin typeface="Tahoma"/>
              <a:ea typeface="Tahoma"/>
              <a:cs typeface="Tahoma"/>
              <a:sym typeface="Tahoma"/>
            </a:endParaRPr>
          </a:p>
        </p:txBody>
      </p:sp>
      <p:sp>
        <p:nvSpPr>
          <p:cNvPr id="113" name="Google Shape;113;p5"/>
          <p:cNvSpPr txBox="1"/>
          <p:nvPr/>
        </p:nvSpPr>
        <p:spPr>
          <a:xfrm>
            <a:off x="461127" y="2136710"/>
            <a:ext cx="5230091" cy="4351338"/>
          </a:xfrm>
          <a:prstGeom prst="rect">
            <a:avLst/>
          </a:prstGeom>
          <a:noFill/>
          <a:ln>
            <a:noFill/>
          </a:ln>
        </p:spPr>
        <p:txBody>
          <a:bodyPr spcFirstLastPara="1" wrap="square" lIns="91425" tIns="45700" rIns="91425" bIns="45700" anchor="t" anchorCtr="0">
            <a:normAutofit/>
          </a:bodyPr>
          <a:lstStyle/>
          <a:p>
            <a:pPr>
              <a:lnSpc>
                <a:spcPct val="115000"/>
              </a:lnSpc>
              <a:spcBef>
                <a:spcPts val="1200"/>
              </a:spcBef>
              <a:buClr>
                <a:schemeClr val="dk1"/>
              </a:buClr>
              <a:buSzPts val="1100"/>
            </a:pPr>
            <a:r>
              <a:rPr lang="en-US" sz="1600" dirty="0">
                <a:solidFill>
                  <a:srgbClr val="646464"/>
                </a:solidFill>
                <a:latin typeface="Ubuntu"/>
              </a:rPr>
              <a:t>El </a:t>
            </a:r>
            <a:r>
              <a:rPr lang="en-US" sz="1600" dirty="0" err="1">
                <a:solidFill>
                  <a:srgbClr val="646464"/>
                </a:solidFill>
                <a:latin typeface="Ubuntu"/>
              </a:rPr>
              <a:t>cambio</a:t>
            </a:r>
            <a:r>
              <a:rPr lang="en-US" sz="1600" dirty="0">
                <a:solidFill>
                  <a:srgbClr val="646464"/>
                </a:solidFill>
                <a:latin typeface="Ubuntu"/>
              </a:rPr>
              <a:t> </a:t>
            </a:r>
            <a:r>
              <a:rPr lang="en-US" sz="1600" dirty="0" err="1">
                <a:solidFill>
                  <a:srgbClr val="646464"/>
                </a:solidFill>
                <a:latin typeface="Ubuntu"/>
              </a:rPr>
              <a:t>organizacional</a:t>
            </a:r>
            <a:r>
              <a:rPr lang="en-US" sz="1600" dirty="0">
                <a:solidFill>
                  <a:srgbClr val="646464"/>
                </a:solidFill>
                <a:latin typeface="Ubuntu"/>
              </a:rPr>
              <a:t> es un </a:t>
            </a:r>
            <a:r>
              <a:rPr lang="en-US" sz="1600" dirty="0" err="1">
                <a:solidFill>
                  <a:srgbClr val="646464"/>
                </a:solidFill>
                <a:latin typeface="Ubuntu"/>
              </a:rPr>
              <a:t>proceso</a:t>
            </a:r>
            <a:r>
              <a:rPr lang="en-US" sz="1600" dirty="0">
                <a:solidFill>
                  <a:srgbClr val="646464"/>
                </a:solidFill>
                <a:latin typeface="Ubuntu"/>
              </a:rPr>
              <a:t> crucial para </a:t>
            </a:r>
            <a:r>
              <a:rPr lang="en-US" sz="1600" dirty="0" err="1">
                <a:solidFill>
                  <a:srgbClr val="646464"/>
                </a:solidFill>
                <a:latin typeface="Ubuntu"/>
              </a:rPr>
              <a:t>que</a:t>
            </a:r>
            <a:r>
              <a:rPr lang="en-US" sz="1600" dirty="0">
                <a:solidFill>
                  <a:srgbClr val="646464"/>
                </a:solidFill>
                <a:latin typeface="Ubuntu"/>
              </a:rPr>
              <a:t> las </a:t>
            </a:r>
            <a:r>
              <a:rPr lang="en-US" sz="1600" dirty="0" err="1">
                <a:solidFill>
                  <a:srgbClr val="646464"/>
                </a:solidFill>
                <a:latin typeface="Ubuntu"/>
              </a:rPr>
              <a:t>empresas</a:t>
            </a:r>
            <a:r>
              <a:rPr lang="en-US" sz="1600" dirty="0">
                <a:solidFill>
                  <a:srgbClr val="646464"/>
                </a:solidFill>
                <a:latin typeface="Ubuntu"/>
              </a:rPr>
              <a:t> se </a:t>
            </a:r>
            <a:r>
              <a:rPr lang="en-US" sz="1600" dirty="0" err="1">
                <a:solidFill>
                  <a:srgbClr val="646464"/>
                </a:solidFill>
                <a:latin typeface="Ubuntu"/>
              </a:rPr>
              <a:t>adapten</a:t>
            </a:r>
            <a:r>
              <a:rPr lang="en-US" sz="1600" dirty="0">
                <a:solidFill>
                  <a:srgbClr val="646464"/>
                </a:solidFill>
                <a:latin typeface="Ubuntu"/>
              </a:rPr>
              <a:t> y </a:t>
            </a:r>
            <a:r>
              <a:rPr lang="en-US" sz="1600" dirty="0" err="1">
                <a:solidFill>
                  <a:srgbClr val="646464"/>
                </a:solidFill>
                <a:latin typeface="Ubuntu"/>
              </a:rPr>
              <a:t>prosperen</a:t>
            </a:r>
            <a:r>
              <a:rPr lang="en-US" sz="1600" dirty="0">
                <a:solidFill>
                  <a:srgbClr val="646464"/>
                </a:solidFill>
                <a:latin typeface="Ubuntu"/>
              </a:rPr>
              <a:t> </a:t>
            </a:r>
            <a:r>
              <a:rPr lang="en-US" sz="1600" dirty="0" err="1">
                <a:solidFill>
                  <a:srgbClr val="646464"/>
                </a:solidFill>
                <a:latin typeface="Ubuntu"/>
              </a:rPr>
              <a:t>en</a:t>
            </a:r>
            <a:r>
              <a:rPr lang="en-US" sz="1600" dirty="0">
                <a:solidFill>
                  <a:srgbClr val="646464"/>
                </a:solidFill>
                <a:latin typeface="Ubuntu"/>
              </a:rPr>
              <a:t> un </a:t>
            </a:r>
            <a:r>
              <a:rPr lang="en-US" sz="1600" dirty="0" err="1">
                <a:solidFill>
                  <a:srgbClr val="646464"/>
                </a:solidFill>
                <a:latin typeface="Ubuntu"/>
              </a:rPr>
              <a:t>entorno</a:t>
            </a:r>
            <a:r>
              <a:rPr lang="en-US" sz="1600" dirty="0">
                <a:solidFill>
                  <a:srgbClr val="646464"/>
                </a:solidFill>
                <a:latin typeface="Ubuntu"/>
              </a:rPr>
              <a:t> </a:t>
            </a:r>
            <a:r>
              <a:rPr lang="en-US" sz="1600" dirty="0" err="1">
                <a:solidFill>
                  <a:srgbClr val="646464"/>
                </a:solidFill>
                <a:latin typeface="Ubuntu"/>
              </a:rPr>
              <a:t>en</a:t>
            </a:r>
            <a:r>
              <a:rPr lang="en-US" sz="1600" dirty="0">
                <a:solidFill>
                  <a:srgbClr val="646464"/>
                </a:solidFill>
                <a:latin typeface="Ubuntu"/>
              </a:rPr>
              <a:t> </a:t>
            </a:r>
            <a:r>
              <a:rPr lang="en-US" sz="1600" dirty="0" err="1">
                <a:solidFill>
                  <a:srgbClr val="646464"/>
                </a:solidFill>
                <a:latin typeface="Ubuntu"/>
              </a:rPr>
              <a:t>constante</a:t>
            </a:r>
            <a:r>
              <a:rPr lang="en-US" sz="1600" dirty="0">
                <a:solidFill>
                  <a:srgbClr val="646464"/>
                </a:solidFill>
                <a:latin typeface="Ubuntu"/>
              </a:rPr>
              <a:t> </a:t>
            </a:r>
            <a:r>
              <a:rPr lang="en-US" sz="1600" dirty="0" err="1">
                <a:solidFill>
                  <a:srgbClr val="646464"/>
                </a:solidFill>
                <a:latin typeface="Ubuntu"/>
              </a:rPr>
              <a:t>evolución</a:t>
            </a:r>
            <a:r>
              <a:rPr lang="en-US" sz="1600" dirty="0">
                <a:solidFill>
                  <a:srgbClr val="646464"/>
                </a:solidFill>
                <a:latin typeface="Ubuntu"/>
              </a:rPr>
              <a:t>.</a:t>
            </a:r>
          </a:p>
          <a:p>
            <a:pPr>
              <a:lnSpc>
                <a:spcPct val="115000"/>
              </a:lnSpc>
              <a:spcBef>
                <a:spcPts val="1200"/>
              </a:spcBef>
              <a:buClr>
                <a:schemeClr val="dk1"/>
              </a:buClr>
              <a:buSzPts val="1100"/>
            </a:pPr>
            <a:endParaRPr lang="en-US" sz="1600" dirty="0">
              <a:solidFill>
                <a:srgbClr val="646464"/>
              </a:solidFill>
              <a:latin typeface="Ubuntu"/>
            </a:endParaRPr>
          </a:p>
          <a:p>
            <a:pPr>
              <a:lnSpc>
                <a:spcPct val="115000"/>
              </a:lnSpc>
              <a:spcBef>
                <a:spcPts val="1200"/>
              </a:spcBef>
              <a:buClr>
                <a:schemeClr val="dk1"/>
              </a:buClr>
              <a:buSzPts val="1100"/>
            </a:pPr>
            <a:r>
              <a:rPr lang="en-US" sz="1600" dirty="0" err="1">
                <a:solidFill>
                  <a:srgbClr val="646464"/>
                </a:solidFill>
                <a:latin typeface="Ubuntu"/>
              </a:rPr>
              <a:t>Requiere</a:t>
            </a:r>
            <a:r>
              <a:rPr lang="en-US" sz="1600" dirty="0">
                <a:solidFill>
                  <a:srgbClr val="646464"/>
                </a:solidFill>
                <a:latin typeface="Ubuntu"/>
              </a:rPr>
              <a:t> </a:t>
            </a:r>
            <a:r>
              <a:rPr lang="en-US" sz="1600" dirty="0" err="1">
                <a:solidFill>
                  <a:srgbClr val="646464"/>
                </a:solidFill>
                <a:latin typeface="Ubuntu"/>
              </a:rPr>
              <a:t>liderazgo</a:t>
            </a:r>
            <a:r>
              <a:rPr lang="en-US" sz="1600" dirty="0">
                <a:solidFill>
                  <a:srgbClr val="646464"/>
                </a:solidFill>
                <a:latin typeface="Ubuntu"/>
              </a:rPr>
              <a:t> </a:t>
            </a:r>
            <a:r>
              <a:rPr lang="en-US" sz="1600" dirty="0" err="1">
                <a:solidFill>
                  <a:srgbClr val="646464"/>
                </a:solidFill>
                <a:latin typeface="Ubuntu"/>
              </a:rPr>
              <a:t>estratégico</a:t>
            </a:r>
            <a:r>
              <a:rPr lang="en-US" sz="1600" dirty="0">
                <a:solidFill>
                  <a:srgbClr val="646464"/>
                </a:solidFill>
                <a:latin typeface="Ubuntu"/>
              </a:rPr>
              <a:t> y </a:t>
            </a:r>
            <a:r>
              <a:rPr lang="en-US" sz="1600" dirty="0" err="1">
                <a:solidFill>
                  <a:srgbClr val="646464"/>
                </a:solidFill>
                <a:latin typeface="Ubuntu"/>
              </a:rPr>
              <a:t>una</a:t>
            </a:r>
            <a:r>
              <a:rPr lang="en-US" sz="1600" dirty="0">
                <a:solidFill>
                  <a:srgbClr val="646464"/>
                </a:solidFill>
                <a:latin typeface="Ubuntu"/>
              </a:rPr>
              <a:t> </a:t>
            </a:r>
            <a:r>
              <a:rPr lang="en-US" sz="1600" dirty="0" err="1">
                <a:solidFill>
                  <a:srgbClr val="646464"/>
                </a:solidFill>
                <a:latin typeface="Ubuntu"/>
              </a:rPr>
              <a:t>visión</a:t>
            </a:r>
            <a:r>
              <a:rPr lang="en-US" sz="1600" dirty="0">
                <a:solidFill>
                  <a:srgbClr val="646464"/>
                </a:solidFill>
                <a:latin typeface="Ubuntu"/>
              </a:rPr>
              <a:t> </a:t>
            </a:r>
            <a:r>
              <a:rPr lang="en-US" sz="1600" dirty="0" err="1">
                <a:solidFill>
                  <a:srgbClr val="646464"/>
                </a:solidFill>
                <a:latin typeface="Ubuntu"/>
              </a:rPr>
              <a:t>clara</a:t>
            </a:r>
            <a:r>
              <a:rPr lang="en-US" sz="1600" dirty="0">
                <a:solidFill>
                  <a:srgbClr val="646464"/>
                </a:solidFill>
                <a:latin typeface="Ubuntu"/>
              </a:rPr>
              <a:t> para </a:t>
            </a:r>
            <a:r>
              <a:rPr lang="en-US" sz="1600" dirty="0" err="1">
                <a:solidFill>
                  <a:srgbClr val="646464"/>
                </a:solidFill>
                <a:latin typeface="Ubuntu"/>
              </a:rPr>
              <a:t>guiar</a:t>
            </a:r>
            <a:r>
              <a:rPr lang="en-US" sz="1600" dirty="0">
                <a:solidFill>
                  <a:srgbClr val="646464"/>
                </a:solidFill>
                <a:latin typeface="Ubuntu"/>
              </a:rPr>
              <a:t> a la </a:t>
            </a:r>
            <a:r>
              <a:rPr lang="en-US" sz="1600" dirty="0" err="1">
                <a:solidFill>
                  <a:srgbClr val="646464"/>
                </a:solidFill>
                <a:latin typeface="Ubuntu"/>
              </a:rPr>
              <a:t>organización</a:t>
            </a:r>
            <a:r>
              <a:rPr lang="en-US" sz="1600" dirty="0">
                <a:solidFill>
                  <a:srgbClr val="646464"/>
                </a:solidFill>
                <a:latin typeface="Ubuntu"/>
              </a:rPr>
              <a:t> a </a:t>
            </a:r>
            <a:r>
              <a:rPr lang="en-US" sz="1600" dirty="0" err="1">
                <a:solidFill>
                  <a:srgbClr val="646464"/>
                </a:solidFill>
                <a:latin typeface="Ubuntu"/>
              </a:rPr>
              <a:t>través</a:t>
            </a:r>
            <a:r>
              <a:rPr lang="en-US" sz="1600" dirty="0">
                <a:solidFill>
                  <a:srgbClr val="646464"/>
                </a:solidFill>
                <a:latin typeface="Ubuntu"/>
              </a:rPr>
              <a:t> de la </a:t>
            </a:r>
            <a:r>
              <a:rPr lang="en-US" sz="1600" dirty="0" err="1">
                <a:solidFill>
                  <a:srgbClr val="646464"/>
                </a:solidFill>
                <a:latin typeface="Ubuntu"/>
              </a:rPr>
              <a:t>transformación</a:t>
            </a:r>
            <a:endParaRPr sz="1600" dirty="0">
              <a:solidFill>
                <a:srgbClr val="646464"/>
              </a:solidFill>
              <a:latin typeface="Ubuntu"/>
              <a:sym typeface="Ubuntu"/>
            </a:endParaRPr>
          </a:p>
        </p:txBody>
      </p:sp>
      <p:pic>
        <p:nvPicPr>
          <p:cNvPr id="1028" name="Picture 4" descr="La mitad de los universitarios no conocen la teoría de la evolución de  Darwin">
            <a:extLst>
              <a:ext uri="{FF2B5EF4-FFF2-40B4-BE49-F238E27FC236}">
                <a16:creationId xmlns:a16="http://schemas.microsoft.com/office/drawing/2014/main" id="{46F20DEE-D5B8-174A-73E2-3BDC63F44B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1118" y="1566615"/>
            <a:ext cx="5401559" cy="3038377"/>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35F42686-4C48-F195-A213-D82AF320CC1D}"/>
              </a:ext>
            </a:extLst>
          </p:cNvPr>
          <p:cNvSpPr/>
          <p:nvPr/>
        </p:nvSpPr>
        <p:spPr>
          <a:xfrm>
            <a:off x="0" y="0"/>
            <a:ext cx="1566945" cy="19293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19"/>
        <p:cNvGrpSpPr/>
        <p:nvPr/>
      </p:nvGrpSpPr>
      <p:grpSpPr>
        <a:xfrm>
          <a:off x="0" y="0"/>
          <a:ext cx="0" cy="0"/>
          <a:chOff x="0" y="0"/>
          <a:chExt cx="0" cy="0"/>
        </a:xfrm>
      </p:grpSpPr>
      <p:sp>
        <p:nvSpPr>
          <p:cNvPr id="121" name="Google Shape;121;p6"/>
          <p:cNvSpPr txBox="1">
            <a:spLocks noGrp="1"/>
          </p:cNvSpPr>
          <p:nvPr>
            <p:ph type="title"/>
          </p:nvPr>
        </p:nvSpPr>
        <p:spPr>
          <a:xfrm>
            <a:off x="1727201" y="365126"/>
            <a:ext cx="4789978" cy="91503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ts val="3000"/>
              <a:buFont typeface="Tahoma"/>
              <a:buNone/>
            </a:pPr>
            <a:r>
              <a:rPr lang="es-ES" sz="3000" b="1" dirty="0">
                <a:solidFill>
                  <a:srgbClr val="1B1C6E"/>
                </a:solidFill>
                <a:latin typeface="Tahoma"/>
                <a:ea typeface="Tahoma"/>
                <a:cs typeface="Tahoma"/>
                <a:sym typeface="Tahoma"/>
              </a:rPr>
              <a:t>¿ Qué es el cambio organizacional? </a:t>
            </a:r>
            <a:endParaRPr sz="3000" b="1" dirty="0">
              <a:solidFill>
                <a:srgbClr val="1B1C6E"/>
              </a:solidFill>
              <a:latin typeface="Tahoma"/>
              <a:ea typeface="Tahoma"/>
              <a:cs typeface="Tahoma"/>
              <a:sym typeface="Tahoma"/>
            </a:endParaRPr>
          </a:p>
        </p:txBody>
      </p:sp>
      <p:sp>
        <p:nvSpPr>
          <p:cNvPr id="122" name="Google Shape;122;p6"/>
          <p:cNvSpPr txBox="1"/>
          <p:nvPr/>
        </p:nvSpPr>
        <p:spPr>
          <a:xfrm>
            <a:off x="838200" y="1825625"/>
            <a:ext cx="5230091" cy="3818717"/>
          </a:xfrm>
          <a:prstGeom prst="rect">
            <a:avLst/>
          </a:prstGeom>
          <a:noFill/>
          <a:ln>
            <a:noFill/>
          </a:ln>
        </p:spPr>
        <p:txBody>
          <a:bodyPr spcFirstLastPara="1" wrap="square" lIns="91425" tIns="45700" rIns="91425" bIns="45700" anchor="t" anchorCtr="0">
            <a:noAutofit/>
          </a:bodyPr>
          <a:lstStyle/>
          <a:p>
            <a:r>
              <a:rPr lang="es-MX" sz="1600" b="1" dirty="0">
                <a:solidFill>
                  <a:srgbClr val="646464"/>
                </a:solidFill>
                <a:latin typeface="Ubuntu"/>
              </a:rPr>
              <a:t>Adaptación al Cambio: </a:t>
            </a:r>
            <a:r>
              <a:rPr lang="es-MX" sz="1600" dirty="0">
                <a:solidFill>
                  <a:srgbClr val="646464"/>
                </a:solidFill>
                <a:latin typeface="Ubuntu"/>
              </a:rPr>
              <a:t>El Instinto de Supervivencia</a:t>
            </a:r>
          </a:p>
          <a:p>
            <a:endParaRPr lang="es-MX" sz="1600" dirty="0">
              <a:solidFill>
                <a:srgbClr val="646464"/>
              </a:solidFill>
              <a:latin typeface="Ubuntu"/>
            </a:endParaRPr>
          </a:p>
          <a:p>
            <a:r>
              <a:rPr lang="es-MX" sz="1600" dirty="0">
                <a:solidFill>
                  <a:srgbClr val="646464"/>
                </a:solidFill>
                <a:latin typeface="Ubuntu"/>
              </a:rPr>
              <a:t>Desde la psicología organizacional, la adaptación es la respuesta a una presión externa. No se trata de cambiar porque "queremos", sino porque el entorno (mercado, tecnología, regulaciones) ha mutado. Es un proceso de homeostasis proactiva</a:t>
            </a:r>
          </a:p>
          <a:p>
            <a:endParaRPr lang="es-MX" sz="1600" dirty="0">
              <a:solidFill>
                <a:srgbClr val="646464"/>
              </a:solidFill>
              <a:latin typeface="Ubuntu"/>
            </a:endParaRPr>
          </a:p>
          <a:p>
            <a:r>
              <a:rPr lang="es-MX" sz="1600" b="1" dirty="0">
                <a:solidFill>
                  <a:srgbClr val="646464"/>
                </a:solidFill>
                <a:latin typeface="Ubuntu"/>
              </a:rPr>
              <a:t>Mejora Continua: </a:t>
            </a:r>
            <a:r>
              <a:rPr lang="es-MX" sz="1600" dirty="0">
                <a:solidFill>
                  <a:srgbClr val="646464"/>
                </a:solidFill>
                <a:latin typeface="Ubuntu"/>
              </a:rPr>
              <a:t>La Disciplina de la Evolución</a:t>
            </a:r>
          </a:p>
          <a:p>
            <a:r>
              <a:rPr lang="es-MX" sz="1600" dirty="0">
                <a:solidFill>
                  <a:srgbClr val="646464"/>
                </a:solidFill>
                <a:latin typeface="Ubuntu"/>
              </a:rPr>
              <a:t>Basada en filosofías como el Kaizen, la mejora continua es el cambio incremental. Es la búsqueda constante de la eficiencia en los procesos actuales. Si la adaptación es "sobrevivir a la tormenta", la mejora continua es "pulir el barco todos los días para que navegue mejor".</a:t>
            </a:r>
          </a:p>
          <a:p>
            <a:endParaRPr lang="es-MX" sz="1600" dirty="0"/>
          </a:p>
          <a:p>
            <a:pPr marL="0" marR="0" lvl="0" indent="0" algn="l" rtl="0">
              <a:lnSpc>
                <a:spcPct val="100000"/>
              </a:lnSpc>
              <a:spcBef>
                <a:spcPts val="1200"/>
              </a:spcBef>
              <a:spcAft>
                <a:spcPts val="0"/>
              </a:spcAft>
              <a:buClr>
                <a:srgbClr val="646464"/>
              </a:buClr>
              <a:buSzPts val="1600"/>
              <a:buFont typeface="Arial"/>
              <a:buNone/>
            </a:pPr>
            <a:endParaRPr sz="1600" dirty="0">
              <a:solidFill>
                <a:srgbClr val="646464"/>
              </a:solidFill>
              <a:latin typeface="Ubuntu"/>
              <a:ea typeface="Ubuntu"/>
              <a:cs typeface="Ubuntu"/>
              <a:sym typeface="Ubuntu"/>
            </a:endParaRPr>
          </a:p>
        </p:txBody>
      </p:sp>
      <p:sp>
        <p:nvSpPr>
          <p:cNvPr id="4" name="Google Shape;122;p6">
            <a:extLst>
              <a:ext uri="{FF2B5EF4-FFF2-40B4-BE49-F238E27FC236}">
                <a16:creationId xmlns:a16="http://schemas.microsoft.com/office/drawing/2014/main" id="{C8641916-2129-740B-DBE5-55BD12F3901E}"/>
              </a:ext>
            </a:extLst>
          </p:cNvPr>
          <p:cNvSpPr txBox="1"/>
          <p:nvPr/>
        </p:nvSpPr>
        <p:spPr>
          <a:xfrm>
            <a:off x="6517179" y="1825624"/>
            <a:ext cx="5230091" cy="3818717"/>
          </a:xfrm>
          <a:prstGeom prst="rect">
            <a:avLst/>
          </a:prstGeom>
          <a:noFill/>
          <a:ln>
            <a:noFill/>
          </a:ln>
        </p:spPr>
        <p:txBody>
          <a:bodyPr spcFirstLastPara="1" wrap="square" lIns="91425" tIns="45700" rIns="91425" bIns="45700" anchor="t" anchorCtr="0">
            <a:noAutofit/>
          </a:bodyPr>
          <a:lstStyle/>
          <a:p>
            <a:r>
              <a:rPr lang="es-MX" sz="1600" b="1" dirty="0">
                <a:solidFill>
                  <a:srgbClr val="646464"/>
                </a:solidFill>
                <a:latin typeface="Ubuntu"/>
              </a:rPr>
              <a:t>Innovación:</a:t>
            </a:r>
          </a:p>
          <a:p>
            <a:endParaRPr lang="es-MX" sz="1600" dirty="0">
              <a:solidFill>
                <a:srgbClr val="646464"/>
              </a:solidFill>
              <a:latin typeface="Ubuntu"/>
            </a:endParaRPr>
          </a:p>
          <a:p>
            <a:r>
              <a:rPr lang="es-MX" sz="1600" dirty="0">
                <a:solidFill>
                  <a:srgbClr val="646464"/>
                </a:solidFill>
                <a:latin typeface="Ubuntu"/>
              </a:rPr>
              <a:t>Mientras que la mejora continua pule lo que ya existe, la innovación lo rompe para crear algo superior. Es un cambio disruptivo. Requiere una cultura que tolere el error y fomente el pensamiento divergente.</a:t>
            </a:r>
          </a:p>
          <a:p>
            <a:endParaRPr lang="es-MX" sz="1600" dirty="0">
              <a:solidFill>
                <a:srgbClr val="646464"/>
              </a:solidFill>
              <a:latin typeface="Ubuntu"/>
            </a:endParaRPr>
          </a:p>
          <a:p>
            <a:r>
              <a:rPr lang="es-MX" sz="1600" b="1" dirty="0">
                <a:solidFill>
                  <a:srgbClr val="646464"/>
                </a:solidFill>
                <a:latin typeface="Ubuntu"/>
              </a:rPr>
              <a:t>La innovación es la herramienta específica del espíritu empresarial... pero el cambio es inevitable. La prueba de una organización no es su capacidad de sobrevivir al cambio, sino su capacidad de liderarlo a través de la innovación constante."</a:t>
            </a:r>
          </a:p>
          <a:p>
            <a:r>
              <a:rPr lang="es-MX" sz="1600" b="1" dirty="0">
                <a:solidFill>
                  <a:srgbClr val="646464"/>
                </a:solidFill>
                <a:latin typeface="Ubuntu"/>
              </a:rPr>
              <a:t>— Peter Drucker</a:t>
            </a:r>
          </a:p>
          <a:p>
            <a:endParaRPr lang="es-MX" sz="1600" dirty="0">
              <a:solidFill>
                <a:srgbClr val="646464"/>
              </a:solidFill>
              <a:latin typeface="Ubuntu"/>
            </a:endParaRPr>
          </a:p>
          <a:p>
            <a:endParaRPr lang="es-MX" sz="1600" dirty="0"/>
          </a:p>
          <a:p>
            <a:pPr marL="0" marR="0" lvl="0" indent="0" algn="l" rtl="0">
              <a:lnSpc>
                <a:spcPct val="100000"/>
              </a:lnSpc>
              <a:spcBef>
                <a:spcPts val="1200"/>
              </a:spcBef>
              <a:spcAft>
                <a:spcPts val="0"/>
              </a:spcAft>
              <a:buClr>
                <a:srgbClr val="646464"/>
              </a:buClr>
              <a:buSzPts val="1600"/>
              <a:buFont typeface="Arial"/>
              <a:buNone/>
            </a:pPr>
            <a:endParaRPr sz="1600" dirty="0">
              <a:solidFill>
                <a:srgbClr val="646464"/>
              </a:solidFill>
              <a:latin typeface="Ubuntu"/>
              <a:ea typeface="Ubuntu"/>
              <a:cs typeface="Ubuntu"/>
              <a:sym typeface="Ubuntu"/>
            </a:endParaRPr>
          </a:p>
        </p:txBody>
      </p:sp>
      <p:sp>
        <p:nvSpPr>
          <p:cNvPr id="2" name="Rectángulo 1">
            <a:extLst>
              <a:ext uri="{FF2B5EF4-FFF2-40B4-BE49-F238E27FC236}">
                <a16:creationId xmlns:a16="http://schemas.microsoft.com/office/drawing/2014/main" id="{3B22DCFB-4065-004B-AAAD-826DF458A799}"/>
              </a:ext>
            </a:extLst>
          </p:cNvPr>
          <p:cNvSpPr/>
          <p:nvPr/>
        </p:nvSpPr>
        <p:spPr>
          <a:xfrm>
            <a:off x="0" y="0"/>
            <a:ext cx="1566945" cy="19293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p:cNvGrpSpPr/>
        <p:nvPr/>
      </p:nvGrpSpPr>
      <p:grpSpPr>
        <a:xfrm>
          <a:off x="0" y="0"/>
          <a:ext cx="0" cy="0"/>
          <a:chOff x="0" y="0"/>
          <a:chExt cx="0" cy="0"/>
        </a:xfrm>
      </p:grpSpPr>
      <p:pic>
        <p:nvPicPr>
          <p:cNvPr id="128" name="Google Shape;128;p7"/>
          <p:cNvPicPr preferRelativeResize="0"/>
          <p:nvPr/>
        </p:nvPicPr>
        <p:blipFill rotWithShape="1">
          <a:blip r:embed="rId3">
            <a:alphaModFix/>
          </a:blip>
          <a:srcRect/>
          <a:stretch/>
        </p:blipFill>
        <p:spPr>
          <a:xfrm>
            <a:off x="0" y="338478"/>
            <a:ext cx="1463040" cy="1162929"/>
          </a:xfrm>
          <a:prstGeom prst="rect">
            <a:avLst/>
          </a:prstGeom>
          <a:noFill/>
          <a:ln>
            <a:noFill/>
          </a:ln>
        </p:spPr>
      </p:pic>
      <p:sp>
        <p:nvSpPr>
          <p:cNvPr id="129" name="Google Shape;129;p7"/>
          <p:cNvSpPr txBox="1">
            <a:spLocks noGrp="1"/>
          </p:cNvSpPr>
          <p:nvPr>
            <p:ph type="title"/>
          </p:nvPr>
        </p:nvSpPr>
        <p:spPr>
          <a:xfrm>
            <a:off x="1727199" y="365125"/>
            <a:ext cx="7753200" cy="9150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ts val="3000"/>
              <a:buFont typeface="Tahoma"/>
              <a:buNone/>
            </a:pPr>
            <a:r>
              <a:rPr lang="es-ES" sz="3000" b="1" dirty="0">
                <a:solidFill>
                  <a:srgbClr val="1B1C6E"/>
                </a:solidFill>
                <a:latin typeface="Tahoma"/>
                <a:ea typeface="Tahoma"/>
                <a:cs typeface="Tahoma"/>
                <a:sym typeface="Tahoma"/>
              </a:rPr>
              <a:t>TIPOS DE CAMBIOS ORGANIZACIONALES</a:t>
            </a:r>
            <a:endParaRPr sz="3000" b="1" dirty="0">
              <a:solidFill>
                <a:srgbClr val="1B1C6E"/>
              </a:solidFill>
              <a:latin typeface="Tahoma"/>
              <a:ea typeface="Tahoma"/>
              <a:cs typeface="Tahoma"/>
              <a:sym typeface="Tahoma"/>
            </a:endParaRPr>
          </a:p>
        </p:txBody>
      </p:sp>
      <p:sp>
        <p:nvSpPr>
          <p:cNvPr id="130" name="Google Shape;130;p7"/>
          <p:cNvSpPr txBox="1"/>
          <p:nvPr/>
        </p:nvSpPr>
        <p:spPr>
          <a:xfrm>
            <a:off x="329816" y="1818588"/>
            <a:ext cx="3490396" cy="4782300"/>
          </a:xfrm>
          <a:prstGeom prst="rect">
            <a:avLst/>
          </a:prstGeom>
          <a:noFill/>
          <a:ln>
            <a:noFill/>
          </a:ln>
        </p:spPr>
        <p:txBody>
          <a:bodyPr spcFirstLastPara="1" wrap="square" lIns="91425" tIns="91425" rIns="91425" bIns="91425" anchor="t" anchorCtr="0">
            <a:noAutofit/>
          </a:bodyPr>
          <a:lstStyle/>
          <a:p>
            <a:pPr marL="0" lvl="0" indent="0">
              <a:lnSpc>
                <a:spcPct val="115000"/>
              </a:lnSpc>
              <a:buClr>
                <a:schemeClr val="dk1"/>
              </a:buClr>
              <a:buSzPts val="1100"/>
              <a:buFont typeface="Arial"/>
              <a:buNone/>
            </a:pPr>
            <a:r>
              <a:rPr lang="es-CO" b="1" dirty="0">
                <a:solidFill>
                  <a:schemeClr val="accent5"/>
                </a:solidFill>
                <a:latin typeface="Ubuntu"/>
                <a:sym typeface="Ubuntu"/>
              </a:rPr>
              <a:t>ESTRATEGICO</a:t>
            </a:r>
          </a:p>
          <a:p>
            <a:pPr marL="0" lvl="0" indent="0" algn="l" rtl="0">
              <a:lnSpc>
                <a:spcPct val="115000"/>
              </a:lnSpc>
              <a:spcBef>
                <a:spcPts val="0"/>
              </a:spcBef>
              <a:spcAft>
                <a:spcPts val="0"/>
              </a:spcAft>
              <a:buClr>
                <a:schemeClr val="dk1"/>
              </a:buClr>
              <a:buSzPts val="1100"/>
              <a:buFont typeface="Arial"/>
              <a:buNone/>
            </a:pPr>
            <a:endParaRPr lang="es-CO" sz="1600" b="1" dirty="0">
              <a:solidFill>
                <a:srgbClr val="646464"/>
              </a:solidFill>
              <a:latin typeface="Ubuntu"/>
              <a:sym typeface="Ubuntu"/>
            </a:endParaRPr>
          </a:p>
          <a:p>
            <a:pPr lvl="0" algn="just">
              <a:lnSpc>
                <a:spcPct val="115000"/>
              </a:lnSpc>
              <a:buClr>
                <a:schemeClr val="dk1"/>
              </a:buClr>
              <a:buSzPts val="1100"/>
            </a:pPr>
            <a:r>
              <a:rPr lang="es-MX" dirty="0">
                <a:solidFill>
                  <a:srgbClr val="646464"/>
                </a:solidFill>
                <a:latin typeface="Ubuntu"/>
              </a:rPr>
              <a:t>Este tipo de cambio afecta la misión, la visión y el modelo de negocio. Se trata de hacia dónde va la organización.</a:t>
            </a:r>
          </a:p>
          <a:p>
            <a:pPr lvl="0" algn="just">
              <a:lnSpc>
                <a:spcPct val="115000"/>
              </a:lnSpc>
              <a:buClr>
                <a:schemeClr val="dk1"/>
              </a:buClr>
              <a:buSzPts val="1100"/>
            </a:pPr>
            <a:endParaRPr lang="es-MX" dirty="0">
              <a:solidFill>
                <a:srgbClr val="646464"/>
              </a:solidFill>
              <a:latin typeface="Ubuntu"/>
            </a:endParaRPr>
          </a:p>
          <a:p>
            <a:pPr algn="just"/>
            <a:r>
              <a:rPr lang="es-MX" dirty="0">
                <a:solidFill>
                  <a:srgbClr val="646464"/>
                </a:solidFill>
                <a:latin typeface="Ubuntu"/>
              </a:rPr>
              <a:t>Porter sostiene que el cambio estratégico es una redefinición del posicionamiento de la empresa frente a sus competidores. En la actualidad, esto implica mover el modelo de negocio hacia la sostenibilidad y la economía circular para no perder relevancia en el mercado.</a:t>
            </a:r>
          </a:p>
          <a:p>
            <a:pPr lvl="0">
              <a:lnSpc>
                <a:spcPct val="115000"/>
              </a:lnSpc>
              <a:buClr>
                <a:schemeClr val="dk1"/>
              </a:buClr>
              <a:buSzPts val="1100"/>
            </a:pPr>
            <a:endParaRPr sz="1100" b="1" dirty="0">
              <a:solidFill>
                <a:schemeClr val="dk1"/>
              </a:solidFill>
            </a:endParaRPr>
          </a:p>
          <a:p>
            <a:pPr marL="0" lvl="0" indent="0" algn="l" rtl="0">
              <a:spcBef>
                <a:spcPts val="1200"/>
              </a:spcBef>
              <a:spcAft>
                <a:spcPts val="0"/>
              </a:spcAft>
              <a:buNone/>
            </a:pPr>
            <a:endParaRPr sz="2800" dirty="0">
              <a:solidFill>
                <a:schemeClr val="dk1"/>
              </a:solidFill>
              <a:latin typeface="Calibri"/>
              <a:ea typeface="Calibri"/>
              <a:cs typeface="Calibri"/>
              <a:sym typeface="Calibri"/>
            </a:endParaRPr>
          </a:p>
        </p:txBody>
      </p:sp>
      <p:sp>
        <p:nvSpPr>
          <p:cNvPr id="3" name="CuadroTexto 2">
            <a:extLst>
              <a:ext uri="{FF2B5EF4-FFF2-40B4-BE49-F238E27FC236}">
                <a16:creationId xmlns:a16="http://schemas.microsoft.com/office/drawing/2014/main" id="{86661379-DF05-524F-6245-544A2F50D119}"/>
              </a:ext>
            </a:extLst>
          </p:cNvPr>
          <p:cNvSpPr txBox="1"/>
          <p:nvPr/>
        </p:nvSpPr>
        <p:spPr>
          <a:xfrm>
            <a:off x="4115541" y="1818588"/>
            <a:ext cx="3341060" cy="3786806"/>
          </a:xfrm>
          <a:prstGeom prst="rect">
            <a:avLst/>
          </a:prstGeom>
          <a:noFill/>
        </p:spPr>
        <p:txBody>
          <a:bodyPr wrap="square">
            <a:spAutoFit/>
          </a:bodyPr>
          <a:lstStyle/>
          <a:p>
            <a:pPr>
              <a:lnSpc>
                <a:spcPct val="115000"/>
              </a:lnSpc>
              <a:buClr>
                <a:schemeClr val="dk1"/>
              </a:buClr>
              <a:buSzPts val="1100"/>
            </a:pPr>
            <a:r>
              <a:rPr lang="es-CO" b="1" dirty="0">
                <a:solidFill>
                  <a:schemeClr val="accent5"/>
                </a:solidFill>
                <a:latin typeface="Ubuntu"/>
                <a:sym typeface="Ubuntu"/>
              </a:rPr>
              <a:t>ESTRUCTURAL</a:t>
            </a:r>
          </a:p>
          <a:p>
            <a:pPr marL="0" lvl="0" indent="0" algn="just" rtl="0">
              <a:lnSpc>
                <a:spcPct val="115000"/>
              </a:lnSpc>
              <a:spcBef>
                <a:spcPts val="0"/>
              </a:spcBef>
              <a:spcAft>
                <a:spcPts val="0"/>
              </a:spcAft>
              <a:buClr>
                <a:schemeClr val="dk1"/>
              </a:buClr>
              <a:buSzPts val="1100"/>
              <a:buFont typeface="Arial"/>
              <a:buNone/>
            </a:pPr>
            <a:endParaRPr lang="es-CO" b="1" dirty="0">
              <a:solidFill>
                <a:srgbClr val="646464"/>
              </a:solidFill>
              <a:latin typeface="Ubuntu"/>
              <a:sym typeface="Ubuntu"/>
            </a:endParaRPr>
          </a:p>
          <a:p>
            <a:pPr lvl="0" algn="just">
              <a:lnSpc>
                <a:spcPct val="115000"/>
              </a:lnSpc>
              <a:buClr>
                <a:schemeClr val="dk1"/>
              </a:buClr>
              <a:buSzPts val="1100"/>
            </a:pPr>
            <a:r>
              <a:rPr lang="es-MX" dirty="0">
                <a:solidFill>
                  <a:srgbClr val="646464"/>
                </a:solidFill>
                <a:latin typeface="Ubuntu"/>
              </a:rPr>
              <a:t>Refiere a las modificaciones en la jerarquía, la cadena de mando, los sistemas de control y la distribución de departamentos.</a:t>
            </a:r>
          </a:p>
          <a:p>
            <a:pPr lvl="0" algn="just">
              <a:lnSpc>
                <a:spcPct val="115000"/>
              </a:lnSpc>
              <a:buClr>
                <a:schemeClr val="dk1"/>
              </a:buClr>
              <a:buSzPts val="1100"/>
            </a:pPr>
            <a:endParaRPr lang="es-MX" dirty="0">
              <a:solidFill>
                <a:srgbClr val="646464"/>
              </a:solidFill>
              <a:latin typeface="Ubuntu"/>
            </a:endParaRPr>
          </a:p>
          <a:p>
            <a:pPr lvl="0" algn="just">
              <a:lnSpc>
                <a:spcPct val="115000"/>
              </a:lnSpc>
              <a:buClr>
                <a:schemeClr val="dk1"/>
              </a:buClr>
              <a:buSzPts val="1100"/>
            </a:pPr>
            <a:r>
              <a:rPr lang="es-MX" dirty="0">
                <a:solidFill>
                  <a:srgbClr val="646464"/>
                </a:solidFill>
                <a:latin typeface="Ubuntu"/>
              </a:rPr>
              <a:t>Sthepen  Robbins explica que los cambios estructurales suelen ser respuestas a cambios en la estrategia o el entorno. En 2026, estamos viendo la transición de estructuras piramidales a </a:t>
            </a:r>
            <a:r>
              <a:rPr lang="es-MX" dirty="0" err="1">
                <a:solidFill>
                  <a:srgbClr val="646464"/>
                </a:solidFill>
                <a:latin typeface="Ubuntu"/>
              </a:rPr>
              <a:t>holocracias</a:t>
            </a:r>
            <a:r>
              <a:rPr lang="es-MX" dirty="0">
                <a:solidFill>
                  <a:srgbClr val="646464"/>
                </a:solidFill>
                <a:latin typeface="Ubuntu"/>
              </a:rPr>
              <a:t> o estructuras de red, donde la toma de decisiones es descentralizada para ganar velocidad</a:t>
            </a:r>
            <a:r>
              <a:rPr lang="es-MX" dirty="0"/>
              <a:t>.</a:t>
            </a:r>
            <a:endParaRPr lang="es-CO" b="1" dirty="0">
              <a:solidFill>
                <a:schemeClr val="dk1"/>
              </a:solidFill>
            </a:endParaRPr>
          </a:p>
        </p:txBody>
      </p:sp>
      <p:sp>
        <p:nvSpPr>
          <p:cNvPr id="4" name="CuadroTexto 3">
            <a:extLst>
              <a:ext uri="{FF2B5EF4-FFF2-40B4-BE49-F238E27FC236}">
                <a16:creationId xmlns:a16="http://schemas.microsoft.com/office/drawing/2014/main" id="{FD1873B6-8E25-DE35-0183-AAAC3B15BCAD}"/>
              </a:ext>
            </a:extLst>
          </p:cNvPr>
          <p:cNvSpPr txBox="1"/>
          <p:nvPr/>
        </p:nvSpPr>
        <p:spPr>
          <a:xfrm>
            <a:off x="7935134" y="1818588"/>
            <a:ext cx="3927050" cy="4030847"/>
          </a:xfrm>
          <a:prstGeom prst="rect">
            <a:avLst/>
          </a:prstGeom>
          <a:noFill/>
        </p:spPr>
        <p:txBody>
          <a:bodyPr wrap="square">
            <a:spAutoFit/>
          </a:bodyPr>
          <a:lstStyle/>
          <a:p>
            <a:pPr marL="0" lvl="0" indent="0" algn="l" rtl="0">
              <a:lnSpc>
                <a:spcPct val="115000"/>
              </a:lnSpc>
              <a:spcBef>
                <a:spcPts val="0"/>
              </a:spcBef>
              <a:spcAft>
                <a:spcPts val="0"/>
              </a:spcAft>
              <a:buClr>
                <a:schemeClr val="dk1"/>
              </a:buClr>
              <a:buSzPts val="1100"/>
              <a:buFont typeface="Arial"/>
              <a:buNone/>
            </a:pPr>
            <a:r>
              <a:rPr lang="es-CO" sz="1400" b="1" dirty="0">
                <a:solidFill>
                  <a:schemeClr val="accent5"/>
                </a:solidFill>
                <a:latin typeface="Ubuntu"/>
                <a:ea typeface="Ubuntu"/>
                <a:cs typeface="Ubuntu"/>
                <a:sym typeface="Ubuntu"/>
              </a:rPr>
              <a:t>TECNOLOGICO</a:t>
            </a:r>
          </a:p>
          <a:p>
            <a:pPr marL="0" lvl="0" indent="0" algn="l" rtl="0">
              <a:lnSpc>
                <a:spcPct val="115000"/>
              </a:lnSpc>
              <a:spcBef>
                <a:spcPts val="0"/>
              </a:spcBef>
              <a:spcAft>
                <a:spcPts val="0"/>
              </a:spcAft>
              <a:buClr>
                <a:schemeClr val="dk1"/>
              </a:buClr>
              <a:buSzPts val="1100"/>
              <a:buFont typeface="Arial"/>
              <a:buNone/>
            </a:pPr>
            <a:endParaRPr lang="es-CO" b="1" dirty="0">
              <a:solidFill>
                <a:srgbClr val="646464"/>
              </a:solidFill>
              <a:latin typeface="Ubuntu"/>
              <a:sym typeface="Ubuntu"/>
            </a:endParaRPr>
          </a:p>
          <a:p>
            <a:pPr lvl="0" algn="just">
              <a:lnSpc>
                <a:spcPct val="115000"/>
              </a:lnSpc>
              <a:buClr>
                <a:schemeClr val="dk1"/>
              </a:buClr>
              <a:buSzPts val="1100"/>
            </a:pPr>
            <a:r>
              <a:rPr lang="es-MX" dirty="0">
                <a:solidFill>
                  <a:srgbClr val="646464"/>
                </a:solidFill>
                <a:latin typeface="Ubuntu"/>
              </a:rPr>
              <a:t>Implica la adopción de nuevas herramientas, equipos o procesos automatizados que transforman la manera en que se realiza el trabajo.</a:t>
            </a:r>
          </a:p>
          <a:p>
            <a:pPr lvl="0" algn="just">
              <a:lnSpc>
                <a:spcPct val="115000"/>
              </a:lnSpc>
              <a:buClr>
                <a:schemeClr val="dk1"/>
              </a:buClr>
              <a:buSzPts val="1100"/>
            </a:pPr>
            <a:endParaRPr lang="es-MX" dirty="0">
              <a:solidFill>
                <a:srgbClr val="646464"/>
              </a:solidFill>
              <a:latin typeface="Ubuntu"/>
            </a:endParaRPr>
          </a:p>
          <a:p>
            <a:pPr lvl="0" algn="just">
              <a:lnSpc>
                <a:spcPct val="115000"/>
              </a:lnSpc>
              <a:buClr>
                <a:schemeClr val="dk1"/>
              </a:buClr>
              <a:buSzPts val="1100"/>
            </a:pPr>
            <a:r>
              <a:rPr lang="es-MX" dirty="0">
                <a:solidFill>
                  <a:srgbClr val="646464"/>
                </a:solidFill>
                <a:latin typeface="Ubuntu"/>
              </a:rPr>
              <a:t>Christensen introdujo el concepto de innovación disruptiva. El cambio tecnológico no es solo "actualizar software"; es la integración de capacidades como la Inteligencia Artificial y el </a:t>
            </a:r>
            <a:r>
              <a:rPr lang="es-MX" dirty="0" err="1">
                <a:solidFill>
                  <a:srgbClr val="646464"/>
                </a:solidFill>
                <a:latin typeface="Ubuntu"/>
              </a:rPr>
              <a:t>Blockchain</a:t>
            </a:r>
            <a:r>
              <a:rPr lang="es-MX" dirty="0">
                <a:solidFill>
                  <a:srgbClr val="646464"/>
                </a:solidFill>
                <a:latin typeface="Ubuntu"/>
              </a:rPr>
              <a:t> que alteran la propuesta de valor. Para un Contador, por ejemplo, esto significa pasar del procesamiento manual a la auditoría en tiempo real</a:t>
            </a:r>
            <a:endParaRPr lang="es-CO" dirty="0">
              <a:solidFill>
                <a:srgbClr val="646464"/>
              </a:solidFill>
              <a:latin typeface="Ubuntu"/>
            </a:endParaRPr>
          </a:p>
        </p:txBody>
      </p:sp>
      <p:sp>
        <p:nvSpPr>
          <p:cNvPr id="2" name="Rectángulo 1">
            <a:extLst>
              <a:ext uri="{FF2B5EF4-FFF2-40B4-BE49-F238E27FC236}">
                <a16:creationId xmlns:a16="http://schemas.microsoft.com/office/drawing/2014/main" id="{6233C7F9-A820-CA47-64C3-823B3F09EF2D}"/>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7">
          <a:extLst>
            <a:ext uri="{FF2B5EF4-FFF2-40B4-BE49-F238E27FC236}">
              <a16:creationId xmlns:a16="http://schemas.microsoft.com/office/drawing/2014/main" id="{7DD400A5-7E73-9FC8-9471-46665D58127B}"/>
            </a:ext>
          </a:extLst>
        </p:cNvPr>
        <p:cNvGrpSpPr/>
        <p:nvPr/>
      </p:nvGrpSpPr>
      <p:grpSpPr>
        <a:xfrm>
          <a:off x="0" y="0"/>
          <a:ext cx="0" cy="0"/>
          <a:chOff x="0" y="0"/>
          <a:chExt cx="0" cy="0"/>
        </a:xfrm>
      </p:grpSpPr>
      <p:pic>
        <p:nvPicPr>
          <p:cNvPr id="128" name="Google Shape;128;p7">
            <a:extLst>
              <a:ext uri="{FF2B5EF4-FFF2-40B4-BE49-F238E27FC236}">
                <a16:creationId xmlns:a16="http://schemas.microsoft.com/office/drawing/2014/main" id="{EA5B8813-5B61-212E-AACD-FB38CC55A600}"/>
              </a:ext>
            </a:extLst>
          </p:cNvPr>
          <p:cNvPicPr preferRelativeResize="0"/>
          <p:nvPr/>
        </p:nvPicPr>
        <p:blipFill rotWithShape="1">
          <a:blip r:embed="rId4">
            <a:alphaModFix/>
          </a:blip>
          <a:srcRect/>
          <a:stretch/>
        </p:blipFill>
        <p:spPr>
          <a:xfrm>
            <a:off x="0" y="338478"/>
            <a:ext cx="1463040" cy="1162929"/>
          </a:xfrm>
          <a:prstGeom prst="rect">
            <a:avLst/>
          </a:prstGeom>
          <a:noFill/>
          <a:ln>
            <a:noFill/>
          </a:ln>
        </p:spPr>
      </p:pic>
      <p:sp>
        <p:nvSpPr>
          <p:cNvPr id="129" name="Google Shape;129;p7">
            <a:extLst>
              <a:ext uri="{FF2B5EF4-FFF2-40B4-BE49-F238E27FC236}">
                <a16:creationId xmlns:a16="http://schemas.microsoft.com/office/drawing/2014/main" id="{D60FC757-1D04-2752-50DF-C0C8004A2EA0}"/>
              </a:ext>
            </a:extLst>
          </p:cNvPr>
          <p:cNvSpPr txBox="1">
            <a:spLocks noGrp="1"/>
          </p:cNvSpPr>
          <p:nvPr>
            <p:ph type="title"/>
          </p:nvPr>
        </p:nvSpPr>
        <p:spPr>
          <a:xfrm>
            <a:off x="1727199" y="365125"/>
            <a:ext cx="7753200" cy="9150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ts val="3000"/>
              <a:buFont typeface="Tahoma"/>
              <a:buNone/>
            </a:pPr>
            <a:r>
              <a:rPr lang="es-ES" sz="3000" b="1" dirty="0">
                <a:solidFill>
                  <a:srgbClr val="1B1C6E"/>
                </a:solidFill>
                <a:latin typeface="Tahoma"/>
                <a:ea typeface="Tahoma"/>
                <a:cs typeface="Tahoma"/>
                <a:sym typeface="Tahoma"/>
              </a:rPr>
              <a:t>GESTIÓN DEL CAMBIO CIRCO DEL SOL</a:t>
            </a:r>
            <a:endParaRPr sz="3000" b="1" dirty="0">
              <a:solidFill>
                <a:srgbClr val="1B1C6E"/>
              </a:solidFill>
              <a:latin typeface="Tahoma"/>
              <a:ea typeface="Tahoma"/>
              <a:cs typeface="Tahoma"/>
              <a:sym typeface="Tahoma"/>
            </a:endParaRPr>
          </a:p>
        </p:txBody>
      </p:sp>
      <p:pic>
        <p:nvPicPr>
          <p:cNvPr id="2" name="Elementos multimedia en línea 1" title="Cirque du Soleil   Cambio organizacional">
            <a:hlinkClick r:id="" action="ppaction://media"/>
            <a:extLst>
              <a:ext uri="{FF2B5EF4-FFF2-40B4-BE49-F238E27FC236}">
                <a16:creationId xmlns:a16="http://schemas.microsoft.com/office/drawing/2014/main" id="{8860B8D3-4A14-AAEF-1CE4-44EFBD7CD81E}"/>
              </a:ext>
            </a:extLst>
          </p:cNvPr>
          <p:cNvPicPr>
            <a:picLocks noRot="1" noChangeAspect="1"/>
          </p:cNvPicPr>
          <p:nvPr>
            <a:videoFile r:link="rId1"/>
          </p:nvPr>
        </p:nvPicPr>
        <p:blipFill>
          <a:blip r:embed="rId5"/>
          <a:stretch>
            <a:fillRect/>
          </a:stretch>
        </p:blipFill>
        <p:spPr>
          <a:xfrm>
            <a:off x="2289488" y="1355539"/>
            <a:ext cx="7038680" cy="5279010"/>
          </a:xfrm>
          <a:prstGeom prst="rect">
            <a:avLst/>
          </a:prstGeom>
        </p:spPr>
      </p:pic>
      <p:sp>
        <p:nvSpPr>
          <p:cNvPr id="3" name="Rectángulo 2">
            <a:extLst>
              <a:ext uri="{FF2B5EF4-FFF2-40B4-BE49-F238E27FC236}">
                <a16:creationId xmlns:a16="http://schemas.microsoft.com/office/drawing/2014/main" id="{0552E266-1661-B0F7-AC1F-F764D7C6A512}"/>
              </a:ext>
            </a:extLst>
          </p:cNvPr>
          <p:cNvSpPr/>
          <p:nvPr/>
        </p:nvSpPr>
        <p:spPr>
          <a:xfrm>
            <a:off x="0" y="0"/>
            <a:ext cx="1566945" cy="192938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278975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57"/>
        <p:cNvGrpSpPr/>
        <p:nvPr/>
      </p:nvGrpSpPr>
      <p:grpSpPr>
        <a:xfrm>
          <a:off x="0" y="0"/>
          <a:ext cx="0" cy="0"/>
          <a:chOff x="0" y="0"/>
          <a:chExt cx="0" cy="0"/>
        </a:xfrm>
      </p:grpSpPr>
      <p:sp>
        <p:nvSpPr>
          <p:cNvPr id="158" name="Google Shape;158;p8"/>
          <p:cNvSpPr txBox="1">
            <a:spLocks noGrp="1"/>
          </p:cNvSpPr>
          <p:nvPr>
            <p:ph type="title"/>
          </p:nvPr>
        </p:nvSpPr>
        <p:spPr>
          <a:xfrm>
            <a:off x="884382" y="3034433"/>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chemeClr val="lt1"/>
                </a:solidFill>
                <a:latin typeface="Tahoma"/>
                <a:ea typeface="Tahoma"/>
                <a:cs typeface="Tahoma"/>
                <a:sym typeface="Tahoma"/>
              </a:rPr>
              <a:t>FUERZAS INPULSORAS Y RESISTENCIA AL CAMBIO</a:t>
            </a:r>
            <a:endParaRPr sz="3000" b="1" dirty="0">
              <a:solidFill>
                <a:schemeClr val="lt1"/>
              </a:solidFill>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3" name="Google Shape;113;p5">
            <a:extLst>
              <a:ext uri="{FF2B5EF4-FFF2-40B4-BE49-F238E27FC236}">
                <a16:creationId xmlns:a16="http://schemas.microsoft.com/office/drawing/2014/main" id="{90F212B3-BA13-75FE-9CAB-0424537F15AD}"/>
              </a:ext>
            </a:extLst>
          </p:cNvPr>
          <p:cNvSpPr txBox="1"/>
          <p:nvPr/>
        </p:nvSpPr>
        <p:spPr>
          <a:xfrm>
            <a:off x="97018" y="1542822"/>
            <a:ext cx="5210273" cy="4351338"/>
          </a:xfrm>
          <a:prstGeom prst="rect">
            <a:avLst/>
          </a:prstGeom>
          <a:noFill/>
          <a:ln>
            <a:noFill/>
          </a:ln>
        </p:spPr>
        <p:txBody>
          <a:bodyPr spcFirstLastPara="1" wrap="square" lIns="91425" tIns="45700" rIns="91425" bIns="45700" anchor="t" anchorCtr="0">
            <a:normAutofit lnSpcReduction="10000"/>
          </a:bodyPr>
          <a:lstStyle/>
          <a:p>
            <a:pPr>
              <a:lnSpc>
                <a:spcPct val="115000"/>
              </a:lnSpc>
              <a:spcBef>
                <a:spcPts val="1200"/>
              </a:spcBef>
              <a:buClr>
                <a:schemeClr val="dk1"/>
              </a:buClr>
              <a:buSzPts val="1100"/>
            </a:pPr>
            <a:r>
              <a:rPr lang="es-CO" sz="1600" b="1" noProof="0" dirty="0">
                <a:solidFill>
                  <a:srgbClr val="646464"/>
                </a:solidFill>
                <a:latin typeface="Ubuntu"/>
                <a:sym typeface="Ubuntu"/>
              </a:rPr>
              <a:t>FUERZAS IMPULSORAS:</a:t>
            </a:r>
          </a:p>
          <a:p>
            <a:pPr>
              <a:lnSpc>
                <a:spcPct val="115000"/>
              </a:lnSpc>
              <a:spcBef>
                <a:spcPts val="1200"/>
              </a:spcBef>
              <a:buClr>
                <a:schemeClr val="dk1"/>
              </a:buClr>
              <a:buSzPts val="1100"/>
            </a:pPr>
            <a:endParaRPr lang="es-CO" sz="1600" noProof="0" dirty="0">
              <a:solidFill>
                <a:srgbClr val="646464"/>
              </a:solidFill>
              <a:latin typeface="Ubuntu"/>
              <a:sym typeface="Ubuntu"/>
            </a:endParaRPr>
          </a:p>
          <a:p>
            <a:pPr>
              <a:lnSpc>
                <a:spcPct val="115000"/>
              </a:lnSpc>
              <a:spcBef>
                <a:spcPts val="1200"/>
              </a:spcBef>
              <a:buClr>
                <a:schemeClr val="dk1"/>
              </a:buClr>
              <a:buSzPts val="1100"/>
            </a:pPr>
            <a:r>
              <a:rPr lang="es-CO" sz="1600" b="1" noProof="0" dirty="0" err="1">
                <a:solidFill>
                  <a:srgbClr val="646464"/>
                </a:solidFill>
                <a:latin typeface="Ubuntu"/>
                <a:sym typeface="Ubuntu"/>
              </a:rPr>
              <a:t>Hiper-conectividad</a:t>
            </a:r>
            <a:r>
              <a:rPr lang="es-CO" sz="1600" b="1" noProof="0" dirty="0">
                <a:solidFill>
                  <a:srgbClr val="646464"/>
                </a:solidFill>
                <a:latin typeface="Ubuntu"/>
                <a:sym typeface="Ubuntu"/>
              </a:rPr>
              <a:t> algorítmica: </a:t>
            </a:r>
            <a:r>
              <a:rPr lang="es-CO" sz="1600" noProof="0" dirty="0">
                <a:solidFill>
                  <a:srgbClr val="646464"/>
                </a:solidFill>
                <a:latin typeface="Ubuntu"/>
                <a:sym typeface="Ubuntu"/>
              </a:rPr>
              <a:t>La necesidad de integrar IA Generativa y modelos predictivos para no quedar fuera del mercado.</a:t>
            </a:r>
          </a:p>
          <a:p>
            <a:pPr>
              <a:lnSpc>
                <a:spcPct val="115000"/>
              </a:lnSpc>
              <a:spcBef>
                <a:spcPts val="1200"/>
              </a:spcBef>
              <a:buClr>
                <a:schemeClr val="dk1"/>
              </a:buClr>
              <a:buSzPts val="1100"/>
            </a:pPr>
            <a:endParaRPr lang="es-CO" sz="1600" noProof="0" dirty="0">
              <a:solidFill>
                <a:srgbClr val="646464"/>
              </a:solidFill>
              <a:latin typeface="Ubuntu"/>
              <a:sym typeface="Ubuntu"/>
            </a:endParaRPr>
          </a:p>
          <a:p>
            <a:pPr>
              <a:lnSpc>
                <a:spcPct val="115000"/>
              </a:lnSpc>
              <a:spcBef>
                <a:spcPts val="1200"/>
              </a:spcBef>
              <a:buClr>
                <a:schemeClr val="dk1"/>
              </a:buClr>
              <a:buSzPts val="1100"/>
            </a:pPr>
            <a:r>
              <a:rPr lang="es-CO" sz="1600" b="1" noProof="0" dirty="0">
                <a:solidFill>
                  <a:srgbClr val="646464"/>
                </a:solidFill>
                <a:latin typeface="Ubuntu"/>
                <a:sym typeface="Ubuntu"/>
              </a:rPr>
              <a:t>Conciencia ESG ( </a:t>
            </a:r>
            <a:r>
              <a:rPr lang="es-CO" sz="1600" b="1" noProof="0" dirty="0" err="1">
                <a:solidFill>
                  <a:srgbClr val="646464"/>
                </a:solidFill>
                <a:latin typeface="Ubuntu"/>
                <a:sym typeface="Ubuntu"/>
              </a:rPr>
              <a:t>Enviromental</a:t>
            </a:r>
            <a:r>
              <a:rPr lang="es-CO" sz="1600" b="1" noProof="0" dirty="0">
                <a:solidFill>
                  <a:srgbClr val="646464"/>
                </a:solidFill>
                <a:latin typeface="Ubuntu"/>
                <a:sym typeface="Ubuntu"/>
              </a:rPr>
              <a:t> , social and </a:t>
            </a:r>
            <a:r>
              <a:rPr lang="es-CO" sz="1600" b="1" noProof="0" dirty="0" err="1">
                <a:solidFill>
                  <a:srgbClr val="646464"/>
                </a:solidFill>
                <a:latin typeface="Ubuntu"/>
                <a:sym typeface="Ubuntu"/>
              </a:rPr>
              <a:t>Governance</a:t>
            </a:r>
            <a:r>
              <a:rPr lang="es-CO" sz="1600" b="1" noProof="0" dirty="0">
                <a:solidFill>
                  <a:srgbClr val="646464"/>
                </a:solidFill>
                <a:latin typeface="Ubuntu"/>
                <a:sym typeface="Ubuntu"/>
              </a:rPr>
              <a:t>) : </a:t>
            </a:r>
            <a:r>
              <a:rPr lang="es-CO" sz="1600" noProof="0" dirty="0">
                <a:solidFill>
                  <a:srgbClr val="646464"/>
                </a:solidFill>
                <a:latin typeface="Ubuntu"/>
                <a:sym typeface="Ubuntu"/>
              </a:rPr>
              <a:t>La presion por una sostenibilidad real, no solo por cumplimiento sino por valor de la marca y </a:t>
            </a:r>
            <a:r>
              <a:rPr lang="es-CO" sz="1600" noProof="0" dirty="0" err="1">
                <a:solidFill>
                  <a:srgbClr val="646464"/>
                </a:solidFill>
                <a:latin typeface="Ubuntu"/>
                <a:sym typeface="Ubuntu"/>
              </a:rPr>
              <a:t>good</a:t>
            </a:r>
            <a:r>
              <a:rPr lang="es-CO" sz="1600" noProof="0" dirty="0">
                <a:solidFill>
                  <a:srgbClr val="646464"/>
                </a:solidFill>
                <a:latin typeface="Ubuntu"/>
                <a:sym typeface="Ubuntu"/>
              </a:rPr>
              <a:t> </a:t>
            </a:r>
            <a:r>
              <a:rPr lang="es-CO" sz="1600" noProof="0" dirty="0" err="1">
                <a:solidFill>
                  <a:srgbClr val="646464"/>
                </a:solidFill>
                <a:latin typeface="Ubuntu"/>
                <a:sym typeface="Ubuntu"/>
              </a:rPr>
              <a:t>will</a:t>
            </a:r>
            <a:r>
              <a:rPr lang="es-CO" sz="1600" noProof="0" dirty="0">
                <a:solidFill>
                  <a:srgbClr val="646464"/>
                </a:solidFill>
                <a:latin typeface="Ubuntu"/>
                <a:sym typeface="Ubuntu"/>
              </a:rPr>
              <a:t>.</a:t>
            </a:r>
          </a:p>
          <a:p>
            <a:pPr>
              <a:lnSpc>
                <a:spcPct val="115000"/>
              </a:lnSpc>
              <a:spcBef>
                <a:spcPts val="1200"/>
              </a:spcBef>
              <a:buClr>
                <a:schemeClr val="dk1"/>
              </a:buClr>
              <a:buSzPts val="1100"/>
            </a:pPr>
            <a:r>
              <a:rPr lang="es-CO" sz="1600" b="1" noProof="0" dirty="0">
                <a:solidFill>
                  <a:srgbClr val="646464"/>
                </a:solidFill>
                <a:latin typeface="Ubuntu"/>
                <a:sym typeface="Ubuntu"/>
              </a:rPr>
              <a:t>Economía de la atención </a:t>
            </a:r>
            <a:r>
              <a:rPr lang="es-CO" sz="1600" noProof="0" dirty="0">
                <a:solidFill>
                  <a:srgbClr val="646464"/>
                </a:solidFill>
                <a:latin typeface="Ubuntu"/>
                <a:sym typeface="Ubuntu"/>
              </a:rPr>
              <a:t>: Adaptarse a un consumidos que camia la lealtad en segundos</a:t>
            </a:r>
          </a:p>
        </p:txBody>
      </p:sp>
      <p:pic>
        <p:nvPicPr>
          <p:cNvPr id="6" name="Imagen 5">
            <a:extLst>
              <a:ext uri="{FF2B5EF4-FFF2-40B4-BE49-F238E27FC236}">
                <a16:creationId xmlns:a16="http://schemas.microsoft.com/office/drawing/2014/main" id="{B64D49CB-D24C-BCB0-AC3F-C9DFF1D46ADB}"/>
              </a:ext>
            </a:extLst>
          </p:cNvPr>
          <p:cNvPicPr>
            <a:picLocks noChangeAspect="1"/>
          </p:cNvPicPr>
          <p:nvPr/>
        </p:nvPicPr>
        <p:blipFill>
          <a:blip r:embed="rId4"/>
          <a:stretch>
            <a:fillRect/>
          </a:stretch>
        </p:blipFill>
        <p:spPr>
          <a:xfrm>
            <a:off x="5473830" y="2234153"/>
            <a:ext cx="6295924" cy="3434141"/>
          </a:xfrm>
          <a:prstGeom prst="rect">
            <a:avLst/>
          </a:prstGeom>
        </p:spPr>
      </p:pic>
      <p:sp>
        <p:nvSpPr>
          <p:cNvPr id="2" name="Rectángulo 1">
            <a:extLst>
              <a:ext uri="{FF2B5EF4-FFF2-40B4-BE49-F238E27FC236}">
                <a16:creationId xmlns:a16="http://schemas.microsoft.com/office/drawing/2014/main" id="{68C6B573-3BD3-3C3E-4CAB-DEE29DB193A0}"/>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a:extLst>
            <a:ext uri="{FF2B5EF4-FFF2-40B4-BE49-F238E27FC236}">
              <a16:creationId xmlns:a16="http://schemas.microsoft.com/office/drawing/2014/main" id="{A45FFD57-7052-56AB-D6B1-ADE483217BC7}"/>
            </a:ext>
          </a:extLst>
        </p:cNvPr>
        <p:cNvGrpSpPr/>
        <p:nvPr/>
      </p:nvGrpSpPr>
      <p:grpSpPr>
        <a:xfrm>
          <a:off x="0" y="0"/>
          <a:ext cx="0" cy="0"/>
          <a:chOff x="0" y="0"/>
          <a:chExt cx="0" cy="0"/>
        </a:xfrm>
      </p:grpSpPr>
      <p:sp>
        <p:nvSpPr>
          <p:cNvPr id="3" name="Google Shape;113;p5">
            <a:extLst>
              <a:ext uri="{FF2B5EF4-FFF2-40B4-BE49-F238E27FC236}">
                <a16:creationId xmlns:a16="http://schemas.microsoft.com/office/drawing/2014/main" id="{94CFA32E-F030-0C61-8BAF-9344B5216BCB}"/>
              </a:ext>
            </a:extLst>
          </p:cNvPr>
          <p:cNvSpPr txBox="1"/>
          <p:nvPr/>
        </p:nvSpPr>
        <p:spPr>
          <a:xfrm>
            <a:off x="97018" y="1646516"/>
            <a:ext cx="4955749" cy="4351338"/>
          </a:xfrm>
          <a:prstGeom prst="rect">
            <a:avLst/>
          </a:prstGeom>
          <a:noFill/>
          <a:ln>
            <a:noFill/>
          </a:ln>
        </p:spPr>
        <p:txBody>
          <a:bodyPr spcFirstLastPara="1" wrap="square" lIns="91425" tIns="45700" rIns="91425" bIns="45700" anchor="t" anchorCtr="0">
            <a:normAutofit/>
          </a:bodyPr>
          <a:lstStyle/>
          <a:p>
            <a:pPr>
              <a:lnSpc>
                <a:spcPct val="115000"/>
              </a:lnSpc>
              <a:spcBef>
                <a:spcPts val="1200"/>
              </a:spcBef>
              <a:buClr>
                <a:schemeClr val="dk1"/>
              </a:buClr>
              <a:buSzPts val="1100"/>
            </a:pPr>
            <a:r>
              <a:rPr lang="es-CO" sz="1600" b="1" dirty="0">
                <a:solidFill>
                  <a:srgbClr val="646464"/>
                </a:solidFill>
                <a:latin typeface="Ubuntu"/>
                <a:sym typeface="Ubuntu"/>
              </a:rPr>
              <a:t>BARRERAS COGNITIVAS Y CULTURALES </a:t>
            </a:r>
            <a:endParaRPr lang="es-CO" sz="1600" b="1" noProof="0" dirty="0">
              <a:solidFill>
                <a:srgbClr val="646464"/>
              </a:solidFill>
              <a:latin typeface="Ubuntu"/>
              <a:sym typeface="Ubuntu"/>
            </a:endParaRPr>
          </a:p>
          <a:p>
            <a:pPr>
              <a:lnSpc>
                <a:spcPct val="115000"/>
              </a:lnSpc>
              <a:spcBef>
                <a:spcPts val="1200"/>
              </a:spcBef>
              <a:buClr>
                <a:schemeClr val="dk1"/>
              </a:buClr>
              <a:buSzPts val="1100"/>
            </a:pPr>
            <a:endParaRPr lang="es-CO" sz="1600" noProof="0" dirty="0">
              <a:solidFill>
                <a:srgbClr val="646464"/>
              </a:solidFill>
              <a:latin typeface="Ubuntu"/>
              <a:sym typeface="Ubuntu"/>
            </a:endParaRPr>
          </a:p>
          <a:p>
            <a:pPr>
              <a:lnSpc>
                <a:spcPct val="115000"/>
              </a:lnSpc>
              <a:spcBef>
                <a:spcPts val="1200"/>
              </a:spcBef>
              <a:buClr>
                <a:schemeClr val="dk1"/>
              </a:buClr>
              <a:buSzPts val="1100"/>
            </a:pPr>
            <a:r>
              <a:rPr lang="es-CO" sz="1600" b="1" noProof="0" dirty="0">
                <a:solidFill>
                  <a:srgbClr val="646464"/>
                </a:solidFill>
                <a:latin typeface="Ubuntu"/>
                <a:sym typeface="Ubuntu"/>
              </a:rPr>
              <a:t>Sesgo de status Quo: </a:t>
            </a:r>
            <a:r>
              <a:rPr lang="es-CO" sz="1600" noProof="0" dirty="0">
                <a:solidFill>
                  <a:srgbClr val="646464"/>
                </a:solidFill>
                <a:latin typeface="Ubuntu"/>
                <a:sym typeface="Ubuntu"/>
              </a:rPr>
              <a:t>El cerebro buscar ahorrar energía manteniendo lo conocido ( Homeostasis)</a:t>
            </a:r>
          </a:p>
          <a:p>
            <a:pPr>
              <a:lnSpc>
                <a:spcPct val="115000"/>
              </a:lnSpc>
              <a:spcBef>
                <a:spcPts val="1200"/>
              </a:spcBef>
              <a:buClr>
                <a:schemeClr val="dk1"/>
              </a:buClr>
              <a:buSzPts val="1100"/>
            </a:pPr>
            <a:r>
              <a:rPr lang="es-CO" sz="1600" b="1" noProof="0" dirty="0">
                <a:solidFill>
                  <a:srgbClr val="646464"/>
                </a:solidFill>
                <a:latin typeface="Ubuntu"/>
                <a:sym typeface="Ubuntu"/>
              </a:rPr>
              <a:t>Fatiga del cambio ( </a:t>
            </a:r>
            <a:r>
              <a:rPr lang="es-CO" sz="1600" noProof="0" dirty="0">
                <a:solidFill>
                  <a:srgbClr val="646464"/>
                </a:solidFill>
                <a:latin typeface="Ubuntu"/>
                <a:sym typeface="Ubuntu"/>
              </a:rPr>
              <a:t>Change Fatigue): En 2026 el personal esta saturado de transformaciones . El miedo no es el al cambio, es al agotamiento</a:t>
            </a:r>
          </a:p>
          <a:p>
            <a:pPr>
              <a:lnSpc>
                <a:spcPct val="115000"/>
              </a:lnSpc>
              <a:spcBef>
                <a:spcPts val="1200"/>
              </a:spcBef>
              <a:buClr>
                <a:schemeClr val="dk1"/>
              </a:buClr>
              <a:buSzPts val="1100"/>
            </a:pPr>
            <a:endParaRPr lang="es-CO" sz="1600" dirty="0">
              <a:solidFill>
                <a:srgbClr val="646464"/>
              </a:solidFill>
              <a:latin typeface="Ubuntu"/>
              <a:sym typeface="Ubuntu"/>
            </a:endParaRPr>
          </a:p>
          <a:p>
            <a:pPr>
              <a:lnSpc>
                <a:spcPct val="115000"/>
              </a:lnSpc>
              <a:spcBef>
                <a:spcPts val="1200"/>
              </a:spcBef>
              <a:buClr>
                <a:schemeClr val="dk1"/>
              </a:buClr>
              <a:buSzPts val="1100"/>
            </a:pPr>
            <a:r>
              <a:rPr lang="es-CO" sz="1600" b="1" noProof="0" dirty="0">
                <a:solidFill>
                  <a:srgbClr val="646464"/>
                </a:solidFill>
                <a:latin typeface="Ubuntu"/>
                <a:sym typeface="Ubuntu"/>
              </a:rPr>
              <a:t>Brecha de Alfabetización digital: </a:t>
            </a:r>
            <a:r>
              <a:rPr lang="es-CO" sz="1600" noProof="0" dirty="0">
                <a:solidFill>
                  <a:srgbClr val="646464"/>
                </a:solidFill>
                <a:latin typeface="Ubuntu"/>
                <a:sym typeface="Ubuntu"/>
              </a:rPr>
              <a:t>La inseguridad de no dominar las nuevas interfases tecnológicas ( Tecnofobia)</a:t>
            </a:r>
          </a:p>
        </p:txBody>
      </p:sp>
      <p:pic>
        <p:nvPicPr>
          <p:cNvPr id="6" name="Imagen 5">
            <a:extLst>
              <a:ext uri="{FF2B5EF4-FFF2-40B4-BE49-F238E27FC236}">
                <a16:creationId xmlns:a16="http://schemas.microsoft.com/office/drawing/2014/main" id="{AB3701E5-F417-0E65-260E-62784EAF87B0}"/>
              </a:ext>
            </a:extLst>
          </p:cNvPr>
          <p:cNvPicPr>
            <a:picLocks noChangeAspect="1"/>
          </p:cNvPicPr>
          <p:nvPr/>
        </p:nvPicPr>
        <p:blipFill>
          <a:blip r:embed="rId4"/>
          <a:stretch>
            <a:fillRect/>
          </a:stretch>
        </p:blipFill>
        <p:spPr>
          <a:xfrm>
            <a:off x="5052767" y="2326327"/>
            <a:ext cx="6731132" cy="3671527"/>
          </a:xfrm>
          <a:prstGeom prst="rect">
            <a:avLst/>
          </a:prstGeom>
        </p:spPr>
      </p:pic>
      <p:sp>
        <p:nvSpPr>
          <p:cNvPr id="2" name="Rectángulo 1">
            <a:extLst>
              <a:ext uri="{FF2B5EF4-FFF2-40B4-BE49-F238E27FC236}">
                <a16:creationId xmlns:a16="http://schemas.microsoft.com/office/drawing/2014/main" id="{93104A28-9261-586F-AC01-792CFE106B12}"/>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2215975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a:extLst>
            <a:ext uri="{FF2B5EF4-FFF2-40B4-BE49-F238E27FC236}">
              <a16:creationId xmlns:a16="http://schemas.microsoft.com/office/drawing/2014/main" id="{CDBED863-E63D-DF90-E42F-8D7A43C37AB2}"/>
            </a:ext>
          </a:extLst>
        </p:cNvPr>
        <p:cNvGrpSpPr/>
        <p:nvPr/>
      </p:nvGrpSpPr>
      <p:grpSpPr>
        <a:xfrm>
          <a:off x="0" y="0"/>
          <a:ext cx="0" cy="0"/>
          <a:chOff x="0" y="0"/>
          <a:chExt cx="0" cy="0"/>
        </a:xfrm>
      </p:grpSpPr>
      <p:sp>
        <p:nvSpPr>
          <p:cNvPr id="3" name="Google Shape;113;p5">
            <a:extLst>
              <a:ext uri="{FF2B5EF4-FFF2-40B4-BE49-F238E27FC236}">
                <a16:creationId xmlns:a16="http://schemas.microsoft.com/office/drawing/2014/main" id="{CE056602-DB35-B9F3-5AF3-6EE66880AC95}"/>
              </a:ext>
            </a:extLst>
          </p:cNvPr>
          <p:cNvSpPr txBox="1"/>
          <p:nvPr/>
        </p:nvSpPr>
        <p:spPr>
          <a:xfrm>
            <a:off x="9034" y="1505114"/>
            <a:ext cx="6086966" cy="4351338"/>
          </a:xfrm>
          <a:prstGeom prst="rect">
            <a:avLst/>
          </a:prstGeom>
          <a:noFill/>
          <a:ln>
            <a:noFill/>
          </a:ln>
        </p:spPr>
        <p:txBody>
          <a:bodyPr spcFirstLastPara="1" wrap="square" lIns="91425" tIns="45700" rIns="91425" bIns="45700" anchor="t" anchorCtr="0">
            <a:normAutofit fontScale="92500"/>
          </a:bodyPr>
          <a:lstStyle/>
          <a:p>
            <a:pPr>
              <a:lnSpc>
                <a:spcPct val="115000"/>
              </a:lnSpc>
              <a:spcBef>
                <a:spcPts val="1200"/>
              </a:spcBef>
              <a:buClr>
                <a:schemeClr val="dk1"/>
              </a:buClr>
              <a:buSzPts val="1100"/>
            </a:pPr>
            <a:r>
              <a:rPr lang="es-CO" sz="1600" b="1" noProof="0" dirty="0">
                <a:solidFill>
                  <a:srgbClr val="646464"/>
                </a:solidFill>
                <a:latin typeface="Ubuntu"/>
                <a:sym typeface="Ubuntu"/>
              </a:rPr>
              <a:t>ARQUITECTURA DE FACILITACION- ESTRATEGIAS DE GESTION </a:t>
            </a:r>
          </a:p>
          <a:p>
            <a:pPr>
              <a:lnSpc>
                <a:spcPct val="115000"/>
              </a:lnSpc>
              <a:spcBef>
                <a:spcPts val="1200"/>
              </a:spcBef>
              <a:buClr>
                <a:schemeClr val="dk1"/>
              </a:buClr>
              <a:buSzPts val="1100"/>
            </a:pPr>
            <a:endParaRPr lang="es-CO" sz="1600" noProof="0" dirty="0">
              <a:solidFill>
                <a:srgbClr val="646464"/>
              </a:solidFill>
              <a:latin typeface="Ubuntu"/>
              <a:sym typeface="Ubuntu"/>
            </a:endParaRPr>
          </a:p>
          <a:p>
            <a:pPr>
              <a:lnSpc>
                <a:spcPct val="115000"/>
              </a:lnSpc>
              <a:spcBef>
                <a:spcPts val="1200"/>
              </a:spcBef>
              <a:buClr>
                <a:schemeClr val="dk1"/>
              </a:buClr>
              <a:buSzPts val="1100"/>
            </a:pPr>
            <a:r>
              <a:rPr lang="es-CO" sz="1600" b="1" noProof="0" dirty="0">
                <a:solidFill>
                  <a:srgbClr val="646464"/>
                </a:solidFill>
                <a:latin typeface="Ubuntu"/>
                <a:sym typeface="Ubuntu"/>
              </a:rPr>
              <a:t>Comunicación sincrónica y transparente: </a:t>
            </a:r>
            <a:r>
              <a:rPr lang="es-CO" sz="1600" noProof="0" dirty="0">
                <a:solidFill>
                  <a:srgbClr val="646464"/>
                </a:solidFill>
                <a:latin typeface="Ubuntu"/>
                <a:sym typeface="Ubuntu"/>
              </a:rPr>
              <a:t>Uso de plataformas colaborativas para eliminar el “ RADIO DE PASILLO “ EN TIEMPO REAL</a:t>
            </a:r>
            <a:r>
              <a:rPr lang="es-CO" sz="1600" b="1" noProof="0" dirty="0">
                <a:solidFill>
                  <a:srgbClr val="646464"/>
                </a:solidFill>
                <a:latin typeface="Ubuntu"/>
                <a:sym typeface="Ubuntu"/>
              </a:rPr>
              <a:t>.</a:t>
            </a:r>
          </a:p>
          <a:p>
            <a:pPr>
              <a:lnSpc>
                <a:spcPct val="115000"/>
              </a:lnSpc>
              <a:spcBef>
                <a:spcPts val="1200"/>
              </a:spcBef>
              <a:buClr>
                <a:schemeClr val="dk1"/>
              </a:buClr>
              <a:buSzPts val="1100"/>
            </a:pPr>
            <a:endParaRPr lang="es-CO" sz="1600" b="1" dirty="0">
              <a:solidFill>
                <a:srgbClr val="646464"/>
              </a:solidFill>
              <a:latin typeface="Ubuntu"/>
              <a:sym typeface="Ubuntu"/>
            </a:endParaRPr>
          </a:p>
          <a:p>
            <a:pPr>
              <a:lnSpc>
                <a:spcPct val="115000"/>
              </a:lnSpc>
              <a:spcBef>
                <a:spcPts val="1200"/>
              </a:spcBef>
              <a:buClr>
                <a:schemeClr val="dk1"/>
              </a:buClr>
              <a:buSzPts val="1100"/>
            </a:pPr>
            <a:r>
              <a:rPr lang="es-CO" sz="1600" b="1" dirty="0">
                <a:solidFill>
                  <a:srgbClr val="646464"/>
                </a:solidFill>
                <a:latin typeface="Ubuntu"/>
                <a:sym typeface="Ubuntu"/>
              </a:rPr>
              <a:t>Up-</a:t>
            </a:r>
            <a:r>
              <a:rPr lang="es-CO" sz="1600" b="1" dirty="0" err="1">
                <a:solidFill>
                  <a:srgbClr val="646464"/>
                </a:solidFill>
                <a:latin typeface="Ubuntu"/>
                <a:sym typeface="Ubuntu"/>
              </a:rPr>
              <a:t>Skilling</a:t>
            </a:r>
            <a:r>
              <a:rPr lang="es-CO" sz="1600" b="1" dirty="0">
                <a:solidFill>
                  <a:srgbClr val="646464"/>
                </a:solidFill>
                <a:latin typeface="Ubuntu"/>
                <a:sym typeface="Ubuntu"/>
              </a:rPr>
              <a:t> y Re </a:t>
            </a:r>
            <a:r>
              <a:rPr lang="es-CO" sz="1600" b="1" dirty="0" err="1">
                <a:solidFill>
                  <a:srgbClr val="646464"/>
                </a:solidFill>
                <a:latin typeface="Ubuntu"/>
                <a:sym typeface="Ubuntu"/>
              </a:rPr>
              <a:t>Skilling</a:t>
            </a:r>
            <a:r>
              <a:rPr lang="es-CO" sz="1600" b="1" dirty="0">
                <a:solidFill>
                  <a:srgbClr val="646464"/>
                </a:solidFill>
                <a:latin typeface="Ubuntu"/>
                <a:sym typeface="Ubuntu"/>
              </a:rPr>
              <a:t> </a:t>
            </a:r>
            <a:r>
              <a:rPr lang="es-CO" sz="1600" b="1" dirty="0" err="1">
                <a:solidFill>
                  <a:srgbClr val="646464"/>
                </a:solidFill>
                <a:latin typeface="Ubuntu"/>
                <a:sym typeface="Ubuntu"/>
              </a:rPr>
              <a:t>continui</a:t>
            </a:r>
            <a:r>
              <a:rPr lang="es-CO" sz="1600" b="1" dirty="0">
                <a:solidFill>
                  <a:srgbClr val="646464"/>
                </a:solidFill>
                <a:latin typeface="Ubuntu"/>
                <a:sym typeface="Ubuntu"/>
              </a:rPr>
              <a:t>:</a:t>
            </a:r>
            <a:r>
              <a:rPr lang="es-CO" sz="1600" dirty="0">
                <a:solidFill>
                  <a:srgbClr val="646464"/>
                </a:solidFill>
                <a:latin typeface="Ubuntu"/>
                <a:sym typeface="Ubuntu"/>
              </a:rPr>
              <a:t> Capatacita con no como evento, sino como habito diario </a:t>
            </a:r>
            <a:r>
              <a:rPr lang="es-CO" sz="1600" dirty="0" err="1">
                <a:solidFill>
                  <a:srgbClr val="646464"/>
                </a:solidFill>
                <a:latin typeface="Ubuntu"/>
                <a:sym typeface="Ubuntu"/>
              </a:rPr>
              <a:t>incorportativo</a:t>
            </a:r>
            <a:r>
              <a:rPr lang="es-CO" sz="1600" dirty="0">
                <a:solidFill>
                  <a:srgbClr val="646464"/>
                </a:solidFill>
                <a:latin typeface="Ubuntu"/>
                <a:sym typeface="Ubuntu"/>
              </a:rPr>
              <a:t> al flujo de trabajo</a:t>
            </a:r>
          </a:p>
          <a:p>
            <a:pPr>
              <a:lnSpc>
                <a:spcPct val="115000"/>
              </a:lnSpc>
              <a:spcBef>
                <a:spcPts val="1200"/>
              </a:spcBef>
              <a:buClr>
                <a:schemeClr val="dk1"/>
              </a:buClr>
              <a:buSzPts val="1100"/>
            </a:pPr>
            <a:endParaRPr lang="es-CO" sz="1600" b="1" noProof="0" dirty="0">
              <a:solidFill>
                <a:srgbClr val="646464"/>
              </a:solidFill>
              <a:latin typeface="Ubuntu"/>
              <a:sym typeface="Ubuntu"/>
            </a:endParaRPr>
          </a:p>
          <a:p>
            <a:pPr>
              <a:lnSpc>
                <a:spcPct val="115000"/>
              </a:lnSpc>
              <a:spcBef>
                <a:spcPts val="1200"/>
              </a:spcBef>
              <a:buClr>
                <a:schemeClr val="dk1"/>
              </a:buClr>
              <a:buSzPts val="1100"/>
            </a:pPr>
            <a:r>
              <a:rPr lang="es-CO" sz="1600" b="1" dirty="0">
                <a:solidFill>
                  <a:srgbClr val="646464"/>
                </a:solidFill>
                <a:latin typeface="Ubuntu"/>
                <a:sym typeface="Ubuntu"/>
              </a:rPr>
              <a:t>Liderazgo de servicio y Neuro Liderazgo </a:t>
            </a:r>
            <a:r>
              <a:rPr lang="es-CO" sz="1600" dirty="0">
                <a:solidFill>
                  <a:srgbClr val="646464"/>
                </a:solidFill>
                <a:latin typeface="Ubuntu"/>
                <a:sym typeface="Ubuntu"/>
              </a:rPr>
              <a:t>: Lideres que actúan como reguladores del estrés del equipo, fomentado la seguridad psicológica para que innovar y gestionar el cambio no de miedo</a:t>
            </a:r>
            <a:endParaRPr lang="es-CO" sz="1600" noProof="0" dirty="0">
              <a:solidFill>
                <a:srgbClr val="646464"/>
              </a:solidFill>
              <a:latin typeface="Ubuntu"/>
              <a:sym typeface="Ubuntu"/>
            </a:endParaRPr>
          </a:p>
        </p:txBody>
      </p:sp>
      <p:pic>
        <p:nvPicPr>
          <p:cNvPr id="5" name="Imagen 4">
            <a:extLst>
              <a:ext uri="{FF2B5EF4-FFF2-40B4-BE49-F238E27FC236}">
                <a16:creationId xmlns:a16="http://schemas.microsoft.com/office/drawing/2014/main" id="{D88E460B-8E0B-51B5-CC80-E89E1992BAFC}"/>
              </a:ext>
            </a:extLst>
          </p:cNvPr>
          <p:cNvPicPr>
            <a:picLocks noChangeAspect="1"/>
          </p:cNvPicPr>
          <p:nvPr/>
        </p:nvPicPr>
        <p:blipFill>
          <a:blip r:embed="rId4"/>
          <a:stretch>
            <a:fillRect/>
          </a:stretch>
        </p:blipFill>
        <p:spPr>
          <a:xfrm>
            <a:off x="6011159" y="2537107"/>
            <a:ext cx="5908320" cy="3222720"/>
          </a:xfrm>
          <a:prstGeom prst="rect">
            <a:avLst/>
          </a:prstGeom>
        </p:spPr>
      </p:pic>
      <p:sp>
        <p:nvSpPr>
          <p:cNvPr id="2" name="Rectángulo 1">
            <a:extLst>
              <a:ext uri="{FF2B5EF4-FFF2-40B4-BE49-F238E27FC236}">
                <a16:creationId xmlns:a16="http://schemas.microsoft.com/office/drawing/2014/main" id="{F89600A4-9DBA-65AC-D4F6-39C24BB84233}"/>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3507632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7"/>
        <p:cNvGrpSpPr/>
        <p:nvPr/>
      </p:nvGrpSpPr>
      <p:grpSpPr>
        <a:xfrm>
          <a:off x="0" y="0"/>
          <a:ext cx="0" cy="0"/>
          <a:chOff x="0" y="0"/>
          <a:chExt cx="0" cy="0"/>
        </a:xfrm>
      </p:grpSpPr>
      <p:sp>
        <p:nvSpPr>
          <p:cNvPr id="3" name="Google Shape;112;p5">
            <a:extLst>
              <a:ext uri="{FF2B5EF4-FFF2-40B4-BE49-F238E27FC236}">
                <a16:creationId xmlns:a16="http://schemas.microsoft.com/office/drawing/2014/main" id="{0D11FB43-AD7E-D0EF-CA12-ECD4F1EB83B7}"/>
              </a:ext>
            </a:extLst>
          </p:cNvPr>
          <p:cNvSpPr txBox="1">
            <a:spLocks noGrp="1"/>
          </p:cNvSpPr>
          <p:nvPr>
            <p:ph type="title"/>
          </p:nvPr>
        </p:nvSpPr>
        <p:spPr>
          <a:xfrm>
            <a:off x="1500957" y="483211"/>
            <a:ext cx="3334994" cy="147439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1B1C6E"/>
              </a:buClr>
              <a:buSzPts val="3000"/>
              <a:buFont typeface="Tahoma"/>
              <a:buNone/>
            </a:pPr>
            <a:r>
              <a:rPr lang="es-CO" sz="3000" b="1" dirty="0">
                <a:solidFill>
                  <a:srgbClr val="1B1C6E"/>
                </a:solidFill>
                <a:latin typeface="Tahoma"/>
                <a:ea typeface="Tahoma"/>
                <a:cs typeface="Tahoma"/>
                <a:sym typeface="Tahoma"/>
              </a:rPr>
              <a:t>Papel  del liderazgo en el cambio</a:t>
            </a:r>
            <a:endParaRPr sz="3000" b="1" dirty="0">
              <a:solidFill>
                <a:srgbClr val="1B1C6E"/>
              </a:solidFill>
              <a:latin typeface="Tahoma"/>
              <a:ea typeface="Tahoma"/>
              <a:cs typeface="Tahoma"/>
              <a:sym typeface="Tahoma"/>
            </a:endParaRPr>
          </a:p>
        </p:txBody>
      </p:sp>
      <p:pic>
        <p:nvPicPr>
          <p:cNvPr id="5" name="Google Shape;123;p6" descr="preencoded.png">
            <a:extLst>
              <a:ext uri="{FF2B5EF4-FFF2-40B4-BE49-F238E27FC236}">
                <a16:creationId xmlns:a16="http://schemas.microsoft.com/office/drawing/2014/main" id="{C7BA9F64-08EC-8A52-A876-A95EE95E97F2}"/>
              </a:ext>
            </a:extLst>
          </p:cNvPr>
          <p:cNvPicPr preferRelativeResize="0"/>
          <p:nvPr/>
        </p:nvPicPr>
        <p:blipFill rotWithShape="1">
          <a:blip r:embed="rId4">
            <a:alphaModFix/>
          </a:blip>
          <a:srcRect l="-99" t="-523" r="36533" b="523"/>
          <a:stretch>
            <a:fillRect/>
          </a:stretch>
        </p:blipFill>
        <p:spPr>
          <a:xfrm>
            <a:off x="4509202" y="608386"/>
            <a:ext cx="7382499" cy="2143094"/>
          </a:xfrm>
          <a:prstGeom prst="roundRect">
            <a:avLst/>
          </a:prstGeom>
          <a:noFill/>
          <a:ln>
            <a:noFill/>
          </a:ln>
        </p:spPr>
      </p:pic>
      <p:sp>
        <p:nvSpPr>
          <p:cNvPr id="6" name="Google Shape;126;p6">
            <a:extLst>
              <a:ext uri="{FF2B5EF4-FFF2-40B4-BE49-F238E27FC236}">
                <a16:creationId xmlns:a16="http://schemas.microsoft.com/office/drawing/2014/main" id="{E64F4C9B-FB54-8E89-1415-5D406FE335F2}"/>
              </a:ext>
            </a:extLst>
          </p:cNvPr>
          <p:cNvSpPr/>
          <p:nvPr/>
        </p:nvSpPr>
        <p:spPr>
          <a:xfrm>
            <a:off x="385638" y="2916748"/>
            <a:ext cx="3931837" cy="25032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000"/>
              <a:buFont typeface="Arial"/>
              <a:buNone/>
            </a:pPr>
            <a:r>
              <a:rPr lang="en-US" sz="2000" dirty="0">
                <a:solidFill>
                  <a:srgbClr val="272525"/>
                </a:solidFill>
                <a:latin typeface="Arial"/>
                <a:ea typeface="Arial"/>
                <a:cs typeface="Arial"/>
                <a:sym typeface="Arial"/>
              </a:rPr>
              <a:t>Visión </a:t>
            </a:r>
            <a:r>
              <a:rPr lang="en-US" sz="2000" dirty="0" err="1">
                <a:solidFill>
                  <a:srgbClr val="272525"/>
                </a:solidFill>
                <a:latin typeface="Arial"/>
                <a:ea typeface="Arial"/>
                <a:cs typeface="Arial"/>
                <a:sym typeface="Arial"/>
              </a:rPr>
              <a:t>Estratégica</a:t>
            </a:r>
            <a:endParaRPr sz="2000" dirty="0">
              <a:solidFill>
                <a:schemeClr val="dk1"/>
              </a:solidFill>
              <a:latin typeface="Calibri"/>
              <a:ea typeface="Calibri"/>
              <a:cs typeface="Calibri"/>
              <a:sym typeface="Calibri"/>
            </a:endParaRPr>
          </a:p>
        </p:txBody>
      </p:sp>
      <p:sp>
        <p:nvSpPr>
          <p:cNvPr id="7" name="Google Shape;127;p6">
            <a:extLst>
              <a:ext uri="{FF2B5EF4-FFF2-40B4-BE49-F238E27FC236}">
                <a16:creationId xmlns:a16="http://schemas.microsoft.com/office/drawing/2014/main" id="{E1FC101E-F35B-97CA-B0BD-16709C6DDBDC}"/>
              </a:ext>
            </a:extLst>
          </p:cNvPr>
          <p:cNvSpPr/>
          <p:nvPr/>
        </p:nvSpPr>
        <p:spPr>
          <a:xfrm>
            <a:off x="385638" y="3442448"/>
            <a:ext cx="4740222" cy="545575"/>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272525"/>
              </a:buClr>
              <a:buSzPts val="1700"/>
              <a:buFont typeface="Arial"/>
              <a:buNone/>
            </a:pPr>
            <a:r>
              <a:rPr lang="en-US" sz="1600" dirty="0">
                <a:solidFill>
                  <a:srgbClr val="646464"/>
                </a:solidFill>
                <a:latin typeface="Ubuntu"/>
              </a:rPr>
              <a:t>Los </a:t>
            </a:r>
            <a:r>
              <a:rPr lang="en-US" sz="1600" dirty="0" err="1">
                <a:solidFill>
                  <a:srgbClr val="646464"/>
                </a:solidFill>
                <a:latin typeface="Ubuntu"/>
              </a:rPr>
              <a:t>líderes</a:t>
            </a:r>
            <a:r>
              <a:rPr lang="en-US" sz="1600" dirty="0">
                <a:solidFill>
                  <a:srgbClr val="646464"/>
                </a:solidFill>
                <a:latin typeface="Ubuntu"/>
              </a:rPr>
              <a:t> </a:t>
            </a:r>
            <a:r>
              <a:rPr lang="en-US" sz="1600" dirty="0" err="1">
                <a:solidFill>
                  <a:srgbClr val="646464"/>
                </a:solidFill>
                <a:latin typeface="Ubuntu"/>
              </a:rPr>
              <a:t>deben</a:t>
            </a:r>
            <a:r>
              <a:rPr lang="en-US" sz="1600" dirty="0">
                <a:solidFill>
                  <a:srgbClr val="646464"/>
                </a:solidFill>
                <a:latin typeface="Ubuntu"/>
              </a:rPr>
              <a:t> </a:t>
            </a:r>
            <a:r>
              <a:rPr lang="en-US" sz="1600" dirty="0" err="1">
                <a:solidFill>
                  <a:srgbClr val="646464"/>
                </a:solidFill>
                <a:latin typeface="Ubuntu"/>
              </a:rPr>
              <a:t>definir</a:t>
            </a:r>
            <a:r>
              <a:rPr lang="en-US" sz="1600" dirty="0">
                <a:solidFill>
                  <a:srgbClr val="646464"/>
                </a:solidFill>
                <a:latin typeface="Ubuntu"/>
              </a:rPr>
              <a:t> </a:t>
            </a:r>
            <a:r>
              <a:rPr lang="en-US" sz="1600" dirty="0" err="1">
                <a:solidFill>
                  <a:srgbClr val="646464"/>
                </a:solidFill>
                <a:latin typeface="Ubuntu"/>
              </a:rPr>
              <a:t>una</a:t>
            </a:r>
            <a:r>
              <a:rPr lang="en-US" sz="1600" dirty="0">
                <a:solidFill>
                  <a:srgbClr val="646464"/>
                </a:solidFill>
                <a:latin typeface="Ubuntu"/>
              </a:rPr>
              <a:t> </a:t>
            </a:r>
            <a:r>
              <a:rPr lang="en-US" sz="1600" dirty="0" err="1">
                <a:solidFill>
                  <a:srgbClr val="646464"/>
                </a:solidFill>
                <a:latin typeface="Ubuntu"/>
              </a:rPr>
              <a:t>dirección</a:t>
            </a:r>
            <a:r>
              <a:rPr lang="en-US" sz="1600" dirty="0">
                <a:solidFill>
                  <a:srgbClr val="646464"/>
                </a:solidFill>
                <a:latin typeface="Ubuntu"/>
              </a:rPr>
              <a:t> </a:t>
            </a:r>
            <a:r>
              <a:rPr lang="en-US" sz="1600" dirty="0" err="1">
                <a:solidFill>
                  <a:srgbClr val="646464"/>
                </a:solidFill>
                <a:latin typeface="Ubuntu"/>
              </a:rPr>
              <a:t>clara</a:t>
            </a:r>
            <a:r>
              <a:rPr lang="en-US" sz="1600" dirty="0">
                <a:solidFill>
                  <a:srgbClr val="646464"/>
                </a:solidFill>
                <a:latin typeface="Ubuntu"/>
              </a:rPr>
              <a:t> y </a:t>
            </a:r>
            <a:r>
              <a:rPr lang="en-US" sz="1600" dirty="0" err="1">
                <a:solidFill>
                  <a:srgbClr val="646464"/>
                </a:solidFill>
                <a:latin typeface="Ubuntu"/>
              </a:rPr>
              <a:t>comunicarla</a:t>
            </a:r>
            <a:r>
              <a:rPr lang="en-US" sz="1600" dirty="0">
                <a:solidFill>
                  <a:srgbClr val="646464"/>
                </a:solidFill>
                <a:latin typeface="Ubuntu"/>
              </a:rPr>
              <a:t> </a:t>
            </a:r>
            <a:r>
              <a:rPr lang="en-US" sz="1600" dirty="0" err="1">
                <a:solidFill>
                  <a:srgbClr val="646464"/>
                </a:solidFill>
                <a:latin typeface="Ubuntu"/>
              </a:rPr>
              <a:t>efectivamente</a:t>
            </a:r>
            <a:r>
              <a:rPr lang="en-US" sz="1700" dirty="0">
                <a:solidFill>
                  <a:srgbClr val="272525"/>
                </a:solidFill>
                <a:latin typeface="Arial"/>
                <a:ea typeface="Arial"/>
                <a:cs typeface="Arial"/>
                <a:sym typeface="Arial"/>
              </a:rPr>
              <a:t>.</a:t>
            </a:r>
            <a:endParaRPr sz="1700" dirty="0">
              <a:solidFill>
                <a:schemeClr val="dk1"/>
              </a:solidFill>
              <a:latin typeface="Calibri"/>
              <a:ea typeface="Calibri"/>
              <a:cs typeface="Calibri"/>
              <a:sym typeface="Calibri"/>
            </a:endParaRPr>
          </a:p>
        </p:txBody>
      </p:sp>
      <p:sp>
        <p:nvSpPr>
          <p:cNvPr id="9" name="Google Shape;129;p6">
            <a:extLst>
              <a:ext uri="{FF2B5EF4-FFF2-40B4-BE49-F238E27FC236}">
                <a16:creationId xmlns:a16="http://schemas.microsoft.com/office/drawing/2014/main" id="{A928CCCB-D0AA-B582-C690-27C81C2EAA4D}"/>
              </a:ext>
            </a:extLst>
          </p:cNvPr>
          <p:cNvSpPr/>
          <p:nvPr/>
        </p:nvSpPr>
        <p:spPr>
          <a:xfrm>
            <a:off x="6704109" y="2916747"/>
            <a:ext cx="2006044" cy="250697"/>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000"/>
              <a:buFont typeface="Arial"/>
              <a:buNone/>
            </a:pPr>
            <a:r>
              <a:rPr lang="en-US" sz="2000">
                <a:solidFill>
                  <a:srgbClr val="272525"/>
                </a:solidFill>
                <a:latin typeface="Arial"/>
                <a:ea typeface="Arial"/>
                <a:cs typeface="Arial"/>
                <a:sym typeface="Arial"/>
              </a:rPr>
              <a:t>Motivación</a:t>
            </a:r>
            <a:endParaRPr sz="2000">
              <a:solidFill>
                <a:schemeClr val="dk1"/>
              </a:solidFill>
              <a:latin typeface="Calibri"/>
              <a:ea typeface="Calibri"/>
              <a:cs typeface="Calibri"/>
              <a:sym typeface="Calibri"/>
            </a:endParaRPr>
          </a:p>
        </p:txBody>
      </p:sp>
      <p:sp>
        <p:nvSpPr>
          <p:cNvPr id="10" name="Google Shape;130;p6">
            <a:extLst>
              <a:ext uri="{FF2B5EF4-FFF2-40B4-BE49-F238E27FC236}">
                <a16:creationId xmlns:a16="http://schemas.microsoft.com/office/drawing/2014/main" id="{1690E5DD-20D0-F6B8-7570-81EB08F653E1}"/>
              </a:ext>
            </a:extLst>
          </p:cNvPr>
          <p:cNvSpPr/>
          <p:nvPr/>
        </p:nvSpPr>
        <p:spPr>
          <a:xfrm>
            <a:off x="6704109" y="3377088"/>
            <a:ext cx="4740222" cy="545575"/>
          </a:xfrm>
          <a:prstGeom prst="rect">
            <a:avLst/>
          </a:prstGeom>
          <a:noFill/>
          <a:ln>
            <a:noFill/>
          </a:ln>
        </p:spPr>
        <p:txBody>
          <a:bodyPr spcFirstLastPara="1" wrap="square" lIns="0" tIns="0" rIns="0" bIns="0" anchor="t" anchorCtr="0">
            <a:noAutofit/>
          </a:bodyPr>
          <a:lstStyle/>
          <a:p>
            <a:pPr marL="0" marR="0" lvl="0" indent="0" algn="l" rtl="0">
              <a:lnSpc>
                <a:spcPct val="158823"/>
              </a:lnSpc>
              <a:spcBef>
                <a:spcPts val="0"/>
              </a:spcBef>
              <a:spcAft>
                <a:spcPts val="0"/>
              </a:spcAft>
              <a:buClr>
                <a:srgbClr val="272525"/>
              </a:buClr>
              <a:buSzPts val="1700"/>
              <a:buFont typeface="Arial"/>
              <a:buNone/>
            </a:pPr>
            <a:r>
              <a:rPr lang="en-US" sz="1600" dirty="0" err="1">
                <a:solidFill>
                  <a:srgbClr val="646464"/>
                </a:solidFill>
                <a:latin typeface="Ubuntu"/>
              </a:rPr>
              <a:t>Inspirar</a:t>
            </a:r>
            <a:r>
              <a:rPr lang="en-US" sz="1600" dirty="0">
                <a:solidFill>
                  <a:srgbClr val="646464"/>
                </a:solidFill>
                <a:latin typeface="Ubuntu"/>
              </a:rPr>
              <a:t> y </a:t>
            </a:r>
            <a:r>
              <a:rPr lang="en-US" sz="1600" dirty="0" err="1">
                <a:solidFill>
                  <a:srgbClr val="646464"/>
                </a:solidFill>
                <a:latin typeface="Ubuntu"/>
              </a:rPr>
              <a:t>empoderar</a:t>
            </a:r>
            <a:r>
              <a:rPr lang="en-US" sz="1600" dirty="0">
                <a:solidFill>
                  <a:srgbClr val="646464"/>
                </a:solidFill>
                <a:latin typeface="Ubuntu"/>
              </a:rPr>
              <a:t> al </a:t>
            </a:r>
            <a:r>
              <a:rPr lang="en-US" sz="1600" dirty="0" err="1">
                <a:solidFill>
                  <a:srgbClr val="646464"/>
                </a:solidFill>
                <a:latin typeface="Ubuntu"/>
              </a:rPr>
              <a:t>equipo</a:t>
            </a:r>
            <a:r>
              <a:rPr lang="en-US" sz="1600" dirty="0">
                <a:solidFill>
                  <a:srgbClr val="646464"/>
                </a:solidFill>
                <a:latin typeface="Ubuntu"/>
              </a:rPr>
              <a:t> para </a:t>
            </a:r>
            <a:r>
              <a:rPr lang="en-US" sz="1600" dirty="0" err="1">
                <a:solidFill>
                  <a:srgbClr val="646464"/>
                </a:solidFill>
                <a:latin typeface="Ubuntu"/>
              </a:rPr>
              <a:t>que</a:t>
            </a:r>
            <a:r>
              <a:rPr lang="en-US" sz="1600" dirty="0">
                <a:solidFill>
                  <a:srgbClr val="646464"/>
                </a:solidFill>
                <a:latin typeface="Ubuntu"/>
              </a:rPr>
              <a:t> </a:t>
            </a:r>
            <a:r>
              <a:rPr lang="en-US" sz="1600" dirty="0" err="1">
                <a:solidFill>
                  <a:srgbClr val="646464"/>
                </a:solidFill>
                <a:latin typeface="Ubuntu"/>
              </a:rPr>
              <a:t>abracen</a:t>
            </a:r>
            <a:r>
              <a:rPr lang="en-US" sz="1600" dirty="0">
                <a:solidFill>
                  <a:srgbClr val="646464"/>
                </a:solidFill>
                <a:latin typeface="Ubuntu"/>
              </a:rPr>
              <a:t> </a:t>
            </a:r>
            <a:r>
              <a:rPr lang="en-US" sz="1600" dirty="0" err="1">
                <a:solidFill>
                  <a:srgbClr val="646464"/>
                </a:solidFill>
                <a:latin typeface="Ubuntu"/>
              </a:rPr>
              <a:t>el</a:t>
            </a:r>
            <a:r>
              <a:rPr lang="en-US" sz="1600" dirty="0">
                <a:solidFill>
                  <a:srgbClr val="646464"/>
                </a:solidFill>
                <a:latin typeface="Ubuntu"/>
              </a:rPr>
              <a:t> </a:t>
            </a:r>
            <a:r>
              <a:rPr lang="en-US" sz="1600" dirty="0" err="1">
                <a:solidFill>
                  <a:srgbClr val="646464"/>
                </a:solidFill>
                <a:latin typeface="Ubuntu"/>
              </a:rPr>
              <a:t>cambio</a:t>
            </a:r>
            <a:r>
              <a:rPr lang="en-US" sz="1600" dirty="0">
                <a:solidFill>
                  <a:srgbClr val="646464"/>
                </a:solidFill>
                <a:latin typeface="Ubuntu"/>
              </a:rPr>
              <a:t> con </a:t>
            </a:r>
            <a:r>
              <a:rPr lang="en-US" sz="1600" dirty="0" err="1">
                <a:solidFill>
                  <a:srgbClr val="646464"/>
                </a:solidFill>
                <a:latin typeface="Ubuntu"/>
              </a:rPr>
              <a:t>entusiasmo</a:t>
            </a:r>
            <a:r>
              <a:rPr lang="en-US" sz="1600" dirty="0">
                <a:solidFill>
                  <a:srgbClr val="646464"/>
                </a:solidFill>
                <a:latin typeface="Ubuntu"/>
              </a:rPr>
              <a:t>.</a:t>
            </a:r>
            <a:endParaRPr sz="1600" dirty="0">
              <a:solidFill>
                <a:srgbClr val="646464"/>
              </a:solidFill>
              <a:latin typeface="Ubuntu"/>
              <a:sym typeface="Calibri"/>
            </a:endParaRPr>
          </a:p>
        </p:txBody>
      </p:sp>
      <p:sp>
        <p:nvSpPr>
          <p:cNvPr id="12" name="Google Shape;132;p6">
            <a:extLst>
              <a:ext uri="{FF2B5EF4-FFF2-40B4-BE49-F238E27FC236}">
                <a16:creationId xmlns:a16="http://schemas.microsoft.com/office/drawing/2014/main" id="{E7849661-FB07-1214-2D87-F80D0A6F3A88}"/>
              </a:ext>
            </a:extLst>
          </p:cNvPr>
          <p:cNvSpPr/>
          <p:nvPr/>
        </p:nvSpPr>
        <p:spPr>
          <a:xfrm>
            <a:off x="385638" y="4718043"/>
            <a:ext cx="3177693" cy="302103"/>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000"/>
              <a:buFont typeface="Arial"/>
              <a:buNone/>
            </a:pPr>
            <a:r>
              <a:rPr lang="en-US" sz="2000" dirty="0" err="1">
                <a:solidFill>
                  <a:srgbClr val="272525"/>
                </a:solidFill>
                <a:latin typeface="Arial"/>
                <a:ea typeface="Arial"/>
                <a:cs typeface="Arial"/>
                <a:sym typeface="Arial"/>
              </a:rPr>
              <a:t>Gestión</a:t>
            </a:r>
            <a:r>
              <a:rPr lang="en-US" sz="2000" dirty="0">
                <a:solidFill>
                  <a:srgbClr val="272525"/>
                </a:solidFill>
                <a:latin typeface="Arial"/>
                <a:ea typeface="Arial"/>
                <a:cs typeface="Arial"/>
                <a:sym typeface="Arial"/>
              </a:rPr>
              <a:t> del Cambio</a:t>
            </a:r>
            <a:endParaRPr sz="2000" dirty="0">
              <a:solidFill>
                <a:schemeClr val="dk1"/>
              </a:solidFill>
              <a:latin typeface="Calibri"/>
              <a:ea typeface="Calibri"/>
              <a:cs typeface="Calibri"/>
              <a:sym typeface="Calibri"/>
            </a:endParaRPr>
          </a:p>
        </p:txBody>
      </p:sp>
      <p:sp>
        <p:nvSpPr>
          <p:cNvPr id="13" name="Google Shape;133;p6">
            <a:extLst>
              <a:ext uri="{FF2B5EF4-FFF2-40B4-BE49-F238E27FC236}">
                <a16:creationId xmlns:a16="http://schemas.microsoft.com/office/drawing/2014/main" id="{DBCD79C0-0FDB-ECCD-AB2F-81FC235A5700}"/>
              </a:ext>
            </a:extLst>
          </p:cNvPr>
          <p:cNvSpPr/>
          <p:nvPr/>
        </p:nvSpPr>
        <p:spPr>
          <a:xfrm>
            <a:off x="385638" y="5243745"/>
            <a:ext cx="4740222" cy="545575"/>
          </a:xfrm>
          <a:prstGeom prst="rect">
            <a:avLst/>
          </a:prstGeom>
          <a:noFill/>
          <a:ln>
            <a:noFill/>
          </a:ln>
        </p:spPr>
        <p:txBody>
          <a:bodyPr spcFirstLastPara="1" wrap="square" lIns="0" tIns="0" rIns="0" bIns="0" anchor="t" anchorCtr="0">
            <a:noAutofit/>
          </a:bodyPr>
          <a:lstStyle/>
          <a:p>
            <a:pPr marL="0" lvl="0" indent="0">
              <a:lnSpc>
                <a:spcPct val="158823"/>
              </a:lnSpc>
              <a:buClr>
                <a:srgbClr val="272525"/>
              </a:buClr>
              <a:buSzPts val="1700"/>
              <a:buFont typeface="Arial"/>
              <a:buNone/>
            </a:pPr>
            <a:r>
              <a:rPr lang="en-US" sz="1600" dirty="0" err="1">
                <a:solidFill>
                  <a:srgbClr val="646464"/>
                </a:solidFill>
                <a:latin typeface="Ubuntu"/>
              </a:rPr>
              <a:t>Planificar</a:t>
            </a:r>
            <a:r>
              <a:rPr lang="en-US" sz="1600" dirty="0">
                <a:solidFill>
                  <a:srgbClr val="646464"/>
                </a:solidFill>
                <a:latin typeface="Ubuntu"/>
              </a:rPr>
              <a:t>, </a:t>
            </a:r>
            <a:r>
              <a:rPr lang="en-US" sz="1600" dirty="0" err="1">
                <a:solidFill>
                  <a:srgbClr val="646464"/>
                </a:solidFill>
                <a:latin typeface="Ubuntu"/>
              </a:rPr>
              <a:t>implementar</a:t>
            </a:r>
            <a:r>
              <a:rPr lang="en-US" sz="1600" dirty="0">
                <a:solidFill>
                  <a:srgbClr val="646464"/>
                </a:solidFill>
                <a:latin typeface="Ubuntu"/>
              </a:rPr>
              <a:t> y </a:t>
            </a:r>
            <a:r>
              <a:rPr lang="en-US" sz="1600" dirty="0" err="1">
                <a:solidFill>
                  <a:srgbClr val="646464"/>
                </a:solidFill>
                <a:latin typeface="Ubuntu"/>
              </a:rPr>
              <a:t>monitorear</a:t>
            </a:r>
            <a:r>
              <a:rPr lang="en-US" sz="1600" dirty="0">
                <a:solidFill>
                  <a:srgbClr val="646464"/>
                </a:solidFill>
                <a:latin typeface="Ubuntu"/>
              </a:rPr>
              <a:t> </a:t>
            </a:r>
            <a:r>
              <a:rPr lang="en-US" sz="1600" dirty="0" err="1">
                <a:solidFill>
                  <a:srgbClr val="646464"/>
                </a:solidFill>
                <a:latin typeface="Ubuntu"/>
              </a:rPr>
              <a:t>el</a:t>
            </a:r>
            <a:r>
              <a:rPr lang="en-US" sz="1600" dirty="0">
                <a:solidFill>
                  <a:srgbClr val="646464"/>
                </a:solidFill>
                <a:latin typeface="Ubuntu"/>
              </a:rPr>
              <a:t> </a:t>
            </a:r>
            <a:r>
              <a:rPr lang="en-US" sz="1600" dirty="0" err="1">
                <a:solidFill>
                  <a:srgbClr val="646464"/>
                </a:solidFill>
                <a:latin typeface="Ubuntu"/>
              </a:rPr>
              <a:t>proceso</a:t>
            </a:r>
            <a:r>
              <a:rPr lang="en-US" sz="1600" dirty="0">
                <a:solidFill>
                  <a:srgbClr val="646464"/>
                </a:solidFill>
                <a:latin typeface="Ubuntu"/>
              </a:rPr>
              <a:t> de </a:t>
            </a:r>
            <a:r>
              <a:rPr lang="en-US" sz="1600" dirty="0" err="1">
                <a:solidFill>
                  <a:srgbClr val="646464"/>
                </a:solidFill>
                <a:latin typeface="Ubuntu"/>
              </a:rPr>
              <a:t>transformación</a:t>
            </a:r>
            <a:r>
              <a:rPr lang="en-US" sz="1600" dirty="0">
                <a:solidFill>
                  <a:srgbClr val="646464"/>
                </a:solidFill>
                <a:latin typeface="Ubuntu"/>
              </a:rPr>
              <a:t> </a:t>
            </a:r>
            <a:r>
              <a:rPr lang="en-US" sz="1600" dirty="0" err="1">
                <a:solidFill>
                  <a:srgbClr val="646464"/>
                </a:solidFill>
                <a:latin typeface="Ubuntu"/>
              </a:rPr>
              <a:t>organizacional</a:t>
            </a:r>
            <a:r>
              <a:rPr lang="en-US" sz="1600" dirty="0">
                <a:solidFill>
                  <a:srgbClr val="646464"/>
                </a:solidFill>
                <a:latin typeface="Ubuntu"/>
              </a:rPr>
              <a:t>.</a:t>
            </a:r>
            <a:endParaRPr sz="1600" dirty="0">
              <a:solidFill>
                <a:srgbClr val="646464"/>
              </a:solidFill>
              <a:latin typeface="Ubuntu"/>
              <a:sym typeface="Calibri"/>
            </a:endParaRPr>
          </a:p>
        </p:txBody>
      </p:sp>
      <p:sp>
        <p:nvSpPr>
          <p:cNvPr id="15" name="Google Shape;135;p6">
            <a:extLst>
              <a:ext uri="{FF2B5EF4-FFF2-40B4-BE49-F238E27FC236}">
                <a16:creationId xmlns:a16="http://schemas.microsoft.com/office/drawing/2014/main" id="{54329E67-CCCF-4F34-D1EE-6D29853DC14D}"/>
              </a:ext>
            </a:extLst>
          </p:cNvPr>
          <p:cNvSpPr/>
          <p:nvPr/>
        </p:nvSpPr>
        <p:spPr>
          <a:xfrm>
            <a:off x="6788950" y="4726048"/>
            <a:ext cx="2515305" cy="38185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000"/>
              <a:buFont typeface="Arial"/>
              <a:buNone/>
            </a:pPr>
            <a:r>
              <a:rPr lang="en-US" sz="2000" dirty="0">
                <a:solidFill>
                  <a:srgbClr val="272525"/>
                </a:solidFill>
                <a:latin typeface="Arial"/>
                <a:ea typeface="Arial"/>
                <a:cs typeface="Arial"/>
                <a:sym typeface="Arial"/>
              </a:rPr>
              <a:t>Desarrollo de Talento</a:t>
            </a:r>
            <a:endParaRPr sz="2000" dirty="0">
              <a:solidFill>
                <a:schemeClr val="dk1"/>
              </a:solidFill>
              <a:latin typeface="Calibri"/>
              <a:ea typeface="Calibri"/>
              <a:cs typeface="Calibri"/>
              <a:sym typeface="Calibri"/>
            </a:endParaRPr>
          </a:p>
        </p:txBody>
      </p:sp>
      <p:sp>
        <p:nvSpPr>
          <p:cNvPr id="16" name="Google Shape;136;p6">
            <a:extLst>
              <a:ext uri="{FF2B5EF4-FFF2-40B4-BE49-F238E27FC236}">
                <a16:creationId xmlns:a16="http://schemas.microsoft.com/office/drawing/2014/main" id="{0686DA8D-7DDF-E1BD-F996-C641C56C5426}"/>
              </a:ext>
            </a:extLst>
          </p:cNvPr>
          <p:cNvSpPr/>
          <p:nvPr/>
        </p:nvSpPr>
        <p:spPr>
          <a:xfrm>
            <a:off x="6788950" y="5251750"/>
            <a:ext cx="4740222" cy="545575"/>
          </a:xfrm>
          <a:prstGeom prst="rect">
            <a:avLst/>
          </a:prstGeom>
          <a:noFill/>
          <a:ln>
            <a:noFill/>
          </a:ln>
        </p:spPr>
        <p:txBody>
          <a:bodyPr spcFirstLastPara="1" wrap="square" lIns="0" tIns="0" rIns="0" bIns="0" anchor="t" anchorCtr="0">
            <a:noAutofit/>
          </a:bodyPr>
          <a:lstStyle/>
          <a:p>
            <a:pPr>
              <a:lnSpc>
                <a:spcPct val="158823"/>
              </a:lnSpc>
              <a:buClr>
                <a:srgbClr val="272525"/>
              </a:buClr>
              <a:buSzPts val="1700"/>
            </a:pPr>
            <a:r>
              <a:rPr lang="en-US" sz="1600" dirty="0" err="1">
                <a:solidFill>
                  <a:srgbClr val="646464"/>
                </a:solidFill>
                <a:latin typeface="Ubuntu"/>
              </a:rPr>
              <a:t>Brindar</a:t>
            </a:r>
            <a:r>
              <a:rPr lang="en-US" sz="1600" dirty="0">
                <a:solidFill>
                  <a:srgbClr val="646464"/>
                </a:solidFill>
                <a:latin typeface="Ubuntu"/>
              </a:rPr>
              <a:t> </a:t>
            </a:r>
            <a:r>
              <a:rPr lang="en-US" sz="1600" dirty="0" err="1">
                <a:solidFill>
                  <a:srgbClr val="646464"/>
                </a:solidFill>
                <a:latin typeface="Ubuntu"/>
              </a:rPr>
              <a:t>capacitación</a:t>
            </a:r>
            <a:r>
              <a:rPr lang="en-US" sz="1600" dirty="0">
                <a:solidFill>
                  <a:srgbClr val="646464"/>
                </a:solidFill>
                <a:latin typeface="Ubuntu"/>
              </a:rPr>
              <a:t> y </a:t>
            </a:r>
            <a:r>
              <a:rPr lang="en-US" sz="1600" dirty="0" err="1">
                <a:solidFill>
                  <a:srgbClr val="646464"/>
                </a:solidFill>
                <a:latin typeface="Ubuntu"/>
              </a:rPr>
              <a:t>oportunidades</a:t>
            </a:r>
            <a:r>
              <a:rPr lang="en-US" sz="1600" dirty="0">
                <a:solidFill>
                  <a:srgbClr val="646464"/>
                </a:solidFill>
                <a:latin typeface="Ubuntu"/>
              </a:rPr>
              <a:t> de </a:t>
            </a:r>
            <a:r>
              <a:rPr lang="en-US" sz="1600" dirty="0" err="1">
                <a:solidFill>
                  <a:srgbClr val="646464"/>
                </a:solidFill>
                <a:latin typeface="Ubuntu"/>
              </a:rPr>
              <a:t>crecimiento</a:t>
            </a:r>
            <a:r>
              <a:rPr lang="en-US" sz="1600" dirty="0">
                <a:solidFill>
                  <a:srgbClr val="646464"/>
                </a:solidFill>
                <a:latin typeface="Ubuntu"/>
              </a:rPr>
              <a:t> a </a:t>
            </a:r>
            <a:r>
              <a:rPr lang="en-US" sz="1600" dirty="0" err="1">
                <a:solidFill>
                  <a:srgbClr val="646464"/>
                </a:solidFill>
                <a:latin typeface="Ubuntu"/>
              </a:rPr>
              <a:t>los</a:t>
            </a:r>
            <a:r>
              <a:rPr lang="en-US" sz="1600" dirty="0">
                <a:solidFill>
                  <a:srgbClr val="646464"/>
                </a:solidFill>
                <a:latin typeface="Ubuntu"/>
              </a:rPr>
              <a:t> </a:t>
            </a:r>
            <a:r>
              <a:rPr lang="en-US" sz="1600" dirty="0" err="1">
                <a:solidFill>
                  <a:srgbClr val="646464"/>
                </a:solidFill>
                <a:latin typeface="Ubuntu"/>
              </a:rPr>
              <a:t>colaboradores</a:t>
            </a:r>
            <a:r>
              <a:rPr lang="en-US" sz="1600" dirty="0">
                <a:solidFill>
                  <a:srgbClr val="646464"/>
                </a:solidFill>
                <a:latin typeface="Ubuntu"/>
              </a:rPr>
              <a:t>.</a:t>
            </a:r>
            <a:endParaRPr sz="1600" dirty="0">
              <a:solidFill>
                <a:srgbClr val="646464"/>
              </a:solidFill>
              <a:latin typeface="Ubuntu"/>
              <a:sym typeface="Calibri"/>
            </a:endParaRPr>
          </a:p>
        </p:txBody>
      </p:sp>
      <p:sp>
        <p:nvSpPr>
          <p:cNvPr id="2" name="Rectángulo 1">
            <a:extLst>
              <a:ext uri="{FF2B5EF4-FFF2-40B4-BE49-F238E27FC236}">
                <a16:creationId xmlns:a16="http://schemas.microsoft.com/office/drawing/2014/main" id="{DFEA1870-8ECB-CDE7-71FF-479FB4851D59}"/>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7"/>
        <p:cNvGrpSpPr/>
        <p:nvPr/>
      </p:nvGrpSpPr>
      <p:grpSpPr>
        <a:xfrm>
          <a:off x="0" y="0"/>
          <a:ext cx="0" cy="0"/>
          <a:chOff x="0" y="0"/>
          <a:chExt cx="0" cy="0"/>
        </a:xfrm>
      </p:grpSpPr>
      <p:sp>
        <p:nvSpPr>
          <p:cNvPr id="178" name="Google Shape;178;g38714cf8a32_0_14"/>
          <p:cNvSpPr txBox="1">
            <a:spLocks noGrp="1"/>
          </p:cNvSpPr>
          <p:nvPr>
            <p:ph type="title"/>
          </p:nvPr>
        </p:nvSpPr>
        <p:spPr>
          <a:xfrm>
            <a:off x="884382" y="3034433"/>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3000"/>
              <a:buFont typeface="Tahoma"/>
              <a:buNone/>
            </a:pPr>
            <a:r>
              <a:rPr lang="es-ES" sz="3000" b="1" dirty="0">
                <a:solidFill>
                  <a:schemeClr val="lt1"/>
                </a:solidFill>
                <a:latin typeface="Tahoma"/>
                <a:ea typeface="Tahoma"/>
                <a:cs typeface="Tahoma"/>
                <a:sym typeface="Tahoma"/>
              </a:rPr>
              <a:t>ESTRATEGIAS DE COMUNICACIÓN EFECTIVA</a:t>
            </a:r>
            <a:endParaRPr sz="3000" b="1" dirty="0">
              <a:solidFill>
                <a:schemeClr val="lt1"/>
              </a:solidFill>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2"/>
        <p:cNvGrpSpPr/>
        <p:nvPr/>
      </p:nvGrpSpPr>
      <p:grpSpPr>
        <a:xfrm>
          <a:off x="0" y="0"/>
          <a:ext cx="0" cy="0"/>
          <a:chOff x="0" y="0"/>
          <a:chExt cx="0" cy="0"/>
        </a:xfrm>
      </p:grpSpPr>
      <p:pic>
        <p:nvPicPr>
          <p:cNvPr id="2" name="Google Shape;145;p7" descr="preencoded.png">
            <a:extLst>
              <a:ext uri="{FF2B5EF4-FFF2-40B4-BE49-F238E27FC236}">
                <a16:creationId xmlns:a16="http://schemas.microsoft.com/office/drawing/2014/main" id="{B58C803C-5A37-105F-9E82-AB5E287CCC8E}"/>
              </a:ext>
            </a:extLst>
          </p:cNvPr>
          <p:cNvPicPr preferRelativeResize="0"/>
          <p:nvPr/>
        </p:nvPicPr>
        <p:blipFill rotWithShape="1">
          <a:blip r:embed="rId4">
            <a:alphaModFix/>
          </a:blip>
          <a:srcRect/>
          <a:stretch/>
        </p:blipFill>
        <p:spPr>
          <a:xfrm>
            <a:off x="290969" y="1573519"/>
            <a:ext cx="598408" cy="598408"/>
          </a:xfrm>
          <a:prstGeom prst="rect">
            <a:avLst/>
          </a:prstGeom>
          <a:noFill/>
          <a:ln>
            <a:noFill/>
          </a:ln>
        </p:spPr>
      </p:pic>
      <p:sp>
        <p:nvSpPr>
          <p:cNvPr id="3" name="Google Shape;146;p7">
            <a:extLst>
              <a:ext uri="{FF2B5EF4-FFF2-40B4-BE49-F238E27FC236}">
                <a16:creationId xmlns:a16="http://schemas.microsoft.com/office/drawing/2014/main" id="{FEE00751-A479-F64F-8C7F-9CE8364B9E1D}"/>
              </a:ext>
            </a:extLst>
          </p:cNvPr>
          <p:cNvSpPr/>
          <p:nvPr/>
        </p:nvSpPr>
        <p:spPr>
          <a:xfrm>
            <a:off x="1054540" y="1812835"/>
            <a:ext cx="281618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200"/>
              <a:buFont typeface="Arial"/>
              <a:buNone/>
            </a:pPr>
            <a:r>
              <a:rPr lang="en-US" sz="2400" b="1" dirty="0" err="1">
                <a:solidFill>
                  <a:srgbClr val="646464"/>
                </a:solidFill>
                <a:latin typeface="Ubuntu"/>
              </a:rPr>
              <a:t>Transparencia</a:t>
            </a:r>
            <a:endParaRPr sz="2400" b="1" dirty="0">
              <a:solidFill>
                <a:srgbClr val="646464"/>
              </a:solidFill>
              <a:latin typeface="Ubuntu"/>
              <a:sym typeface="Calibri"/>
            </a:endParaRPr>
          </a:p>
        </p:txBody>
      </p:sp>
      <p:sp>
        <p:nvSpPr>
          <p:cNvPr id="4" name="Google Shape;147;p7">
            <a:extLst>
              <a:ext uri="{FF2B5EF4-FFF2-40B4-BE49-F238E27FC236}">
                <a16:creationId xmlns:a16="http://schemas.microsoft.com/office/drawing/2014/main" id="{9CE558E9-5B69-694E-3D29-76D1D09D3EB7}"/>
              </a:ext>
            </a:extLst>
          </p:cNvPr>
          <p:cNvSpPr/>
          <p:nvPr/>
        </p:nvSpPr>
        <p:spPr>
          <a:xfrm>
            <a:off x="1054540" y="2308373"/>
            <a:ext cx="3554730" cy="766048"/>
          </a:xfrm>
          <a:prstGeom prst="rect">
            <a:avLst/>
          </a:prstGeom>
          <a:noFill/>
          <a:ln>
            <a:noFill/>
          </a:ln>
        </p:spPr>
        <p:txBody>
          <a:bodyPr spcFirstLastPara="1" wrap="square" lIns="0" tIns="0" rIns="0" bIns="0" anchor="t" anchorCtr="0">
            <a:noAutofit/>
          </a:bodyPr>
          <a:lstStyle/>
          <a:p>
            <a:pPr>
              <a:lnSpc>
                <a:spcPct val="162162"/>
              </a:lnSpc>
              <a:buClr>
                <a:srgbClr val="272525"/>
              </a:buClr>
              <a:buSzPts val="1850"/>
            </a:pPr>
            <a:r>
              <a:rPr lang="en-US" sz="1500" dirty="0" err="1">
                <a:solidFill>
                  <a:srgbClr val="646464"/>
                </a:solidFill>
                <a:latin typeface="Ubuntu"/>
              </a:rPr>
              <a:t>Compartir</a:t>
            </a:r>
            <a:r>
              <a:rPr lang="en-US" sz="1500" dirty="0">
                <a:solidFill>
                  <a:srgbClr val="646464"/>
                </a:solidFill>
                <a:latin typeface="Ubuntu"/>
              </a:rPr>
              <a:t> </a:t>
            </a:r>
            <a:r>
              <a:rPr lang="en-US" sz="1500" dirty="0" err="1">
                <a:solidFill>
                  <a:srgbClr val="646464"/>
                </a:solidFill>
                <a:latin typeface="Ubuntu"/>
              </a:rPr>
              <a:t>información</a:t>
            </a:r>
            <a:r>
              <a:rPr lang="en-US" sz="1500" dirty="0">
                <a:solidFill>
                  <a:srgbClr val="646464"/>
                </a:solidFill>
                <a:latin typeface="Ubuntu"/>
              </a:rPr>
              <a:t> de </a:t>
            </a:r>
            <a:r>
              <a:rPr lang="en-US" sz="1500" dirty="0" err="1">
                <a:solidFill>
                  <a:srgbClr val="646464"/>
                </a:solidFill>
                <a:latin typeface="Ubuntu"/>
              </a:rPr>
              <a:t>manera</a:t>
            </a:r>
            <a:r>
              <a:rPr lang="en-US" sz="1500" dirty="0">
                <a:solidFill>
                  <a:srgbClr val="646464"/>
                </a:solidFill>
                <a:latin typeface="Ubuntu"/>
              </a:rPr>
              <a:t> </a:t>
            </a:r>
            <a:r>
              <a:rPr lang="en-US" sz="1500" dirty="0" err="1">
                <a:solidFill>
                  <a:srgbClr val="646464"/>
                </a:solidFill>
                <a:latin typeface="Ubuntu"/>
              </a:rPr>
              <a:t>abierta</a:t>
            </a:r>
            <a:r>
              <a:rPr lang="en-US" sz="1500" dirty="0">
                <a:solidFill>
                  <a:srgbClr val="646464"/>
                </a:solidFill>
                <a:latin typeface="Ubuntu"/>
              </a:rPr>
              <a:t> y </a:t>
            </a:r>
            <a:r>
              <a:rPr lang="en-US" sz="1500" dirty="0" err="1">
                <a:solidFill>
                  <a:srgbClr val="646464"/>
                </a:solidFill>
                <a:latin typeface="Ubuntu"/>
              </a:rPr>
              <a:t>honesta</a:t>
            </a:r>
            <a:r>
              <a:rPr lang="en-US" sz="1500" dirty="0">
                <a:solidFill>
                  <a:srgbClr val="646464"/>
                </a:solidFill>
                <a:latin typeface="Ubuntu"/>
              </a:rPr>
              <a:t>.</a:t>
            </a:r>
            <a:endParaRPr sz="1500" dirty="0">
              <a:solidFill>
                <a:srgbClr val="646464"/>
              </a:solidFill>
              <a:latin typeface="Ubuntu"/>
              <a:sym typeface="Calibri"/>
            </a:endParaRPr>
          </a:p>
        </p:txBody>
      </p:sp>
      <p:pic>
        <p:nvPicPr>
          <p:cNvPr id="5" name="Google Shape;148;p7" descr="preencoded.png">
            <a:extLst>
              <a:ext uri="{FF2B5EF4-FFF2-40B4-BE49-F238E27FC236}">
                <a16:creationId xmlns:a16="http://schemas.microsoft.com/office/drawing/2014/main" id="{B28E23C5-2C72-2B1B-EA97-F0FE952D0F8D}"/>
              </a:ext>
            </a:extLst>
          </p:cNvPr>
          <p:cNvPicPr preferRelativeResize="0"/>
          <p:nvPr/>
        </p:nvPicPr>
        <p:blipFill rotWithShape="1">
          <a:blip r:embed="rId5">
            <a:alphaModFix/>
          </a:blip>
          <a:srcRect/>
          <a:stretch/>
        </p:blipFill>
        <p:spPr>
          <a:xfrm>
            <a:off x="4310066" y="1709965"/>
            <a:ext cx="598408" cy="598408"/>
          </a:xfrm>
          <a:prstGeom prst="rect">
            <a:avLst/>
          </a:prstGeom>
          <a:noFill/>
          <a:ln>
            <a:noFill/>
          </a:ln>
        </p:spPr>
      </p:pic>
      <p:sp>
        <p:nvSpPr>
          <p:cNvPr id="6" name="Google Shape;149;p7">
            <a:extLst>
              <a:ext uri="{FF2B5EF4-FFF2-40B4-BE49-F238E27FC236}">
                <a16:creationId xmlns:a16="http://schemas.microsoft.com/office/drawing/2014/main" id="{DCD2B8A6-8698-B7BD-5BCB-2F84F58E0B70}"/>
              </a:ext>
            </a:extLst>
          </p:cNvPr>
          <p:cNvSpPr/>
          <p:nvPr/>
        </p:nvSpPr>
        <p:spPr>
          <a:xfrm>
            <a:off x="4968243" y="1812835"/>
            <a:ext cx="2816185" cy="351949"/>
          </a:xfrm>
          <a:prstGeom prst="rect">
            <a:avLst/>
          </a:prstGeom>
          <a:noFill/>
          <a:ln>
            <a:noFill/>
          </a:ln>
        </p:spPr>
        <p:txBody>
          <a:bodyPr spcFirstLastPara="1" wrap="square" lIns="0" tIns="0" rIns="0" bIns="0" anchor="t" anchorCtr="0">
            <a:noAutofit/>
          </a:bodyPr>
          <a:lstStyle/>
          <a:p>
            <a:pPr>
              <a:lnSpc>
                <a:spcPct val="125000"/>
              </a:lnSpc>
              <a:buClr>
                <a:srgbClr val="272525"/>
              </a:buClr>
              <a:buSzPts val="2200"/>
            </a:pPr>
            <a:r>
              <a:rPr lang="en-US" sz="2400" b="1" dirty="0">
                <a:solidFill>
                  <a:srgbClr val="646464"/>
                </a:solidFill>
                <a:latin typeface="Ubuntu"/>
              </a:rPr>
              <a:t>Diálogo</a:t>
            </a:r>
            <a:endParaRPr sz="2400" b="1" dirty="0">
              <a:solidFill>
                <a:srgbClr val="646464"/>
              </a:solidFill>
              <a:latin typeface="Ubuntu"/>
              <a:sym typeface="Calibri"/>
            </a:endParaRPr>
          </a:p>
        </p:txBody>
      </p:sp>
      <p:sp>
        <p:nvSpPr>
          <p:cNvPr id="7" name="Google Shape;150;p7">
            <a:extLst>
              <a:ext uri="{FF2B5EF4-FFF2-40B4-BE49-F238E27FC236}">
                <a16:creationId xmlns:a16="http://schemas.microsoft.com/office/drawing/2014/main" id="{416EA3B6-D2AD-C39E-0DD9-51C3C4DE4448}"/>
              </a:ext>
            </a:extLst>
          </p:cNvPr>
          <p:cNvSpPr/>
          <p:nvPr/>
        </p:nvSpPr>
        <p:spPr>
          <a:xfrm>
            <a:off x="4968243" y="2308373"/>
            <a:ext cx="3554849"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72525"/>
              </a:buClr>
              <a:buSzPts val="1850"/>
              <a:buFont typeface="Arial"/>
              <a:buNone/>
            </a:pPr>
            <a:r>
              <a:rPr lang="en-US" sz="1500" dirty="0" err="1">
                <a:solidFill>
                  <a:srgbClr val="646464"/>
                </a:solidFill>
                <a:latin typeface="Ubuntu"/>
              </a:rPr>
              <a:t>Escuchar</a:t>
            </a:r>
            <a:r>
              <a:rPr lang="en-US" sz="1500" dirty="0">
                <a:solidFill>
                  <a:srgbClr val="646464"/>
                </a:solidFill>
                <a:latin typeface="Ubuntu"/>
              </a:rPr>
              <a:t> y responder a las inquietudes del </a:t>
            </a:r>
            <a:r>
              <a:rPr lang="en-US" sz="1500" dirty="0" err="1">
                <a:solidFill>
                  <a:srgbClr val="646464"/>
                </a:solidFill>
                <a:latin typeface="Ubuntu"/>
              </a:rPr>
              <a:t>equipo</a:t>
            </a:r>
            <a:r>
              <a:rPr lang="en-US" sz="1500" dirty="0">
                <a:solidFill>
                  <a:srgbClr val="646464"/>
                </a:solidFill>
                <a:latin typeface="Ubuntu"/>
              </a:rPr>
              <a:t>.</a:t>
            </a:r>
            <a:endParaRPr sz="1500" dirty="0">
              <a:solidFill>
                <a:srgbClr val="646464"/>
              </a:solidFill>
              <a:latin typeface="Ubuntu"/>
              <a:sym typeface="Calibri"/>
            </a:endParaRPr>
          </a:p>
        </p:txBody>
      </p:sp>
      <p:pic>
        <p:nvPicPr>
          <p:cNvPr id="8" name="Google Shape;151;p7" descr="preencoded.png">
            <a:extLst>
              <a:ext uri="{FF2B5EF4-FFF2-40B4-BE49-F238E27FC236}">
                <a16:creationId xmlns:a16="http://schemas.microsoft.com/office/drawing/2014/main" id="{2FEAA2F3-9241-ABF6-65D6-27B72253FBA5}"/>
              </a:ext>
            </a:extLst>
          </p:cNvPr>
          <p:cNvPicPr preferRelativeResize="0"/>
          <p:nvPr/>
        </p:nvPicPr>
        <p:blipFill rotWithShape="1">
          <a:blip r:embed="rId6">
            <a:alphaModFix/>
          </a:blip>
          <a:srcRect/>
          <a:stretch/>
        </p:blipFill>
        <p:spPr>
          <a:xfrm>
            <a:off x="276645" y="4197679"/>
            <a:ext cx="598408" cy="598408"/>
          </a:xfrm>
          <a:prstGeom prst="rect">
            <a:avLst/>
          </a:prstGeom>
          <a:noFill/>
          <a:ln>
            <a:noFill/>
          </a:ln>
        </p:spPr>
      </p:pic>
      <p:sp>
        <p:nvSpPr>
          <p:cNvPr id="9" name="Google Shape;152;p7">
            <a:extLst>
              <a:ext uri="{FF2B5EF4-FFF2-40B4-BE49-F238E27FC236}">
                <a16:creationId xmlns:a16="http://schemas.microsoft.com/office/drawing/2014/main" id="{5DC37971-3BD9-6D5F-2ABB-AE07BCD2E856}"/>
              </a:ext>
            </a:extLst>
          </p:cNvPr>
          <p:cNvSpPr/>
          <p:nvPr/>
        </p:nvSpPr>
        <p:spPr>
          <a:xfrm>
            <a:off x="1054539" y="4197679"/>
            <a:ext cx="281618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200"/>
              <a:buFont typeface="Arial"/>
              <a:buNone/>
            </a:pPr>
            <a:r>
              <a:rPr lang="en-US" sz="2400" b="1" dirty="0" err="1">
                <a:solidFill>
                  <a:srgbClr val="646464"/>
                </a:solidFill>
                <a:latin typeface="Ubuntu"/>
              </a:rPr>
              <a:t>Definir</a:t>
            </a:r>
            <a:r>
              <a:rPr lang="en-US" sz="2400" b="1" dirty="0">
                <a:solidFill>
                  <a:srgbClr val="646464"/>
                </a:solidFill>
                <a:latin typeface="Ubuntu"/>
              </a:rPr>
              <a:t> Metas</a:t>
            </a:r>
            <a:endParaRPr sz="2400" b="1" dirty="0">
              <a:solidFill>
                <a:srgbClr val="646464"/>
              </a:solidFill>
              <a:latin typeface="Ubuntu"/>
              <a:sym typeface="Calibri"/>
            </a:endParaRPr>
          </a:p>
        </p:txBody>
      </p:sp>
      <p:sp>
        <p:nvSpPr>
          <p:cNvPr id="10" name="Google Shape;153;p7">
            <a:extLst>
              <a:ext uri="{FF2B5EF4-FFF2-40B4-BE49-F238E27FC236}">
                <a16:creationId xmlns:a16="http://schemas.microsoft.com/office/drawing/2014/main" id="{ED91E05E-12F9-0BC3-6750-F4CBD898AB7E}"/>
              </a:ext>
            </a:extLst>
          </p:cNvPr>
          <p:cNvSpPr/>
          <p:nvPr/>
        </p:nvSpPr>
        <p:spPr>
          <a:xfrm>
            <a:off x="1054539" y="4693217"/>
            <a:ext cx="3554730"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72525"/>
              </a:buClr>
              <a:buSzPts val="1850"/>
              <a:buFont typeface="Arial"/>
              <a:buNone/>
            </a:pPr>
            <a:r>
              <a:rPr lang="en-US" sz="1500" dirty="0" err="1">
                <a:solidFill>
                  <a:srgbClr val="646464"/>
                </a:solidFill>
                <a:latin typeface="Ubuntu"/>
              </a:rPr>
              <a:t>Establecer</a:t>
            </a:r>
            <a:r>
              <a:rPr lang="en-US" sz="1500" dirty="0">
                <a:solidFill>
                  <a:srgbClr val="646464"/>
                </a:solidFill>
                <a:latin typeface="Ubuntu"/>
              </a:rPr>
              <a:t> </a:t>
            </a:r>
            <a:r>
              <a:rPr lang="en-US" sz="1500" dirty="0" err="1">
                <a:solidFill>
                  <a:srgbClr val="646464"/>
                </a:solidFill>
                <a:latin typeface="Ubuntu"/>
              </a:rPr>
              <a:t>objetivos</a:t>
            </a:r>
            <a:r>
              <a:rPr lang="en-US" sz="1500" dirty="0">
                <a:solidFill>
                  <a:srgbClr val="646464"/>
                </a:solidFill>
                <a:latin typeface="Ubuntu"/>
              </a:rPr>
              <a:t> claros y </a:t>
            </a:r>
            <a:r>
              <a:rPr lang="en-US" sz="1500" dirty="0" err="1">
                <a:solidFill>
                  <a:srgbClr val="646464"/>
                </a:solidFill>
                <a:latin typeface="Ubuntu"/>
              </a:rPr>
              <a:t>comunicar</a:t>
            </a:r>
            <a:r>
              <a:rPr lang="en-US" sz="1500" dirty="0">
                <a:solidFill>
                  <a:srgbClr val="646464"/>
                </a:solidFill>
                <a:latin typeface="Ubuntu"/>
              </a:rPr>
              <a:t> </a:t>
            </a:r>
            <a:r>
              <a:rPr lang="en-US" sz="1500" dirty="0" err="1">
                <a:solidFill>
                  <a:srgbClr val="646464"/>
                </a:solidFill>
                <a:latin typeface="Ubuntu"/>
              </a:rPr>
              <a:t>el</a:t>
            </a:r>
            <a:r>
              <a:rPr lang="en-US" sz="1500" dirty="0">
                <a:solidFill>
                  <a:srgbClr val="646464"/>
                </a:solidFill>
                <a:latin typeface="Ubuntu"/>
              </a:rPr>
              <a:t> </a:t>
            </a:r>
            <a:r>
              <a:rPr lang="en-US" sz="1500" dirty="0" err="1">
                <a:solidFill>
                  <a:srgbClr val="646464"/>
                </a:solidFill>
                <a:latin typeface="Ubuntu"/>
              </a:rPr>
              <a:t>progreso</a:t>
            </a:r>
            <a:r>
              <a:rPr lang="en-US" sz="1500" dirty="0">
                <a:solidFill>
                  <a:srgbClr val="646464"/>
                </a:solidFill>
                <a:latin typeface="Ubuntu"/>
              </a:rPr>
              <a:t>.</a:t>
            </a:r>
            <a:endParaRPr sz="1500" dirty="0">
              <a:solidFill>
                <a:srgbClr val="646464"/>
              </a:solidFill>
              <a:latin typeface="Ubuntu"/>
              <a:sym typeface="Calibri"/>
            </a:endParaRPr>
          </a:p>
        </p:txBody>
      </p:sp>
      <p:pic>
        <p:nvPicPr>
          <p:cNvPr id="11" name="Google Shape;154;p7" descr="preencoded.png">
            <a:extLst>
              <a:ext uri="{FF2B5EF4-FFF2-40B4-BE49-F238E27FC236}">
                <a16:creationId xmlns:a16="http://schemas.microsoft.com/office/drawing/2014/main" id="{AB84BCEF-8F55-1BD6-B094-2AABA573C0A7}"/>
              </a:ext>
            </a:extLst>
          </p:cNvPr>
          <p:cNvPicPr preferRelativeResize="0"/>
          <p:nvPr/>
        </p:nvPicPr>
        <p:blipFill rotWithShape="1">
          <a:blip r:embed="rId7">
            <a:alphaModFix/>
          </a:blip>
          <a:srcRect/>
          <a:stretch/>
        </p:blipFill>
        <p:spPr>
          <a:xfrm>
            <a:off x="4190348" y="4197679"/>
            <a:ext cx="598408" cy="598408"/>
          </a:xfrm>
          <a:prstGeom prst="rect">
            <a:avLst/>
          </a:prstGeom>
          <a:noFill/>
          <a:ln>
            <a:noFill/>
          </a:ln>
        </p:spPr>
      </p:pic>
      <p:sp>
        <p:nvSpPr>
          <p:cNvPr id="12" name="Google Shape;155;p7">
            <a:extLst>
              <a:ext uri="{FF2B5EF4-FFF2-40B4-BE49-F238E27FC236}">
                <a16:creationId xmlns:a16="http://schemas.microsoft.com/office/drawing/2014/main" id="{2527A9FE-4D3A-EC5C-19E5-01A5EE20D756}"/>
              </a:ext>
            </a:extLst>
          </p:cNvPr>
          <p:cNvSpPr/>
          <p:nvPr/>
        </p:nvSpPr>
        <p:spPr>
          <a:xfrm>
            <a:off x="4968242" y="4197679"/>
            <a:ext cx="281618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200"/>
              <a:buFont typeface="Arial"/>
              <a:buNone/>
            </a:pPr>
            <a:r>
              <a:rPr lang="en-US" sz="2400" b="1" dirty="0" err="1">
                <a:solidFill>
                  <a:srgbClr val="646464"/>
                </a:solidFill>
                <a:latin typeface="Ubuntu"/>
              </a:rPr>
              <a:t>Retroalimentación</a:t>
            </a:r>
            <a:endParaRPr sz="2400" b="1" dirty="0">
              <a:solidFill>
                <a:srgbClr val="646464"/>
              </a:solidFill>
              <a:latin typeface="Ubuntu"/>
              <a:sym typeface="Calibri"/>
            </a:endParaRPr>
          </a:p>
        </p:txBody>
      </p:sp>
      <p:sp>
        <p:nvSpPr>
          <p:cNvPr id="13" name="Google Shape;156;p7">
            <a:extLst>
              <a:ext uri="{FF2B5EF4-FFF2-40B4-BE49-F238E27FC236}">
                <a16:creationId xmlns:a16="http://schemas.microsoft.com/office/drawing/2014/main" id="{61A86DF5-EC2E-74C1-56F9-CFEFB03D7931}"/>
              </a:ext>
            </a:extLst>
          </p:cNvPr>
          <p:cNvSpPr/>
          <p:nvPr/>
        </p:nvSpPr>
        <p:spPr>
          <a:xfrm>
            <a:off x="4968242" y="4693217"/>
            <a:ext cx="3554849"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72525"/>
              </a:buClr>
              <a:buSzPts val="1850"/>
              <a:buFont typeface="Arial"/>
              <a:buNone/>
            </a:pPr>
            <a:r>
              <a:rPr lang="en-US" sz="1500" dirty="0" err="1">
                <a:solidFill>
                  <a:srgbClr val="646464"/>
                </a:solidFill>
                <a:latin typeface="Ubuntu"/>
              </a:rPr>
              <a:t>Solicitar</a:t>
            </a:r>
            <a:r>
              <a:rPr lang="en-US" sz="1500" dirty="0">
                <a:solidFill>
                  <a:srgbClr val="646464"/>
                </a:solidFill>
                <a:latin typeface="Ubuntu"/>
              </a:rPr>
              <a:t> y </a:t>
            </a:r>
            <a:r>
              <a:rPr lang="en-US" sz="1500" dirty="0" err="1">
                <a:solidFill>
                  <a:srgbClr val="646464"/>
                </a:solidFill>
                <a:latin typeface="Ubuntu"/>
              </a:rPr>
              <a:t>proporcionar</a:t>
            </a:r>
            <a:r>
              <a:rPr lang="en-US" sz="1500" dirty="0">
                <a:solidFill>
                  <a:srgbClr val="646464"/>
                </a:solidFill>
                <a:latin typeface="Ubuntu"/>
              </a:rPr>
              <a:t> </a:t>
            </a:r>
            <a:r>
              <a:rPr lang="en-US" sz="1500" dirty="0" err="1">
                <a:solidFill>
                  <a:srgbClr val="646464"/>
                </a:solidFill>
                <a:latin typeface="Ubuntu"/>
              </a:rPr>
              <a:t>comentarios</a:t>
            </a:r>
            <a:r>
              <a:rPr lang="en-US" sz="1500" dirty="0">
                <a:solidFill>
                  <a:srgbClr val="646464"/>
                </a:solidFill>
                <a:latin typeface="Ubuntu"/>
              </a:rPr>
              <a:t> </a:t>
            </a:r>
            <a:r>
              <a:rPr lang="en-US" sz="1500" dirty="0" err="1">
                <a:solidFill>
                  <a:srgbClr val="646464"/>
                </a:solidFill>
                <a:latin typeface="Ubuntu"/>
              </a:rPr>
              <a:t>constructivos</a:t>
            </a:r>
            <a:r>
              <a:rPr lang="en-US" sz="1850" dirty="0">
                <a:solidFill>
                  <a:srgbClr val="272525"/>
                </a:solidFill>
                <a:latin typeface="Arial"/>
                <a:ea typeface="Arial"/>
                <a:cs typeface="Arial"/>
                <a:sym typeface="Arial"/>
              </a:rPr>
              <a:t>.</a:t>
            </a:r>
            <a:endParaRPr sz="1850" dirty="0">
              <a:solidFill>
                <a:schemeClr val="dk1"/>
              </a:solidFill>
              <a:latin typeface="Calibri"/>
              <a:ea typeface="Calibri"/>
              <a:cs typeface="Calibri"/>
              <a:sym typeface="Calibri"/>
            </a:endParaRPr>
          </a:p>
        </p:txBody>
      </p:sp>
      <p:pic>
        <p:nvPicPr>
          <p:cNvPr id="14" name="Google Shape;143;p7" descr="preencoded.png">
            <a:extLst>
              <a:ext uri="{FF2B5EF4-FFF2-40B4-BE49-F238E27FC236}">
                <a16:creationId xmlns:a16="http://schemas.microsoft.com/office/drawing/2014/main" id="{BB9FB641-1045-E50D-654E-3E97B35C934B}"/>
              </a:ext>
            </a:extLst>
          </p:cNvPr>
          <p:cNvPicPr preferRelativeResize="0"/>
          <p:nvPr/>
        </p:nvPicPr>
        <p:blipFill rotWithShape="1">
          <a:blip r:embed="rId8">
            <a:alphaModFix/>
          </a:blip>
          <a:srcRect/>
          <a:stretch/>
        </p:blipFill>
        <p:spPr>
          <a:xfrm>
            <a:off x="8321278" y="1026738"/>
            <a:ext cx="3574319" cy="5361479"/>
          </a:xfrm>
          <a:prstGeom prst="rect">
            <a:avLst/>
          </a:prstGeom>
          <a:noFill/>
          <a:ln>
            <a:noFill/>
          </a:ln>
        </p:spPr>
      </p:pic>
      <p:sp>
        <p:nvSpPr>
          <p:cNvPr id="15" name="Rectángulo 14">
            <a:extLst>
              <a:ext uri="{FF2B5EF4-FFF2-40B4-BE49-F238E27FC236}">
                <a16:creationId xmlns:a16="http://schemas.microsoft.com/office/drawing/2014/main" id="{52F33EB8-CEC3-89B8-0C9F-B3D5FAB4811A}"/>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88"/>
        <p:cNvGrpSpPr/>
        <p:nvPr/>
      </p:nvGrpSpPr>
      <p:grpSpPr>
        <a:xfrm>
          <a:off x="0" y="0"/>
          <a:ext cx="0" cy="0"/>
          <a:chOff x="0" y="0"/>
          <a:chExt cx="0" cy="0"/>
        </a:xfrm>
      </p:grpSpPr>
      <p:sp>
        <p:nvSpPr>
          <p:cNvPr id="3" name="Google Shape;163;p8">
            <a:extLst>
              <a:ext uri="{FF2B5EF4-FFF2-40B4-BE49-F238E27FC236}">
                <a16:creationId xmlns:a16="http://schemas.microsoft.com/office/drawing/2014/main" id="{4C4B1750-CDC5-F4C4-B887-691FADB75DA2}"/>
              </a:ext>
            </a:extLst>
          </p:cNvPr>
          <p:cNvSpPr/>
          <p:nvPr/>
        </p:nvSpPr>
        <p:spPr>
          <a:xfrm>
            <a:off x="1567389" y="559034"/>
            <a:ext cx="5914070" cy="1023350"/>
          </a:xfrm>
          <a:prstGeom prst="rect">
            <a:avLst/>
          </a:prstGeom>
          <a:noFill/>
          <a:ln>
            <a:noFill/>
          </a:ln>
        </p:spPr>
        <p:txBody>
          <a:bodyPr spcFirstLastPara="1" wrap="square" lIns="0" tIns="0" rIns="0" bIns="0" anchor="t" anchorCtr="0">
            <a:noAutofit/>
          </a:bodyPr>
          <a:lstStyle/>
          <a:p>
            <a:pPr marL="0" marR="0" lvl="0" indent="0" algn="l" rtl="0">
              <a:lnSpc>
                <a:spcPct val="125609"/>
              </a:lnSpc>
              <a:spcBef>
                <a:spcPts val="0"/>
              </a:spcBef>
              <a:spcAft>
                <a:spcPts val="0"/>
              </a:spcAft>
              <a:buClr>
                <a:srgbClr val="D73AD7"/>
              </a:buClr>
              <a:buSzPts val="4100"/>
              <a:buFont typeface="Arial"/>
              <a:buNone/>
            </a:pPr>
            <a:r>
              <a:rPr lang="en-US" sz="3000" b="1" dirty="0" err="1">
                <a:solidFill>
                  <a:srgbClr val="1B1C6E"/>
                </a:solidFill>
                <a:latin typeface="Tahoma"/>
                <a:ea typeface="Tahoma"/>
                <a:cs typeface="Tahoma"/>
              </a:rPr>
              <a:t>Gestión</a:t>
            </a:r>
            <a:r>
              <a:rPr lang="en-US" sz="3000" b="1" dirty="0">
                <a:solidFill>
                  <a:srgbClr val="1B1C6E"/>
                </a:solidFill>
                <a:latin typeface="Tahoma"/>
                <a:ea typeface="Tahoma"/>
                <a:cs typeface="Tahoma"/>
              </a:rPr>
              <a:t> del </a:t>
            </a:r>
            <a:r>
              <a:rPr lang="en-US" sz="3000" b="1" dirty="0" err="1">
                <a:solidFill>
                  <a:srgbClr val="1B1C6E"/>
                </a:solidFill>
                <a:latin typeface="Tahoma"/>
                <a:ea typeface="Tahoma"/>
                <a:cs typeface="Tahoma"/>
              </a:rPr>
              <a:t>cambio</a:t>
            </a:r>
            <a:r>
              <a:rPr lang="en-US" sz="3000" b="1" dirty="0">
                <a:solidFill>
                  <a:srgbClr val="1B1C6E"/>
                </a:solidFill>
                <a:latin typeface="Tahoma"/>
                <a:ea typeface="Tahoma"/>
                <a:cs typeface="Tahoma"/>
              </a:rPr>
              <a:t> : </a:t>
            </a:r>
            <a:r>
              <a:rPr lang="en-US" sz="3000" b="1" dirty="0" err="1">
                <a:solidFill>
                  <a:srgbClr val="1B1C6E"/>
                </a:solidFill>
                <a:latin typeface="Tahoma"/>
                <a:ea typeface="Tahoma"/>
                <a:cs typeface="Tahoma"/>
              </a:rPr>
              <a:t>Etapas</a:t>
            </a:r>
            <a:r>
              <a:rPr lang="en-US" sz="3000" b="1" dirty="0">
                <a:solidFill>
                  <a:srgbClr val="1B1C6E"/>
                </a:solidFill>
                <a:latin typeface="Tahoma"/>
                <a:ea typeface="Tahoma"/>
                <a:cs typeface="Tahoma"/>
              </a:rPr>
              <a:t> y </a:t>
            </a:r>
            <a:r>
              <a:rPr lang="en-US" sz="3000" b="1" dirty="0" err="1">
                <a:solidFill>
                  <a:srgbClr val="1B1C6E"/>
                </a:solidFill>
                <a:latin typeface="Tahoma"/>
                <a:ea typeface="Tahoma"/>
                <a:cs typeface="Tahoma"/>
              </a:rPr>
              <a:t>Desafios</a:t>
            </a:r>
            <a:endParaRPr sz="3000" b="1" dirty="0">
              <a:solidFill>
                <a:srgbClr val="1B1C6E"/>
              </a:solidFill>
              <a:latin typeface="Tahoma"/>
              <a:ea typeface="Tahoma"/>
              <a:cs typeface="Tahoma"/>
              <a:sym typeface="Calibri"/>
            </a:endParaRPr>
          </a:p>
        </p:txBody>
      </p:sp>
      <p:pic>
        <p:nvPicPr>
          <p:cNvPr id="4" name="Google Shape;164;p8" descr="preencoded.png">
            <a:extLst>
              <a:ext uri="{FF2B5EF4-FFF2-40B4-BE49-F238E27FC236}">
                <a16:creationId xmlns:a16="http://schemas.microsoft.com/office/drawing/2014/main" id="{45599739-8D68-1A97-FAE2-658AFB601CB3}"/>
              </a:ext>
            </a:extLst>
          </p:cNvPr>
          <p:cNvPicPr preferRelativeResize="0"/>
          <p:nvPr/>
        </p:nvPicPr>
        <p:blipFill rotWithShape="1">
          <a:blip r:embed="rId4">
            <a:alphaModFix/>
          </a:blip>
          <a:srcRect/>
          <a:stretch/>
        </p:blipFill>
        <p:spPr>
          <a:xfrm>
            <a:off x="298193" y="2037170"/>
            <a:ext cx="869847" cy="1391830"/>
          </a:xfrm>
          <a:prstGeom prst="rect">
            <a:avLst/>
          </a:prstGeom>
          <a:noFill/>
          <a:ln>
            <a:noFill/>
          </a:ln>
        </p:spPr>
      </p:pic>
      <p:sp>
        <p:nvSpPr>
          <p:cNvPr id="5" name="Google Shape;165;p8">
            <a:extLst>
              <a:ext uri="{FF2B5EF4-FFF2-40B4-BE49-F238E27FC236}">
                <a16:creationId xmlns:a16="http://schemas.microsoft.com/office/drawing/2014/main" id="{46524B31-FA8C-6CBB-5CA2-4D44259FD457}"/>
              </a:ext>
            </a:extLst>
          </p:cNvPr>
          <p:cNvSpPr/>
          <p:nvPr/>
        </p:nvSpPr>
        <p:spPr>
          <a:xfrm>
            <a:off x="1671096" y="2138357"/>
            <a:ext cx="4247429" cy="255838"/>
          </a:xfrm>
          <a:prstGeom prst="rect">
            <a:avLst/>
          </a:prstGeom>
          <a:noFill/>
          <a:ln>
            <a:noFill/>
          </a:ln>
        </p:spPr>
        <p:txBody>
          <a:bodyPr spcFirstLastPara="1" wrap="square" lIns="0" tIns="0" rIns="0" bIns="0" anchor="t" anchorCtr="0">
            <a:noAutofit/>
          </a:bodyPr>
          <a:lstStyle/>
          <a:p>
            <a:pPr marL="0" marR="0" lvl="0" indent="0" algn="l" rtl="0">
              <a:lnSpc>
                <a:spcPct val="124390"/>
              </a:lnSpc>
              <a:spcBef>
                <a:spcPts val="0"/>
              </a:spcBef>
              <a:spcAft>
                <a:spcPts val="0"/>
              </a:spcAft>
              <a:buClr>
                <a:srgbClr val="272525"/>
              </a:buClr>
              <a:buSzPts val="2050"/>
              <a:buFont typeface="Arial"/>
              <a:buNone/>
            </a:pPr>
            <a:r>
              <a:rPr lang="en-US" sz="2400" b="1" dirty="0" err="1">
                <a:solidFill>
                  <a:srgbClr val="646464"/>
                </a:solidFill>
                <a:latin typeface="Ubuntu"/>
              </a:rPr>
              <a:t>Preparación</a:t>
            </a:r>
            <a:r>
              <a:rPr lang="en-US" sz="2400" b="1" dirty="0">
                <a:solidFill>
                  <a:srgbClr val="646464"/>
                </a:solidFill>
                <a:latin typeface="Ubuntu"/>
              </a:rPr>
              <a:t> </a:t>
            </a:r>
            <a:endParaRPr sz="2400" b="1" dirty="0">
              <a:solidFill>
                <a:srgbClr val="646464"/>
              </a:solidFill>
              <a:latin typeface="Ubuntu"/>
              <a:sym typeface="Calibri"/>
            </a:endParaRPr>
          </a:p>
        </p:txBody>
      </p:sp>
      <p:sp>
        <p:nvSpPr>
          <p:cNvPr id="6" name="Google Shape;166;p8">
            <a:extLst>
              <a:ext uri="{FF2B5EF4-FFF2-40B4-BE49-F238E27FC236}">
                <a16:creationId xmlns:a16="http://schemas.microsoft.com/office/drawing/2014/main" id="{F0E0CD1A-3EEC-4DFE-EA4E-720C926055AB}"/>
              </a:ext>
            </a:extLst>
          </p:cNvPr>
          <p:cNvSpPr/>
          <p:nvPr/>
        </p:nvSpPr>
        <p:spPr>
          <a:xfrm>
            <a:off x="1631869" y="2547389"/>
            <a:ext cx="4783278" cy="275763"/>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272525"/>
              </a:buClr>
              <a:buSzPts val="1750"/>
              <a:buFont typeface="Arial"/>
              <a:buNone/>
            </a:pPr>
            <a:r>
              <a:rPr lang="en-US" sz="1500" dirty="0" err="1">
                <a:solidFill>
                  <a:srgbClr val="646464"/>
                </a:solidFill>
                <a:latin typeface="Ubuntu"/>
              </a:rPr>
              <a:t>Evaluación</a:t>
            </a:r>
            <a:r>
              <a:rPr lang="en-US" sz="1500" dirty="0">
                <a:solidFill>
                  <a:srgbClr val="646464"/>
                </a:solidFill>
                <a:latin typeface="Ubuntu"/>
              </a:rPr>
              <a:t> del </a:t>
            </a:r>
            <a:r>
              <a:rPr lang="en-US" sz="1500" dirty="0" err="1">
                <a:solidFill>
                  <a:srgbClr val="646464"/>
                </a:solidFill>
                <a:latin typeface="Ubuntu"/>
              </a:rPr>
              <a:t>estado</a:t>
            </a:r>
            <a:r>
              <a:rPr lang="en-US" sz="1500" dirty="0">
                <a:solidFill>
                  <a:srgbClr val="646464"/>
                </a:solidFill>
                <a:latin typeface="Ubuntu"/>
              </a:rPr>
              <a:t> actual, </a:t>
            </a:r>
            <a:r>
              <a:rPr lang="en-US" sz="1500" dirty="0" err="1">
                <a:solidFill>
                  <a:srgbClr val="646464"/>
                </a:solidFill>
                <a:latin typeface="Ubuntu"/>
              </a:rPr>
              <a:t>definición</a:t>
            </a:r>
            <a:r>
              <a:rPr lang="en-US" sz="1500" dirty="0">
                <a:solidFill>
                  <a:srgbClr val="646464"/>
                </a:solidFill>
                <a:latin typeface="Ubuntu"/>
              </a:rPr>
              <a:t> de </a:t>
            </a:r>
            <a:r>
              <a:rPr lang="en-US" sz="1500" dirty="0" err="1">
                <a:solidFill>
                  <a:srgbClr val="646464"/>
                </a:solidFill>
                <a:latin typeface="Ubuntu"/>
              </a:rPr>
              <a:t>objetivos</a:t>
            </a:r>
            <a:r>
              <a:rPr lang="en-US" sz="1500" dirty="0">
                <a:solidFill>
                  <a:srgbClr val="646464"/>
                </a:solidFill>
                <a:latin typeface="Ubuntu"/>
              </a:rPr>
              <a:t> y plan de </a:t>
            </a:r>
            <a:r>
              <a:rPr lang="en-US" sz="1500" dirty="0" err="1">
                <a:solidFill>
                  <a:srgbClr val="646464"/>
                </a:solidFill>
                <a:latin typeface="Ubuntu"/>
              </a:rPr>
              <a:t>acción</a:t>
            </a:r>
            <a:r>
              <a:rPr lang="en-US" sz="1500" dirty="0">
                <a:solidFill>
                  <a:srgbClr val="646464"/>
                </a:solidFill>
                <a:latin typeface="Ubuntu"/>
              </a:rPr>
              <a:t>  </a:t>
            </a:r>
            <a:endParaRPr sz="1750" dirty="0">
              <a:solidFill>
                <a:schemeClr val="dk1"/>
              </a:solidFill>
              <a:latin typeface="Calibri"/>
              <a:ea typeface="Calibri"/>
              <a:cs typeface="Calibri"/>
              <a:sym typeface="Calibri"/>
            </a:endParaRPr>
          </a:p>
        </p:txBody>
      </p:sp>
      <p:pic>
        <p:nvPicPr>
          <p:cNvPr id="7" name="Google Shape;167;p8" descr="preencoded.png">
            <a:extLst>
              <a:ext uri="{FF2B5EF4-FFF2-40B4-BE49-F238E27FC236}">
                <a16:creationId xmlns:a16="http://schemas.microsoft.com/office/drawing/2014/main" id="{4D12EE5E-8CDB-2BD4-B4B2-646D8848A0C3}"/>
              </a:ext>
            </a:extLst>
          </p:cNvPr>
          <p:cNvPicPr preferRelativeResize="0"/>
          <p:nvPr/>
        </p:nvPicPr>
        <p:blipFill rotWithShape="1">
          <a:blip r:embed="rId5">
            <a:alphaModFix/>
          </a:blip>
          <a:srcRect/>
          <a:stretch/>
        </p:blipFill>
        <p:spPr>
          <a:xfrm>
            <a:off x="298193" y="3429000"/>
            <a:ext cx="869847" cy="1391830"/>
          </a:xfrm>
          <a:prstGeom prst="rect">
            <a:avLst/>
          </a:prstGeom>
          <a:noFill/>
          <a:ln>
            <a:noFill/>
          </a:ln>
        </p:spPr>
      </p:pic>
      <p:sp>
        <p:nvSpPr>
          <p:cNvPr id="8" name="Google Shape;168;p8">
            <a:extLst>
              <a:ext uri="{FF2B5EF4-FFF2-40B4-BE49-F238E27FC236}">
                <a16:creationId xmlns:a16="http://schemas.microsoft.com/office/drawing/2014/main" id="{B4E4FE62-173A-42BC-DF16-16DBE21F22EC}"/>
              </a:ext>
            </a:extLst>
          </p:cNvPr>
          <p:cNvSpPr/>
          <p:nvPr/>
        </p:nvSpPr>
        <p:spPr>
          <a:xfrm>
            <a:off x="1671096" y="3349705"/>
            <a:ext cx="4992147" cy="255837"/>
          </a:xfrm>
          <a:prstGeom prst="rect">
            <a:avLst/>
          </a:prstGeom>
          <a:noFill/>
          <a:ln>
            <a:noFill/>
          </a:ln>
        </p:spPr>
        <p:txBody>
          <a:bodyPr spcFirstLastPara="1" wrap="square" lIns="0" tIns="0" rIns="0" bIns="0" anchor="t" anchorCtr="0">
            <a:noAutofit/>
          </a:bodyPr>
          <a:lstStyle/>
          <a:p>
            <a:pPr>
              <a:lnSpc>
                <a:spcPct val="124390"/>
              </a:lnSpc>
              <a:buClr>
                <a:srgbClr val="272525"/>
              </a:buClr>
              <a:buSzPts val="2050"/>
            </a:pPr>
            <a:r>
              <a:rPr lang="en-US" sz="2400" b="1" dirty="0" err="1">
                <a:solidFill>
                  <a:srgbClr val="646464"/>
                </a:solidFill>
                <a:latin typeface="Ubuntu"/>
              </a:rPr>
              <a:t>Implementación</a:t>
            </a:r>
            <a:r>
              <a:rPr lang="en-US" sz="2400" b="1" dirty="0">
                <a:solidFill>
                  <a:srgbClr val="646464"/>
                </a:solidFill>
                <a:latin typeface="Ubuntu"/>
              </a:rPr>
              <a:t> </a:t>
            </a:r>
            <a:endParaRPr sz="2400" b="1" dirty="0">
              <a:solidFill>
                <a:srgbClr val="646464"/>
              </a:solidFill>
              <a:latin typeface="Ubuntu"/>
              <a:sym typeface="Calibri"/>
            </a:endParaRPr>
          </a:p>
        </p:txBody>
      </p:sp>
      <p:sp>
        <p:nvSpPr>
          <p:cNvPr id="9" name="Google Shape;169;p8">
            <a:extLst>
              <a:ext uri="{FF2B5EF4-FFF2-40B4-BE49-F238E27FC236}">
                <a16:creationId xmlns:a16="http://schemas.microsoft.com/office/drawing/2014/main" id="{5277B89D-CC1B-76F2-2CFB-825F0782D4CC}"/>
              </a:ext>
            </a:extLst>
          </p:cNvPr>
          <p:cNvSpPr/>
          <p:nvPr/>
        </p:nvSpPr>
        <p:spPr>
          <a:xfrm>
            <a:off x="1671096" y="3817914"/>
            <a:ext cx="4783278" cy="278403"/>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272525"/>
              </a:buClr>
              <a:buSzPts val="1750"/>
              <a:buFont typeface="Arial"/>
              <a:buNone/>
            </a:pPr>
            <a:r>
              <a:rPr lang="en-US" sz="1500" dirty="0" err="1">
                <a:solidFill>
                  <a:srgbClr val="646464"/>
                </a:solidFill>
                <a:latin typeface="Ubuntu"/>
              </a:rPr>
              <a:t>Ejecución</a:t>
            </a:r>
            <a:r>
              <a:rPr lang="en-US" sz="1500" dirty="0">
                <a:solidFill>
                  <a:srgbClr val="646464"/>
                </a:solidFill>
                <a:latin typeface="Ubuntu"/>
              </a:rPr>
              <a:t> de </a:t>
            </a:r>
            <a:r>
              <a:rPr lang="en-US" sz="1500" dirty="0" err="1">
                <a:solidFill>
                  <a:srgbClr val="646464"/>
                </a:solidFill>
                <a:latin typeface="Ubuntu"/>
              </a:rPr>
              <a:t>los</a:t>
            </a:r>
            <a:r>
              <a:rPr lang="en-US" sz="1500" dirty="0">
                <a:solidFill>
                  <a:srgbClr val="646464"/>
                </a:solidFill>
                <a:latin typeface="Ubuntu"/>
              </a:rPr>
              <a:t> </a:t>
            </a:r>
            <a:r>
              <a:rPr lang="en-US" sz="1500" dirty="0" err="1">
                <a:solidFill>
                  <a:srgbClr val="646464"/>
                </a:solidFill>
                <a:latin typeface="Ubuntu"/>
              </a:rPr>
              <a:t>cambios</a:t>
            </a:r>
            <a:r>
              <a:rPr lang="en-US" sz="1500" dirty="0">
                <a:solidFill>
                  <a:srgbClr val="646464"/>
                </a:solidFill>
                <a:latin typeface="Ubuntu"/>
              </a:rPr>
              <a:t> , </a:t>
            </a:r>
            <a:r>
              <a:rPr lang="en-US" sz="1500" dirty="0" err="1">
                <a:solidFill>
                  <a:srgbClr val="646464"/>
                </a:solidFill>
                <a:latin typeface="Ubuntu"/>
              </a:rPr>
              <a:t>seguimiento</a:t>
            </a:r>
            <a:r>
              <a:rPr lang="en-US" sz="1500" dirty="0">
                <a:solidFill>
                  <a:srgbClr val="646464"/>
                </a:solidFill>
                <a:latin typeface="Ubuntu"/>
              </a:rPr>
              <a:t> de </a:t>
            </a:r>
            <a:r>
              <a:rPr lang="en-US" sz="1500" dirty="0" err="1">
                <a:solidFill>
                  <a:srgbClr val="646464"/>
                </a:solidFill>
                <a:latin typeface="Ubuntu"/>
              </a:rPr>
              <a:t>avances</a:t>
            </a:r>
            <a:r>
              <a:rPr lang="en-US" sz="1500" dirty="0">
                <a:solidFill>
                  <a:srgbClr val="646464"/>
                </a:solidFill>
                <a:latin typeface="Ubuntu"/>
              </a:rPr>
              <a:t> y </a:t>
            </a:r>
            <a:r>
              <a:rPr lang="en-US" sz="1500" dirty="0" err="1">
                <a:solidFill>
                  <a:srgbClr val="646464"/>
                </a:solidFill>
                <a:latin typeface="Ubuntu"/>
              </a:rPr>
              <a:t>ajsutes</a:t>
            </a:r>
            <a:r>
              <a:rPr lang="en-US" sz="1500" dirty="0">
                <a:solidFill>
                  <a:srgbClr val="646464"/>
                </a:solidFill>
                <a:latin typeface="Ubuntu"/>
              </a:rPr>
              <a:t> </a:t>
            </a:r>
            <a:r>
              <a:rPr lang="en-US" sz="1500" dirty="0" err="1">
                <a:solidFill>
                  <a:srgbClr val="646464"/>
                </a:solidFill>
                <a:latin typeface="Ubuntu"/>
              </a:rPr>
              <a:t>necesarios</a:t>
            </a:r>
            <a:r>
              <a:rPr lang="en-US" sz="1500" dirty="0">
                <a:solidFill>
                  <a:srgbClr val="646464"/>
                </a:solidFill>
                <a:latin typeface="Ubuntu"/>
              </a:rPr>
              <a:t>.</a:t>
            </a:r>
            <a:endParaRPr sz="1500" dirty="0">
              <a:solidFill>
                <a:srgbClr val="646464"/>
              </a:solidFill>
              <a:latin typeface="Ubuntu"/>
              <a:sym typeface="Calibri"/>
            </a:endParaRPr>
          </a:p>
        </p:txBody>
      </p:sp>
      <p:pic>
        <p:nvPicPr>
          <p:cNvPr id="10" name="Google Shape;170;p8" descr="preencoded.png">
            <a:extLst>
              <a:ext uri="{FF2B5EF4-FFF2-40B4-BE49-F238E27FC236}">
                <a16:creationId xmlns:a16="http://schemas.microsoft.com/office/drawing/2014/main" id="{359D5EF9-8400-DAC6-83AB-DD06F0398E9F}"/>
              </a:ext>
            </a:extLst>
          </p:cNvPr>
          <p:cNvPicPr preferRelativeResize="0"/>
          <p:nvPr/>
        </p:nvPicPr>
        <p:blipFill rotWithShape="1">
          <a:blip r:embed="rId6">
            <a:alphaModFix/>
          </a:blip>
          <a:srcRect/>
          <a:stretch/>
        </p:blipFill>
        <p:spPr>
          <a:xfrm>
            <a:off x="298194" y="4780372"/>
            <a:ext cx="869847" cy="1391830"/>
          </a:xfrm>
          <a:prstGeom prst="rect">
            <a:avLst/>
          </a:prstGeom>
          <a:noFill/>
          <a:ln>
            <a:noFill/>
          </a:ln>
        </p:spPr>
      </p:pic>
      <p:sp>
        <p:nvSpPr>
          <p:cNvPr id="11" name="Google Shape;171;p8">
            <a:extLst>
              <a:ext uri="{FF2B5EF4-FFF2-40B4-BE49-F238E27FC236}">
                <a16:creationId xmlns:a16="http://schemas.microsoft.com/office/drawing/2014/main" id="{EE116463-ABB8-E81C-BF49-C9E50F08CCD5}"/>
              </a:ext>
            </a:extLst>
          </p:cNvPr>
          <p:cNvSpPr/>
          <p:nvPr/>
        </p:nvSpPr>
        <p:spPr>
          <a:xfrm>
            <a:off x="1671096" y="4866677"/>
            <a:ext cx="3842077" cy="654208"/>
          </a:xfrm>
          <a:prstGeom prst="rect">
            <a:avLst/>
          </a:prstGeom>
          <a:noFill/>
          <a:ln>
            <a:noFill/>
          </a:ln>
        </p:spPr>
        <p:txBody>
          <a:bodyPr spcFirstLastPara="1" wrap="square" lIns="0" tIns="0" rIns="0" bIns="0" anchor="t" anchorCtr="0">
            <a:noAutofit/>
          </a:bodyPr>
          <a:lstStyle/>
          <a:p>
            <a:pPr marL="0" lvl="0" indent="0">
              <a:lnSpc>
                <a:spcPct val="124390"/>
              </a:lnSpc>
              <a:buClr>
                <a:srgbClr val="272525"/>
              </a:buClr>
              <a:buSzPts val="2050"/>
              <a:buFont typeface="Arial"/>
              <a:buNone/>
            </a:pPr>
            <a:r>
              <a:rPr lang="en-US" sz="2400" b="1" dirty="0" err="1">
                <a:solidFill>
                  <a:srgbClr val="646464"/>
                </a:solidFill>
                <a:latin typeface="Ubuntu"/>
              </a:rPr>
              <a:t>Consolidación</a:t>
            </a:r>
            <a:endParaRPr sz="2400" b="1" dirty="0">
              <a:solidFill>
                <a:srgbClr val="646464"/>
              </a:solidFill>
              <a:latin typeface="Ubuntu"/>
              <a:sym typeface="Calibri"/>
            </a:endParaRPr>
          </a:p>
        </p:txBody>
      </p:sp>
      <p:sp>
        <p:nvSpPr>
          <p:cNvPr id="12" name="Google Shape;172;p8">
            <a:extLst>
              <a:ext uri="{FF2B5EF4-FFF2-40B4-BE49-F238E27FC236}">
                <a16:creationId xmlns:a16="http://schemas.microsoft.com/office/drawing/2014/main" id="{1BDD0BCD-50BE-B765-3E34-1496866047A7}"/>
              </a:ext>
            </a:extLst>
          </p:cNvPr>
          <p:cNvSpPr/>
          <p:nvPr/>
        </p:nvSpPr>
        <p:spPr>
          <a:xfrm>
            <a:off x="1671096" y="5337085"/>
            <a:ext cx="4783278" cy="278403"/>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rgbClr val="272525"/>
              </a:buClr>
              <a:buSzPts val="1750"/>
              <a:buFont typeface="Arial"/>
              <a:buNone/>
            </a:pPr>
            <a:r>
              <a:rPr lang="en-US" sz="1500" dirty="0" err="1">
                <a:solidFill>
                  <a:srgbClr val="646464"/>
                </a:solidFill>
                <a:latin typeface="Ubuntu"/>
              </a:rPr>
              <a:t>Integración</a:t>
            </a:r>
            <a:r>
              <a:rPr lang="en-US" sz="1500" dirty="0">
                <a:solidFill>
                  <a:srgbClr val="646464"/>
                </a:solidFill>
                <a:latin typeface="Ubuntu"/>
              </a:rPr>
              <a:t> de </a:t>
            </a:r>
            <a:r>
              <a:rPr lang="en-US" sz="1500" dirty="0" err="1">
                <a:solidFill>
                  <a:srgbClr val="646464"/>
                </a:solidFill>
                <a:latin typeface="Ubuntu"/>
              </a:rPr>
              <a:t>los</a:t>
            </a:r>
            <a:r>
              <a:rPr lang="en-US" sz="1500" dirty="0">
                <a:solidFill>
                  <a:srgbClr val="646464"/>
                </a:solidFill>
                <a:latin typeface="Ubuntu"/>
              </a:rPr>
              <a:t> </a:t>
            </a:r>
            <a:r>
              <a:rPr lang="en-US" sz="1500" dirty="0" err="1">
                <a:solidFill>
                  <a:srgbClr val="646464"/>
                </a:solidFill>
                <a:latin typeface="Ubuntu"/>
              </a:rPr>
              <a:t>cambios</a:t>
            </a:r>
            <a:r>
              <a:rPr lang="en-US" sz="1500" dirty="0">
                <a:solidFill>
                  <a:srgbClr val="646464"/>
                </a:solidFill>
                <a:latin typeface="Ubuntu"/>
              </a:rPr>
              <a:t> </a:t>
            </a:r>
            <a:r>
              <a:rPr lang="en-US" sz="1500" dirty="0" err="1">
                <a:solidFill>
                  <a:srgbClr val="646464"/>
                </a:solidFill>
                <a:latin typeface="Ubuntu"/>
              </a:rPr>
              <a:t>en</a:t>
            </a:r>
            <a:r>
              <a:rPr lang="en-US" sz="1500" dirty="0">
                <a:solidFill>
                  <a:srgbClr val="646464"/>
                </a:solidFill>
                <a:latin typeface="Ubuntu"/>
              </a:rPr>
              <a:t> la </a:t>
            </a:r>
            <a:r>
              <a:rPr lang="en-US" sz="1500" dirty="0" err="1">
                <a:solidFill>
                  <a:srgbClr val="646464"/>
                </a:solidFill>
                <a:latin typeface="Ubuntu"/>
              </a:rPr>
              <a:t>cultura</a:t>
            </a:r>
            <a:r>
              <a:rPr lang="en-US" sz="1500" dirty="0">
                <a:solidFill>
                  <a:srgbClr val="646464"/>
                </a:solidFill>
                <a:latin typeface="Ubuntu"/>
              </a:rPr>
              <a:t> y </a:t>
            </a:r>
            <a:r>
              <a:rPr lang="en-US" sz="1500" dirty="0" err="1">
                <a:solidFill>
                  <a:srgbClr val="646464"/>
                </a:solidFill>
                <a:latin typeface="Ubuntu"/>
              </a:rPr>
              <a:t>estrcuturas</a:t>
            </a:r>
            <a:r>
              <a:rPr lang="en-US" sz="1500" dirty="0">
                <a:solidFill>
                  <a:srgbClr val="646464"/>
                </a:solidFill>
                <a:latin typeface="Ubuntu"/>
              </a:rPr>
              <a:t> </a:t>
            </a:r>
            <a:r>
              <a:rPr lang="en-US" sz="1500" dirty="0" err="1">
                <a:solidFill>
                  <a:srgbClr val="646464"/>
                </a:solidFill>
                <a:latin typeface="Ubuntu"/>
              </a:rPr>
              <a:t>organizacionales</a:t>
            </a:r>
            <a:r>
              <a:rPr lang="en-US" sz="1750" dirty="0">
                <a:solidFill>
                  <a:srgbClr val="272525"/>
                </a:solidFill>
                <a:latin typeface="Arial"/>
                <a:ea typeface="Arial"/>
                <a:cs typeface="Arial"/>
                <a:sym typeface="Arial"/>
              </a:rPr>
              <a:t>.</a:t>
            </a:r>
            <a:endParaRPr sz="1750" dirty="0">
              <a:solidFill>
                <a:schemeClr val="dk1"/>
              </a:solidFill>
              <a:latin typeface="Calibri"/>
              <a:ea typeface="Calibri"/>
              <a:cs typeface="Calibri"/>
              <a:sym typeface="Calibri"/>
            </a:endParaRPr>
          </a:p>
        </p:txBody>
      </p:sp>
      <p:pic>
        <p:nvPicPr>
          <p:cNvPr id="13" name="Google Shape;179;p9" descr="preencoded.png">
            <a:extLst>
              <a:ext uri="{FF2B5EF4-FFF2-40B4-BE49-F238E27FC236}">
                <a16:creationId xmlns:a16="http://schemas.microsoft.com/office/drawing/2014/main" id="{CBB05930-11BB-FEE7-0EF3-61CC51F7F48D}"/>
              </a:ext>
            </a:extLst>
          </p:cNvPr>
          <p:cNvPicPr preferRelativeResize="0"/>
          <p:nvPr/>
        </p:nvPicPr>
        <p:blipFill rotWithShape="1">
          <a:blip r:embed="rId7">
            <a:alphaModFix/>
          </a:blip>
          <a:srcRect/>
          <a:stretch/>
        </p:blipFill>
        <p:spPr>
          <a:xfrm>
            <a:off x="8068506" y="933253"/>
            <a:ext cx="3665221" cy="5497831"/>
          </a:xfrm>
          <a:prstGeom prst="rect">
            <a:avLst/>
          </a:prstGeom>
          <a:noFill/>
          <a:ln>
            <a:noFill/>
          </a:ln>
        </p:spPr>
      </p:pic>
      <p:sp>
        <p:nvSpPr>
          <p:cNvPr id="2" name="Rectángulo 1">
            <a:extLst>
              <a:ext uri="{FF2B5EF4-FFF2-40B4-BE49-F238E27FC236}">
                <a16:creationId xmlns:a16="http://schemas.microsoft.com/office/drawing/2014/main" id="{7C20942A-F6EE-BCF3-90CA-588DF971AC8A}"/>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p:cNvGrpSpPr/>
        <p:nvPr/>
      </p:nvGrpSpPr>
      <p:grpSpPr>
        <a:xfrm>
          <a:off x="0" y="0"/>
          <a:ext cx="0" cy="0"/>
          <a:chOff x="0" y="0"/>
          <a:chExt cx="0" cy="0"/>
        </a:xfrm>
      </p:grpSpPr>
      <p:pic>
        <p:nvPicPr>
          <p:cNvPr id="2" name="Google Shape;202;p10" descr="preencoded.png">
            <a:extLst>
              <a:ext uri="{FF2B5EF4-FFF2-40B4-BE49-F238E27FC236}">
                <a16:creationId xmlns:a16="http://schemas.microsoft.com/office/drawing/2014/main" id="{4AC7E7F7-7134-4642-6D92-955E23EB51F9}"/>
              </a:ext>
            </a:extLst>
          </p:cNvPr>
          <p:cNvPicPr preferRelativeResize="0"/>
          <p:nvPr/>
        </p:nvPicPr>
        <p:blipFill rotWithShape="1">
          <a:blip r:embed="rId4">
            <a:alphaModFix/>
          </a:blip>
          <a:srcRect/>
          <a:stretch/>
        </p:blipFill>
        <p:spPr>
          <a:xfrm>
            <a:off x="8135834" y="1072623"/>
            <a:ext cx="3657600" cy="5486400"/>
          </a:xfrm>
          <a:prstGeom prst="rect">
            <a:avLst/>
          </a:prstGeom>
          <a:noFill/>
          <a:ln>
            <a:noFill/>
          </a:ln>
        </p:spPr>
      </p:pic>
      <p:sp>
        <p:nvSpPr>
          <p:cNvPr id="7" name="Google Shape;204;p10">
            <a:extLst>
              <a:ext uri="{FF2B5EF4-FFF2-40B4-BE49-F238E27FC236}">
                <a16:creationId xmlns:a16="http://schemas.microsoft.com/office/drawing/2014/main" id="{A1719B43-6AD1-FD12-4B50-6CC74C0D1BA6}"/>
              </a:ext>
            </a:extLst>
          </p:cNvPr>
          <p:cNvSpPr/>
          <p:nvPr/>
        </p:nvSpPr>
        <p:spPr>
          <a:xfrm>
            <a:off x="268540" y="1371053"/>
            <a:ext cx="7634764" cy="5249704"/>
          </a:xfrm>
          <a:prstGeom prst="roundRect">
            <a:avLst>
              <a:gd name="adj" fmla="val 1725"/>
            </a:avLst>
          </a:prstGeom>
          <a:noFill/>
          <a:ln w="9525" cap="flat" cmpd="sng">
            <a:solidFill>
              <a:srgbClr val="000000">
                <a:alpha val="7843"/>
              </a:srgbClr>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8" name="Google Shape;205;p10">
            <a:extLst>
              <a:ext uri="{FF2B5EF4-FFF2-40B4-BE49-F238E27FC236}">
                <a16:creationId xmlns:a16="http://schemas.microsoft.com/office/drawing/2014/main" id="{E03595CC-0BF1-496A-A3CE-5A0E77FB936F}"/>
              </a:ext>
            </a:extLst>
          </p:cNvPr>
          <p:cNvSpPr/>
          <p:nvPr/>
        </p:nvSpPr>
        <p:spPr>
          <a:xfrm>
            <a:off x="-3524731" y="615363"/>
            <a:ext cx="7618690" cy="618768"/>
          </a:xfrm>
          <a:prstGeom prst="rect">
            <a:avLst/>
          </a:prstGeom>
          <a:solidFill>
            <a:srgbClr val="FFFFFF">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 name="Google Shape;206;p10">
            <a:extLst>
              <a:ext uri="{FF2B5EF4-FFF2-40B4-BE49-F238E27FC236}">
                <a16:creationId xmlns:a16="http://schemas.microsoft.com/office/drawing/2014/main" id="{7E2C136E-EA2B-19E6-5A4E-1159E569171E}"/>
              </a:ext>
            </a:extLst>
          </p:cNvPr>
          <p:cNvSpPr/>
          <p:nvPr/>
        </p:nvSpPr>
        <p:spPr>
          <a:xfrm>
            <a:off x="501070" y="1371053"/>
            <a:ext cx="2104430" cy="344924"/>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500" b="1" dirty="0">
                <a:solidFill>
                  <a:srgbClr val="646464"/>
                </a:solidFill>
                <a:latin typeface="Ubuntu"/>
              </a:rPr>
              <a:t>Empresa</a:t>
            </a:r>
            <a:endParaRPr sz="1500" b="1" dirty="0">
              <a:solidFill>
                <a:srgbClr val="646464"/>
              </a:solidFill>
              <a:latin typeface="Ubuntu"/>
              <a:sym typeface="Calibri"/>
            </a:endParaRPr>
          </a:p>
        </p:txBody>
      </p:sp>
      <p:sp>
        <p:nvSpPr>
          <p:cNvPr id="10" name="Google Shape;207;p10">
            <a:extLst>
              <a:ext uri="{FF2B5EF4-FFF2-40B4-BE49-F238E27FC236}">
                <a16:creationId xmlns:a16="http://schemas.microsoft.com/office/drawing/2014/main" id="{7E8B074B-CE7D-7944-4B0F-361D450791A6}"/>
              </a:ext>
            </a:extLst>
          </p:cNvPr>
          <p:cNvSpPr/>
          <p:nvPr/>
        </p:nvSpPr>
        <p:spPr>
          <a:xfrm>
            <a:off x="3044126" y="1371053"/>
            <a:ext cx="2100620" cy="344924"/>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500" b="1" dirty="0">
                <a:solidFill>
                  <a:srgbClr val="646464"/>
                </a:solidFill>
                <a:latin typeface="Ubuntu"/>
              </a:rPr>
              <a:t>Cambio</a:t>
            </a:r>
            <a:r>
              <a:rPr lang="en-US" sz="1650" b="1" dirty="0">
                <a:solidFill>
                  <a:srgbClr val="272525"/>
                </a:solidFill>
                <a:latin typeface="Arial"/>
                <a:ea typeface="Arial"/>
                <a:cs typeface="Arial"/>
                <a:sym typeface="Arial"/>
              </a:rPr>
              <a:t> </a:t>
            </a:r>
            <a:r>
              <a:rPr lang="en-US" sz="1500" b="1" dirty="0" err="1">
                <a:solidFill>
                  <a:srgbClr val="646464"/>
                </a:solidFill>
                <a:latin typeface="Ubuntu"/>
              </a:rPr>
              <a:t>Implementado</a:t>
            </a:r>
            <a:endParaRPr sz="1500" b="1" dirty="0">
              <a:solidFill>
                <a:srgbClr val="646464"/>
              </a:solidFill>
              <a:latin typeface="Ubuntu"/>
              <a:sym typeface="Calibri"/>
            </a:endParaRPr>
          </a:p>
        </p:txBody>
      </p:sp>
      <p:sp>
        <p:nvSpPr>
          <p:cNvPr id="11" name="Google Shape;208;p10">
            <a:extLst>
              <a:ext uri="{FF2B5EF4-FFF2-40B4-BE49-F238E27FC236}">
                <a16:creationId xmlns:a16="http://schemas.microsoft.com/office/drawing/2014/main" id="{256E9FB8-F0F8-BF7F-8974-4BAF0C82F7D1}"/>
              </a:ext>
            </a:extLst>
          </p:cNvPr>
          <p:cNvSpPr/>
          <p:nvPr/>
        </p:nvSpPr>
        <p:spPr>
          <a:xfrm>
            <a:off x="5583372" y="1371053"/>
            <a:ext cx="2104430" cy="344924"/>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500" b="1" dirty="0" err="1">
                <a:solidFill>
                  <a:srgbClr val="646464"/>
                </a:solidFill>
                <a:latin typeface="Ubuntu"/>
              </a:rPr>
              <a:t>Resultados</a:t>
            </a:r>
            <a:r>
              <a:rPr lang="en-US" sz="1500" b="1" dirty="0">
                <a:solidFill>
                  <a:srgbClr val="646464"/>
                </a:solidFill>
                <a:latin typeface="Ubuntu"/>
              </a:rPr>
              <a:t> Clave</a:t>
            </a:r>
            <a:endParaRPr sz="1500" b="1" dirty="0">
              <a:solidFill>
                <a:srgbClr val="646464"/>
              </a:solidFill>
              <a:latin typeface="Ubuntu"/>
              <a:sym typeface="Calibri"/>
            </a:endParaRPr>
          </a:p>
        </p:txBody>
      </p:sp>
      <p:sp>
        <p:nvSpPr>
          <p:cNvPr id="12" name="Google Shape;209;p10">
            <a:extLst>
              <a:ext uri="{FF2B5EF4-FFF2-40B4-BE49-F238E27FC236}">
                <a16:creationId xmlns:a16="http://schemas.microsoft.com/office/drawing/2014/main" id="{AEB01F8A-5BFC-870E-B8FD-FE064D81DC7D}"/>
              </a:ext>
            </a:extLst>
          </p:cNvPr>
          <p:cNvSpPr/>
          <p:nvPr/>
        </p:nvSpPr>
        <p:spPr>
          <a:xfrm>
            <a:off x="284614" y="1852899"/>
            <a:ext cx="7618690" cy="1653540"/>
          </a:xfrm>
          <a:prstGeom prst="rect">
            <a:avLst/>
          </a:prstGeom>
          <a:solidFill>
            <a:srgbClr val="000000">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3" name="Google Shape;210;p10">
            <a:extLst>
              <a:ext uri="{FF2B5EF4-FFF2-40B4-BE49-F238E27FC236}">
                <a16:creationId xmlns:a16="http://schemas.microsoft.com/office/drawing/2014/main" id="{93F441CE-EEAE-FA42-499E-C83171DFD617}"/>
              </a:ext>
            </a:extLst>
          </p:cNvPr>
          <p:cNvSpPr/>
          <p:nvPr/>
        </p:nvSpPr>
        <p:spPr>
          <a:xfrm>
            <a:off x="501070" y="1989821"/>
            <a:ext cx="2104430" cy="344924"/>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650">
                <a:solidFill>
                  <a:srgbClr val="272525"/>
                </a:solidFill>
                <a:latin typeface="Arial"/>
                <a:ea typeface="Arial"/>
                <a:cs typeface="Arial"/>
                <a:sym typeface="Arial"/>
              </a:rPr>
              <a:t>Netflix</a:t>
            </a:r>
            <a:endParaRPr sz="1650">
              <a:solidFill>
                <a:schemeClr val="dk1"/>
              </a:solidFill>
              <a:latin typeface="Calibri"/>
              <a:ea typeface="Calibri"/>
              <a:cs typeface="Calibri"/>
              <a:sym typeface="Calibri"/>
            </a:endParaRPr>
          </a:p>
        </p:txBody>
      </p:sp>
      <p:sp>
        <p:nvSpPr>
          <p:cNvPr id="14" name="Google Shape;211;p10">
            <a:extLst>
              <a:ext uri="{FF2B5EF4-FFF2-40B4-BE49-F238E27FC236}">
                <a16:creationId xmlns:a16="http://schemas.microsoft.com/office/drawing/2014/main" id="{0D753333-28B9-DE9E-0E26-3E49994D1D08}"/>
              </a:ext>
            </a:extLst>
          </p:cNvPr>
          <p:cNvSpPr/>
          <p:nvPr/>
        </p:nvSpPr>
        <p:spPr>
          <a:xfrm>
            <a:off x="3044126" y="1989821"/>
            <a:ext cx="2100620" cy="1034772"/>
          </a:xfrm>
          <a:prstGeom prst="rect">
            <a:avLst/>
          </a:prstGeom>
          <a:noFill/>
          <a:ln>
            <a:noFill/>
          </a:ln>
        </p:spPr>
        <p:txBody>
          <a:bodyPr spcFirstLastPara="1" wrap="square" lIns="0" tIns="0" rIns="0" bIns="0" anchor="t" anchorCtr="0">
            <a:noAutofit/>
          </a:bodyPr>
          <a:lstStyle/>
          <a:p>
            <a:pPr>
              <a:lnSpc>
                <a:spcPct val="163636"/>
              </a:lnSpc>
              <a:buClr>
                <a:srgbClr val="272525"/>
              </a:buClr>
              <a:buSzPts val="1650"/>
            </a:pPr>
            <a:r>
              <a:rPr lang="en-US" sz="1500" dirty="0" err="1">
                <a:solidFill>
                  <a:srgbClr val="646464"/>
                </a:solidFill>
                <a:latin typeface="Ubuntu"/>
              </a:rPr>
              <a:t>Transición</a:t>
            </a:r>
            <a:r>
              <a:rPr lang="en-US" sz="1500" dirty="0">
                <a:solidFill>
                  <a:srgbClr val="646464"/>
                </a:solidFill>
                <a:latin typeface="Ubuntu"/>
              </a:rPr>
              <a:t> de </a:t>
            </a:r>
            <a:r>
              <a:rPr lang="en-US" sz="1500" dirty="0" err="1">
                <a:solidFill>
                  <a:srgbClr val="646464"/>
                </a:solidFill>
                <a:latin typeface="Ubuntu"/>
              </a:rPr>
              <a:t>servicio</a:t>
            </a:r>
            <a:r>
              <a:rPr lang="en-US" sz="1500" dirty="0">
                <a:solidFill>
                  <a:srgbClr val="646464"/>
                </a:solidFill>
                <a:latin typeface="Ubuntu"/>
              </a:rPr>
              <a:t> de DVD a </a:t>
            </a:r>
            <a:r>
              <a:rPr lang="en-US" sz="1500" dirty="0" err="1">
                <a:solidFill>
                  <a:srgbClr val="646464"/>
                </a:solidFill>
                <a:latin typeface="Ubuntu"/>
              </a:rPr>
              <a:t>plataforma</a:t>
            </a:r>
            <a:r>
              <a:rPr lang="en-US" sz="1500" dirty="0">
                <a:solidFill>
                  <a:srgbClr val="646464"/>
                </a:solidFill>
                <a:latin typeface="Ubuntu"/>
              </a:rPr>
              <a:t> de streaming</a:t>
            </a:r>
            <a:endParaRPr sz="1500" dirty="0">
              <a:solidFill>
                <a:srgbClr val="646464"/>
              </a:solidFill>
              <a:latin typeface="Ubuntu"/>
              <a:sym typeface="Calibri"/>
            </a:endParaRPr>
          </a:p>
        </p:txBody>
      </p:sp>
      <p:sp>
        <p:nvSpPr>
          <p:cNvPr id="15" name="Google Shape;212;p10">
            <a:extLst>
              <a:ext uri="{FF2B5EF4-FFF2-40B4-BE49-F238E27FC236}">
                <a16:creationId xmlns:a16="http://schemas.microsoft.com/office/drawing/2014/main" id="{73E2C6D7-9470-33F1-817A-BE5E5E4B8173}"/>
              </a:ext>
            </a:extLst>
          </p:cNvPr>
          <p:cNvSpPr/>
          <p:nvPr/>
        </p:nvSpPr>
        <p:spPr>
          <a:xfrm>
            <a:off x="5583372" y="1989821"/>
            <a:ext cx="2104430" cy="1379696"/>
          </a:xfrm>
          <a:prstGeom prst="rect">
            <a:avLst/>
          </a:prstGeom>
          <a:noFill/>
          <a:ln>
            <a:noFill/>
          </a:ln>
        </p:spPr>
        <p:txBody>
          <a:bodyPr spcFirstLastPara="1" wrap="square" lIns="0" tIns="0" rIns="0" bIns="0" anchor="t" anchorCtr="0">
            <a:noAutofit/>
          </a:bodyPr>
          <a:lstStyle/>
          <a:p>
            <a:pPr marL="0" lvl="0" indent="0">
              <a:lnSpc>
                <a:spcPct val="163636"/>
              </a:lnSpc>
              <a:buClr>
                <a:srgbClr val="272525"/>
              </a:buClr>
              <a:buSzPts val="1650"/>
              <a:buFont typeface="Arial"/>
              <a:buNone/>
            </a:pPr>
            <a:r>
              <a:rPr lang="en-US" sz="1500" dirty="0" err="1">
                <a:solidFill>
                  <a:srgbClr val="646464"/>
                </a:solidFill>
                <a:latin typeface="Ubuntu"/>
              </a:rPr>
              <a:t>Liderazgo</a:t>
            </a:r>
            <a:r>
              <a:rPr lang="en-US" sz="1500" dirty="0">
                <a:solidFill>
                  <a:srgbClr val="646464"/>
                </a:solidFill>
                <a:latin typeface="Ubuntu"/>
              </a:rPr>
              <a:t> </a:t>
            </a:r>
            <a:r>
              <a:rPr lang="en-US" sz="1500" dirty="0" err="1">
                <a:solidFill>
                  <a:srgbClr val="646464"/>
                </a:solidFill>
                <a:latin typeface="Ubuntu"/>
              </a:rPr>
              <a:t>en</a:t>
            </a:r>
            <a:r>
              <a:rPr lang="en-US" sz="1500" dirty="0">
                <a:solidFill>
                  <a:srgbClr val="646464"/>
                </a:solidFill>
                <a:latin typeface="Ubuntu"/>
              </a:rPr>
              <a:t> </a:t>
            </a:r>
            <a:r>
              <a:rPr lang="en-US" sz="1500" dirty="0" err="1">
                <a:solidFill>
                  <a:srgbClr val="646464"/>
                </a:solidFill>
                <a:latin typeface="Ubuntu"/>
              </a:rPr>
              <a:t>el</a:t>
            </a:r>
            <a:r>
              <a:rPr lang="en-US" sz="1500" dirty="0">
                <a:solidFill>
                  <a:srgbClr val="646464"/>
                </a:solidFill>
                <a:latin typeface="Ubuntu"/>
              </a:rPr>
              <a:t> mercado, </a:t>
            </a:r>
            <a:r>
              <a:rPr lang="en-US" sz="1500" dirty="0" err="1">
                <a:solidFill>
                  <a:srgbClr val="646464"/>
                </a:solidFill>
                <a:latin typeface="Ubuntu"/>
              </a:rPr>
              <a:t>crecimiento</a:t>
            </a:r>
            <a:r>
              <a:rPr lang="en-US" sz="1500" dirty="0">
                <a:solidFill>
                  <a:srgbClr val="646464"/>
                </a:solidFill>
                <a:latin typeface="Ubuntu"/>
              </a:rPr>
              <a:t> </a:t>
            </a:r>
            <a:r>
              <a:rPr lang="en-US" sz="1500" dirty="0" err="1">
                <a:solidFill>
                  <a:srgbClr val="646464"/>
                </a:solidFill>
                <a:latin typeface="Ubuntu"/>
              </a:rPr>
              <a:t>exponencial</a:t>
            </a:r>
            <a:r>
              <a:rPr lang="en-US" sz="1500" dirty="0">
                <a:solidFill>
                  <a:srgbClr val="646464"/>
                </a:solidFill>
                <a:latin typeface="Ubuntu"/>
              </a:rPr>
              <a:t> de </a:t>
            </a:r>
            <a:r>
              <a:rPr lang="en-US" sz="1500" dirty="0" err="1">
                <a:solidFill>
                  <a:srgbClr val="646464"/>
                </a:solidFill>
                <a:latin typeface="Ubuntu"/>
              </a:rPr>
              <a:t>suscriptores</a:t>
            </a:r>
            <a:endParaRPr sz="1500" dirty="0">
              <a:solidFill>
                <a:srgbClr val="646464"/>
              </a:solidFill>
              <a:latin typeface="Ubuntu"/>
              <a:sym typeface="Calibri"/>
            </a:endParaRPr>
          </a:p>
        </p:txBody>
      </p:sp>
      <p:sp>
        <p:nvSpPr>
          <p:cNvPr id="16" name="Google Shape;213;p10">
            <a:extLst>
              <a:ext uri="{FF2B5EF4-FFF2-40B4-BE49-F238E27FC236}">
                <a16:creationId xmlns:a16="http://schemas.microsoft.com/office/drawing/2014/main" id="{5F7FB9CE-FFB0-38AB-3422-BDF3E1662A4C}"/>
              </a:ext>
            </a:extLst>
          </p:cNvPr>
          <p:cNvSpPr/>
          <p:nvPr/>
        </p:nvSpPr>
        <p:spPr>
          <a:xfrm>
            <a:off x="284614" y="3506439"/>
            <a:ext cx="7618690" cy="1308616"/>
          </a:xfrm>
          <a:prstGeom prst="rect">
            <a:avLst/>
          </a:prstGeom>
          <a:solidFill>
            <a:srgbClr val="FFFFFF">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214;p10">
            <a:extLst>
              <a:ext uri="{FF2B5EF4-FFF2-40B4-BE49-F238E27FC236}">
                <a16:creationId xmlns:a16="http://schemas.microsoft.com/office/drawing/2014/main" id="{BDEA7969-3487-7357-4BD9-BED43489D225}"/>
              </a:ext>
            </a:extLst>
          </p:cNvPr>
          <p:cNvSpPr/>
          <p:nvPr/>
        </p:nvSpPr>
        <p:spPr>
          <a:xfrm>
            <a:off x="501070" y="3643361"/>
            <a:ext cx="2104430" cy="344924"/>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650">
                <a:solidFill>
                  <a:srgbClr val="272525"/>
                </a:solidFill>
                <a:latin typeface="Arial"/>
                <a:ea typeface="Arial"/>
                <a:cs typeface="Arial"/>
                <a:sym typeface="Arial"/>
              </a:rPr>
              <a:t>Kodak</a:t>
            </a:r>
            <a:endParaRPr sz="1650">
              <a:solidFill>
                <a:schemeClr val="dk1"/>
              </a:solidFill>
              <a:latin typeface="Calibri"/>
              <a:ea typeface="Calibri"/>
              <a:cs typeface="Calibri"/>
              <a:sym typeface="Calibri"/>
            </a:endParaRPr>
          </a:p>
        </p:txBody>
      </p:sp>
      <p:sp>
        <p:nvSpPr>
          <p:cNvPr id="18" name="Google Shape;215;p10">
            <a:extLst>
              <a:ext uri="{FF2B5EF4-FFF2-40B4-BE49-F238E27FC236}">
                <a16:creationId xmlns:a16="http://schemas.microsoft.com/office/drawing/2014/main" id="{32607C85-5ACE-E03A-3C66-C56F55C6D31B}"/>
              </a:ext>
            </a:extLst>
          </p:cNvPr>
          <p:cNvSpPr/>
          <p:nvPr/>
        </p:nvSpPr>
        <p:spPr>
          <a:xfrm>
            <a:off x="3044126" y="3643361"/>
            <a:ext cx="2100620" cy="689848"/>
          </a:xfrm>
          <a:prstGeom prst="rect">
            <a:avLst/>
          </a:prstGeom>
          <a:noFill/>
          <a:ln>
            <a:noFill/>
          </a:ln>
        </p:spPr>
        <p:txBody>
          <a:bodyPr spcFirstLastPara="1" wrap="square" lIns="0" tIns="0" rIns="0" bIns="0" anchor="t" anchorCtr="0">
            <a:noAutofit/>
          </a:bodyPr>
          <a:lstStyle/>
          <a:p>
            <a:pPr marL="0" lvl="0" indent="0">
              <a:lnSpc>
                <a:spcPct val="163636"/>
              </a:lnSpc>
              <a:buClr>
                <a:srgbClr val="272525"/>
              </a:buClr>
              <a:buSzPts val="1650"/>
              <a:buFont typeface="Arial"/>
              <a:buNone/>
            </a:pPr>
            <a:r>
              <a:rPr lang="en-US" sz="1500" dirty="0">
                <a:solidFill>
                  <a:srgbClr val="646464"/>
                </a:solidFill>
                <a:latin typeface="Ubuntu"/>
              </a:rPr>
              <a:t>Falta de </a:t>
            </a:r>
            <a:r>
              <a:rPr lang="en-US" sz="1500" dirty="0" err="1">
                <a:solidFill>
                  <a:srgbClr val="646464"/>
                </a:solidFill>
                <a:latin typeface="Ubuntu"/>
              </a:rPr>
              <a:t>adaptación</a:t>
            </a:r>
            <a:r>
              <a:rPr lang="en-US" sz="1500" dirty="0">
                <a:solidFill>
                  <a:srgbClr val="646464"/>
                </a:solidFill>
                <a:latin typeface="Ubuntu"/>
              </a:rPr>
              <a:t> al </a:t>
            </a:r>
            <a:r>
              <a:rPr lang="en-US" sz="1500" dirty="0" err="1">
                <a:solidFill>
                  <a:srgbClr val="646464"/>
                </a:solidFill>
                <a:latin typeface="Ubuntu"/>
              </a:rPr>
              <a:t>cambio</a:t>
            </a:r>
            <a:r>
              <a:rPr lang="en-US" sz="1500" dirty="0">
                <a:solidFill>
                  <a:srgbClr val="646464"/>
                </a:solidFill>
                <a:latin typeface="Ubuntu"/>
              </a:rPr>
              <a:t> </a:t>
            </a:r>
            <a:r>
              <a:rPr lang="en-US" sz="1500" dirty="0" err="1">
                <a:solidFill>
                  <a:srgbClr val="646464"/>
                </a:solidFill>
                <a:latin typeface="Ubuntu"/>
              </a:rPr>
              <a:t>tecnológico</a:t>
            </a:r>
            <a:endParaRPr sz="1500" dirty="0">
              <a:solidFill>
                <a:srgbClr val="646464"/>
              </a:solidFill>
              <a:latin typeface="Ubuntu"/>
              <a:sym typeface="Calibri"/>
            </a:endParaRPr>
          </a:p>
        </p:txBody>
      </p:sp>
      <p:sp>
        <p:nvSpPr>
          <p:cNvPr id="19" name="Google Shape;216;p10">
            <a:extLst>
              <a:ext uri="{FF2B5EF4-FFF2-40B4-BE49-F238E27FC236}">
                <a16:creationId xmlns:a16="http://schemas.microsoft.com/office/drawing/2014/main" id="{E58BEE78-3A5F-63EB-8946-50B50BBF71C1}"/>
              </a:ext>
            </a:extLst>
          </p:cNvPr>
          <p:cNvSpPr/>
          <p:nvPr/>
        </p:nvSpPr>
        <p:spPr>
          <a:xfrm>
            <a:off x="5583372" y="3643361"/>
            <a:ext cx="2104430" cy="1034772"/>
          </a:xfrm>
          <a:prstGeom prst="rect">
            <a:avLst/>
          </a:prstGeom>
          <a:noFill/>
          <a:ln>
            <a:noFill/>
          </a:ln>
        </p:spPr>
        <p:txBody>
          <a:bodyPr spcFirstLastPara="1" wrap="square" lIns="0" tIns="0" rIns="0" bIns="0" anchor="t" anchorCtr="0">
            <a:noAutofit/>
          </a:bodyPr>
          <a:lstStyle/>
          <a:p>
            <a:pPr>
              <a:lnSpc>
                <a:spcPct val="163636"/>
              </a:lnSpc>
              <a:buClr>
                <a:srgbClr val="272525"/>
              </a:buClr>
              <a:buSzPts val="1650"/>
            </a:pPr>
            <a:r>
              <a:rPr lang="en-US" sz="1500" dirty="0" err="1">
                <a:solidFill>
                  <a:srgbClr val="646464"/>
                </a:solidFill>
                <a:latin typeface="Ubuntu"/>
              </a:rPr>
              <a:t>Quiebra</a:t>
            </a:r>
            <a:r>
              <a:rPr lang="en-US" sz="1500" dirty="0">
                <a:solidFill>
                  <a:srgbClr val="646464"/>
                </a:solidFill>
                <a:latin typeface="Ubuntu"/>
              </a:rPr>
              <a:t> y </a:t>
            </a:r>
            <a:r>
              <a:rPr lang="en-US" sz="1500" dirty="0" err="1">
                <a:solidFill>
                  <a:srgbClr val="646464"/>
                </a:solidFill>
                <a:latin typeface="Ubuntu"/>
              </a:rPr>
              <a:t>pérdida</a:t>
            </a:r>
            <a:r>
              <a:rPr lang="en-US" sz="1500" dirty="0">
                <a:solidFill>
                  <a:srgbClr val="646464"/>
                </a:solidFill>
                <a:latin typeface="Ubuntu"/>
              </a:rPr>
              <a:t> de </a:t>
            </a:r>
            <a:r>
              <a:rPr lang="en-US" sz="1500" dirty="0" err="1">
                <a:solidFill>
                  <a:srgbClr val="646464"/>
                </a:solidFill>
                <a:latin typeface="Ubuntu"/>
              </a:rPr>
              <a:t>participación</a:t>
            </a:r>
            <a:r>
              <a:rPr lang="en-US" sz="1500" dirty="0">
                <a:solidFill>
                  <a:srgbClr val="646464"/>
                </a:solidFill>
                <a:latin typeface="Ubuntu"/>
              </a:rPr>
              <a:t> de mercado</a:t>
            </a:r>
            <a:endParaRPr sz="1500" dirty="0">
              <a:solidFill>
                <a:srgbClr val="646464"/>
              </a:solidFill>
              <a:latin typeface="Ubuntu"/>
              <a:sym typeface="Calibri"/>
            </a:endParaRPr>
          </a:p>
        </p:txBody>
      </p:sp>
      <p:sp>
        <p:nvSpPr>
          <p:cNvPr id="20" name="Google Shape;217;p10">
            <a:extLst>
              <a:ext uri="{FF2B5EF4-FFF2-40B4-BE49-F238E27FC236}">
                <a16:creationId xmlns:a16="http://schemas.microsoft.com/office/drawing/2014/main" id="{08374340-2C3E-301F-9A45-6FDDE1A9EB0D}"/>
              </a:ext>
            </a:extLst>
          </p:cNvPr>
          <p:cNvSpPr/>
          <p:nvPr/>
        </p:nvSpPr>
        <p:spPr>
          <a:xfrm>
            <a:off x="284614" y="4815055"/>
            <a:ext cx="7618690" cy="1653540"/>
          </a:xfrm>
          <a:prstGeom prst="rect">
            <a:avLst/>
          </a:prstGeom>
          <a:solidFill>
            <a:srgbClr val="000000">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21" name="Google Shape;218;p10">
            <a:extLst>
              <a:ext uri="{FF2B5EF4-FFF2-40B4-BE49-F238E27FC236}">
                <a16:creationId xmlns:a16="http://schemas.microsoft.com/office/drawing/2014/main" id="{B87D3EDE-3606-2BB0-9072-5F0AD2E65B08}"/>
              </a:ext>
            </a:extLst>
          </p:cNvPr>
          <p:cNvSpPr/>
          <p:nvPr/>
        </p:nvSpPr>
        <p:spPr>
          <a:xfrm>
            <a:off x="501070" y="4951977"/>
            <a:ext cx="2104430" cy="344924"/>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650">
                <a:solidFill>
                  <a:srgbClr val="272525"/>
                </a:solidFill>
                <a:latin typeface="Arial"/>
                <a:ea typeface="Arial"/>
                <a:cs typeface="Arial"/>
                <a:sym typeface="Arial"/>
              </a:rPr>
              <a:t>Lego</a:t>
            </a:r>
            <a:endParaRPr sz="1650">
              <a:solidFill>
                <a:schemeClr val="dk1"/>
              </a:solidFill>
              <a:latin typeface="Calibri"/>
              <a:ea typeface="Calibri"/>
              <a:cs typeface="Calibri"/>
              <a:sym typeface="Calibri"/>
            </a:endParaRPr>
          </a:p>
        </p:txBody>
      </p:sp>
      <p:sp>
        <p:nvSpPr>
          <p:cNvPr id="22" name="Google Shape;219;p10">
            <a:extLst>
              <a:ext uri="{FF2B5EF4-FFF2-40B4-BE49-F238E27FC236}">
                <a16:creationId xmlns:a16="http://schemas.microsoft.com/office/drawing/2014/main" id="{467D6935-9C82-4278-0E15-0F588ED5B560}"/>
              </a:ext>
            </a:extLst>
          </p:cNvPr>
          <p:cNvSpPr/>
          <p:nvPr/>
        </p:nvSpPr>
        <p:spPr>
          <a:xfrm>
            <a:off x="3044126" y="4951977"/>
            <a:ext cx="2100620" cy="1034772"/>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500" dirty="0" err="1">
                <a:solidFill>
                  <a:srgbClr val="646464"/>
                </a:solidFill>
                <a:latin typeface="Ubuntu"/>
              </a:rPr>
              <a:t>Diversificación</a:t>
            </a:r>
            <a:r>
              <a:rPr lang="en-US" sz="1500" dirty="0">
                <a:solidFill>
                  <a:srgbClr val="646464"/>
                </a:solidFill>
                <a:latin typeface="Ubuntu"/>
              </a:rPr>
              <a:t> </a:t>
            </a:r>
            <a:r>
              <a:rPr lang="en-US" sz="1500" dirty="0" err="1">
                <a:solidFill>
                  <a:srgbClr val="646464"/>
                </a:solidFill>
                <a:latin typeface="Ubuntu"/>
              </a:rPr>
              <a:t>hacia</a:t>
            </a:r>
            <a:r>
              <a:rPr lang="en-US" sz="1500" dirty="0">
                <a:solidFill>
                  <a:srgbClr val="646464"/>
                </a:solidFill>
                <a:latin typeface="Ubuntu"/>
              </a:rPr>
              <a:t> </a:t>
            </a:r>
            <a:r>
              <a:rPr lang="en-US" sz="1500" dirty="0" err="1">
                <a:solidFill>
                  <a:srgbClr val="646464"/>
                </a:solidFill>
                <a:latin typeface="Ubuntu"/>
              </a:rPr>
              <a:t>productos</a:t>
            </a:r>
            <a:r>
              <a:rPr lang="en-US" sz="1500" dirty="0">
                <a:solidFill>
                  <a:srgbClr val="646464"/>
                </a:solidFill>
                <a:latin typeface="Ubuntu"/>
              </a:rPr>
              <a:t> y </a:t>
            </a:r>
            <a:r>
              <a:rPr lang="en-US" sz="1500" dirty="0" err="1">
                <a:solidFill>
                  <a:srgbClr val="646464"/>
                </a:solidFill>
                <a:latin typeface="Ubuntu"/>
              </a:rPr>
              <a:t>experiencias</a:t>
            </a:r>
            <a:r>
              <a:rPr lang="en-US" sz="1500" dirty="0">
                <a:solidFill>
                  <a:srgbClr val="646464"/>
                </a:solidFill>
                <a:latin typeface="Ubuntu"/>
              </a:rPr>
              <a:t> </a:t>
            </a:r>
            <a:r>
              <a:rPr lang="en-US" sz="1500" dirty="0" err="1">
                <a:solidFill>
                  <a:srgbClr val="646464"/>
                </a:solidFill>
                <a:latin typeface="Ubuntu"/>
              </a:rPr>
              <a:t>digitales</a:t>
            </a:r>
            <a:endParaRPr sz="1500" dirty="0">
              <a:solidFill>
                <a:srgbClr val="646464"/>
              </a:solidFill>
              <a:latin typeface="Ubuntu"/>
              <a:sym typeface="Calibri"/>
            </a:endParaRPr>
          </a:p>
        </p:txBody>
      </p:sp>
      <p:sp>
        <p:nvSpPr>
          <p:cNvPr id="23" name="Google Shape;220;p10">
            <a:extLst>
              <a:ext uri="{FF2B5EF4-FFF2-40B4-BE49-F238E27FC236}">
                <a16:creationId xmlns:a16="http://schemas.microsoft.com/office/drawing/2014/main" id="{8D255815-B4FE-8C69-9CBA-B10CDF0FB93A}"/>
              </a:ext>
            </a:extLst>
          </p:cNvPr>
          <p:cNvSpPr/>
          <p:nvPr/>
        </p:nvSpPr>
        <p:spPr>
          <a:xfrm>
            <a:off x="5583372" y="4951977"/>
            <a:ext cx="2104430" cy="1379696"/>
          </a:xfrm>
          <a:prstGeom prst="rect">
            <a:avLst/>
          </a:prstGeom>
          <a:noFill/>
          <a:ln>
            <a:noFill/>
          </a:ln>
        </p:spPr>
        <p:txBody>
          <a:bodyPr spcFirstLastPara="1" wrap="square" lIns="0" tIns="0" rIns="0" bIns="0" anchor="t" anchorCtr="0">
            <a:noAutofit/>
          </a:bodyPr>
          <a:lstStyle/>
          <a:p>
            <a:pPr marL="0" marR="0" lvl="0" indent="0" algn="l" rtl="0">
              <a:lnSpc>
                <a:spcPct val="163636"/>
              </a:lnSpc>
              <a:spcBef>
                <a:spcPts val="0"/>
              </a:spcBef>
              <a:spcAft>
                <a:spcPts val="0"/>
              </a:spcAft>
              <a:buClr>
                <a:srgbClr val="272525"/>
              </a:buClr>
              <a:buSzPts val="1650"/>
              <a:buFont typeface="Arial"/>
              <a:buNone/>
            </a:pPr>
            <a:r>
              <a:rPr lang="en-US" sz="1500" dirty="0" err="1">
                <a:solidFill>
                  <a:srgbClr val="646464"/>
                </a:solidFill>
                <a:latin typeface="Ubuntu"/>
              </a:rPr>
              <a:t>Recuperación</a:t>
            </a:r>
            <a:r>
              <a:rPr lang="en-US" sz="1500" dirty="0">
                <a:solidFill>
                  <a:srgbClr val="646464"/>
                </a:solidFill>
                <a:latin typeface="Ubuntu"/>
              </a:rPr>
              <a:t> de la </a:t>
            </a:r>
            <a:r>
              <a:rPr lang="en-US" sz="1500" dirty="0" err="1">
                <a:solidFill>
                  <a:srgbClr val="646464"/>
                </a:solidFill>
                <a:latin typeface="Ubuntu"/>
              </a:rPr>
              <a:t>rentabilidad</a:t>
            </a:r>
            <a:r>
              <a:rPr lang="en-US" sz="1500" dirty="0">
                <a:solidFill>
                  <a:srgbClr val="646464"/>
                </a:solidFill>
                <a:latin typeface="Ubuntu"/>
              </a:rPr>
              <a:t> y </a:t>
            </a:r>
            <a:r>
              <a:rPr lang="en-US" sz="1500" dirty="0" err="1">
                <a:solidFill>
                  <a:srgbClr val="646464"/>
                </a:solidFill>
                <a:latin typeface="Ubuntu"/>
              </a:rPr>
              <a:t>reconexión</a:t>
            </a:r>
            <a:r>
              <a:rPr lang="en-US" sz="1500" dirty="0">
                <a:solidFill>
                  <a:srgbClr val="646464"/>
                </a:solidFill>
                <a:latin typeface="Ubuntu"/>
              </a:rPr>
              <a:t> con </a:t>
            </a:r>
            <a:r>
              <a:rPr lang="en-US" sz="1500" dirty="0" err="1">
                <a:solidFill>
                  <a:srgbClr val="646464"/>
                </a:solidFill>
                <a:latin typeface="Ubuntu"/>
              </a:rPr>
              <a:t>los</a:t>
            </a:r>
            <a:r>
              <a:rPr lang="en-US" sz="1500" dirty="0">
                <a:solidFill>
                  <a:srgbClr val="646464"/>
                </a:solidFill>
                <a:latin typeface="Ubuntu"/>
              </a:rPr>
              <a:t> </a:t>
            </a:r>
            <a:r>
              <a:rPr lang="en-US" sz="1500" dirty="0" err="1">
                <a:solidFill>
                  <a:srgbClr val="646464"/>
                </a:solidFill>
                <a:latin typeface="Ubuntu"/>
              </a:rPr>
              <a:t>clientes</a:t>
            </a:r>
            <a:endParaRPr sz="1500" dirty="0">
              <a:solidFill>
                <a:srgbClr val="646464"/>
              </a:solidFill>
              <a:latin typeface="Ubuntu"/>
              <a:sym typeface="Calibri"/>
            </a:endParaRPr>
          </a:p>
        </p:txBody>
      </p:sp>
      <p:sp>
        <p:nvSpPr>
          <p:cNvPr id="3" name="Rectángulo 2">
            <a:extLst>
              <a:ext uri="{FF2B5EF4-FFF2-40B4-BE49-F238E27FC236}">
                <a16:creationId xmlns:a16="http://schemas.microsoft.com/office/drawing/2014/main" id="{62174997-74B7-93CC-17EF-CDC875787668}"/>
              </a:ext>
            </a:extLst>
          </p:cNvPr>
          <p:cNvSpPr/>
          <p:nvPr/>
        </p:nvSpPr>
        <p:spPr>
          <a:xfrm>
            <a:off x="0" y="0"/>
            <a:ext cx="1566945" cy="137105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a:extLst>
            <a:ext uri="{FF2B5EF4-FFF2-40B4-BE49-F238E27FC236}">
              <a16:creationId xmlns:a16="http://schemas.microsoft.com/office/drawing/2014/main" id="{941946CA-D9D4-4E8B-C601-87CF73008FAC}"/>
            </a:ext>
          </a:extLst>
        </p:cNvPr>
        <p:cNvGrpSpPr/>
        <p:nvPr/>
      </p:nvGrpSpPr>
      <p:grpSpPr>
        <a:xfrm>
          <a:off x="0" y="0"/>
          <a:ext cx="0" cy="0"/>
          <a:chOff x="0" y="0"/>
          <a:chExt cx="0" cy="0"/>
        </a:xfrm>
      </p:grpSpPr>
      <p:sp>
        <p:nvSpPr>
          <p:cNvPr id="8" name="Google Shape;205;p10">
            <a:extLst>
              <a:ext uri="{FF2B5EF4-FFF2-40B4-BE49-F238E27FC236}">
                <a16:creationId xmlns:a16="http://schemas.microsoft.com/office/drawing/2014/main" id="{2C8EF78B-878A-C781-1C34-45A976DBC602}"/>
              </a:ext>
            </a:extLst>
          </p:cNvPr>
          <p:cNvSpPr/>
          <p:nvPr/>
        </p:nvSpPr>
        <p:spPr>
          <a:xfrm>
            <a:off x="-3524731" y="615363"/>
            <a:ext cx="7618690" cy="618768"/>
          </a:xfrm>
          <a:prstGeom prst="rect">
            <a:avLst/>
          </a:prstGeom>
          <a:solidFill>
            <a:srgbClr val="FFFFFF">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3" name="Google Shape;227;p11" descr="preencoded.png">
            <a:extLst>
              <a:ext uri="{FF2B5EF4-FFF2-40B4-BE49-F238E27FC236}">
                <a16:creationId xmlns:a16="http://schemas.microsoft.com/office/drawing/2014/main" id="{2B969AC1-9DCC-D66D-1288-AA43BCB0DF51}"/>
              </a:ext>
            </a:extLst>
          </p:cNvPr>
          <p:cNvPicPr preferRelativeResize="0"/>
          <p:nvPr/>
        </p:nvPicPr>
        <p:blipFill rotWithShape="1">
          <a:blip r:embed="rId4">
            <a:alphaModFix/>
          </a:blip>
          <a:srcRect/>
          <a:stretch/>
        </p:blipFill>
        <p:spPr>
          <a:xfrm>
            <a:off x="8200103" y="1086464"/>
            <a:ext cx="3539613" cy="5309420"/>
          </a:xfrm>
          <a:prstGeom prst="rect">
            <a:avLst/>
          </a:prstGeom>
          <a:noFill/>
          <a:ln>
            <a:noFill/>
          </a:ln>
        </p:spPr>
      </p:pic>
      <p:sp>
        <p:nvSpPr>
          <p:cNvPr id="4" name="Google Shape;228;p11">
            <a:extLst>
              <a:ext uri="{FF2B5EF4-FFF2-40B4-BE49-F238E27FC236}">
                <a16:creationId xmlns:a16="http://schemas.microsoft.com/office/drawing/2014/main" id="{D9518C4D-DF92-E008-F011-7306D1BD31F7}"/>
              </a:ext>
            </a:extLst>
          </p:cNvPr>
          <p:cNvSpPr/>
          <p:nvPr/>
        </p:nvSpPr>
        <p:spPr>
          <a:xfrm>
            <a:off x="1629042" y="563012"/>
            <a:ext cx="7468553" cy="1408033"/>
          </a:xfrm>
          <a:prstGeom prst="rect">
            <a:avLst/>
          </a:prstGeom>
          <a:noFill/>
          <a:ln>
            <a:noFill/>
          </a:ln>
        </p:spPr>
        <p:txBody>
          <a:bodyPr spcFirstLastPara="1" wrap="square" lIns="0" tIns="0" rIns="0" bIns="0" anchor="t" anchorCtr="0">
            <a:noAutofit/>
          </a:bodyPr>
          <a:lstStyle/>
          <a:p>
            <a:pPr>
              <a:lnSpc>
                <a:spcPct val="125609"/>
              </a:lnSpc>
              <a:buClr>
                <a:srgbClr val="D73AD7"/>
              </a:buClr>
              <a:buSzPts val="4100"/>
            </a:pPr>
            <a:r>
              <a:rPr lang="en-US" sz="3000" b="1" dirty="0" err="1">
                <a:solidFill>
                  <a:srgbClr val="1B1C6E"/>
                </a:solidFill>
                <a:latin typeface="Tahoma"/>
                <a:ea typeface="Tahoma"/>
                <a:cs typeface="Tahoma"/>
              </a:rPr>
              <a:t>Conclusiones</a:t>
            </a:r>
            <a:r>
              <a:rPr lang="en-US" sz="3000" b="1" dirty="0">
                <a:solidFill>
                  <a:srgbClr val="1B1C6E"/>
                </a:solidFill>
                <a:latin typeface="Tahoma"/>
                <a:ea typeface="Tahoma"/>
                <a:cs typeface="Tahoma"/>
              </a:rPr>
              <a:t> y </a:t>
            </a:r>
            <a:r>
              <a:rPr lang="en-US" sz="3000" b="1" dirty="0" err="1">
                <a:solidFill>
                  <a:srgbClr val="1B1C6E"/>
                </a:solidFill>
                <a:latin typeface="Tahoma"/>
                <a:ea typeface="Tahoma"/>
                <a:cs typeface="Tahoma"/>
              </a:rPr>
              <a:t>Recomendaciones</a:t>
            </a:r>
            <a:endParaRPr sz="3000" b="1" dirty="0">
              <a:solidFill>
                <a:srgbClr val="1B1C6E"/>
              </a:solidFill>
              <a:latin typeface="Tahoma"/>
              <a:ea typeface="Tahoma"/>
              <a:cs typeface="Tahoma"/>
              <a:sym typeface="Calibri"/>
            </a:endParaRPr>
          </a:p>
        </p:txBody>
      </p:sp>
      <p:sp>
        <p:nvSpPr>
          <p:cNvPr id="6" name="Google Shape;231;p11">
            <a:extLst>
              <a:ext uri="{FF2B5EF4-FFF2-40B4-BE49-F238E27FC236}">
                <a16:creationId xmlns:a16="http://schemas.microsoft.com/office/drawing/2014/main" id="{26A499A1-D5CD-229B-EC43-A420E0A47103}"/>
              </a:ext>
            </a:extLst>
          </p:cNvPr>
          <p:cNvSpPr/>
          <p:nvPr/>
        </p:nvSpPr>
        <p:spPr>
          <a:xfrm>
            <a:off x="351683" y="1916778"/>
            <a:ext cx="281618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200"/>
              <a:buFont typeface="Arial"/>
              <a:buNone/>
            </a:pPr>
            <a:r>
              <a:rPr lang="en-US" sz="2200" dirty="0">
                <a:solidFill>
                  <a:srgbClr val="272525"/>
                </a:solidFill>
                <a:latin typeface="Arial"/>
                <a:ea typeface="Arial"/>
                <a:cs typeface="Arial"/>
                <a:sym typeface="Arial"/>
              </a:rPr>
              <a:t>Impacto </a:t>
            </a:r>
            <a:r>
              <a:rPr lang="en-US" sz="2200" dirty="0" err="1">
                <a:solidFill>
                  <a:srgbClr val="272525"/>
                </a:solidFill>
                <a:latin typeface="Arial"/>
                <a:ea typeface="Arial"/>
                <a:cs typeface="Arial"/>
                <a:sym typeface="Arial"/>
              </a:rPr>
              <a:t>Estratégico</a:t>
            </a:r>
            <a:endParaRPr sz="2200" dirty="0">
              <a:solidFill>
                <a:schemeClr val="dk1"/>
              </a:solidFill>
              <a:latin typeface="Calibri"/>
              <a:ea typeface="Calibri"/>
              <a:cs typeface="Calibri"/>
              <a:sym typeface="Calibri"/>
            </a:endParaRPr>
          </a:p>
        </p:txBody>
      </p:sp>
      <p:sp>
        <p:nvSpPr>
          <p:cNvPr id="24" name="Google Shape;232;p11">
            <a:extLst>
              <a:ext uri="{FF2B5EF4-FFF2-40B4-BE49-F238E27FC236}">
                <a16:creationId xmlns:a16="http://schemas.microsoft.com/office/drawing/2014/main" id="{4D2D280D-C365-D61C-FCE0-EDBF7D6B489D}"/>
              </a:ext>
            </a:extLst>
          </p:cNvPr>
          <p:cNvSpPr/>
          <p:nvPr/>
        </p:nvSpPr>
        <p:spPr>
          <a:xfrm>
            <a:off x="351683" y="2399397"/>
            <a:ext cx="2836783" cy="1915120"/>
          </a:xfrm>
          <a:prstGeom prst="rect">
            <a:avLst/>
          </a:prstGeom>
          <a:noFill/>
          <a:ln>
            <a:noFill/>
          </a:ln>
        </p:spPr>
        <p:txBody>
          <a:bodyPr spcFirstLastPara="1" wrap="square" lIns="0" tIns="0" rIns="0" bIns="0" anchor="t" anchorCtr="0">
            <a:noAutofit/>
          </a:bodyPr>
          <a:lstStyle/>
          <a:p>
            <a:pPr>
              <a:lnSpc>
                <a:spcPct val="162162"/>
              </a:lnSpc>
              <a:buClr>
                <a:srgbClr val="272525"/>
              </a:buClr>
              <a:buSzPts val="1850"/>
            </a:pPr>
            <a:r>
              <a:rPr lang="en-US" sz="1500" dirty="0">
                <a:solidFill>
                  <a:srgbClr val="646464"/>
                </a:solidFill>
                <a:latin typeface="Ubuntu"/>
              </a:rPr>
              <a:t>El </a:t>
            </a:r>
            <a:r>
              <a:rPr lang="en-US" sz="1500" dirty="0" err="1">
                <a:solidFill>
                  <a:srgbClr val="646464"/>
                </a:solidFill>
                <a:latin typeface="Ubuntu"/>
              </a:rPr>
              <a:t>cambio</a:t>
            </a:r>
            <a:r>
              <a:rPr lang="en-US" sz="1500" dirty="0">
                <a:solidFill>
                  <a:srgbClr val="646464"/>
                </a:solidFill>
                <a:latin typeface="Ubuntu"/>
              </a:rPr>
              <a:t> </a:t>
            </a:r>
            <a:r>
              <a:rPr lang="en-US" sz="1500" dirty="0" err="1">
                <a:solidFill>
                  <a:srgbClr val="646464"/>
                </a:solidFill>
                <a:latin typeface="Ubuntu"/>
              </a:rPr>
              <a:t>organizacional</a:t>
            </a:r>
            <a:r>
              <a:rPr lang="en-US" sz="1500" dirty="0">
                <a:solidFill>
                  <a:srgbClr val="646464"/>
                </a:solidFill>
                <a:latin typeface="Ubuntu"/>
              </a:rPr>
              <a:t> es fundamental para </a:t>
            </a:r>
            <a:r>
              <a:rPr lang="en-US" sz="1500" dirty="0" err="1">
                <a:solidFill>
                  <a:srgbClr val="646464"/>
                </a:solidFill>
                <a:latin typeface="Ubuntu"/>
              </a:rPr>
              <a:t>mantener</a:t>
            </a:r>
            <a:r>
              <a:rPr lang="en-US" sz="1500" dirty="0">
                <a:solidFill>
                  <a:srgbClr val="646464"/>
                </a:solidFill>
                <a:latin typeface="Ubuntu"/>
              </a:rPr>
              <a:t> la </a:t>
            </a:r>
            <a:r>
              <a:rPr lang="en-US" sz="1500" dirty="0" err="1">
                <a:solidFill>
                  <a:srgbClr val="646464"/>
                </a:solidFill>
                <a:latin typeface="Ubuntu"/>
              </a:rPr>
              <a:t>competitividad</a:t>
            </a:r>
            <a:r>
              <a:rPr lang="en-US" sz="1500" dirty="0">
                <a:solidFill>
                  <a:srgbClr val="646464"/>
                </a:solidFill>
                <a:latin typeface="Ubuntu"/>
              </a:rPr>
              <a:t> y </a:t>
            </a:r>
            <a:r>
              <a:rPr lang="en-US" sz="1500" dirty="0" err="1">
                <a:solidFill>
                  <a:srgbClr val="646464"/>
                </a:solidFill>
                <a:latin typeface="Ubuntu"/>
              </a:rPr>
              <a:t>adaptarse</a:t>
            </a:r>
            <a:r>
              <a:rPr lang="en-US" sz="1500" dirty="0">
                <a:solidFill>
                  <a:srgbClr val="646464"/>
                </a:solidFill>
                <a:latin typeface="Ubuntu"/>
              </a:rPr>
              <a:t> a un </a:t>
            </a:r>
            <a:r>
              <a:rPr lang="en-US" sz="1500" dirty="0" err="1">
                <a:solidFill>
                  <a:srgbClr val="646464"/>
                </a:solidFill>
                <a:latin typeface="Ubuntu"/>
              </a:rPr>
              <a:t>entorno</a:t>
            </a:r>
            <a:r>
              <a:rPr lang="en-US" sz="1500" dirty="0">
                <a:solidFill>
                  <a:srgbClr val="646464"/>
                </a:solidFill>
                <a:latin typeface="Ubuntu"/>
              </a:rPr>
              <a:t> </a:t>
            </a:r>
            <a:r>
              <a:rPr lang="en-US" sz="1500" dirty="0" err="1">
                <a:solidFill>
                  <a:srgbClr val="646464"/>
                </a:solidFill>
                <a:latin typeface="Ubuntu"/>
              </a:rPr>
              <a:t>en</a:t>
            </a:r>
            <a:r>
              <a:rPr lang="en-US" sz="1500" dirty="0">
                <a:solidFill>
                  <a:srgbClr val="646464"/>
                </a:solidFill>
                <a:latin typeface="Ubuntu"/>
              </a:rPr>
              <a:t> </a:t>
            </a:r>
            <a:r>
              <a:rPr lang="en-US" sz="1500" dirty="0" err="1">
                <a:solidFill>
                  <a:srgbClr val="646464"/>
                </a:solidFill>
                <a:latin typeface="Ubuntu"/>
              </a:rPr>
              <a:t>constante</a:t>
            </a:r>
            <a:r>
              <a:rPr lang="en-US" sz="1500" dirty="0">
                <a:solidFill>
                  <a:srgbClr val="646464"/>
                </a:solidFill>
                <a:latin typeface="Ubuntu"/>
              </a:rPr>
              <a:t> </a:t>
            </a:r>
            <a:r>
              <a:rPr lang="en-US" sz="1500" dirty="0" err="1">
                <a:solidFill>
                  <a:srgbClr val="646464"/>
                </a:solidFill>
                <a:latin typeface="Ubuntu"/>
              </a:rPr>
              <a:t>evolución</a:t>
            </a:r>
            <a:r>
              <a:rPr lang="en-US" sz="1500" dirty="0">
                <a:solidFill>
                  <a:srgbClr val="646464"/>
                </a:solidFill>
                <a:latin typeface="Ubuntu"/>
              </a:rPr>
              <a:t>.</a:t>
            </a:r>
            <a:endParaRPr sz="1500" dirty="0">
              <a:solidFill>
                <a:srgbClr val="646464"/>
              </a:solidFill>
              <a:latin typeface="Ubuntu"/>
              <a:sym typeface="Calibri"/>
            </a:endParaRPr>
          </a:p>
        </p:txBody>
      </p:sp>
      <p:sp>
        <p:nvSpPr>
          <p:cNvPr id="25" name="Google Shape;235;p11">
            <a:extLst>
              <a:ext uri="{FF2B5EF4-FFF2-40B4-BE49-F238E27FC236}">
                <a16:creationId xmlns:a16="http://schemas.microsoft.com/office/drawing/2014/main" id="{729F3A93-FECD-4FBC-C6BB-731E5EE96C7E}"/>
              </a:ext>
            </a:extLst>
          </p:cNvPr>
          <p:cNvSpPr/>
          <p:nvPr/>
        </p:nvSpPr>
        <p:spPr>
          <a:xfrm>
            <a:off x="4226215" y="1883252"/>
            <a:ext cx="3777243" cy="703898"/>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200"/>
              <a:buFont typeface="Arial"/>
              <a:buNone/>
            </a:pPr>
            <a:r>
              <a:rPr lang="en-US" sz="2200" dirty="0" err="1">
                <a:solidFill>
                  <a:srgbClr val="272525"/>
                </a:solidFill>
                <a:latin typeface="Arial"/>
                <a:ea typeface="Arial"/>
                <a:cs typeface="Arial"/>
                <a:sym typeface="Arial"/>
              </a:rPr>
              <a:t>Liderazgo</a:t>
            </a:r>
            <a:r>
              <a:rPr lang="en-US" sz="2200" dirty="0">
                <a:solidFill>
                  <a:srgbClr val="272525"/>
                </a:solidFill>
                <a:latin typeface="Arial"/>
                <a:ea typeface="Arial"/>
                <a:cs typeface="Arial"/>
                <a:sym typeface="Arial"/>
              </a:rPr>
              <a:t> </a:t>
            </a:r>
            <a:r>
              <a:rPr lang="en-US" sz="2200" dirty="0" err="1">
                <a:solidFill>
                  <a:srgbClr val="272525"/>
                </a:solidFill>
                <a:latin typeface="Arial"/>
                <a:ea typeface="Arial"/>
                <a:cs typeface="Arial"/>
                <a:sym typeface="Arial"/>
              </a:rPr>
              <a:t>Transformador</a:t>
            </a:r>
            <a:endParaRPr sz="2200" dirty="0">
              <a:solidFill>
                <a:schemeClr val="dk1"/>
              </a:solidFill>
              <a:latin typeface="Calibri"/>
              <a:ea typeface="Calibri"/>
              <a:cs typeface="Calibri"/>
              <a:sym typeface="Calibri"/>
            </a:endParaRPr>
          </a:p>
        </p:txBody>
      </p:sp>
      <p:sp>
        <p:nvSpPr>
          <p:cNvPr id="26" name="Google Shape;236;p11">
            <a:extLst>
              <a:ext uri="{FF2B5EF4-FFF2-40B4-BE49-F238E27FC236}">
                <a16:creationId xmlns:a16="http://schemas.microsoft.com/office/drawing/2014/main" id="{07962542-30EA-B535-BFC4-6B3711B1C25A}"/>
              </a:ext>
            </a:extLst>
          </p:cNvPr>
          <p:cNvSpPr/>
          <p:nvPr/>
        </p:nvSpPr>
        <p:spPr>
          <a:xfrm>
            <a:off x="4226215" y="2386418"/>
            <a:ext cx="2836783" cy="1532096"/>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72525"/>
              </a:buClr>
              <a:buSzPts val="1850"/>
              <a:buFont typeface="Arial"/>
              <a:buNone/>
            </a:pPr>
            <a:r>
              <a:rPr lang="en-US" sz="1500" dirty="0">
                <a:solidFill>
                  <a:srgbClr val="646464"/>
                </a:solidFill>
                <a:latin typeface="Ubuntu"/>
              </a:rPr>
              <a:t>El </a:t>
            </a:r>
            <a:r>
              <a:rPr lang="en-US" sz="1500" dirty="0" err="1">
                <a:solidFill>
                  <a:srgbClr val="646464"/>
                </a:solidFill>
                <a:latin typeface="Ubuntu"/>
              </a:rPr>
              <a:t>rol</a:t>
            </a:r>
            <a:r>
              <a:rPr lang="en-US" sz="1500" dirty="0">
                <a:solidFill>
                  <a:srgbClr val="646464"/>
                </a:solidFill>
                <a:latin typeface="Ubuntu"/>
              </a:rPr>
              <a:t> de </a:t>
            </a:r>
            <a:r>
              <a:rPr lang="en-US" sz="1500" dirty="0" err="1">
                <a:solidFill>
                  <a:srgbClr val="646464"/>
                </a:solidFill>
                <a:latin typeface="Ubuntu"/>
              </a:rPr>
              <a:t>los</a:t>
            </a:r>
            <a:r>
              <a:rPr lang="en-US" sz="1500" dirty="0">
                <a:solidFill>
                  <a:srgbClr val="646464"/>
                </a:solidFill>
                <a:latin typeface="Ubuntu"/>
              </a:rPr>
              <a:t> </a:t>
            </a:r>
            <a:r>
              <a:rPr lang="en-US" sz="1500" dirty="0" err="1">
                <a:solidFill>
                  <a:srgbClr val="646464"/>
                </a:solidFill>
                <a:latin typeface="Ubuntu"/>
              </a:rPr>
              <a:t>líderes</a:t>
            </a:r>
            <a:r>
              <a:rPr lang="en-US" sz="1500" dirty="0">
                <a:solidFill>
                  <a:srgbClr val="646464"/>
                </a:solidFill>
                <a:latin typeface="Ubuntu"/>
              </a:rPr>
              <a:t> es crucial para </a:t>
            </a:r>
            <a:r>
              <a:rPr lang="en-US" sz="1500" dirty="0" err="1">
                <a:solidFill>
                  <a:srgbClr val="646464"/>
                </a:solidFill>
                <a:latin typeface="Ubuntu"/>
              </a:rPr>
              <a:t>guiar</a:t>
            </a:r>
            <a:r>
              <a:rPr lang="en-US" sz="1500" dirty="0">
                <a:solidFill>
                  <a:srgbClr val="646464"/>
                </a:solidFill>
                <a:latin typeface="Ubuntu"/>
              </a:rPr>
              <a:t>, </a:t>
            </a:r>
            <a:r>
              <a:rPr lang="en-US" sz="1500" dirty="0" err="1">
                <a:solidFill>
                  <a:srgbClr val="646464"/>
                </a:solidFill>
                <a:latin typeface="Ubuntu"/>
              </a:rPr>
              <a:t>inspirar</a:t>
            </a:r>
            <a:r>
              <a:rPr lang="en-US" sz="1500" dirty="0">
                <a:solidFill>
                  <a:srgbClr val="646464"/>
                </a:solidFill>
                <a:latin typeface="Ubuntu"/>
              </a:rPr>
              <a:t> y </a:t>
            </a:r>
            <a:r>
              <a:rPr lang="en-US" sz="1500" dirty="0" err="1">
                <a:solidFill>
                  <a:srgbClr val="646464"/>
                </a:solidFill>
                <a:latin typeface="Ubuntu"/>
              </a:rPr>
              <a:t>gestionar</a:t>
            </a:r>
            <a:r>
              <a:rPr lang="en-US" sz="1500" dirty="0">
                <a:solidFill>
                  <a:srgbClr val="646464"/>
                </a:solidFill>
                <a:latin typeface="Ubuntu"/>
              </a:rPr>
              <a:t> </a:t>
            </a:r>
            <a:r>
              <a:rPr lang="en-US" sz="1500" dirty="0" err="1">
                <a:solidFill>
                  <a:srgbClr val="646464"/>
                </a:solidFill>
                <a:latin typeface="Ubuntu"/>
              </a:rPr>
              <a:t>efectivamente</a:t>
            </a:r>
            <a:r>
              <a:rPr lang="en-US" sz="1500" dirty="0">
                <a:solidFill>
                  <a:srgbClr val="646464"/>
                </a:solidFill>
                <a:latin typeface="Ubuntu"/>
              </a:rPr>
              <a:t> </a:t>
            </a:r>
            <a:r>
              <a:rPr lang="en-US" sz="1500" dirty="0" err="1">
                <a:solidFill>
                  <a:srgbClr val="646464"/>
                </a:solidFill>
                <a:latin typeface="Ubuntu"/>
              </a:rPr>
              <a:t>el</a:t>
            </a:r>
            <a:r>
              <a:rPr lang="en-US" sz="1500" dirty="0">
                <a:solidFill>
                  <a:srgbClr val="646464"/>
                </a:solidFill>
                <a:latin typeface="Ubuntu"/>
              </a:rPr>
              <a:t> </a:t>
            </a:r>
            <a:r>
              <a:rPr lang="en-US" sz="1500" dirty="0" err="1">
                <a:solidFill>
                  <a:srgbClr val="646464"/>
                </a:solidFill>
                <a:latin typeface="Ubuntu"/>
              </a:rPr>
              <a:t>proceso</a:t>
            </a:r>
            <a:r>
              <a:rPr lang="en-US" sz="1500" dirty="0">
                <a:solidFill>
                  <a:srgbClr val="646464"/>
                </a:solidFill>
                <a:latin typeface="Ubuntu"/>
              </a:rPr>
              <a:t> de </a:t>
            </a:r>
            <a:r>
              <a:rPr lang="en-US" sz="1500" dirty="0" err="1">
                <a:solidFill>
                  <a:srgbClr val="646464"/>
                </a:solidFill>
                <a:latin typeface="Ubuntu"/>
              </a:rPr>
              <a:t>transformación</a:t>
            </a:r>
            <a:r>
              <a:rPr lang="en-US" sz="1500" dirty="0">
                <a:solidFill>
                  <a:srgbClr val="646464"/>
                </a:solidFill>
                <a:latin typeface="Ubuntu"/>
              </a:rPr>
              <a:t>.</a:t>
            </a:r>
            <a:endParaRPr sz="1500" dirty="0">
              <a:solidFill>
                <a:srgbClr val="646464"/>
              </a:solidFill>
              <a:latin typeface="Ubuntu"/>
              <a:sym typeface="Calibri"/>
            </a:endParaRPr>
          </a:p>
        </p:txBody>
      </p:sp>
      <p:sp>
        <p:nvSpPr>
          <p:cNvPr id="28" name="Google Shape;239;p11">
            <a:extLst>
              <a:ext uri="{FF2B5EF4-FFF2-40B4-BE49-F238E27FC236}">
                <a16:creationId xmlns:a16="http://schemas.microsoft.com/office/drawing/2014/main" id="{AEA758FF-F2B8-6C29-E2FC-8EBEA77DC6CC}"/>
              </a:ext>
            </a:extLst>
          </p:cNvPr>
          <p:cNvSpPr/>
          <p:nvPr/>
        </p:nvSpPr>
        <p:spPr>
          <a:xfrm>
            <a:off x="372281" y="4458106"/>
            <a:ext cx="2816185" cy="351949"/>
          </a:xfrm>
          <a:prstGeom prst="rect">
            <a:avLst/>
          </a:prstGeom>
          <a:noFill/>
          <a:ln>
            <a:noFill/>
          </a:ln>
        </p:spPr>
        <p:txBody>
          <a:bodyPr spcFirstLastPara="1" wrap="square" lIns="0" tIns="0" rIns="0" bIns="0" anchor="t" anchorCtr="0">
            <a:noAutofit/>
          </a:bodyPr>
          <a:lstStyle/>
          <a:p>
            <a:pPr marL="0" marR="0" lvl="0" indent="0" algn="l" rtl="0">
              <a:lnSpc>
                <a:spcPct val="125000"/>
              </a:lnSpc>
              <a:spcBef>
                <a:spcPts val="0"/>
              </a:spcBef>
              <a:spcAft>
                <a:spcPts val="0"/>
              </a:spcAft>
              <a:buClr>
                <a:srgbClr val="272525"/>
              </a:buClr>
              <a:buSzPts val="2200"/>
              <a:buFont typeface="Arial"/>
              <a:buNone/>
            </a:pPr>
            <a:r>
              <a:rPr lang="en-US" sz="2200">
                <a:solidFill>
                  <a:srgbClr val="272525"/>
                </a:solidFill>
                <a:latin typeface="Arial"/>
                <a:ea typeface="Arial"/>
                <a:cs typeface="Arial"/>
                <a:sym typeface="Arial"/>
              </a:rPr>
              <a:t>Gestión Integral</a:t>
            </a:r>
            <a:endParaRPr sz="2200">
              <a:solidFill>
                <a:schemeClr val="dk1"/>
              </a:solidFill>
              <a:latin typeface="Calibri"/>
              <a:ea typeface="Calibri"/>
              <a:cs typeface="Calibri"/>
              <a:sym typeface="Calibri"/>
            </a:endParaRPr>
          </a:p>
        </p:txBody>
      </p:sp>
      <p:sp>
        <p:nvSpPr>
          <p:cNvPr id="29" name="Google Shape;240;p11">
            <a:extLst>
              <a:ext uri="{FF2B5EF4-FFF2-40B4-BE49-F238E27FC236}">
                <a16:creationId xmlns:a16="http://schemas.microsoft.com/office/drawing/2014/main" id="{86CDAE5B-8D82-D9C0-9065-57D7137EA037}"/>
              </a:ext>
            </a:extLst>
          </p:cNvPr>
          <p:cNvSpPr/>
          <p:nvPr/>
        </p:nvSpPr>
        <p:spPr>
          <a:xfrm>
            <a:off x="372281" y="4953644"/>
            <a:ext cx="6690717"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72525"/>
              </a:buClr>
              <a:buSzPts val="1850"/>
              <a:buFont typeface="Arial"/>
              <a:buNone/>
            </a:pPr>
            <a:r>
              <a:rPr lang="en-US" sz="1500" dirty="0">
                <a:solidFill>
                  <a:srgbClr val="646464"/>
                </a:solidFill>
                <a:latin typeface="Ubuntu"/>
              </a:rPr>
              <a:t>Es </a:t>
            </a:r>
            <a:r>
              <a:rPr lang="en-US" sz="1500" dirty="0" err="1">
                <a:solidFill>
                  <a:srgbClr val="646464"/>
                </a:solidFill>
                <a:latin typeface="Ubuntu"/>
              </a:rPr>
              <a:t>necesario</a:t>
            </a:r>
            <a:r>
              <a:rPr lang="en-US" sz="1500" dirty="0">
                <a:solidFill>
                  <a:srgbClr val="646464"/>
                </a:solidFill>
                <a:latin typeface="Ubuntu"/>
              </a:rPr>
              <a:t> </a:t>
            </a:r>
            <a:r>
              <a:rPr lang="en-US" sz="1500" dirty="0" err="1">
                <a:solidFill>
                  <a:srgbClr val="646464"/>
                </a:solidFill>
                <a:latin typeface="Ubuntu"/>
              </a:rPr>
              <a:t>abordar</a:t>
            </a:r>
            <a:r>
              <a:rPr lang="en-US" sz="1500" dirty="0">
                <a:solidFill>
                  <a:srgbClr val="646464"/>
                </a:solidFill>
                <a:latin typeface="Ubuntu"/>
              </a:rPr>
              <a:t> </a:t>
            </a:r>
            <a:r>
              <a:rPr lang="en-US" sz="1500" dirty="0" err="1">
                <a:solidFill>
                  <a:srgbClr val="646464"/>
                </a:solidFill>
                <a:latin typeface="Ubuntu"/>
              </a:rPr>
              <a:t>el</a:t>
            </a:r>
            <a:r>
              <a:rPr lang="en-US" sz="1500" dirty="0">
                <a:solidFill>
                  <a:srgbClr val="646464"/>
                </a:solidFill>
                <a:latin typeface="Ubuntu"/>
              </a:rPr>
              <a:t> </a:t>
            </a:r>
            <a:r>
              <a:rPr lang="en-US" sz="1500" dirty="0" err="1">
                <a:solidFill>
                  <a:srgbClr val="646464"/>
                </a:solidFill>
                <a:latin typeface="Ubuntu"/>
              </a:rPr>
              <a:t>cambio</a:t>
            </a:r>
            <a:r>
              <a:rPr lang="en-US" sz="1500" dirty="0">
                <a:solidFill>
                  <a:srgbClr val="646464"/>
                </a:solidFill>
                <a:latin typeface="Ubuntu"/>
              </a:rPr>
              <a:t> de </a:t>
            </a:r>
            <a:r>
              <a:rPr lang="en-US" sz="1500" dirty="0" err="1">
                <a:solidFill>
                  <a:srgbClr val="646464"/>
                </a:solidFill>
                <a:latin typeface="Ubuntu"/>
              </a:rPr>
              <a:t>manera</a:t>
            </a:r>
            <a:r>
              <a:rPr lang="en-US" sz="1500" dirty="0">
                <a:solidFill>
                  <a:srgbClr val="646464"/>
                </a:solidFill>
                <a:latin typeface="Ubuntu"/>
              </a:rPr>
              <a:t> </a:t>
            </a:r>
            <a:r>
              <a:rPr lang="en-US" sz="1500" dirty="0" err="1">
                <a:solidFill>
                  <a:srgbClr val="646464"/>
                </a:solidFill>
                <a:latin typeface="Ubuntu"/>
              </a:rPr>
              <a:t>holística</a:t>
            </a:r>
            <a:r>
              <a:rPr lang="en-US" sz="1500" dirty="0">
                <a:solidFill>
                  <a:srgbClr val="646464"/>
                </a:solidFill>
                <a:latin typeface="Ubuntu"/>
              </a:rPr>
              <a:t>, </a:t>
            </a:r>
            <a:r>
              <a:rPr lang="en-US" sz="1500" dirty="0" err="1">
                <a:solidFill>
                  <a:srgbClr val="646464"/>
                </a:solidFill>
                <a:latin typeface="Ubuntu"/>
              </a:rPr>
              <a:t>considerando</a:t>
            </a:r>
            <a:r>
              <a:rPr lang="en-US" sz="1500" dirty="0">
                <a:solidFill>
                  <a:srgbClr val="646464"/>
                </a:solidFill>
                <a:latin typeface="Ubuntu"/>
              </a:rPr>
              <a:t> </a:t>
            </a:r>
            <a:r>
              <a:rPr lang="en-US" sz="1500" dirty="0" err="1">
                <a:solidFill>
                  <a:srgbClr val="646464"/>
                </a:solidFill>
                <a:latin typeface="Ubuntu"/>
              </a:rPr>
              <a:t>aspectos</a:t>
            </a:r>
            <a:r>
              <a:rPr lang="en-US" sz="1500" dirty="0">
                <a:solidFill>
                  <a:srgbClr val="646464"/>
                </a:solidFill>
                <a:latin typeface="Ubuntu"/>
              </a:rPr>
              <a:t> </a:t>
            </a:r>
            <a:r>
              <a:rPr lang="en-US" sz="1500" dirty="0" err="1">
                <a:solidFill>
                  <a:srgbClr val="646464"/>
                </a:solidFill>
                <a:latin typeface="Ubuntu"/>
              </a:rPr>
              <a:t>estratégicos</a:t>
            </a:r>
            <a:r>
              <a:rPr lang="en-US" sz="1500" dirty="0">
                <a:solidFill>
                  <a:srgbClr val="646464"/>
                </a:solidFill>
                <a:latin typeface="Ubuntu"/>
              </a:rPr>
              <a:t>, </a:t>
            </a:r>
            <a:r>
              <a:rPr lang="en-US" sz="1500" dirty="0" err="1">
                <a:solidFill>
                  <a:srgbClr val="646464"/>
                </a:solidFill>
                <a:latin typeface="Ubuntu"/>
              </a:rPr>
              <a:t>estructurales</a:t>
            </a:r>
            <a:r>
              <a:rPr lang="en-US" sz="1500" dirty="0">
                <a:solidFill>
                  <a:srgbClr val="646464"/>
                </a:solidFill>
                <a:latin typeface="Ubuntu"/>
              </a:rPr>
              <a:t>, </a:t>
            </a:r>
            <a:r>
              <a:rPr lang="en-US" sz="1500" dirty="0" err="1">
                <a:solidFill>
                  <a:srgbClr val="646464"/>
                </a:solidFill>
                <a:latin typeface="Ubuntu"/>
              </a:rPr>
              <a:t>culturales</a:t>
            </a:r>
            <a:r>
              <a:rPr lang="en-US" sz="1500" dirty="0">
                <a:solidFill>
                  <a:srgbClr val="646464"/>
                </a:solidFill>
                <a:latin typeface="Ubuntu"/>
              </a:rPr>
              <a:t> y </a:t>
            </a:r>
            <a:r>
              <a:rPr lang="en-US" sz="1500" dirty="0" err="1">
                <a:solidFill>
                  <a:srgbClr val="646464"/>
                </a:solidFill>
                <a:latin typeface="Ubuntu"/>
              </a:rPr>
              <a:t>tecnológicos</a:t>
            </a:r>
            <a:r>
              <a:rPr lang="en-US" sz="1850" dirty="0">
                <a:solidFill>
                  <a:srgbClr val="272525"/>
                </a:solidFill>
                <a:latin typeface="Arial"/>
                <a:ea typeface="Arial"/>
                <a:cs typeface="Arial"/>
                <a:sym typeface="Arial"/>
              </a:rPr>
              <a:t>.</a:t>
            </a:r>
            <a:endParaRPr sz="1850" dirty="0">
              <a:solidFill>
                <a:schemeClr val="dk1"/>
              </a:solidFill>
              <a:latin typeface="Calibri"/>
              <a:ea typeface="Calibri"/>
              <a:cs typeface="Calibri"/>
              <a:sym typeface="Calibri"/>
            </a:endParaRPr>
          </a:p>
        </p:txBody>
      </p:sp>
      <p:sp>
        <p:nvSpPr>
          <p:cNvPr id="2" name="Rectángulo 1">
            <a:extLst>
              <a:ext uri="{FF2B5EF4-FFF2-40B4-BE49-F238E27FC236}">
                <a16:creationId xmlns:a16="http://schemas.microsoft.com/office/drawing/2014/main" id="{2622BB93-F74A-29C9-59CF-059F65816A54}"/>
              </a:ext>
            </a:extLst>
          </p:cNvPr>
          <p:cNvSpPr/>
          <p:nvPr/>
        </p:nvSpPr>
        <p:spPr>
          <a:xfrm>
            <a:off x="0" y="0"/>
            <a:ext cx="1566945" cy="15428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p>
        </p:txBody>
      </p:sp>
    </p:spTree>
    <p:extLst>
      <p:ext uri="{BB962C8B-B14F-4D97-AF65-F5344CB8AC3E}">
        <p14:creationId xmlns:p14="http://schemas.microsoft.com/office/powerpoint/2010/main" val="457189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94">
          <a:extLst>
            <a:ext uri="{FF2B5EF4-FFF2-40B4-BE49-F238E27FC236}">
              <a16:creationId xmlns:a16="http://schemas.microsoft.com/office/drawing/2014/main" id="{9C195505-F0E5-E4E4-ECBD-9A5724511E94}"/>
            </a:ext>
          </a:extLst>
        </p:cNvPr>
        <p:cNvGrpSpPr/>
        <p:nvPr/>
      </p:nvGrpSpPr>
      <p:grpSpPr>
        <a:xfrm>
          <a:off x="0" y="0"/>
          <a:ext cx="0" cy="0"/>
          <a:chOff x="0" y="0"/>
          <a:chExt cx="0" cy="0"/>
        </a:xfrm>
      </p:grpSpPr>
      <p:sp>
        <p:nvSpPr>
          <p:cNvPr id="8" name="Google Shape;205;p10">
            <a:extLst>
              <a:ext uri="{FF2B5EF4-FFF2-40B4-BE49-F238E27FC236}">
                <a16:creationId xmlns:a16="http://schemas.microsoft.com/office/drawing/2014/main" id="{E7F4B31B-E002-FE42-0A9E-706072387517}"/>
              </a:ext>
            </a:extLst>
          </p:cNvPr>
          <p:cNvSpPr/>
          <p:nvPr/>
        </p:nvSpPr>
        <p:spPr>
          <a:xfrm>
            <a:off x="-3524731" y="615363"/>
            <a:ext cx="7618690" cy="618768"/>
          </a:xfrm>
          <a:prstGeom prst="rect">
            <a:avLst/>
          </a:prstGeom>
          <a:solidFill>
            <a:srgbClr val="FFFFFF">
              <a:alpha val="3921"/>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 name="Google Shape;228;p11">
            <a:extLst>
              <a:ext uri="{FF2B5EF4-FFF2-40B4-BE49-F238E27FC236}">
                <a16:creationId xmlns:a16="http://schemas.microsoft.com/office/drawing/2014/main" id="{D4956473-4D0B-9402-6188-E87D62A59CD9}"/>
              </a:ext>
            </a:extLst>
          </p:cNvPr>
          <p:cNvSpPr/>
          <p:nvPr/>
        </p:nvSpPr>
        <p:spPr>
          <a:xfrm>
            <a:off x="1629042" y="563012"/>
            <a:ext cx="7468553" cy="1408033"/>
          </a:xfrm>
          <a:prstGeom prst="rect">
            <a:avLst/>
          </a:prstGeom>
          <a:noFill/>
          <a:ln>
            <a:noFill/>
          </a:ln>
        </p:spPr>
        <p:txBody>
          <a:bodyPr spcFirstLastPara="1" wrap="square" lIns="0" tIns="0" rIns="0" bIns="0" anchor="t" anchorCtr="0">
            <a:noAutofit/>
          </a:bodyPr>
          <a:lstStyle/>
          <a:p>
            <a:pPr>
              <a:lnSpc>
                <a:spcPct val="125609"/>
              </a:lnSpc>
              <a:buClr>
                <a:srgbClr val="D73AD7"/>
              </a:buClr>
              <a:buSzPts val="4100"/>
            </a:pPr>
            <a:r>
              <a:rPr lang="en-US" sz="3000" b="1" dirty="0">
                <a:solidFill>
                  <a:srgbClr val="1B1C6E"/>
                </a:solidFill>
                <a:latin typeface="Tahoma"/>
                <a:ea typeface="Tahoma"/>
                <a:cs typeface="Tahoma"/>
              </a:rPr>
              <a:t>Control de </a:t>
            </a:r>
            <a:r>
              <a:rPr lang="en-US" sz="3000" b="1" dirty="0" err="1">
                <a:solidFill>
                  <a:srgbClr val="1B1C6E"/>
                </a:solidFill>
                <a:latin typeface="Tahoma"/>
                <a:ea typeface="Tahoma"/>
                <a:cs typeface="Tahoma"/>
              </a:rPr>
              <a:t>cambios</a:t>
            </a:r>
            <a:endParaRPr sz="3000" b="1" dirty="0">
              <a:solidFill>
                <a:srgbClr val="1B1C6E"/>
              </a:solidFill>
              <a:latin typeface="Tahoma"/>
              <a:ea typeface="Tahoma"/>
              <a:cs typeface="Tahoma"/>
              <a:sym typeface="Calibri"/>
            </a:endParaRPr>
          </a:p>
        </p:txBody>
      </p:sp>
      <p:graphicFrame>
        <p:nvGraphicFramePr>
          <p:cNvPr id="2" name="Tabla 1">
            <a:extLst>
              <a:ext uri="{FF2B5EF4-FFF2-40B4-BE49-F238E27FC236}">
                <a16:creationId xmlns:a16="http://schemas.microsoft.com/office/drawing/2014/main" id="{7A22141C-5A3F-C35B-EB98-2E3EEE20344F}"/>
              </a:ext>
            </a:extLst>
          </p:cNvPr>
          <p:cNvGraphicFramePr>
            <a:graphicFrameLocks noGrp="1"/>
          </p:cNvGraphicFramePr>
          <p:nvPr>
            <p:extLst>
              <p:ext uri="{D42A27DB-BD31-4B8C-83A1-F6EECF244321}">
                <p14:modId xmlns:p14="http://schemas.microsoft.com/office/powerpoint/2010/main" val="337193502"/>
              </p:ext>
            </p:extLst>
          </p:nvPr>
        </p:nvGraphicFramePr>
        <p:xfrm>
          <a:off x="871792" y="2736482"/>
          <a:ext cx="10651613" cy="1661160"/>
        </p:xfrm>
        <a:graphic>
          <a:graphicData uri="http://schemas.openxmlformats.org/drawingml/2006/table">
            <a:tbl>
              <a:tblPr firstRow="1" bandRow="1">
                <a:tableStyleId>{95E61EA1-7CCE-4604-8233-6BCA903FD42D}</a:tableStyleId>
              </a:tblPr>
              <a:tblGrid>
                <a:gridCol w="1114324">
                  <a:extLst>
                    <a:ext uri="{9D8B030D-6E8A-4147-A177-3AD203B41FA5}">
                      <a16:colId xmlns:a16="http://schemas.microsoft.com/office/drawing/2014/main" val="4108483094"/>
                    </a:ext>
                  </a:extLst>
                </a:gridCol>
                <a:gridCol w="5525755">
                  <a:extLst>
                    <a:ext uri="{9D8B030D-6E8A-4147-A177-3AD203B41FA5}">
                      <a16:colId xmlns:a16="http://schemas.microsoft.com/office/drawing/2014/main" val="2657333707"/>
                    </a:ext>
                  </a:extLst>
                </a:gridCol>
                <a:gridCol w="2536696">
                  <a:extLst>
                    <a:ext uri="{9D8B030D-6E8A-4147-A177-3AD203B41FA5}">
                      <a16:colId xmlns:a16="http://schemas.microsoft.com/office/drawing/2014/main" val="1785021618"/>
                    </a:ext>
                  </a:extLst>
                </a:gridCol>
                <a:gridCol w="1474838">
                  <a:extLst>
                    <a:ext uri="{9D8B030D-6E8A-4147-A177-3AD203B41FA5}">
                      <a16:colId xmlns:a16="http://schemas.microsoft.com/office/drawing/2014/main" val="1265958494"/>
                    </a:ext>
                  </a:extLst>
                </a:gridCol>
              </a:tblGrid>
              <a:tr h="370840">
                <a:tc>
                  <a:txBody>
                    <a:bodyPr/>
                    <a:lstStyle/>
                    <a:p>
                      <a:r>
                        <a:rPr lang="es-CO" sz="1500" b="1" i="0" u="none" strike="noStrike" cap="none" dirty="0">
                          <a:solidFill>
                            <a:srgbClr val="646464"/>
                          </a:solidFill>
                          <a:latin typeface="Ubuntu"/>
                          <a:cs typeface="Arial"/>
                          <a:sym typeface="Arial"/>
                        </a:rPr>
                        <a:t>CAMBIO</a:t>
                      </a:r>
                    </a:p>
                  </a:txBody>
                  <a:tcPr/>
                </a:tc>
                <a:tc>
                  <a:txBody>
                    <a:bodyPr/>
                    <a:lstStyle/>
                    <a:p>
                      <a:r>
                        <a:rPr lang="es-CO" sz="1500" b="1" i="0" u="none" strike="noStrike" cap="none" dirty="0">
                          <a:solidFill>
                            <a:srgbClr val="646464"/>
                          </a:solidFill>
                          <a:latin typeface="Ubuntu"/>
                          <a:cs typeface="Arial"/>
                          <a:sym typeface="Arial"/>
                        </a:rPr>
                        <a:t>DESCRIPCIÓN</a:t>
                      </a:r>
                    </a:p>
                  </a:txBody>
                  <a:tcPr/>
                </a:tc>
                <a:tc>
                  <a:txBody>
                    <a:bodyPr/>
                    <a:lstStyle/>
                    <a:p>
                      <a:r>
                        <a:rPr lang="es-CO" sz="1500" b="1" i="0" u="none" strike="noStrike" cap="none" dirty="0">
                          <a:solidFill>
                            <a:srgbClr val="646464"/>
                          </a:solidFill>
                          <a:latin typeface="Ubuntu"/>
                          <a:cs typeface="Arial"/>
                          <a:sym typeface="Arial"/>
                        </a:rPr>
                        <a:t>REALIZO</a:t>
                      </a:r>
                    </a:p>
                  </a:txBody>
                  <a:tcPr/>
                </a:tc>
                <a:tc>
                  <a:txBody>
                    <a:bodyPr/>
                    <a:lstStyle/>
                    <a:p>
                      <a:r>
                        <a:rPr lang="es-CO" sz="1500" b="1" i="0" u="none" strike="noStrike" cap="none" dirty="0">
                          <a:solidFill>
                            <a:srgbClr val="646464"/>
                          </a:solidFill>
                          <a:latin typeface="Ubuntu"/>
                          <a:cs typeface="Arial"/>
                          <a:sym typeface="Arial"/>
                        </a:rPr>
                        <a:t>FECHA</a:t>
                      </a:r>
                    </a:p>
                  </a:txBody>
                  <a:tcPr/>
                </a:tc>
                <a:extLst>
                  <a:ext uri="{0D108BD9-81ED-4DB2-BD59-A6C34878D82A}">
                    <a16:rowId xmlns:a16="http://schemas.microsoft.com/office/drawing/2014/main" val="4083450312"/>
                  </a:ext>
                </a:extLst>
              </a:tr>
              <a:tr h="370840">
                <a:tc>
                  <a:txBody>
                    <a:bodyPr/>
                    <a:lstStyle/>
                    <a:p>
                      <a:r>
                        <a:rPr lang="es-CO" sz="1500" b="0" i="0" u="none" strike="noStrike" cap="none" dirty="0">
                          <a:solidFill>
                            <a:srgbClr val="646464"/>
                          </a:solidFill>
                          <a:latin typeface="Ubuntu"/>
                          <a:cs typeface="Arial"/>
                          <a:sym typeface="Arial"/>
                        </a:rPr>
                        <a:t>O</a:t>
                      </a:r>
                    </a:p>
                  </a:txBody>
                  <a:tcPr/>
                </a:tc>
                <a:tc>
                  <a:txBody>
                    <a:bodyPr/>
                    <a:lstStyle/>
                    <a:p>
                      <a:r>
                        <a:rPr lang="es-CO" sz="1500" b="0" i="0" u="none" strike="noStrike" cap="none" dirty="0">
                          <a:solidFill>
                            <a:srgbClr val="646464"/>
                          </a:solidFill>
                          <a:latin typeface="Ubuntu"/>
                          <a:cs typeface="Arial"/>
                          <a:sym typeface="Arial"/>
                        </a:rPr>
                        <a:t>ACTUALIZACIÓN DE TEMPLETEY MODFIICACIÓN TEXTOS REPRESENTATIVOS </a:t>
                      </a:r>
                    </a:p>
                  </a:txBody>
                  <a:tcPr/>
                </a:tc>
                <a:tc>
                  <a:txBody>
                    <a:bodyPr/>
                    <a:lstStyle/>
                    <a:p>
                      <a:r>
                        <a:rPr lang="es-CO" sz="1500" b="0" i="0" u="none" strike="noStrike" cap="none" dirty="0">
                          <a:solidFill>
                            <a:srgbClr val="646464"/>
                          </a:solidFill>
                          <a:latin typeface="Ubuntu"/>
                          <a:cs typeface="Arial"/>
                          <a:sym typeface="Arial"/>
                        </a:rPr>
                        <a:t>JUAN POSADA USUGA</a:t>
                      </a:r>
                    </a:p>
                  </a:txBody>
                  <a:tcPr/>
                </a:tc>
                <a:tc>
                  <a:txBody>
                    <a:bodyPr/>
                    <a:lstStyle/>
                    <a:p>
                      <a:r>
                        <a:rPr lang="es-CO" sz="1500" b="0" i="0" u="none" strike="noStrike" cap="none" dirty="0">
                          <a:solidFill>
                            <a:srgbClr val="646464"/>
                          </a:solidFill>
                          <a:latin typeface="Ubuntu"/>
                          <a:cs typeface="Arial"/>
                          <a:sym typeface="Arial"/>
                        </a:rPr>
                        <a:t>12/04/2026</a:t>
                      </a:r>
                    </a:p>
                  </a:txBody>
                  <a:tcPr/>
                </a:tc>
                <a:extLst>
                  <a:ext uri="{0D108BD9-81ED-4DB2-BD59-A6C34878D82A}">
                    <a16:rowId xmlns:a16="http://schemas.microsoft.com/office/drawing/2014/main" val="4210936361"/>
                  </a:ext>
                </a:extLst>
              </a:tr>
              <a:tr h="370840">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extLst>
                  <a:ext uri="{0D108BD9-81ED-4DB2-BD59-A6C34878D82A}">
                    <a16:rowId xmlns:a16="http://schemas.microsoft.com/office/drawing/2014/main" val="264407686"/>
                  </a:ext>
                </a:extLst>
              </a:tr>
              <a:tr h="370840">
                <a:tc>
                  <a:txBody>
                    <a:bodyPr/>
                    <a:lstStyle/>
                    <a:p>
                      <a:endParaRPr lang="es-CO" sz="1500" b="0" i="0" u="none" strike="noStrike" cap="none">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tc>
                  <a:txBody>
                    <a:bodyPr/>
                    <a:lstStyle/>
                    <a:p>
                      <a:endParaRPr lang="es-CO" sz="1500" b="0" i="0" u="none" strike="noStrike" cap="none" dirty="0">
                        <a:solidFill>
                          <a:srgbClr val="646464"/>
                        </a:solidFill>
                        <a:latin typeface="Ubuntu"/>
                        <a:cs typeface="Arial"/>
                        <a:sym typeface="Arial"/>
                      </a:endParaRPr>
                    </a:p>
                  </a:txBody>
                  <a:tcPr/>
                </a:tc>
                <a:extLst>
                  <a:ext uri="{0D108BD9-81ED-4DB2-BD59-A6C34878D82A}">
                    <a16:rowId xmlns:a16="http://schemas.microsoft.com/office/drawing/2014/main" val="3788478821"/>
                  </a:ext>
                </a:extLst>
              </a:tr>
            </a:tbl>
          </a:graphicData>
        </a:graphic>
      </p:graphicFrame>
    </p:spTree>
    <p:extLst>
      <p:ext uri="{BB962C8B-B14F-4D97-AF65-F5344CB8AC3E}">
        <p14:creationId xmlns:p14="http://schemas.microsoft.com/office/powerpoint/2010/main" val="41300644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1186</Words>
  <Application>Microsoft Office PowerPoint</Application>
  <PresentationFormat>Panorámica</PresentationFormat>
  <Paragraphs>135</Paragraphs>
  <Slides>20</Slides>
  <Notes>20</Notes>
  <HiddenSlides>0</HiddenSlides>
  <MMClips>1</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20</vt:i4>
      </vt:variant>
    </vt:vector>
  </HeadingPairs>
  <TitlesOfParts>
    <vt:vector size="25" baseType="lpstr">
      <vt:lpstr>Tahoma</vt:lpstr>
      <vt:lpstr>Ubuntu</vt:lpstr>
      <vt:lpstr>Arial</vt:lpstr>
      <vt:lpstr>Calibri</vt:lpstr>
      <vt:lpstr>Tema de Office</vt:lpstr>
      <vt:lpstr>GESTIÓN DEL CAMBIO EN LAS ORGANIZACIÓNES</vt:lpstr>
      <vt:lpstr>Juanes Proyectos</vt:lpstr>
      <vt:lpstr>UNIDADES ASIGNATURA </vt:lpstr>
      <vt:lpstr>Entregables y calificables</vt:lpstr>
      <vt:lpstr>Unidad 1- CAMBIO ORGANIZACIONAL: LIDERANDO LA TRANSFORMACIÓN</vt:lpstr>
      <vt:lpstr>¿ Qué es el cambio organizacional? </vt:lpstr>
      <vt:lpstr>TIPOS DE CAMBIOS ORGANIZACIONALES</vt:lpstr>
      <vt:lpstr>GESTIÓN DEL CAMBIO CIRCO DEL SOL</vt:lpstr>
      <vt:lpstr>FUERZAS INPULSORAS Y RESISTENCIA AL CAMBIO</vt:lpstr>
      <vt:lpstr>Presentación de PowerPoint</vt:lpstr>
      <vt:lpstr>Presentación de PowerPoint</vt:lpstr>
      <vt:lpstr>Presentación de PowerPoint</vt:lpstr>
      <vt:lpstr>Papel  del liderazgo en el cambio</vt:lpstr>
      <vt:lpstr>ESTRATEGIAS DE COMUNICACIÓN EFECTIVA</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Oficina de Comunicaciones Escolme</dc:creator>
  <cp:lastModifiedBy>Steven Orozco</cp:lastModifiedBy>
  <cp:revision>7</cp:revision>
  <dcterms:created xsi:type="dcterms:W3CDTF">2026-02-09T16:13:10Z</dcterms:created>
  <dcterms:modified xsi:type="dcterms:W3CDTF">2026-04-26T23:11:35Z</dcterms:modified>
</cp:coreProperties>
</file>