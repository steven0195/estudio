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350" r:id="rId3"/>
    <p:sldId id="351" r:id="rId4"/>
    <p:sldId id="374" r:id="rId5"/>
    <p:sldId id="352" r:id="rId6"/>
    <p:sldId id="375" r:id="rId7"/>
    <p:sldId id="376" r:id="rId8"/>
    <p:sldId id="337" r:id="rId9"/>
    <p:sldId id="353" r:id="rId10"/>
    <p:sldId id="343" r:id="rId11"/>
    <p:sldId id="345" r:id="rId12"/>
    <p:sldId id="354" r:id="rId13"/>
    <p:sldId id="355" r:id="rId14"/>
    <p:sldId id="356" r:id="rId15"/>
    <p:sldId id="359" r:id="rId16"/>
    <p:sldId id="360" r:id="rId17"/>
    <p:sldId id="331" r:id="rId18"/>
    <p:sldId id="322" r:id="rId19"/>
    <p:sldId id="362" r:id="rId20"/>
    <p:sldId id="363" r:id="rId21"/>
    <p:sldId id="365" r:id="rId22"/>
    <p:sldId id="367" r:id="rId23"/>
    <p:sldId id="366" r:id="rId24"/>
    <p:sldId id="368" r:id="rId25"/>
    <p:sldId id="369" r:id="rId26"/>
    <p:sldId id="370" r:id="rId27"/>
    <p:sldId id="371" r:id="rId28"/>
    <p:sldId id="372" r:id="rId29"/>
    <p:sldId id="373" r:id="rId30"/>
    <p:sldId id="361" r:id="rId31"/>
    <p:sldId id="364" r:id="rId32"/>
    <p:sldId id="344" r:id="rId33"/>
    <p:sldId id="377" r:id="rId34"/>
    <p:sldId id="347" r:id="rId35"/>
    <p:sldId id="328" r:id="rId36"/>
    <p:sldId id="378" r:id="rId37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DB7B"/>
    <a:srgbClr val="D0EAB4"/>
    <a:srgbClr val="D6E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6" autoAdjust="0"/>
    <p:restoredTop sz="94674"/>
  </p:normalViewPr>
  <p:slideViewPr>
    <p:cSldViewPr snapToGrid="0" snapToObjects="1">
      <p:cViewPr varScale="1">
        <p:scale>
          <a:sx n="65" d="100"/>
          <a:sy n="65" d="100"/>
        </p:scale>
        <p:origin x="93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05587D-29DB-4225-870D-5AE064C84B0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93FDE-C238-46BF-9E14-1CF230F8AA4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 b="0" i="0" dirty="0"/>
            <a:t>1. Aprender sobre la </a:t>
          </a:r>
          <a:r>
            <a:rPr lang="es-MX" sz="2800" b="1" i="0" dirty="0"/>
            <a:t>importancia</a:t>
          </a:r>
          <a:r>
            <a:rPr lang="es-MX" sz="2800" b="0" i="0" dirty="0"/>
            <a:t> de las normas en el ejercicio académico.</a:t>
          </a:r>
          <a:endParaRPr lang="en-US" sz="2800" dirty="0"/>
        </a:p>
      </dgm:t>
    </dgm:pt>
    <dgm:pt modelId="{20530FA2-7143-4B28-B2C1-CC780E1E0FF2}" type="parTrans" cxnId="{E7805A73-E777-47ED-AC99-B595AABDE7FF}">
      <dgm:prSet/>
      <dgm:spPr/>
      <dgm:t>
        <a:bodyPr/>
        <a:lstStyle/>
        <a:p>
          <a:endParaRPr lang="en-US" sz="4400"/>
        </a:p>
      </dgm:t>
    </dgm:pt>
    <dgm:pt modelId="{3C599214-32C9-4AB8-8FA6-43B0686282D6}" type="sibTrans" cxnId="{E7805A73-E777-47ED-AC99-B595AABDE7FF}">
      <dgm:prSet/>
      <dgm:spPr/>
      <dgm:t>
        <a:bodyPr/>
        <a:lstStyle/>
        <a:p>
          <a:endParaRPr lang="en-US" sz="4400"/>
        </a:p>
      </dgm:t>
    </dgm:pt>
    <dgm:pt modelId="{562B9190-6CAB-4F25-BE9F-B940EA3C03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 b="0" i="0" dirty="0"/>
            <a:t>2. Aprender a usarlas en el </a:t>
          </a:r>
          <a:r>
            <a:rPr lang="es-MX" sz="2800" b="1" i="0" dirty="0"/>
            <a:t>desarrollo </a:t>
          </a:r>
          <a:r>
            <a:rPr lang="es-MX" sz="2800" b="0" i="0" dirty="0"/>
            <a:t>de las actividades académicas.</a:t>
          </a:r>
          <a:endParaRPr lang="en-US" sz="2800" dirty="0"/>
        </a:p>
      </dgm:t>
    </dgm:pt>
    <dgm:pt modelId="{D98A4983-6FD7-4DE9-9DC3-E21BED1F1D6F}" type="parTrans" cxnId="{E4C2D47F-E6DC-490E-AB2D-A3BD2EC89102}">
      <dgm:prSet/>
      <dgm:spPr/>
      <dgm:t>
        <a:bodyPr/>
        <a:lstStyle/>
        <a:p>
          <a:endParaRPr lang="en-US" sz="4400"/>
        </a:p>
      </dgm:t>
    </dgm:pt>
    <dgm:pt modelId="{FA67B08C-4A70-493B-9148-1D9E6D81B211}" type="sibTrans" cxnId="{E4C2D47F-E6DC-490E-AB2D-A3BD2EC89102}">
      <dgm:prSet/>
      <dgm:spPr/>
      <dgm:t>
        <a:bodyPr/>
        <a:lstStyle/>
        <a:p>
          <a:endParaRPr lang="en-US" sz="4400"/>
        </a:p>
      </dgm:t>
    </dgm:pt>
    <dgm:pt modelId="{CFE36355-CD90-4A8F-8984-0D83EE7C4E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/>
            <a:t>¿Cómo elaborar citas?</a:t>
          </a:r>
          <a:endParaRPr lang="en-US" sz="2800"/>
        </a:p>
      </dgm:t>
    </dgm:pt>
    <dgm:pt modelId="{227980F3-FFB7-4385-A820-664961959ED8}" type="parTrans" cxnId="{4526B496-0223-4903-AE92-23093C474319}">
      <dgm:prSet/>
      <dgm:spPr/>
      <dgm:t>
        <a:bodyPr/>
        <a:lstStyle/>
        <a:p>
          <a:endParaRPr lang="en-US" sz="4400"/>
        </a:p>
      </dgm:t>
    </dgm:pt>
    <dgm:pt modelId="{3CCD1E43-6FF9-47CE-BDFE-790C3C713EE1}" type="sibTrans" cxnId="{4526B496-0223-4903-AE92-23093C474319}">
      <dgm:prSet/>
      <dgm:spPr/>
      <dgm:t>
        <a:bodyPr/>
        <a:lstStyle/>
        <a:p>
          <a:endParaRPr lang="en-US" sz="4400"/>
        </a:p>
      </dgm:t>
    </dgm:pt>
    <dgm:pt modelId="{2FCE42D6-73EC-416A-B0E7-377129050C0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/>
            <a:t>¿Cómo elaborar referencias? </a:t>
          </a:r>
          <a:endParaRPr lang="en-US" sz="2800"/>
        </a:p>
      </dgm:t>
    </dgm:pt>
    <dgm:pt modelId="{5E6BE559-B54D-4F4D-B68E-E22C2B3574F5}" type="parTrans" cxnId="{C8908DD2-A70C-4B9A-9971-FC9606BA3792}">
      <dgm:prSet/>
      <dgm:spPr/>
      <dgm:t>
        <a:bodyPr/>
        <a:lstStyle/>
        <a:p>
          <a:endParaRPr lang="en-US" sz="4400"/>
        </a:p>
      </dgm:t>
    </dgm:pt>
    <dgm:pt modelId="{7DB33080-F1CE-40D3-8D04-3568D4F067E4}" type="sibTrans" cxnId="{C8908DD2-A70C-4B9A-9971-FC9606BA3792}">
      <dgm:prSet/>
      <dgm:spPr/>
      <dgm:t>
        <a:bodyPr/>
        <a:lstStyle/>
        <a:p>
          <a:endParaRPr lang="en-US" sz="4400"/>
        </a:p>
      </dgm:t>
    </dgm:pt>
    <dgm:pt modelId="{14F6DC65-0B6E-48D9-8C60-4FE6667353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2800" b="1"/>
            <a:t>Nota</a:t>
          </a:r>
          <a:r>
            <a:rPr lang="es-MX" sz="2800"/>
            <a:t>: Casos específicos, usados y recomendados para los estudiantes. </a:t>
          </a:r>
          <a:endParaRPr lang="en-US" sz="2800"/>
        </a:p>
      </dgm:t>
    </dgm:pt>
    <dgm:pt modelId="{7745B559-A5CF-4FA6-B916-AED01CBAC256}" type="parTrans" cxnId="{DA777F74-FB1D-4E54-91E2-B58EBA6E7ABB}">
      <dgm:prSet/>
      <dgm:spPr/>
      <dgm:t>
        <a:bodyPr/>
        <a:lstStyle/>
        <a:p>
          <a:endParaRPr lang="en-US" sz="4400"/>
        </a:p>
      </dgm:t>
    </dgm:pt>
    <dgm:pt modelId="{9DB8B98D-42E5-44D1-90A8-060B6C407A47}" type="sibTrans" cxnId="{DA777F74-FB1D-4E54-91E2-B58EBA6E7ABB}">
      <dgm:prSet/>
      <dgm:spPr/>
      <dgm:t>
        <a:bodyPr/>
        <a:lstStyle/>
        <a:p>
          <a:endParaRPr lang="en-US" sz="4400"/>
        </a:p>
      </dgm:t>
    </dgm:pt>
    <dgm:pt modelId="{B66C9AF5-8B76-417E-9141-16CE907681E0}" type="pres">
      <dgm:prSet presAssocID="{1C05587D-29DB-4225-870D-5AE064C84B07}" presName="vert0" presStyleCnt="0">
        <dgm:presLayoutVars>
          <dgm:dir/>
          <dgm:animOne val="branch"/>
          <dgm:animLvl val="lvl"/>
        </dgm:presLayoutVars>
      </dgm:prSet>
      <dgm:spPr/>
    </dgm:pt>
    <dgm:pt modelId="{752EFD61-FEB8-4820-AB0A-57CE33CEDC97}" type="pres">
      <dgm:prSet presAssocID="{86693FDE-C238-46BF-9E14-1CF230F8AA4F}" presName="thickLine" presStyleLbl="alignNode1" presStyleIdx="0" presStyleCnt="5"/>
      <dgm:spPr/>
    </dgm:pt>
    <dgm:pt modelId="{7F0CEBCA-1A25-41D5-AC9E-8A6BD61AB0EF}" type="pres">
      <dgm:prSet presAssocID="{86693FDE-C238-46BF-9E14-1CF230F8AA4F}" presName="horz1" presStyleCnt="0"/>
      <dgm:spPr/>
    </dgm:pt>
    <dgm:pt modelId="{8D0E1C52-AAE2-418F-AF1E-AABBD4937B3F}" type="pres">
      <dgm:prSet presAssocID="{86693FDE-C238-46BF-9E14-1CF230F8AA4F}" presName="tx1" presStyleLbl="revTx" presStyleIdx="0" presStyleCnt="5"/>
      <dgm:spPr/>
    </dgm:pt>
    <dgm:pt modelId="{D70DB4D7-386D-47DF-8980-B920F6E6F5B2}" type="pres">
      <dgm:prSet presAssocID="{86693FDE-C238-46BF-9E14-1CF230F8AA4F}" presName="vert1" presStyleCnt="0"/>
      <dgm:spPr/>
    </dgm:pt>
    <dgm:pt modelId="{98EEE978-8707-48F4-86B6-9E677E7F0FEC}" type="pres">
      <dgm:prSet presAssocID="{562B9190-6CAB-4F25-BE9F-B940EA3C03F2}" presName="thickLine" presStyleLbl="alignNode1" presStyleIdx="1" presStyleCnt="5"/>
      <dgm:spPr/>
    </dgm:pt>
    <dgm:pt modelId="{C1CB9BD3-4156-491E-84B9-DBEAFEC5CCA5}" type="pres">
      <dgm:prSet presAssocID="{562B9190-6CAB-4F25-BE9F-B940EA3C03F2}" presName="horz1" presStyleCnt="0"/>
      <dgm:spPr/>
    </dgm:pt>
    <dgm:pt modelId="{030CF390-21CC-4D53-9469-B9D4C0E5B6C0}" type="pres">
      <dgm:prSet presAssocID="{562B9190-6CAB-4F25-BE9F-B940EA3C03F2}" presName="tx1" presStyleLbl="revTx" presStyleIdx="1" presStyleCnt="5"/>
      <dgm:spPr/>
    </dgm:pt>
    <dgm:pt modelId="{FDF8CFCB-62CD-422A-AF84-5B964AE52520}" type="pres">
      <dgm:prSet presAssocID="{562B9190-6CAB-4F25-BE9F-B940EA3C03F2}" presName="vert1" presStyleCnt="0"/>
      <dgm:spPr/>
    </dgm:pt>
    <dgm:pt modelId="{BD96B94E-0526-402B-A95D-A011F1DE3083}" type="pres">
      <dgm:prSet presAssocID="{CFE36355-CD90-4A8F-8984-0D83EE7C4E7A}" presName="thickLine" presStyleLbl="alignNode1" presStyleIdx="2" presStyleCnt="5"/>
      <dgm:spPr/>
    </dgm:pt>
    <dgm:pt modelId="{52E93B31-8D21-4E0F-86EA-FC765F9CF72F}" type="pres">
      <dgm:prSet presAssocID="{CFE36355-CD90-4A8F-8984-0D83EE7C4E7A}" presName="horz1" presStyleCnt="0"/>
      <dgm:spPr/>
    </dgm:pt>
    <dgm:pt modelId="{FCAB278A-9AEC-4436-B019-C82B1BA16693}" type="pres">
      <dgm:prSet presAssocID="{CFE36355-CD90-4A8F-8984-0D83EE7C4E7A}" presName="tx1" presStyleLbl="revTx" presStyleIdx="2" presStyleCnt="5" custScaleY="68390"/>
      <dgm:spPr/>
    </dgm:pt>
    <dgm:pt modelId="{B89D5880-7040-488F-8D93-99C915BCD172}" type="pres">
      <dgm:prSet presAssocID="{CFE36355-CD90-4A8F-8984-0D83EE7C4E7A}" presName="vert1" presStyleCnt="0"/>
      <dgm:spPr/>
    </dgm:pt>
    <dgm:pt modelId="{E60894A1-7D44-495B-B7DE-6D40B0EDE1B9}" type="pres">
      <dgm:prSet presAssocID="{2FCE42D6-73EC-416A-B0E7-377129050C0B}" presName="thickLine" presStyleLbl="alignNode1" presStyleIdx="3" presStyleCnt="5"/>
      <dgm:spPr/>
    </dgm:pt>
    <dgm:pt modelId="{108A57D6-597E-459D-B654-E7094584D889}" type="pres">
      <dgm:prSet presAssocID="{2FCE42D6-73EC-416A-B0E7-377129050C0B}" presName="horz1" presStyleCnt="0"/>
      <dgm:spPr/>
    </dgm:pt>
    <dgm:pt modelId="{7471A1F2-BED7-4BFD-B43A-53BA8BB8D471}" type="pres">
      <dgm:prSet presAssocID="{2FCE42D6-73EC-416A-B0E7-377129050C0B}" presName="tx1" presStyleLbl="revTx" presStyleIdx="3" presStyleCnt="5" custScaleY="65063"/>
      <dgm:spPr/>
    </dgm:pt>
    <dgm:pt modelId="{64A0FC7A-202B-4320-957A-DC910252E90B}" type="pres">
      <dgm:prSet presAssocID="{2FCE42D6-73EC-416A-B0E7-377129050C0B}" presName="vert1" presStyleCnt="0"/>
      <dgm:spPr/>
    </dgm:pt>
    <dgm:pt modelId="{D395326E-034B-4501-8213-7CF7C5AE52F0}" type="pres">
      <dgm:prSet presAssocID="{14F6DC65-0B6E-48D9-8C60-4FE6667353E1}" presName="thickLine" presStyleLbl="alignNode1" presStyleIdx="4" presStyleCnt="5"/>
      <dgm:spPr/>
    </dgm:pt>
    <dgm:pt modelId="{241FE97B-B0E0-4446-A490-B85804286C54}" type="pres">
      <dgm:prSet presAssocID="{14F6DC65-0B6E-48D9-8C60-4FE6667353E1}" presName="horz1" presStyleCnt="0"/>
      <dgm:spPr/>
    </dgm:pt>
    <dgm:pt modelId="{96209FAD-D4E4-4815-8833-B4CE38EF5731}" type="pres">
      <dgm:prSet presAssocID="{14F6DC65-0B6E-48D9-8C60-4FE6667353E1}" presName="tx1" presStyleLbl="revTx" presStyleIdx="4" presStyleCnt="5"/>
      <dgm:spPr/>
    </dgm:pt>
    <dgm:pt modelId="{330F226C-125C-4792-B2E7-C59C0E9F3583}" type="pres">
      <dgm:prSet presAssocID="{14F6DC65-0B6E-48D9-8C60-4FE6667353E1}" presName="vert1" presStyleCnt="0"/>
      <dgm:spPr/>
    </dgm:pt>
  </dgm:ptLst>
  <dgm:cxnLst>
    <dgm:cxn modelId="{55532903-F60C-48B8-90CE-EE72CA899666}" type="presOf" srcId="{86693FDE-C238-46BF-9E14-1CF230F8AA4F}" destId="{8D0E1C52-AAE2-418F-AF1E-AABBD4937B3F}" srcOrd="0" destOrd="0" presId="urn:microsoft.com/office/officeart/2008/layout/LinedList"/>
    <dgm:cxn modelId="{B6481904-F761-480F-9034-4FA40B0B57DF}" type="presOf" srcId="{CFE36355-CD90-4A8F-8984-0D83EE7C4E7A}" destId="{FCAB278A-9AEC-4436-B019-C82B1BA16693}" srcOrd="0" destOrd="0" presId="urn:microsoft.com/office/officeart/2008/layout/LinedList"/>
    <dgm:cxn modelId="{BFF4FD26-2960-40B1-818F-4474AF828A38}" type="presOf" srcId="{562B9190-6CAB-4F25-BE9F-B940EA3C03F2}" destId="{030CF390-21CC-4D53-9469-B9D4C0E5B6C0}" srcOrd="0" destOrd="0" presId="urn:microsoft.com/office/officeart/2008/layout/LinedList"/>
    <dgm:cxn modelId="{C22A892B-00C0-4DF2-BE1E-95C9C8FF9FEC}" type="presOf" srcId="{1C05587D-29DB-4225-870D-5AE064C84B07}" destId="{B66C9AF5-8B76-417E-9141-16CE907681E0}" srcOrd="0" destOrd="0" presId="urn:microsoft.com/office/officeart/2008/layout/LinedList"/>
    <dgm:cxn modelId="{EE359638-969F-41CB-AD79-1DEF823D17BD}" type="presOf" srcId="{14F6DC65-0B6E-48D9-8C60-4FE6667353E1}" destId="{96209FAD-D4E4-4815-8833-B4CE38EF5731}" srcOrd="0" destOrd="0" presId="urn:microsoft.com/office/officeart/2008/layout/LinedList"/>
    <dgm:cxn modelId="{E7805A73-E777-47ED-AC99-B595AABDE7FF}" srcId="{1C05587D-29DB-4225-870D-5AE064C84B07}" destId="{86693FDE-C238-46BF-9E14-1CF230F8AA4F}" srcOrd="0" destOrd="0" parTransId="{20530FA2-7143-4B28-B2C1-CC780E1E0FF2}" sibTransId="{3C599214-32C9-4AB8-8FA6-43B0686282D6}"/>
    <dgm:cxn modelId="{DA777F74-FB1D-4E54-91E2-B58EBA6E7ABB}" srcId="{1C05587D-29DB-4225-870D-5AE064C84B07}" destId="{14F6DC65-0B6E-48D9-8C60-4FE6667353E1}" srcOrd="4" destOrd="0" parTransId="{7745B559-A5CF-4FA6-B916-AED01CBAC256}" sibTransId="{9DB8B98D-42E5-44D1-90A8-060B6C407A47}"/>
    <dgm:cxn modelId="{E4C2D47F-E6DC-490E-AB2D-A3BD2EC89102}" srcId="{1C05587D-29DB-4225-870D-5AE064C84B07}" destId="{562B9190-6CAB-4F25-BE9F-B940EA3C03F2}" srcOrd="1" destOrd="0" parTransId="{D98A4983-6FD7-4DE9-9DC3-E21BED1F1D6F}" sibTransId="{FA67B08C-4A70-493B-9148-1D9E6D81B211}"/>
    <dgm:cxn modelId="{6E384782-DB78-4BCE-8E30-F510583BF5CC}" type="presOf" srcId="{2FCE42D6-73EC-416A-B0E7-377129050C0B}" destId="{7471A1F2-BED7-4BFD-B43A-53BA8BB8D471}" srcOrd="0" destOrd="0" presId="urn:microsoft.com/office/officeart/2008/layout/LinedList"/>
    <dgm:cxn modelId="{4526B496-0223-4903-AE92-23093C474319}" srcId="{1C05587D-29DB-4225-870D-5AE064C84B07}" destId="{CFE36355-CD90-4A8F-8984-0D83EE7C4E7A}" srcOrd="2" destOrd="0" parTransId="{227980F3-FFB7-4385-A820-664961959ED8}" sibTransId="{3CCD1E43-6FF9-47CE-BDFE-790C3C713EE1}"/>
    <dgm:cxn modelId="{C8908DD2-A70C-4B9A-9971-FC9606BA3792}" srcId="{1C05587D-29DB-4225-870D-5AE064C84B07}" destId="{2FCE42D6-73EC-416A-B0E7-377129050C0B}" srcOrd="3" destOrd="0" parTransId="{5E6BE559-B54D-4F4D-B68E-E22C2B3574F5}" sibTransId="{7DB33080-F1CE-40D3-8D04-3568D4F067E4}"/>
    <dgm:cxn modelId="{DF313BA7-311F-483B-ABCC-60B57F6F6DC0}" type="presParOf" srcId="{B66C9AF5-8B76-417E-9141-16CE907681E0}" destId="{752EFD61-FEB8-4820-AB0A-57CE33CEDC97}" srcOrd="0" destOrd="0" presId="urn:microsoft.com/office/officeart/2008/layout/LinedList"/>
    <dgm:cxn modelId="{D7994DFA-6BF9-4572-9777-7901DA00536B}" type="presParOf" srcId="{B66C9AF5-8B76-417E-9141-16CE907681E0}" destId="{7F0CEBCA-1A25-41D5-AC9E-8A6BD61AB0EF}" srcOrd="1" destOrd="0" presId="urn:microsoft.com/office/officeart/2008/layout/LinedList"/>
    <dgm:cxn modelId="{0B064F75-38C8-470A-A49F-63C768277581}" type="presParOf" srcId="{7F0CEBCA-1A25-41D5-AC9E-8A6BD61AB0EF}" destId="{8D0E1C52-AAE2-418F-AF1E-AABBD4937B3F}" srcOrd="0" destOrd="0" presId="urn:microsoft.com/office/officeart/2008/layout/LinedList"/>
    <dgm:cxn modelId="{F07D5152-219B-4074-B751-9ACD00156284}" type="presParOf" srcId="{7F0CEBCA-1A25-41D5-AC9E-8A6BD61AB0EF}" destId="{D70DB4D7-386D-47DF-8980-B920F6E6F5B2}" srcOrd="1" destOrd="0" presId="urn:microsoft.com/office/officeart/2008/layout/LinedList"/>
    <dgm:cxn modelId="{7945B587-A8A7-4330-8346-B9482E1980F6}" type="presParOf" srcId="{B66C9AF5-8B76-417E-9141-16CE907681E0}" destId="{98EEE978-8707-48F4-86B6-9E677E7F0FEC}" srcOrd="2" destOrd="0" presId="urn:microsoft.com/office/officeart/2008/layout/LinedList"/>
    <dgm:cxn modelId="{DF252136-E7A0-4004-8C27-38D1CD353BF3}" type="presParOf" srcId="{B66C9AF5-8B76-417E-9141-16CE907681E0}" destId="{C1CB9BD3-4156-491E-84B9-DBEAFEC5CCA5}" srcOrd="3" destOrd="0" presId="urn:microsoft.com/office/officeart/2008/layout/LinedList"/>
    <dgm:cxn modelId="{ABFAC44E-8163-4CDF-940E-DFE147588B63}" type="presParOf" srcId="{C1CB9BD3-4156-491E-84B9-DBEAFEC5CCA5}" destId="{030CF390-21CC-4D53-9469-B9D4C0E5B6C0}" srcOrd="0" destOrd="0" presId="urn:microsoft.com/office/officeart/2008/layout/LinedList"/>
    <dgm:cxn modelId="{74CC6637-F4E2-435D-A2B1-5CC268A1B691}" type="presParOf" srcId="{C1CB9BD3-4156-491E-84B9-DBEAFEC5CCA5}" destId="{FDF8CFCB-62CD-422A-AF84-5B964AE52520}" srcOrd="1" destOrd="0" presId="urn:microsoft.com/office/officeart/2008/layout/LinedList"/>
    <dgm:cxn modelId="{589DB5B9-5F63-423B-8B7F-746021BAE518}" type="presParOf" srcId="{B66C9AF5-8B76-417E-9141-16CE907681E0}" destId="{BD96B94E-0526-402B-A95D-A011F1DE3083}" srcOrd="4" destOrd="0" presId="urn:microsoft.com/office/officeart/2008/layout/LinedList"/>
    <dgm:cxn modelId="{7BC0F5A4-D9F4-456E-83B5-C5CC34EF1094}" type="presParOf" srcId="{B66C9AF5-8B76-417E-9141-16CE907681E0}" destId="{52E93B31-8D21-4E0F-86EA-FC765F9CF72F}" srcOrd="5" destOrd="0" presId="urn:microsoft.com/office/officeart/2008/layout/LinedList"/>
    <dgm:cxn modelId="{458D07A6-678C-4E24-AD77-C4E764EB64C1}" type="presParOf" srcId="{52E93B31-8D21-4E0F-86EA-FC765F9CF72F}" destId="{FCAB278A-9AEC-4436-B019-C82B1BA16693}" srcOrd="0" destOrd="0" presId="urn:microsoft.com/office/officeart/2008/layout/LinedList"/>
    <dgm:cxn modelId="{6FBAA3A8-CBD2-4B80-BA39-7A208FCCAFA1}" type="presParOf" srcId="{52E93B31-8D21-4E0F-86EA-FC765F9CF72F}" destId="{B89D5880-7040-488F-8D93-99C915BCD172}" srcOrd="1" destOrd="0" presId="urn:microsoft.com/office/officeart/2008/layout/LinedList"/>
    <dgm:cxn modelId="{51E5B9E7-4412-41C9-92B2-0FBC46CD385E}" type="presParOf" srcId="{B66C9AF5-8B76-417E-9141-16CE907681E0}" destId="{E60894A1-7D44-495B-B7DE-6D40B0EDE1B9}" srcOrd="6" destOrd="0" presId="urn:microsoft.com/office/officeart/2008/layout/LinedList"/>
    <dgm:cxn modelId="{F45FC415-361D-49D7-BCBF-DB1EDD0E9CB4}" type="presParOf" srcId="{B66C9AF5-8B76-417E-9141-16CE907681E0}" destId="{108A57D6-597E-459D-B654-E7094584D889}" srcOrd="7" destOrd="0" presId="urn:microsoft.com/office/officeart/2008/layout/LinedList"/>
    <dgm:cxn modelId="{90CB3310-91C8-42FF-A249-9EFF65AFE387}" type="presParOf" srcId="{108A57D6-597E-459D-B654-E7094584D889}" destId="{7471A1F2-BED7-4BFD-B43A-53BA8BB8D471}" srcOrd="0" destOrd="0" presId="urn:microsoft.com/office/officeart/2008/layout/LinedList"/>
    <dgm:cxn modelId="{97F5CA51-AAE4-4295-93BB-1A22A17B34C0}" type="presParOf" srcId="{108A57D6-597E-459D-B654-E7094584D889}" destId="{64A0FC7A-202B-4320-957A-DC910252E90B}" srcOrd="1" destOrd="0" presId="urn:microsoft.com/office/officeart/2008/layout/LinedList"/>
    <dgm:cxn modelId="{8609F87B-FB33-4BB5-91C0-84C44EBF959D}" type="presParOf" srcId="{B66C9AF5-8B76-417E-9141-16CE907681E0}" destId="{D395326E-034B-4501-8213-7CF7C5AE52F0}" srcOrd="8" destOrd="0" presId="urn:microsoft.com/office/officeart/2008/layout/LinedList"/>
    <dgm:cxn modelId="{4379981F-05E1-4E0A-B230-8E1B0E23DC94}" type="presParOf" srcId="{B66C9AF5-8B76-417E-9141-16CE907681E0}" destId="{241FE97B-B0E0-4446-A490-B85804286C54}" srcOrd="9" destOrd="0" presId="urn:microsoft.com/office/officeart/2008/layout/LinedList"/>
    <dgm:cxn modelId="{EBDACA21-82B8-4857-8988-D0025C6BBD60}" type="presParOf" srcId="{241FE97B-B0E0-4446-A490-B85804286C54}" destId="{96209FAD-D4E4-4815-8833-B4CE38EF5731}" srcOrd="0" destOrd="0" presId="urn:microsoft.com/office/officeart/2008/layout/LinedList"/>
    <dgm:cxn modelId="{273F9ED2-602B-41B4-B360-86D9A5BE058A}" type="presParOf" srcId="{241FE97B-B0E0-4446-A490-B85804286C54}" destId="{330F226C-125C-4792-B2E7-C59C0E9F358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905A03-70B3-4A6E-BFD8-3D63F7B6F335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07965971-0D06-4B46-B13E-B697BCA2FEE2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latin typeface="Abadi" panose="020B0604020104020204" pitchFamily="34" charset="0"/>
            </a:rPr>
            <a:t>Normas APA</a:t>
          </a:r>
        </a:p>
      </dgm:t>
    </dgm:pt>
    <dgm:pt modelId="{BDD8D8D2-841C-4211-88EF-B1739A74E0C8}" type="parTrans" cxnId="{7F5CA91F-88A6-4E61-A16B-631722ED7779}">
      <dgm:prSet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6E572807-6127-4B9C-9F8F-04C6C034A335}" type="sibTrans" cxnId="{7F5CA91F-88A6-4E61-A16B-631722ED7779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9D046372-04B3-49FB-B67F-C71966FCD1E8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latin typeface="Abadi" panose="020B0604020104020204" pitchFamily="34" charset="0"/>
            </a:rPr>
            <a:t>Estilo</a:t>
          </a:r>
        </a:p>
      </dgm:t>
    </dgm:pt>
    <dgm:pt modelId="{4F6667C6-873A-4D45-B27E-AB0B3546383F}" type="parTrans" cxnId="{1F9E6A70-B94B-4F13-BC0A-D393A4CE0C7B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9E7E0B79-D068-4847-9B06-A038CECC6D91}" type="sibTrans" cxnId="{1F9E6A70-B94B-4F13-BC0A-D393A4CE0C7B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CB83A78F-CBE3-4AEB-8152-0F169644964E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latin typeface="Abadi" panose="020B0604020104020204" pitchFamily="34" charset="0"/>
            </a:rPr>
            <a:t>Referencias</a:t>
          </a:r>
        </a:p>
      </dgm:t>
    </dgm:pt>
    <dgm:pt modelId="{3DD514AA-3024-43A4-BD91-979342AE1DA7}" type="parTrans" cxnId="{5BED3654-B784-4B57-8D0D-94CCAF53C7C5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3284DFB5-D5AA-4ED0-8A2A-29F169184431}" type="sibTrans" cxnId="{5BED3654-B784-4B57-8D0D-94CCAF53C7C5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40E4EF40-F181-4A0A-9BA2-D1D9785F508D}">
      <dgm:prSet phldrT="[Texto]" custT="1"/>
      <dgm:spPr/>
      <dgm:t>
        <a:bodyPr/>
        <a:lstStyle/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Márgenes y números de página</a:t>
          </a:r>
        </a:p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Interlineado</a:t>
          </a:r>
        </a:p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Sangría</a:t>
          </a:r>
        </a:p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Fuente (Letra)</a:t>
          </a:r>
        </a:p>
      </dgm:t>
    </dgm:pt>
    <dgm:pt modelId="{2C4CF83B-F7F6-440C-8BCD-D3F6DA1AB889}" type="parTrans" cxnId="{4952C83B-9385-428A-848A-748F270FE130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A5B8058E-34B4-490E-A7AA-02AEFA46FA35}" type="sibTrans" cxnId="{4952C83B-9385-428A-848A-748F270FE130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E86D9542-8A04-4E26-8762-8D7A0326B1E9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latin typeface="Abadi" panose="020B0604020104020204" pitchFamily="34" charset="0"/>
            </a:rPr>
            <a:t>Citación</a:t>
          </a:r>
        </a:p>
      </dgm:t>
    </dgm:pt>
    <dgm:pt modelId="{549F3E0A-6FD3-4535-9E31-CF342305B804}" type="parTrans" cxnId="{82FA57B9-25FF-49F2-A5E2-BFFAC4178EEA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31693F78-AA37-400C-8850-217D01A726B2}" type="sibTrans" cxnId="{82FA57B9-25FF-49F2-A5E2-BFFAC4178EEA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ABEFF592-2B97-450A-82CA-AABA799D501E}">
      <dgm:prSet phldrT="[Texto]" custT="1"/>
      <dgm:spPr/>
      <dgm:t>
        <a:bodyPr/>
        <a:lstStyle/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Dentro del texto</a:t>
          </a:r>
        </a:p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Fuentes</a:t>
          </a:r>
        </a:p>
      </dgm:t>
    </dgm:pt>
    <dgm:pt modelId="{18C7292B-5A90-4F4D-89CD-6D40D831D246}" type="parTrans" cxnId="{C74E5BBB-BEB4-474F-8830-C9FF51C26D44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9EE5574F-87B1-4159-BC4E-47B96C914B81}" type="sibTrans" cxnId="{C74E5BBB-BEB4-474F-8830-C9FF51C26D44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1E5D4E41-6DC9-462E-9CA7-DE18697B63D6}">
      <dgm:prSet phldrT="[Texto]" custT="1"/>
      <dgm:spPr/>
      <dgm:t>
        <a:bodyPr/>
        <a:lstStyle/>
        <a:p>
          <a:r>
            <a:rPr lang="es-ES" sz="1800" b="0" dirty="0">
              <a:solidFill>
                <a:schemeClr val="tx1"/>
              </a:solidFill>
              <a:latin typeface="Abadi" panose="020B0604020104020204" pitchFamily="34" charset="0"/>
            </a:rPr>
            <a:t>Listado final</a:t>
          </a:r>
        </a:p>
      </dgm:t>
    </dgm:pt>
    <dgm:pt modelId="{37DF6357-DCAD-4BD0-A392-9B0F48579AD8}" type="parTrans" cxnId="{A62AAC06-715D-47EB-BC10-6563AEFCCD09}">
      <dgm:prSet custT="1"/>
      <dgm:spPr/>
      <dgm:t>
        <a:bodyPr/>
        <a:lstStyle/>
        <a:p>
          <a:endParaRPr lang="es-ES" sz="1800" b="0" dirty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8AD70A16-FFED-46F6-8E13-EB5D271D049B}" type="sibTrans" cxnId="{A62AAC06-715D-47EB-BC10-6563AEFCCD09}">
      <dgm:prSet custT="1"/>
      <dgm:spPr/>
      <dgm:t>
        <a:bodyPr/>
        <a:lstStyle/>
        <a:p>
          <a:endParaRPr lang="es-ES" sz="1800" b="0">
            <a:solidFill>
              <a:schemeClr val="tx1"/>
            </a:solidFill>
            <a:latin typeface="Abadi" panose="020B0604020104020204" pitchFamily="34" charset="0"/>
          </a:endParaRPr>
        </a:p>
      </dgm:t>
    </dgm:pt>
    <dgm:pt modelId="{79FEA7E9-C907-4866-847B-C49051D77040}" type="pres">
      <dgm:prSet presAssocID="{50905A03-70B3-4A6E-BFD8-3D63F7B6F33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E3B6095-98B2-4604-A27E-776D3E11F751}" type="pres">
      <dgm:prSet presAssocID="{07965971-0D06-4B46-B13E-B697BCA2FEE2}" presName="root1" presStyleCnt="0"/>
      <dgm:spPr/>
    </dgm:pt>
    <dgm:pt modelId="{E0F289D9-6084-48C6-BD29-6CBDC90B34F0}" type="pres">
      <dgm:prSet presAssocID="{07965971-0D06-4B46-B13E-B697BCA2FEE2}" presName="LevelOneTextNode" presStyleLbl="node0" presStyleIdx="0" presStyleCnt="1">
        <dgm:presLayoutVars>
          <dgm:chPref val="3"/>
        </dgm:presLayoutVars>
      </dgm:prSet>
      <dgm:spPr/>
    </dgm:pt>
    <dgm:pt modelId="{0A131751-330A-4864-9013-02A665C81084}" type="pres">
      <dgm:prSet presAssocID="{07965971-0D06-4B46-B13E-B697BCA2FEE2}" presName="level2hierChild" presStyleCnt="0"/>
      <dgm:spPr/>
    </dgm:pt>
    <dgm:pt modelId="{28ED4782-D591-4E5F-A122-3D27109CA3D2}" type="pres">
      <dgm:prSet presAssocID="{4F6667C6-873A-4D45-B27E-AB0B3546383F}" presName="conn2-1" presStyleLbl="parChTrans1D2" presStyleIdx="0" presStyleCnt="3"/>
      <dgm:spPr/>
    </dgm:pt>
    <dgm:pt modelId="{DCFA26CF-BECE-4D14-88BE-F4A54022D928}" type="pres">
      <dgm:prSet presAssocID="{4F6667C6-873A-4D45-B27E-AB0B3546383F}" presName="connTx" presStyleLbl="parChTrans1D2" presStyleIdx="0" presStyleCnt="3"/>
      <dgm:spPr/>
    </dgm:pt>
    <dgm:pt modelId="{BBA4DB0A-591F-4E91-8723-93115742CA41}" type="pres">
      <dgm:prSet presAssocID="{9D046372-04B3-49FB-B67F-C71966FCD1E8}" presName="root2" presStyleCnt="0"/>
      <dgm:spPr/>
    </dgm:pt>
    <dgm:pt modelId="{8F26BFA1-1F35-4E01-AABF-CF1C0599DF4C}" type="pres">
      <dgm:prSet presAssocID="{9D046372-04B3-49FB-B67F-C71966FCD1E8}" presName="LevelTwoTextNode" presStyleLbl="node2" presStyleIdx="0" presStyleCnt="3" custLinFactNeighborX="-511" custLinFactNeighborY="40246">
        <dgm:presLayoutVars>
          <dgm:chPref val="3"/>
        </dgm:presLayoutVars>
      </dgm:prSet>
      <dgm:spPr/>
    </dgm:pt>
    <dgm:pt modelId="{0062A0DE-1068-4C76-940A-378650F2514A}" type="pres">
      <dgm:prSet presAssocID="{9D046372-04B3-49FB-B67F-C71966FCD1E8}" presName="level3hierChild" presStyleCnt="0"/>
      <dgm:spPr/>
    </dgm:pt>
    <dgm:pt modelId="{D40A342C-768E-4A02-866D-0089228B46A3}" type="pres">
      <dgm:prSet presAssocID="{2C4CF83B-F7F6-440C-8BCD-D3F6DA1AB889}" presName="conn2-1" presStyleLbl="parChTrans1D3" presStyleIdx="0" presStyleCnt="3"/>
      <dgm:spPr/>
    </dgm:pt>
    <dgm:pt modelId="{1E1A5086-A4DB-4594-915B-747D342050EF}" type="pres">
      <dgm:prSet presAssocID="{2C4CF83B-F7F6-440C-8BCD-D3F6DA1AB889}" presName="connTx" presStyleLbl="parChTrans1D3" presStyleIdx="0" presStyleCnt="3"/>
      <dgm:spPr/>
    </dgm:pt>
    <dgm:pt modelId="{07B253A8-1826-4032-BE24-6933646A0C20}" type="pres">
      <dgm:prSet presAssocID="{40E4EF40-F181-4A0A-9BA2-D1D9785F508D}" presName="root2" presStyleCnt="0"/>
      <dgm:spPr/>
    </dgm:pt>
    <dgm:pt modelId="{835C6697-3F28-4A68-8DF9-713326464240}" type="pres">
      <dgm:prSet presAssocID="{40E4EF40-F181-4A0A-9BA2-D1D9785F508D}" presName="LevelTwoTextNode" presStyleLbl="node3" presStyleIdx="0" presStyleCnt="3" custScaleY="224613">
        <dgm:presLayoutVars>
          <dgm:chPref val="3"/>
        </dgm:presLayoutVars>
      </dgm:prSet>
      <dgm:spPr/>
    </dgm:pt>
    <dgm:pt modelId="{5E424CC6-AD18-403B-8DD8-54C05CB35492}" type="pres">
      <dgm:prSet presAssocID="{40E4EF40-F181-4A0A-9BA2-D1D9785F508D}" presName="level3hierChild" presStyleCnt="0"/>
      <dgm:spPr/>
    </dgm:pt>
    <dgm:pt modelId="{565EA796-48F3-4000-A4A9-F00EBA56AA2F}" type="pres">
      <dgm:prSet presAssocID="{549F3E0A-6FD3-4535-9E31-CF342305B804}" presName="conn2-1" presStyleLbl="parChTrans1D2" presStyleIdx="1" presStyleCnt="3"/>
      <dgm:spPr/>
    </dgm:pt>
    <dgm:pt modelId="{378E438B-9C8F-43D5-8698-9BF82C63D3CC}" type="pres">
      <dgm:prSet presAssocID="{549F3E0A-6FD3-4535-9E31-CF342305B804}" presName="connTx" presStyleLbl="parChTrans1D2" presStyleIdx="1" presStyleCnt="3"/>
      <dgm:spPr/>
    </dgm:pt>
    <dgm:pt modelId="{2483AAD7-88F9-403A-BB84-7BD24F681877}" type="pres">
      <dgm:prSet presAssocID="{E86D9542-8A04-4E26-8762-8D7A0326B1E9}" presName="root2" presStyleCnt="0"/>
      <dgm:spPr/>
    </dgm:pt>
    <dgm:pt modelId="{EA412F05-7AAE-437B-A976-20322E25C724}" type="pres">
      <dgm:prSet presAssocID="{E86D9542-8A04-4E26-8762-8D7A0326B1E9}" presName="LevelTwoTextNode" presStyleLbl="node2" presStyleIdx="1" presStyleCnt="3">
        <dgm:presLayoutVars>
          <dgm:chPref val="3"/>
        </dgm:presLayoutVars>
      </dgm:prSet>
      <dgm:spPr/>
    </dgm:pt>
    <dgm:pt modelId="{DB98B369-72B7-4459-9849-86CC30A897A1}" type="pres">
      <dgm:prSet presAssocID="{E86D9542-8A04-4E26-8762-8D7A0326B1E9}" presName="level3hierChild" presStyleCnt="0"/>
      <dgm:spPr/>
    </dgm:pt>
    <dgm:pt modelId="{EA41235F-B6CA-4705-BB75-116E3E8774A5}" type="pres">
      <dgm:prSet presAssocID="{18C7292B-5A90-4F4D-89CD-6D40D831D246}" presName="conn2-1" presStyleLbl="parChTrans1D3" presStyleIdx="1" presStyleCnt="3"/>
      <dgm:spPr/>
    </dgm:pt>
    <dgm:pt modelId="{5D477AD5-02BC-4B13-8C40-8E40807FE78B}" type="pres">
      <dgm:prSet presAssocID="{18C7292B-5A90-4F4D-89CD-6D40D831D246}" presName="connTx" presStyleLbl="parChTrans1D3" presStyleIdx="1" presStyleCnt="3"/>
      <dgm:spPr/>
    </dgm:pt>
    <dgm:pt modelId="{1826DCB4-FD21-433E-B528-DE392F3CC3F2}" type="pres">
      <dgm:prSet presAssocID="{ABEFF592-2B97-450A-82CA-AABA799D501E}" presName="root2" presStyleCnt="0"/>
      <dgm:spPr/>
    </dgm:pt>
    <dgm:pt modelId="{ECE201DA-5803-4601-8559-33DC86DDC885}" type="pres">
      <dgm:prSet presAssocID="{ABEFF592-2B97-450A-82CA-AABA799D501E}" presName="LevelTwoTextNode" presStyleLbl="node3" presStyleIdx="1" presStyleCnt="3">
        <dgm:presLayoutVars>
          <dgm:chPref val="3"/>
        </dgm:presLayoutVars>
      </dgm:prSet>
      <dgm:spPr/>
    </dgm:pt>
    <dgm:pt modelId="{2265A3C5-E612-4C89-A227-B47A5A5B3BD5}" type="pres">
      <dgm:prSet presAssocID="{ABEFF592-2B97-450A-82CA-AABA799D501E}" presName="level3hierChild" presStyleCnt="0"/>
      <dgm:spPr/>
    </dgm:pt>
    <dgm:pt modelId="{E7A51A95-6636-49AC-9309-8F2F58DD4F95}" type="pres">
      <dgm:prSet presAssocID="{3DD514AA-3024-43A4-BD91-979342AE1DA7}" presName="conn2-1" presStyleLbl="parChTrans1D2" presStyleIdx="2" presStyleCnt="3"/>
      <dgm:spPr/>
    </dgm:pt>
    <dgm:pt modelId="{0319900C-BC1F-4F9E-BFED-249512B43120}" type="pres">
      <dgm:prSet presAssocID="{3DD514AA-3024-43A4-BD91-979342AE1DA7}" presName="connTx" presStyleLbl="parChTrans1D2" presStyleIdx="2" presStyleCnt="3"/>
      <dgm:spPr/>
    </dgm:pt>
    <dgm:pt modelId="{BA85FCBF-CDEF-4AA0-9C9C-0619440E0674}" type="pres">
      <dgm:prSet presAssocID="{CB83A78F-CBE3-4AEB-8152-0F169644964E}" presName="root2" presStyleCnt="0"/>
      <dgm:spPr/>
    </dgm:pt>
    <dgm:pt modelId="{2B2035CD-DD7A-49D4-AC14-1BCA50099DB4}" type="pres">
      <dgm:prSet presAssocID="{CB83A78F-CBE3-4AEB-8152-0F169644964E}" presName="LevelTwoTextNode" presStyleLbl="node2" presStyleIdx="2" presStyleCnt="3">
        <dgm:presLayoutVars>
          <dgm:chPref val="3"/>
        </dgm:presLayoutVars>
      </dgm:prSet>
      <dgm:spPr/>
    </dgm:pt>
    <dgm:pt modelId="{AFBD86E5-AFDD-40FE-A799-90B04720A1D6}" type="pres">
      <dgm:prSet presAssocID="{CB83A78F-CBE3-4AEB-8152-0F169644964E}" presName="level3hierChild" presStyleCnt="0"/>
      <dgm:spPr/>
    </dgm:pt>
    <dgm:pt modelId="{28EF0731-2E1B-4EE9-9C48-64CD618B2044}" type="pres">
      <dgm:prSet presAssocID="{37DF6357-DCAD-4BD0-A392-9B0F48579AD8}" presName="conn2-1" presStyleLbl="parChTrans1D3" presStyleIdx="2" presStyleCnt="3"/>
      <dgm:spPr/>
    </dgm:pt>
    <dgm:pt modelId="{9BA5A0B2-A662-46E2-B813-C26812E28C0E}" type="pres">
      <dgm:prSet presAssocID="{37DF6357-DCAD-4BD0-A392-9B0F48579AD8}" presName="connTx" presStyleLbl="parChTrans1D3" presStyleIdx="2" presStyleCnt="3"/>
      <dgm:spPr/>
    </dgm:pt>
    <dgm:pt modelId="{08835E2B-E6EE-4B4F-B095-31139455E2CD}" type="pres">
      <dgm:prSet presAssocID="{1E5D4E41-6DC9-462E-9CA7-DE18697B63D6}" presName="root2" presStyleCnt="0"/>
      <dgm:spPr/>
    </dgm:pt>
    <dgm:pt modelId="{C8FF972D-FC70-4D5B-99DA-28438BDE34E1}" type="pres">
      <dgm:prSet presAssocID="{1E5D4E41-6DC9-462E-9CA7-DE18697B63D6}" presName="LevelTwoTextNode" presStyleLbl="node3" presStyleIdx="2" presStyleCnt="3">
        <dgm:presLayoutVars>
          <dgm:chPref val="3"/>
        </dgm:presLayoutVars>
      </dgm:prSet>
      <dgm:spPr/>
    </dgm:pt>
    <dgm:pt modelId="{4466F031-185D-4656-96BD-424FDF3CF856}" type="pres">
      <dgm:prSet presAssocID="{1E5D4E41-6DC9-462E-9CA7-DE18697B63D6}" presName="level3hierChild" presStyleCnt="0"/>
      <dgm:spPr/>
    </dgm:pt>
  </dgm:ptLst>
  <dgm:cxnLst>
    <dgm:cxn modelId="{A62AAC06-715D-47EB-BC10-6563AEFCCD09}" srcId="{CB83A78F-CBE3-4AEB-8152-0F169644964E}" destId="{1E5D4E41-6DC9-462E-9CA7-DE18697B63D6}" srcOrd="0" destOrd="0" parTransId="{37DF6357-DCAD-4BD0-A392-9B0F48579AD8}" sibTransId="{8AD70A16-FFED-46F6-8E13-EB5D271D049B}"/>
    <dgm:cxn modelId="{20A6F00E-4339-4FF1-B520-46A1FBCE1D89}" type="presOf" srcId="{9D046372-04B3-49FB-B67F-C71966FCD1E8}" destId="{8F26BFA1-1F35-4E01-AABF-CF1C0599DF4C}" srcOrd="0" destOrd="0" presId="urn:microsoft.com/office/officeart/2008/layout/HorizontalMultiLevelHierarchy"/>
    <dgm:cxn modelId="{4C93AF1A-692E-4AE6-8040-5C0B41BBB054}" type="presOf" srcId="{18C7292B-5A90-4F4D-89CD-6D40D831D246}" destId="{5D477AD5-02BC-4B13-8C40-8E40807FE78B}" srcOrd="1" destOrd="0" presId="urn:microsoft.com/office/officeart/2008/layout/HorizontalMultiLevelHierarchy"/>
    <dgm:cxn modelId="{AD87161E-0FEE-4764-BBE5-B15FCB56F3D2}" type="presOf" srcId="{CB83A78F-CBE3-4AEB-8152-0F169644964E}" destId="{2B2035CD-DD7A-49D4-AC14-1BCA50099DB4}" srcOrd="0" destOrd="0" presId="urn:microsoft.com/office/officeart/2008/layout/HorizontalMultiLevelHierarchy"/>
    <dgm:cxn modelId="{7F5CA91F-88A6-4E61-A16B-631722ED7779}" srcId="{50905A03-70B3-4A6E-BFD8-3D63F7B6F335}" destId="{07965971-0D06-4B46-B13E-B697BCA2FEE2}" srcOrd="0" destOrd="0" parTransId="{BDD8D8D2-841C-4211-88EF-B1739A74E0C8}" sibTransId="{6E572807-6127-4B9C-9F8F-04C6C034A335}"/>
    <dgm:cxn modelId="{12D31335-38F0-4D59-9D45-21ED987F5248}" type="presOf" srcId="{40E4EF40-F181-4A0A-9BA2-D1D9785F508D}" destId="{835C6697-3F28-4A68-8DF9-713326464240}" srcOrd="0" destOrd="0" presId="urn:microsoft.com/office/officeart/2008/layout/HorizontalMultiLevelHierarchy"/>
    <dgm:cxn modelId="{4952C83B-9385-428A-848A-748F270FE130}" srcId="{9D046372-04B3-49FB-B67F-C71966FCD1E8}" destId="{40E4EF40-F181-4A0A-9BA2-D1D9785F508D}" srcOrd="0" destOrd="0" parTransId="{2C4CF83B-F7F6-440C-8BCD-D3F6DA1AB889}" sibTransId="{A5B8058E-34B4-490E-A7AA-02AEFA46FA35}"/>
    <dgm:cxn modelId="{23C6DA42-56A6-4FFD-8FFE-031972E815C2}" type="presOf" srcId="{50905A03-70B3-4A6E-BFD8-3D63F7B6F335}" destId="{79FEA7E9-C907-4866-847B-C49051D77040}" srcOrd="0" destOrd="0" presId="urn:microsoft.com/office/officeart/2008/layout/HorizontalMultiLevelHierarchy"/>
    <dgm:cxn modelId="{D381F163-F760-46C7-9EFD-7E8EFBC3FD57}" type="presOf" srcId="{E86D9542-8A04-4E26-8762-8D7A0326B1E9}" destId="{EA412F05-7AAE-437B-A976-20322E25C724}" srcOrd="0" destOrd="0" presId="urn:microsoft.com/office/officeart/2008/layout/HorizontalMultiLevelHierarchy"/>
    <dgm:cxn modelId="{B0B2FA66-25F6-4EDC-88E6-E141A5D8068C}" type="presOf" srcId="{549F3E0A-6FD3-4535-9E31-CF342305B804}" destId="{378E438B-9C8F-43D5-8698-9BF82C63D3CC}" srcOrd="1" destOrd="0" presId="urn:microsoft.com/office/officeart/2008/layout/HorizontalMultiLevelHierarchy"/>
    <dgm:cxn modelId="{1FA03867-3E90-4D49-A8EE-160E31F6CF4F}" type="presOf" srcId="{4F6667C6-873A-4D45-B27E-AB0B3546383F}" destId="{DCFA26CF-BECE-4D14-88BE-F4A54022D928}" srcOrd="1" destOrd="0" presId="urn:microsoft.com/office/officeart/2008/layout/HorizontalMultiLevelHierarchy"/>
    <dgm:cxn modelId="{F2AB066D-46F3-465D-AFED-E5E3F3D66279}" type="presOf" srcId="{2C4CF83B-F7F6-440C-8BCD-D3F6DA1AB889}" destId="{D40A342C-768E-4A02-866D-0089228B46A3}" srcOrd="0" destOrd="0" presId="urn:microsoft.com/office/officeart/2008/layout/HorizontalMultiLevelHierarchy"/>
    <dgm:cxn modelId="{1F9E6A70-B94B-4F13-BC0A-D393A4CE0C7B}" srcId="{07965971-0D06-4B46-B13E-B697BCA2FEE2}" destId="{9D046372-04B3-49FB-B67F-C71966FCD1E8}" srcOrd="0" destOrd="0" parTransId="{4F6667C6-873A-4D45-B27E-AB0B3546383F}" sibTransId="{9E7E0B79-D068-4847-9B06-A038CECC6D91}"/>
    <dgm:cxn modelId="{8BDB5073-BD78-42B8-8FF7-1B9135D2A339}" type="presOf" srcId="{1E5D4E41-6DC9-462E-9CA7-DE18697B63D6}" destId="{C8FF972D-FC70-4D5B-99DA-28438BDE34E1}" srcOrd="0" destOrd="0" presId="urn:microsoft.com/office/officeart/2008/layout/HorizontalMultiLevelHierarchy"/>
    <dgm:cxn modelId="{5BED3654-B784-4B57-8D0D-94CCAF53C7C5}" srcId="{07965971-0D06-4B46-B13E-B697BCA2FEE2}" destId="{CB83A78F-CBE3-4AEB-8152-0F169644964E}" srcOrd="2" destOrd="0" parTransId="{3DD514AA-3024-43A4-BD91-979342AE1DA7}" sibTransId="{3284DFB5-D5AA-4ED0-8A2A-29F169184431}"/>
    <dgm:cxn modelId="{8F8ABD57-586B-44C3-95AD-6F739308C569}" type="presOf" srcId="{37DF6357-DCAD-4BD0-A392-9B0F48579AD8}" destId="{9BA5A0B2-A662-46E2-B813-C26812E28C0E}" srcOrd="1" destOrd="0" presId="urn:microsoft.com/office/officeart/2008/layout/HorizontalMultiLevelHierarchy"/>
    <dgm:cxn modelId="{B606C67A-6B26-4676-BC56-EAF922DAC630}" type="presOf" srcId="{07965971-0D06-4B46-B13E-B697BCA2FEE2}" destId="{E0F289D9-6084-48C6-BD29-6CBDC90B34F0}" srcOrd="0" destOrd="0" presId="urn:microsoft.com/office/officeart/2008/layout/HorizontalMultiLevelHierarchy"/>
    <dgm:cxn modelId="{C53F028B-21A8-4767-9894-D41CBA531D4F}" type="presOf" srcId="{4F6667C6-873A-4D45-B27E-AB0B3546383F}" destId="{28ED4782-D591-4E5F-A122-3D27109CA3D2}" srcOrd="0" destOrd="0" presId="urn:microsoft.com/office/officeart/2008/layout/HorizontalMultiLevelHierarchy"/>
    <dgm:cxn modelId="{28D4B79B-4B09-4094-985F-FC0BE47516B9}" type="presOf" srcId="{3DD514AA-3024-43A4-BD91-979342AE1DA7}" destId="{0319900C-BC1F-4F9E-BFED-249512B43120}" srcOrd="1" destOrd="0" presId="urn:microsoft.com/office/officeart/2008/layout/HorizontalMultiLevelHierarchy"/>
    <dgm:cxn modelId="{A26801AA-47A7-497D-99EC-3E17B0B60974}" type="presOf" srcId="{549F3E0A-6FD3-4535-9E31-CF342305B804}" destId="{565EA796-48F3-4000-A4A9-F00EBA56AA2F}" srcOrd="0" destOrd="0" presId="urn:microsoft.com/office/officeart/2008/layout/HorizontalMultiLevelHierarchy"/>
    <dgm:cxn modelId="{F34FCAB3-17FC-4C12-80A9-0CD4BAAB0769}" type="presOf" srcId="{2C4CF83B-F7F6-440C-8BCD-D3F6DA1AB889}" destId="{1E1A5086-A4DB-4594-915B-747D342050EF}" srcOrd="1" destOrd="0" presId="urn:microsoft.com/office/officeart/2008/layout/HorizontalMultiLevelHierarchy"/>
    <dgm:cxn modelId="{82FA57B9-25FF-49F2-A5E2-BFFAC4178EEA}" srcId="{07965971-0D06-4B46-B13E-B697BCA2FEE2}" destId="{E86D9542-8A04-4E26-8762-8D7A0326B1E9}" srcOrd="1" destOrd="0" parTransId="{549F3E0A-6FD3-4535-9E31-CF342305B804}" sibTransId="{31693F78-AA37-400C-8850-217D01A726B2}"/>
    <dgm:cxn modelId="{C74E5BBB-BEB4-474F-8830-C9FF51C26D44}" srcId="{E86D9542-8A04-4E26-8762-8D7A0326B1E9}" destId="{ABEFF592-2B97-450A-82CA-AABA799D501E}" srcOrd="0" destOrd="0" parTransId="{18C7292B-5A90-4F4D-89CD-6D40D831D246}" sibTransId="{9EE5574F-87B1-4159-BC4E-47B96C914B81}"/>
    <dgm:cxn modelId="{B240EAD4-3F35-4D3D-80D7-6E56DAE7E8CB}" type="presOf" srcId="{3DD514AA-3024-43A4-BD91-979342AE1DA7}" destId="{E7A51A95-6636-49AC-9309-8F2F58DD4F95}" srcOrd="0" destOrd="0" presId="urn:microsoft.com/office/officeart/2008/layout/HorizontalMultiLevelHierarchy"/>
    <dgm:cxn modelId="{760E0FDE-F022-4A83-B008-99EF7850BF72}" type="presOf" srcId="{18C7292B-5A90-4F4D-89CD-6D40D831D246}" destId="{EA41235F-B6CA-4705-BB75-116E3E8774A5}" srcOrd="0" destOrd="0" presId="urn:microsoft.com/office/officeart/2008/layout/HorizontalMultiLevelHierarchy"/>
    <dgm:cxn modelId="{D55538E6-837B-4BC2-AD75-4A48108FDDFA}" type="presOf" srcId="{ABEFF592-2B97-450A-82CA-AABA799D501E}" destId="{ECE201DA-5803-4601-8559-33DC86DDC885}" srcOrd="0" destOrd="0" presId="urn:microsoft.com/office/officeart/2008/layout/HorizontalMultiLevelHierarchy"/>
    <dgm:cxn modelId="{DCF9F4FE-FF5A-4C04-86AC-A79CD32335C6}" type="presOf" srcId="{37DF6357-DCAD-4BD0-A392-9B0F48579AD8}" destId="{28EF0731-2E1B-4EE9-9C48-64CD618B2044}" srcOrd="0" destOrd="0" presId="urn:microsoft.com/office/officeart/2008/layout/HorizontalMultiLevelHierarchy"/>
    <dgm:cxn modelId="{3016DB02-1756-4701-8EAA-E2A1D651B898}" type="presParOf" srcId="{79FEA7E9-C907-4866-847B-C49051D77040}" destId="{2E3B6095-98B2-4604-A27E-776D3E11F751}" srcOrd="0" destOrd="0" presId="urn:microsoft.com/office/officeart/2008/layout/HorizontalMultiLevelHierarchy"/>
    <dgm:cxn modelId="{5D523DF2-6765-4CD8-84FC-16E6B64BACF8}" type="presParOf" srcId="{2E3B6095-98B2-4604-A27E-776D3E11F751}" destId="{E0F289D9-6084-48C6-BD29-6CBDC90B34F0}" srcOrd="0" destOrd="0" presId="urn:microsoft.com/office/officeart/2008/layout/HorizontalMultiLevelHierarchy"/>
    <dgm:cxn modelId="{C2630471-5313-4E5B-AACF-743EAD6ED394}" type="presParOf" srcId="{2E3B6095-98B2-4604-A27E-776D3E11F751}" destId="{0A131751-330A-4864-9013-02A665C81084}" srcOrd="1" destOrd="0" presId="urn:microsoft.com/office/officeart/2008/layout/HorizontalMultiLevelHierarchy"/>
    <dgm:cxn modelId="{739958FB-2720-43B4-9F80-4770303D86CD}" type="presParOf" srcId="{0A131751-330A-4864-9013-02A665C81084}" destId="{28ED4782-D591-4E5F-A122-3D27109CA3D2}" srcOrd="0" destOrd="0" presId="urn:microsoft.com/office/officeart/2008/layout/HorizontalMultiLevelHierarchy"/>
    <dgm:cxn modelId="{479DD87B-2D00-47FC-B9B8-E8B8FFBBC992}" type="presParOf" srcId="{28ED4782-D591-4E5F-A122-3D27109CA3D2}" destId="{DCFA26CF-BECE-4D14-88BE-F4A54022D928}" srcOrd="0" destOrd="0" presId="urn:microsoft.com/office/officeart/2008/layout/HorizontalMultiLevelHierarchy"/>
    <dgm:cxn modelId="{422C224D-4012-47B4-91FE-0A4243C87E9F}" type="presParOf" srcId="{0A131751-330A-4864-9013-02A665C81084}" destId="{BBA4DB0A-591F-4E91-8723-93115742CA41}" srcOrd="1" destOrd="0" presId="urn:microsoft.com/office/officeart/2008/layout/HorizontalMultiLevelHierarchy"/>
    <dgm:cxn modelId="{9EA4EC97-7A90-40E4-8248-494BB76762B2}" type="presParOf" srcId="{BBA4DB0A-591F-4E91-8723-93115742CA41}" destId="{8F26BFA1-1F35-4E01-AABF-CF1C0599DF4C}" srcOrd="0" destOrd="0" presId="urn:microsoft.com/office/officeart/2008/layout/HorizontalMultiLevelHierarchy"/>
    <dgm:cxn modelId="{DD7EA48C-6619-4A40-A7E1-99E8AC677DE6}" type="presParOf" srcId="{BBA4DB0A-591F-4E91-8723-93115742CA41}" destId="{0062A0DE-1068-4C76-940A-378650F2514A}" srcOrd="1" destOrd="0" presId="urn:microsoft.com/office/officeart/2008/layout/HorizontalMultiLevelHierarchy"/>
    <dgm:cxn modelId="{44268AF1-5EBB-420D-BAE2-DD9333811960}" type="presParOf" srcId="{0062A0DE-1068-4C76-940A-378650F2514A}" destId="{D40A342C-768E-4A02-866D-0089228B46A3}" srcOrd="0" destOrd="0" presId="urn:microsoft.com/office/officeart/2008/layout/HorizontalMultiLevelHierarchy"/>
    <dgm:cxn modelId="{F190B013-5A06-4873-B8AB-9A30AF0E6DDA}" type="presParOf" srcId="{D40A342C-768E-4A02-866D-0089228B46A3}" destId="{1E1A5086-A4DB-4594-915B-747D342050EF}" srcOrd="0" destOrd="0" presId="urn:microsoft.com/office/officeart/2008/layout/HorizontalMultiLevelHierarchy"/>
    <dgm:cxn modelId="{20509634-FF6B-4A78-B8D2-28C646A71326}" type="presParOf" srcId="{0062A0DE-1068-4C76-940A-378650F2514A}" destId="{07B253A8-1826-4032-BE24-6933646A0C20}" srcOrd="1" destOrd="0" presId="urn:microsoft.com/office/officeart/2008/layout/HorizontalMultiLevelHierarchy"/>
    <dgm:cxn modelId="{95DD0B7D-F920-422B-8D3B-1F7A51ACEB79}" type="presParOf" srcId="{07B253A8-1826-4032-BE24-6933646A0C20}" destId="{835C6697-3F28-4A68-8DF9-713326464240}" srcOrd="0" destOrd="0" presId="urn:microsoft.com/office/officeart/2008/layout/HorizontalMultiLevelHierarchy"/>
    <dgm:cxn modelId="{FF89BEE0-CE9F-4E33-A27A-0CA7D8B1EB73}" type="presParOf" srcId="{07B253A8-1826-4032-BE24-6933646A0C20}" destId="{5E424CC6-AD18-403B-8DD8-54C05CB35492}" srcOrd="1" destOrd="0" presId="urn:microsoft.com/office/officeart/2008/layout/HorizontalMultiLevelHierarchy"/>
    <dgm:cxn modelId="{4BA453AD-5657-4A6E-8DBE-993066AAE2E6}" type="presParOf" srcId="{0A131751-330A-4864-9013-02A665C81084}" destId="{565EA796-48F3-4000-A4A9-F00EBA56AA2F}" srcOrd="2" destOrd="0" presId="urn:microsoft.com/office/officeart/2008/layout/HorizontalMultiLevelHierarchy"/>
    <dgm:cxn modelId="{CAD1F83E-6A6F-4B12-B96B-D4A2E27164CE}" type="presParOf" srcId="{565EA796-48F3-4000-A4A9-F00EBA56AA2F}" destId="{378E438B-9C8F-43D5-8698-9BF82C63D3CC}" srcOrd="0" destOrd="0" presId="urn:microsoft.com/office/officeart/2008/layout/HorizontalMultiLevelHierarchy"/>
    <dgm:cxn modelId="{4E56AD7F-E19A-4921-B194-652FE25375FD}" type="presParOf" srcId="{0A131751-330A-4864-9013-02A665C81084}" destId="{2483AAD7-88F9-403A-BB84-7BD24F681877}" srcOrd="3" destOrd="0" presId="urn:microsoft.com/office/officeart/2008/layout/HorizontalMultiLevelHierarchy"/>
    <dgm:cxn modelId="{7F3FDECF-98B3-4C0F-A419-6537B30A0D2A}" type="presParOf" srcId="{2483AAD7-88F9-403A-BB84-7BD24F681877}" destId="{EA412F05-7AAE-437B-A976-20322E25C724}" srcOrd="0" destOrd="0" presId="urn:microsoft.com/office/officeart/2008/layout/HorizontalMultiLevelHierarchy"/>
    <dgm:cxn modelId="{A31DCC89-EA2E-43E6-B2FB-AF3B831EACC7}" type="presParOf" srcId="{2483AAD7-88F9-403A-BB84-7BD24F681877}" destId="{DB98B369-72B7-4459-9849-86CC30A897A1}" srcOrd="1" destOrd="0" presId="urn:microsoft.com/office/officeart/2008/layout/HorizontalMultiLevelHierarchy"/>
    <dgm:cxn modelId="{04438C37-C79B-432A-B71D-3B605E5AC315}" type="presParOf" srcId="{DB98B369-72B7-4459-9849-86CC30A897A1}" destId="{EA41235F-B6CA-4705-BB75-116E3E8774A5}" srcOrd="0" destOrd="0" presId="urn:microsoft.com/office/officeart/2008/layout/HorizontalMultiLevelHierarchy"/>
    <dgm:cxn modelId="{82A8B71E-6417-455F-B2FE-52148BF0413F}" type="presParOf" srcId="{EA41235F-B6CA-4705-BB75-116E3E8774A5}" destId="{5D477AD5-02BC-4B13-8C40-8E40807FE78B}" srcOrd="0" destOrd="0" presId="urn:microsoft.com/office/officeart/2008/layout/HorizontalMultiLevelHierarchy"/>
    <dgm:cxn modelId="{826A937E-6F7F-430D-AB80-C79A8820CEA5}" type="presParOf" srcId="{DB98B369-72B7-4459-9849-86CC30A897A1}" destId="{1826DCB4-FD21-433E-B528-DE392F3CC3F2}" srcOrd="1" destOrd="0" presId="urn:microsoft.com/office/officeart/2008/layout/HorizontalMultiLevelHierarchy"/>
    <dgm:cxn modelId="{60F726C9-A624-4E10-A3C4-A4AF054C8D4E}" type="presParOf" srcId="{1826DCB4-FD21-433E-B528-DE392F3CC3F2}" destId="{ECE201DA-5803-4601-8559-33DC86DDC885}" srcOrd="0" destOrd="0" presId="urn:microsoft.com/office/officeart/2008/layout/HorizontalMultiLevelHierarchy"/>
    <dgm:cxn modelId="{FA0B1F39-01CB-4782-B1D5-99A6195A0379}" type="presParOf" srcId="{1826DCB4-FD21-433E-B528-DE392F3CC3F2}" destId="{2265A3C5-E612-4C89-A227-B47A5A5B3BD5}" srcOrd="1" destOrd="0" presId="urn:microsoft.com/office/officeart/2008/layout/HorizontalMultiLevelHierarchy"/>
    <dgm:cxn modelId="{14C9CC6F-07FE-4CBB-AD14-F752541F6928}" type="presParOf" srcId="{0A131751-330A-4864-9013-02A665C81084}" destId="{E7A51A95-6636-49AC-9309-8F2F58DD4F95}" srcOrd="4" destOrd="0" presId="urn:microsoft.com/office/officeart/2008/layout/HorizontalMultiLevelHierarchy"/>
    <dgm:cxn modelId="{51EECF44-49CB-407B-869E-A453CFD10714}" type="presParOf" srcId="{E7A51A95-6636-49AC-9309-8F2F58DD4F95}" destId="{0319900C-BC1F-4F9E-BFED-249512B43120}" srcOrd="0" destOrd="0" presId="urn:microsoft.com/office/officeart/2008/layout/HorizontalMultiLevelHierarchy"/>
    <dgm:cxn modelId="{8F5135D5-BB7F-4E31-9987-B62331CCC870}" type="presParOf" srcId="{0A131751-330A-4864-9013-02A665C81084}" destId="{BA85FCBF-CDEF-4AA0-9C9C-0619440E0674}" srcOrd="5" destOrd="0" presId="urn:microsoft.com/office/officeart/2008/layout/HorizontalMultiLevelHierarchy"/>
    <dgm:cxn modelId="{CD1E560E-5470-4958-97AD-9AD83975AA81}" type="presParOf" srcId="{BA85FCBF-CDEF-4AA0-9C9C-0619440E0674}" destId="{2B2035CD-DD7A-49D4-AC14-1BCA50099DB4}" srcOrd="0" destOrd="0" presId="urn:microsoft.com/office/officeart/2008/layout/HorizontalMultiLevelHierarchy"/>
    <dgm:cxn modelId="{5F8B23FF-586D-4F84-A9AB-B4D5E9601E15}" type="presParOf" srcId="{BA85FCBF-CDEF-4AA0-9C9C-0619440E0674}" destId="{AFBD86E5-AFDD-40FE-A799-90B04720A1D6}" srcOrd="1" destOrd="0" presId="urn:microsoft.com/office/officeart/2008/layout/HorizontalMultiLevelHierarchy"/>
    <dgm:cxn modelId="{84EBFF33-D3FE-4080-B285-4BD87B4FEDE0}" type="presParOf" srcId="{AFBD86E5-AFDD-40FE-A799-90B04720A1D6}" destId="{28EF0731-2E1B-4EE9-9C48-64CD618B2044}" srcOrd="0" destOrd="0" presId="urn:microsoft.com/office/officeart/2008/layout/HorizontalMultiLevelHierarchy"/>
    <dgm:cxn modelId="{EEC25BCC-4501-4741-93FC-0E8834A7F049}" type="presParOf" srcId="{28EF0731-2E1B-4EE9-9C48-64CD618B2044}" destId="{9BA5A0B2-A662-46E2-B813-C26812E28C0E}" srcOrd="0" destOrd="0" presId="urn:microsoft.com/office/officeart/2008/layout/HorizontalMultiLevelHierarchy"/>
    <dgm:cxn modelId="{0FAB6C65-A7F6-4699-AF6E-6CDDF2A1899E}" type="presParOf" srcId="{AFBD86E5-AFDD-40FE-A799-90B04720A1D6}" destId="{08835E2B-E6EE-4B4F-B095-31139455E2CD}" srcOrd="1" destOrd="0" presId="urn:microsoft.com/office/officeart/2008/layout/HorizontalMultiLevelHierarchy"/>
    <dgm:cxn modelId="{B71FBD1E-0929-4F9E-86C5-211F6709C79D}" type="presParOf" srcId="{08835E2B-E6EE-4B4F-B095-31139455E2CD}" destId="{C8FF972D-FC70-4D5B-99DA-28438BDE34E1}" srcOrd="0" destOrd="0" presId="urn:microsoft.com/office/officeart/2008/layout/HorizontalMultiLevelHierarchy"/>
    <dgm:cxn modelId="{2C83099D-5F3C-4838-BA51-1C3240FB060E}" type="presParOf" srcId="{08835E2B-E6EE-4B4F-B095-31139455E2CD}" destId="{4466F031-185D-4656-96BD-424FDF3CF85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040688-57BF-4327-8198-F62DBAA1615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7CEE6B-3F18-4829-989A-18489AB1EA3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>
              <a:latin typeface="Abadi" panose="020B0604020104020204" pitchFamily="34" charset="0"/>
            </a:rPr>
            <a:t>Tipo de Letra: </a:t>
          </a:r>
          <a:r>
            <a:rPr lang="es-ES">
              <a:latin typeface="Abadi" panose="020B0604020104020204" pitchFamily="34" charset="0"/>
            </a:rPr>
            <a:t>Times New Roman de 12 puntos </a:t>
          </a:r>
          <a:endParaRPr lang="en-US">
            <a:latin typeface="Abadi" panose="020B0604020104020204" pitchFamily="34" charset="0"/>
          </a:endParaRPr>
        </a:p>
      </dgm:t>
    </dgm:pt>
    <dgm:pt modelId="{EE9BA613-7BC3-461B-80DB-4B55E6FE4C2D}" type="parTrans" cxnId="{7A714E87-3028-4BE0-A777-D726BC4EB4C6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9068E73B-16E3-4DA4-B591-465F265C02E0}" type="sibTrans" cxnId="{7A714E87-3028-4BE0-A777-D726BC4EB4C6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Abadi" panose="020B0604020104020204" pitchFamily="34" charset="0"/>
          </a:endParaRPr>
        </a:p>
      </dgm:t>
    </dgm:pt>
    <dgm:pt modelId="{657275A9-3859-47AA-9E7D-C010860E811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>
              <a:latin typeface="Abadi" panose="020B0604020104020204" pitchFamily="34" charset="0"/>
            </a:rPr>
            <a:t>Interlineado: </a:t>
          </a:r>
          <a:r>
            <a:rPr lang="es-ES" dirty="0">
              <a:latin typeface="Abadi" panose="020B0604020104020204" pitchFamily="34" charset="0"/>
            </a:rPr>
            <a:t>Doble espacio en todo el texto, sólo se usa espacio sencillo en tablas o figuras. </a:t>
          </a:r>
          <a:endParaRPr lang="en-US" dirty="0">
            <a:latin typeface="Abadi" panose="020B0604020104020204" pitchFamily="34" charset="0"/>
          </a:endParaRPr>
        </a:p>
      </dgm:t>
    </dgm:pt>
    <dgm:pt modelId="{596F7B60-981C-4C92-9618-F84C8C44E999}" type="parTrans" cxnId="{9F175906-273E-4614-9246-C58894110552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DED62AAC-F4F4-49E1-8CA2-2F9F0CACB064}" type="sibTrans" cxnId="{9F175906-273E-4614-9246-C58894110552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Abadi" panose="020B0604020104020204" pitchFamily="34" charset="0"/>
          </a:endParaRPr>
        </a:p>
      </dgm:t>
    </dgm:pt>
    <dgm:pt modelId="{317B2863-FD5A-4DFB-92DE-1F9CCBA4F87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>
              <a:latin typeface="Abadi" panose="020B0604020104020204" pitchFamily="34" charset="0"/>
            </a:rPr>
            <a:t>Márgenes: </a:t>
          </a:r>
          <a:r>
            <a:rPr lang="es-ES">
              <a:latin typeface="Abadi" panose="020B0604020104020204" pitchFamily="34" charset="0"/>
            </a:rPr>
            <a:t>deben ser uniformes, con una medida de 2.54 cm. </a:t>
          </a:r>
          <a:endParaRPr lang="en-US">
            <a:latin typeface="Abadi" panose="020B0604020104020204" pitchFamily="34" charset="0"/>
          </a:endParaRPr>
        </a:p>
      </dgm:t>
    </dgm:pt>
    <dgm:pt modelId="{2E22A1CA-7CE5-46BD-88DD-C71866E610F6}" type="parTrans" cxnId="{6E622CD6-95F0-4EE3-8E83-A72F00842DC1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53AE896E-AE75-4D79-AA38-EA048DACAA28}" type="sibTrans" cxnId="{6E622CD6-95F0-4EE3-8E83-A72F00842DC1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Abadi" panose="020B0604020104020204" pitchFamily="34" charset="0"/>
          </a:endParaRPr>
        </a:p>
      </dgm:t>
    </dgm:pt>
    <dgm:pt modelId="{32EA6A5F-7428-47A4-8424-28B6302B8E1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>
              <a:latin typeface="Abadi" panose="020B0604020104020204" pitchFamily="34" charset="0"/>
            </a:rPr>
            <a:t>Número de páginas: </a:t>
          </a:r>
          <a:r>
            <a:rPr lang="es-ES" dirty="0">
              <a:latin typeface="Abadi" panose="020B0604020104020204" pitchFamily="34" charset="0"/>
            </a:rPr>
            <a:t>debe ser arábigo (1, 2, 3), y debe ubicarse en el principio de la página, margen derecho.</a:t>
          </a:r>
          <a:endParaRPr lang="en-US" dirty="0">
            <a:latin typeface="Abadi" panose="020B0604020104020204" pitchFamily="34" charset="0"/>
          </a:endParaRPr>
        </a:p>
      </dgm:t>
    </dgm:pt>
    <dgm:pt modelId="{A60CECF7-6BE4-429A-8E24-8874AAD1403D}" type="parTrans" cxnId="{3BC47A7B-7B67-422C-BD2B-94836FBA6C9E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8731A1CD-4B57-4407-8086-44DAFE8E52BA}" type="sibTrans" cxnId="{3BC47A7B-7B67-422C-BD2B-94836FBA6C9E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Abadi" panose="020B0604020104020204" pitchFamily="34" charset="0"/>
          </a:endParaRPr>
        </a:p>
      </dgm:t>
    </dgm:pt>
    <dgm:pt modelId="{F53D643B-5374-4519-B7FD-B5C9B4A1F08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>
              <a:latin typeface="Abadi" panose="020B0604020104020204" pitchFamily="34" charset="0"/>
            </a:rPr>
            <a:t>Sangría: </a:t>
          </a:r>
          <a:r>
            <a:rPr lang="es-ES">
              <a:latin typeface="Abadi" panose="020B0604020104020204" pitchFamily="34" charset="0"/>
            </a:rPr>
            <a:t>utilice sangría de media pulgada en la primera línea de cada párrafo y de cada nota al pie</a:t>
          </a:r>
          <a:endParaRPr lang="en-US">
            <a:latin typeface="Abadi" panose="020B0604020104020204" pitchFamily="34" charset="0"/>
          </a:endParaRPr>
        </a:p>
      </dgm:t>
    </dgm:pt>
    <dgm:pt modelId="{E62456F0-295F-40A4-9333-0D1EB7AB81E7}" type="parTrans" cxnId="{CA304A8C-C3A0-412F-AB9A-66187AF009CF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B112C6B6-0319-48D8-999D-ECA0050A2580}" type="sibTrans" cxnId="{CA304A8C-C3A0-412F-AB9A-66187AF009CF}">
      <dgm:prSet/>
      <dgm:spPr/>
      <dgm:t>
        <a:bodyPr/>
        <a:lstStyle/>
        <a:p>
          <a:endParaRPr lang="en-US">
            <a:latin typeface="Abadi" panose="020B0604020104020204" pitchFamily="34" charset="0"/>
          </a:endParaRPr>
        </a:p>
      </dgm:t>
    </dgm:pt>
    <dgm:pt modelId="{156D94A2-0390-497C-AC7A-81A141A48DA8}" type="pres">
      <dgm:prSet presAssocID="{05040688-57BF-4327-8198-F62DBAA16158}" presName="root" presStyleCnt="0">
        <dgm:presLayoutVars>
          <dgm:dir/>
          <dgm:resizeHandles val="exact"/>
        </dgm:presLayoutVars>
      </dgm:prSet>
      <dgm:spPr/>
    </dgm:pt>
    <dgm:pt modelId="{2F290A60-6056-4E9F-B713-5E282A7D707E}" type="pres">
      <dgm:prSet presAssocID="{347CEE6B-3F18-4829-989A-18489AB1EA34}" presName="compNode" presStyleCnt="0"/>
      <dgm:spPr/>
    </dgm:pt>
    <dgm:pt modelId="{D5BB2D2C-C26B-412E-8232-302186CC143C}" type="pres">
      <dgm:prSet presAssocID="{347CEE6B-3F18-4829-989A-18489AB1EA34}" presName="bgRect" presStyleLbl="bgShp" presStyleIdx="0" presStyleCnt="5"/>
      <dgm:spPr/>
    </dgm:pt>
    <dgm:pt modelId="{564F95DD-8C1B-4FC2-A279-958974CAB3BC}" type="pres">
      <dgm:prSet presAssocID="{347CEE6B-3F18-4829-989A-18489AB1EA3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ápiz"/>
        </a:ext>
      </dgm:extLst>
    </dgm:pt>
    <dgm:pt modelId="{C6CFAC90-0919-4263-88C7-2925456D2EED}" type="pres">
      <dgm:prSet presAssocID="{347CEE6B-3F18-4829-989A-18489AB1EA34}" presName="spaceRect" presStyleCnt="0"/>
      <dgm:spPr/>
    </dgm:pt>
    <dgm:pt modelId="{BFB95035-9C61-4DB2-8932-3A9FB6AAC83A}" type="pres">
      <dgm:prSet presAssocID="{347CEE6B-3F18-4829-989A-18489AB1EA34}" presName="parTx" presStyleLbl="revTx" presStyleIdx="0" presStyleCnt="5">
        <dgm:presLayoutVars>
          <dgm:chMax val="0"/>
          <dgm:chPref val="0"/>
        </dgm:presLayoutVars>
      </dgm:prSet>
      <dgm:spPr/>
    </dgm:pt>
    <dgm:pt modelId="{720C0C19-7933-4D27-8260-896534DCAE59}" type="pres">
      <dgm:prSet presAssocID="{9068E73B-16E3-4DA4-B591-465F265C02E0}" presName="sibTrans" presStyleCnt="0"/>
      <dgm:spPr/>
    </dgm:pt>
    <dgm:pt modelId="{E1653AC0-86B7-4CBA-AB15-97DEE106C92F}" type="pres">
      <dgm:prSet presAssocID="{657275A9-3859-47AA-9E7D-C010860E811F}" presName="compNode" presStyleCnt="0"/>
      <dgm:spPr/>
    </dgm:pt>
    <dgm:pt modelId="{D2E98643-AA60-4179-A888-0A3853A57099}" type="pres">
      <dgm:prSet presAssocID="{657275A9-3859-47AA-9E7D-C010860E811F}" presName="bgRect" presStyleLbl="bgShp" presStyleIdx="1" presStyleCnt="5"/>
      <dgm:spPr/>
    </dgm:pt>
    <dgm:pt modelId="{1BDCF8FD-44C5-4E00-83EC-46A5713D5DF2}" type="pres">
      <dgm:prSet presAssocID="{657275A9-3859-47AA-9E7D-C010860E811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A115F9D9-59C0-4E32-BF34-EFF2261B657A}" type="pres">
      <dgm:prSet presAssocID="{657275A9-3859-47AA-9E7D-C010860E811F}" presName="spaceRect" presStyleCnt="0"/>
      <dgm:spPr/>
    </dgm:pt>
    <dgm:pt modelId="{9B3FF99E-7F8C-458E-82E4-A58C33531606}" type="pres">
      <dgm:prSet presAssocID="{657275A9-3859-47AA-9E7D-C010860E811F}" presName="parTx" presStyleLbl="revTx" presStyleIdx="1" presStyleCnt="5">
        <dgm:presLayoutVars>
          <dgm:chMax val="0"/>
          <dgm:chPref val="0"/>
        </dgm:presLayoutVars>
      </dgm:prSet>
      <dgm:spPr/>
    </dgm:pt>
    <dgm:pt modelId="{42026B1B-FEE2-4ED1-ADD3-3BE87C456EF5}" type="pres">
      <dgm:prSet presAssocID="{DED62AAC-F4F4-49E1-8CA2-2F9F0CACB064}" presName="sibTrans" presStyleCnt="0"/>
      <dgm:spPr/>
    </dgm:pt>
    <dgm:pt modelId="{96E698A1-6CB6-408F-8DE1-D9A9C11EA053}" type="pres">
      <dgm:prSet presAssocID="{317B2863-FD5A-4DFB-92DE-1F9CCBA4F878}" presName="compNode" presStyleCnt="0"/>
      <dgm:spPr/>
    </dgm:pt>
    <dgm:pt modelId="{4924F1AD-66C0-4766-97A9-2948A262DC84}" type="pres">
      <dgm:prSet presAssocID="{317B2863-FD5A-4DFB-92DE-1F9CCBA4F878}" presName="bgRect" presStyleLbl="bgShp" presStyleIdx="2" presStyleCnt="5"/>
      <dgm:spPr/>
    </dgm:pt>
    <dgm:pt modelId="{7988BA07-2E6A-4DC4-B99C-2C912DC30F69}" type="pres">
      <dgm:prSet presAssocID="{317B2863-FD5A-4DFB-92DE-1F9CCBA4F87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la"/>
        </a:ext>
      </dgm:extLst>
    </dgm:pt>
    <dgm:pt modelId="{AE027E02-1426-4C4C-8C70-EC858645E5B3}" type="pres">
      <dgm:prSet presAssocID="{317B2863-FD5A-4DFB-92DE-1F9CCBA4F878}" presName="spaceRect" presStyleCnt="0"/>
      <dgm:spPr/>
    </dgm:pt>
    <dgm:pt modelId="{4EF64091-9454-4409-8B9C-293AF28F8D83}" type="pres">
      <dgm:prSet presAssocID="{317B2863-FD5A-4DFB-92DE-1F9CCBA4F878}" presName="parTx" presStyleLbl="revTx" presStyleIdx="2" presStyleCnt="5">
        <dgm:presLayoutVars>
          <dgm:chMax val="0"/>
          <dgm:chPref val="0"/>
        </dgm:presLayoutVars>
      </dgm:prSet>
      <dgm:spPr/>
    </dgm:pt>
    <dgm:pt modelId="{A012E337-C216-4D8A-BD15-FAB959291270}" type="pres">
      <dgm:prSet presAssocID="{53AE896E-AE75-4D79-AA38-EA048DACAA28}" presName="sibTrans" presStyleCnt="0"/>
      <dgm:spPr/>
    </dgm:pt>
    <dgm:pt modelId="{2D789894-3BD8-49B1-A905-5050EAA6688A}" type="pres">
      <dgm:prSet presAssocID="{32EA6A5F-7428-47A4-8424-28B6302B8E1A}" presName="compNode" presStyleCnt="0"/>
      <dgm:spPr/>
    </dgm:pt>
    <dgm:pt modelId="{17EBA891-6580-40A6-9DCE-C588CD0D6BA7}" type="pres">
      <dgm:prSet presAssocID="{32EA6A5F-7428-47A4-8424-28B6302B8E1A}" presName="bgRect" presStyleLbl="bgShp" presStyleIdx="3" presStyleCnt="5"/>
      <dgm:spPr/>
    </dgm:pt>
    <dgm:pt modelId="{9D22CF04-16FD-4C07-AC68-DA9919AFD324}" type="pres">
      <dgm:prSet presAssocID="{32EA6A5F-7428-47A4-8424-28B6302B8E1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2E4B7882-435D-47B8-9C0B-106164B0D744}" type="pres">
      <dgm:prSet presAssocID="{32EA6A5F-7428-47A4-8424-28B6302B8E1A}" presName="spaceRect" presStyleCnt="0"/>
      <dgm:spPr/>
    </dgm:pt>
    <dgm:pt modelId="{2E829784-653B-4D76-B292-EA6083CED179}" type="pres">
      <dgm:prSet presAssocID="{32EA6A5F-7428-47A4-8424-28B6302B8E1A}" presName="parTx" presStyleLbl="revTx" presStyleIdx="3" presStyleCnt="5">
        <dgm:presLayoutVars>
          <dgm:chMax val="0"/>
          <dgm:chPref val="0"/>
        </dgm:presLayoutVars>
      </dgm:prSet>
      <dgm:spPr/>
    </dgm:pt>
    <dgm:pt modelId="{55734CB5-327F-43BA-B39F-37BA55E7C7AC}" type="pres">
      <dgm:prSet presAssocID="{8731A1CD-4B57-4407-8086-44DAFE8E52BA}" presName="sibTrans" presStyleCnt="0"/>
      <dgm:spPr/>
    </dgm:pt>
    <dgm:pt modelId="{B31143A0-DF94-4295-9208-C61F300C1BCF}" type="pres">
      <dgm:prSet presAssocID="{F53D643B-5374-4519-B7FD-B5C9B4A1F088}" presName="compNode" presStyleCnt="0"/>
      <dgm:spPr/>
    </dgm:pt>
    <dgm:pt modelId="{1EB61B92-F95E-43A1-A1ED-3B44886CBA9A}" type="pres">
      <dgm:prSet presAssocID="{F53D643B-5374-4519-B7FD-B5C9B4A1F088}" presName="bgRect" presStyleLbl="bgShp" presStyleIdx="4" presStyleCnt="5"/>
      <dgm:spPr/>
    </dgm:pt>
    <dgm:pt modelId="{22797E67-4D3F-43A3-BCB0-ECA2F6B667A5}" type="pres">
      <dgm:prSet presAssocID="{F53D643B-5374-4519-B7FD-B5C9B4A1F08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illas"/>
        </a:ext>
      </dgm:extLst>
    </dgm:pt>
    <dgm:pt modelId="{B527B375-FBF4-4FBF-A543-7DD39F4FEA8F}" type="pres">
      <dgm:prSet presAssocID="{F53D643B-5374-4519-B7FD-B5C9B4A1F088}" presName="spaceRect" presStyleCnt="0"/>
      <dgm:spPr/>
    </dgm:pt>
    <dgm:pt modelId="{6AF91AC6-D0EF-47A8-BDFC-ED439A61C336}" type="pres">
      <dgm:prSet presAssocID="{F53D643B-5374-4519-B7FD-B5C9B4A1F08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F175906-273E-4614-9246-C58894110552}" srcId="{05040688-57BF-4327-8198-F62DBAA16158}" destId="{657275A9-3859-47AA-9E7D-C010860E811F}" srcOrd="1" destOrd="0" parTransId="{596F7B60-981C-4C92-9618-F84C8C44E999}" sibTransId="{DED62AAC-F4F4-49E1-8CA2-2F9F0CACB064}"/>
    <dgm:cxn modelId="{2C7EF64A-E5F3-4C00-AE94-C16E0FFFC667}" type="presOf" srcId="{32EA6A5F-7428-47A4-8424-28B6302B8E1A}" destId="{2E829784-653B-4D76-B292-EA6083CED179}" srcOrd="0" destOrd="0" presId="urn:microsoft.com/office/officeart/2018/2/layout/IconVerticalSolidList"/>
    <dgm:cxn modelId="{6DEB7D77-A981-4B6A-AF94-963A8E019951}" type="presOf" srcId="{F53D643B-5374-4519-B7FD-B5C9B4A1F088}" destId="{6AF91AC6-D0EF-47A8-BDFC-ED439A61C336}" srcOrd="0" destOrd="0" presId="urn:microsoft.com/office/officeart/2018/2/layout/IconVerticalSolidList"/>
    <dgm:cxn modelId="{3BC47A7B-7B67-422C-BD2B-94836FBA6C9E}" srcId="{05040688-57BF-4327-8198-F62DBAA16158}" destId="{32EA6A5F-7428-47A4-8424-28B6302B8E1A}" srcOrd="3" destOrd="0" parTransId="{A60CECF7-6BE4-429A-8E24-8874AAD1403D}" sibTransId="{8731A1CD-4B57-4407-8086-44DAFE8E52BA}"/>
    <dgm:cxn modelId="{20E60285-222F-4C25-A923-68EFCDA74E43}" type="presOf" srcId="{05040688-57BF-4327-8198-F62DBAA16158}" destId="{156D94A2-0390-497C-AC7A-81A141A48DA8}" srcOrd="0" destOrd="0" presId="urn:microsoft.com/office/officeart/2018/2/layout/IconVerticalSolidList"/>
    <dgm:cxn modelId="{7A714E87-3028-4BE0-A777-D726BC4EB4C6}" srcId="{05040688-57BF-4327-8198-F62DBAA16158}" destId="{347CEE6B-3F18-4829-989A-18489AB1EA34}" srcOrd="0" destOrd="0" parTransId="{EE9BA613-7BC3-461B-80DB-4B55E6FE4C2D}" sibTransId="{9068E73B-16E3-4DA4-B591-465F265C02E0}"/>
    <dgm:cxn modelId="{CA304A8C-C3A0-412F-AB9A-66187AF009CF}" srcId="{05040688-57BF-4327-8198-F62DBAA16158}" destId="{F53D643B-5374-4519-B7FD-B5C9B4A1F088}" srcOrd="4" destOrd="0" parTransId="{E62456F0-295F-40A4-9333-0D1EB7AB81E7}" sibTransId="{B112C6B6-0319-48D8-999D-ECA0050A2580}"/>
    <dgm:cxn modelId="{AC53C7B3-FA33-41B3-9E75-EB49A098B4C4}" type="presOf" srcId="{347CEE6B-3F18-4829-989A-18489AB1EA34}" destId="{BFB95035-9C61-4DB2-8932-3A9FB6AAC83A}" srcOrd="0" destOrd="0" presId="urn:microsoft.com/office/officeart/2018/2/layout/IconVerticalSolidList"/>
    <dgm:cxn modelId="{6E622CD6-95F0-4EE3-8E83-A72F00842DC1}" srcId="{05040688-57BF-4327-8198-F62DBAA16158}" destId="{317B2863-FD5A-4DFB-92DE-1F9CCBA4F878}" srcOrd="2" destOrd="0" parTransId="{2E22A1CA-7CE5-46BD-88DD-C71866E610F6}" sibTransId="{53AE896E-AE75-4D79-AA38-EA048DACAA28}"/>
    <dgm:cxn modelId="{18B53CE5-136B-45F2-AC8C-36B0F772BA22}" type="presOf" srcId="{317B2863-FD5A-4DFB-92DE-1F9CCBA4F878}" destId="{4EF64091-9454-4409-8B9C-293AF28F8D83}" srcOrd="0" destOrd="0" presId="urn:microsoft.com/office/officeart/2018/2/layout/IconVerticalSolidList"/>
    <dgm:cxn modelId="{BC9CC3FB-DFDE-4751-8470-A26C31325AF5}" type="presOf" srcId="{657275A9-3859-47AA-9E7D-C010860E811F}" destId="{9B3FF99E-7F8C-458E-82E4-A58C33531606}" srcOrd="0" destOrd="0" presId="urn:microsoft.com/office/officeart/2018/2/layout/IconVerticalSolidList"/>
    <dgm:cxn modelId="{BD8A630E-96A1-4084-927A-4C02D978151E}" type="presParOf" srcId="{156D94A2-0390-497C-AC7A-81A141A48DA8}" destId="{2F290A60-6056-4E9F-B713-5E282A7D707E}" srcOrd="0" destOrd="0" presId="urn:microsoft.com/office/officeart/2018/2/layout/IconVerticalSolidList"/>
    <dgm:cxn modelId="{0865A49C-B92E-48DC-B51A-7F95C6B3538D}" type="presParOf" srcId="{2F290A60-6056-4E9F-B713-5E282A7D707E}" destId="{D5BB2D2C-C26B-412E-8232-302186CC143C}" srcOrd="0" destOrd="0" presId="urn:microsoft.com/office/officeart/2018/2/layout/IconVerticalSolidList"/>
    <dgm:cxn modelId="{B78E74BD-0C61-4BCB-BF2C-4EA5323A8F8C}" type="presParOf" srcId="{2F290A60-6056-4E9F-B713-5E282A7D707E}" destId="{564F95DD-8C1B-4FC2-A279-958974CAB3BC}" srcOrd="1" destOrd="0" presId="urn:microsoft.com/office/officeart/2018/2/layout/IconVerticalSolidList"/>
    <dgm:cxn modelId="{626C3993-81E4-400E-BAE9-B0D8B1B876DF}" type="presParOf" srcId="{2F290A60-6056-4E9F-B713-5E282A7D707E}" destId="{C6CFAC90-0919-4263-88C7-2925456D2EED}" srcOrd="2" destOrd="0" presId="urn:microsoft.com/office/officeart/2018/2/layout/IconVerticalSolidList"/>
    <dgm:cxn modelId="{197F0B0F-65BE-4664-81B3-9D1DEEABDBFE}" type="presParOf" srcId="{2F290A60-6056-4E9F-B713-5E282A7D707E}" destId="{BFB95035-9C61-4DB2-8932-3A9FB6AAC83A}" srcOrd="3" destOrd="0" presId="urn:microsoft.com/office/officeart/2018/2/layout/IconVerticalSolidList"/>
    <dgm:cxn modelId="{2F45A27B-BD52-451B-A0AB-518F14C4A7BE}" type="presParOf" srcId="{156D94A2-0390-497C-AC7A-81A141A48DA8}" destId="{720C0C19-7933-4D27-8260-896534DCAE59}" srcOrd="1" destOrd="0" presId="urn:microsoft.com/office/officeart/2018/2/layout/IconVerticalSolidList"/>
    <dgm:cxn modelId="{206B3E0C-63B8-410C-9D6F-65ADB33F5985}" type="presParOf" srcId="{156D94A2-0390-497C-AC7A-81A141A48DA8}" destId="{E1653AC0-86B7-4CBA-AB15-97DEE106C92F}" srcOrd="2" destOrd="0" presId="urn:microsoft.com/office/officeart/2018/2/layout/IconVerticalSolidList"/>
    <dgm:cxn modelId="{2E774672-77FE-43D9-9C54-15BE020661D3}" type="presParOf" srcId="{E1653AC0-86B7-4CBA-AB15-97DEE106C92F}" destId="{D2E98643-AA60-4179-A888-0A3853A57099}" srcOrd="0" destOrd="0" presId="urn:microsoft.com/office/officeart/2018/2/layout/IconVerticalSolidList"/>
    <dgm:cxn modelId="{BD07A0BB-C215-4818-8F22-78BBF672E387}" type="presParOf" srcId="{E1653AC0-86B7-4CBA-AB15-97DEE106C92F}" destId="{1BDCF8FD-44C5-4E00-83EC-46A5713D5DF2}" srcOrd="1" destOrd="0" presId="urn:microsoft.com/office/officeart/2018/2/layout/IconVerticalSolidList"/>
    <dgm:cxn modelId="{705B9A01-EAE1-41CA-997C-780F611B3162}" type="presParOf" srcId="{E1653AC0-86B7-4CBA-AB15-97DEE106C92F}" destId="{A115F9D9-59C0-4E32-BF34-EFF2261B657A}" srcOrd="2" destOrd="0" presId="urn:microsoft.com/office/officeart/2018/2/layout/IconVerticalSolidList"/>
    <dgm:cxn modelId="{C7FDDB04-BC36-417F-BF98-AA048AD8CC73}" type="presParOf" srcId="{E1653AC0-86B7-4CBA-AB15-97DEE106C92F}" destId="{9B3FF99E-7F8C-458E-82E4-A58C33531606}" srcOrd="3" destOrd="0" presId="urn:microsoft.com/office/officeart/2018/2/layout/IconVerticalSolidList"/>
    <dgm:cxn modelId="{F4714358-1BDB-4CC0-8A7A-4C67EFFD56AB}" type="presParOf" srcId="{156D94A2-0390-497C-AC7A-81A141A48DA8}" destId="{42026B1B-FEE2-4ED1-ADD3-3BE87C456EF5}" srcOrd="3" destOrd="0" presId="urn:microsoft.com/office/officeart/2018/2/layout/IconVerticalSolidList"/>
    <dgm:cxn modelId="{B5484E05-BAF5-41BD-B03D-0F4348FFB719}" type="presParOf" srcId="{156D94A2-0390-497C-AC7A-81A141A48DA8}" destId="{96E698A1-6CB6-408F-8DE1-D9A9C11EA053}" srcOrd="4" destOrd="0" presId="urn:microsoft.com/office/officeart/2018/2/layout/IconVerticalSolidList"/>
    <dgm:cxn modelId="{4ED6CF7C-D644-493B-8D4B-C8360DBE6CD5}" type="presParOf" srcId="{96E698A1-6CB6-408F-8DE1-D9A9C11EA053}" destId="{4924F1AD-66C0-4766-97A9-2948A262DC84}" srcOrd="0" destOrd="0" presId="urn:microsoft.com/office/officeart/2018/2/layout/IconVerticalSolidList"/>
    <dgm:cxn modelId="{E788DE83-4FE6-4181-B033-4EA86480424F}" type="presParOf" srcId="{96E698A1-6CB6-408F-8DE1-D9A9C11EA053}" destId="{7988BA07-2E6A-4DC4-B99C-2C912DC30F69}" srcOrd="1" destOrd="0" presId="urn:microsoft.com/office/officeart/2018/2/layout/IconVerticalSolidList"/>
    <dgm:cxn modelId="{295AD346-DFD1-4915-8C14-3E2F5D9C4885}" type="presParOf" srcId="{96E698A1-6CB6-408F-8DE1-D9A9C11EA053}" destId="{AE027E02-1426-4C4C-8C70-EC858645E5B3}" srcOrd="2" destOrd="0" presId="urn:microsoft.com/office/officeart/2018/2/layout/IconVerticalSolidList"/>
    <dgm:cxn modelId="{5DCC8710-4206-43DF-B8AE-54983CC32596}" type="presParOf" srcId="{96E698A1-6CB6-408F-8DE1-D9A9C11EA053}" destId="{4EF64091-9454-4409-8B9C-293AF28F8D83}" srcOrd="3" destOrd="0" presId="urn:microsoft.com/office/officeart/2018/2/layout/IconVerticalSolidList"/>
    <dgm:cxn modelId="{644A2FD7-60CD-4689-84A4-4BA388BC9BC7}" type="presParOf" srcId="{156D94A2-0390-497C-AC7A-81A141A48DA8}" destId="{A012E337-C216-4D8A-BD15-FAB959291270}" srcOrd="5" destOrd="0" presId="urn:microsoft.com/office/officeart/2018/2/layout/IconVerticalSolidList"/>
    <dgm:cxn modelId="{CF7A5F70-3E27-4176-91ED-B51797729FB7}" type="presParOf" srcId="{156D94A2-0390-497C-AC7A-81A141A48DA8}" destId="{2D789894-3BD8-49B1-A905-5050EAA6688A}" srcOrd="6" destOrd="0" presId="urn:microsoft.com/office/officeart/2018/2/layout/IconVerticalSolidList"/>
    <dgm:cxn modelId="{D9DF7FD7-5F37-4CD1-B4C8-E791260CD4C1}" type="presParOf" srcId="{2D789894-3BD8-49B1-A905-5050EAA6688A}" destId="{17EBA891-6580-40A6-9DCE-C588CD0D6BA7}" srcOrd="0" destOrd="0" presId="urn:microsoft.com/office/officeart/2018/2/layout/IconVerticalSolidList"/>
    <dgm:cxn modelId="{D23F0630-BADB-481F-8AA0-CF0C35E66457}" type="presParOf" srcId="{2D789894-3BD8-49B1-A905-5050EAA6688A}" destId="{9D22CF04-16FD-4C07-AC68-DA9919AFD324}" srcOrd="1" destOrd="0" presId="urn:microsoft.com/office/officeart/2018/2/layout/IconVerticalSolidList"/>
    <dgm:cxn modelId="{96C1D29A-5497-4101-8C3C-4BD6B41046D6}" type="presParOf" srcId="{2D789894-3BD8-49B1-A905-5050EAA6688A}" destId="{2E4B7882-435D-47B8-9C0B-106164B0D744}" srcOrd="2" destOrd="0" presId="urn:microsoft.com/office/officeart/2018/2/layout/IconVerticalSolidList"/>
    <dgm:cxn modelId="{05CA8937-F114-49AF-A032-2BE25E93C29F}" type="presParOf" srcId="{2D789894-3BD8-49B1-A905-5050EAA6688A}" destId="{2E829784-653B-4D76-B292-EA6083CED179}" srcOrd="3" destOrd="0" presId="urn:microsoft.com/office/officeart/2018/2/layout/IconVerticalSolidList"/>
    <dgm:cxn modelId="{B66FE70D-9006-4DB2-88DE-0EAA66EAD693}" type="presParOf" srcId="{156D94A2-0390-497C-AC7A-81A141A48DA8}" destId="{55734CB5-327F-43BA-B39F-37BA55E7C7AC}" srcOrd="7" destOrd="0" presId="urn:microsoft.com/office/officeart/2018/2/layout/IconVerticalSolidList"/>
    <dgm:cxn modelId="{897CAB4B-E29F-46D5-B541-3F49DA14465D}" type="presParOf" srcId="{156D94A2-0390-497C-AC7A-81A141A48DA8}" destId="{B31143A0-DF94-4295-9208-C61F300C1BCF}" srcOrd="8" destOrd="0" presId="urn:microsoft.com/office/officeart/2018/2/layout/IconVerticalSolidList"/>
    <dgm:cxn modelId="{EC1A0BA7-80B4-4714-85B2-2A075FD8AFF1}" type="presParOf" srcId="{B31143A0-DF94-4295-9208-C61F300C1BCF}" destId="{1EB61B92-F95E-43A1-A1ED-3B44886CBA9A}" srcOrd="0" destOrd="0" presId="urn:microsoft.com/office/officeart/2018/2/layout/IconVerticalSolidList"/>
    <dgm:cxn modelId="{CBAEF43E-1310-4E65-84D6-161875551745}" type="presParOf" srcId="{B31143A0-DF94-4295-9208-C61F300C1BCF}" destId="{22797E67-4D3F-43A3-BCB0-ECA2F6B667A5}" srcOrd="1" destOrd="0" presId="urn:microsoft.com/office/officeart/2018/2/layout/IconVerticalSolidList"/>
    <dgm:cxn modelId="{48C989F0-F433-481E-AAC5-80CAB467D7A6}" type="presParOf" srcId="{B31143A0-DF94-4295-9208-C61F300C1BCF}" destId="{B527B375-FBF4-4FBF-A543-7DD39F4FEA8F}" srcOrd="2" destOrd="0" presId="urn:microsoft.com/office/officeart/2018/2/layout/IconVerticalSolidList"/>
    <dgm:cxn modelId="{EA94CBCF-AAD2-47FA-A019-D186FF6088E7}" type="presParOf" srcId="{B31143A0-DF94-4295-9208-C61F300C1BCF}" destId="{6AF91AC6-D0EF-47A8-BDFC-ED439A61C3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EFD61-FEB8-4820-AB0A-57CE33CEDC97}">
      <dsp:nvSpPr>
        <dsp:cNvPr id="0" name=""/>
        <dsp:cNvSpPr/>
      </dsp:nvSpPr>
      <dsp:spPr>
        <a:xfrm>
          <a:off x="0" y="2341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E1C52-AAE2-418F-AF1E-AABBD4937B3F}">
      <dsp:nvSpPr>
        <dsp:cNvPr id="0" name=""/>
        <dsp:cNvSpPr/>
      </dsp:nvSpPr>
      <dsp:spPr>
        <a:xfrm>
          <a:off x="0" y="2341"/>
          <a:ext cx="8439463" cy="105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b="0" i="0" kern="1200" dirty="0"/>
            <a:t>1. Aprender sobre la </a:t>
          </a:r>
          <a:r>
            <a:rPr lang="es-MX" sz="2800" b="1" i="0" kern="1200" dirty="0"/>
            <a:t>importancia</a:t>
          </a:r>
          <a:r>
            <a:rPr lang="es-MX" sz="2800" b="0" i="0" kern="1200" dirty="0"/>
            <a:t> de las normas en el ejercicio académico.</a:t>
          </a:r>
          <a:endParaRPr lang="en-US" sz="2800" kern="1200" dirty="0"/>
        </a:p>
      </dsp:txBody>
      <dsp:txXfrm>
        <a:off x="0" y="2341"/>
        <a:ext cx="8439463" cy="1051552"/>
      </dsp:txXfrm>
    </dsp:sp>
    <dsp:sp modelId="{98EEE978-8707-48F4-86B6-9E677E7F0FEC}">
      <dsp:nvSpPr>
        <dsp:cNvPr id="0" name=""/>
        <dsp:cNvSpPr/>
      </dsp:nvSpPr>
      <dsp:spPr>
        <a:xfrm>
          <a:off x="0" y="1053893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CF390-21CC-4D53-9469-B9D4C0E5B6C0}">
      <dsp:nvSpPr>
        <dsp:cNvPr id="0" name=""/>
        <dsp:cNvSpPr/>
      </dsp:nvSpPr>
      <dsp:spPr>
        <a:xfrm>
          <a:off x="0" y="1053893"/>
          <a:ext cx="8439463" cy="105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b="0" i="0" kern="1200" dirty="0"/>
            <a:t>2. Aprender a usarlas en el </a:t>
          </a:r>
          <a:r>
            <a:rPr lang="es-MX" sz="2800" b="1" i="0" kern="1200" dirty="0"/>
            <a:t>desarrollo </a:t>
          </a:r>
          <a:r>
            <a:rPr lang="es-MX" sz="2800" b="0" i="0" kern="1200" dirty="0"/>
            <a:t>de las actividades académicas.</a:t>
          </a:r>
          <a:endParaRPr lang="en-US" sz="2800" kern="1200" dirty="0"/>
        </a:p>
      </dsp:txBody>
      <dsp:txXfrm>
        <a:off x="0" y="1053893"/>
        <a:ext cx="8439463" cy="1051552"/>
      </dsp:txXfrm>
    </dsp:sp>
    <dsp:sp modelId="{BD96B94E-0526-402B-A95D-A011F1DE3083}">
      <dsp:nvSpPr>
        <dsp:cNvPr id="0" name=""/>
        <dsp:cNvSpPr/>
      </dsp:nvSpPr>
      <dsp:spPr>
        <a:xfrm>
          <a:off x="0" y="2105446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B278A-9AEC-4436-B019-C82B1BA16693}">
      <dsp:nvSpPr>
        <dsp:cNvPr id="0" name=""/>
        <dsp:cNvSpPr/>
      </dsp:nvSpPr>
      <dsp:spPr>
        <a:xfrm>
          <a:off x="0" y="2105446"/>
          <a:ext cx="8439463" cy="719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/>
            <a:t>¿Cómo elaborar citas?</a:t>
          </a:r>
          <a:endParaRPr lang="en-US" sz="2800" kern="1200"/>
        </a:p>
      </dsp:txBody>
      <dsp:txXfrm>
        <a:off x="0" y="2105446"/>
        <a:ext cx="8439463" cy="719156"/>
      </dsp:txXfrm>
    </dsp:sp>
    <dsp:sp modelId="{E60894A1-7D44-495B-B7DE-6D40B0EDE1B9}">
      <dsp:nvSpPr>
        <dsp:cNvPr id="0" name=""/>
        <dsp:cNvSpPr/>
      </dsp:nvSpPr>
      <dsp:spPr>
        <a:xfrm>
          <a:off x="0" y="2824603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1A1F2-BED7-4BFD-B43A-53BA8BB8D471}">
      <dsp:nvSpPr>
        <dsp:cNvPr id="0" name=""/>
        <dsp:cNvSpPr/>
      </dsp:nvSpPr>
      <dsp:spPr>
        <a:xfrm>
          <a:off x="0" y="2824603"/>
          <a:ext cx="8439463" cy="684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/>
            <a:t>¿Cómo elaborar referencias? </a:t>
          </a:r>
          <a:endParaRPr lang="en-US" sz="2800" kern="1200"/>
        </a:p>
      </dsp:txBody>
      <dsp:txXfrm>
        <a:off x="0" y="2824603"/>
        <a:ext cx="8439463" cy="684171"/>
      </dsp:txXfrm>
    </dsp:sp>
    <dsp:sp modelId="{D395326E-034B-4501-8213-7CF7C5AE52F0}">
      <dsp:nvSpPr>
        <dsp:cNvPr id="0" name=""/>
        <dsp:cNvSpPr/>
      </dsp:nvSpPr>
      <dsp:spPr>
        <a:xfrm>
          <a:off x="0" y="3508775"/>
          <a:ext cx="843946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09FAD-D4E4-4815-8833-B4CE38EF5731}">
      <dsp:nvSpPr>
        <dsp:cNvPr id="0" name=""/>
        <dsp:cNvSpPr/>
      </dsp:nvSpPr>
      <dsp:spPr>
        <a:xfrm>
          <a:off x="0" y="3508775"/>
          <a:ext cx="8439463" cy="105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b="1" kern="1200"/>
            <a:t>Nota</a:t>
          </a:r>
          <a:r>
            <a:rPr lang="es-MX" sz="2800" kern="1200"/>
            <a:t>: Casos específicos, usados y recomendados para los estudiantes. </a:t>
          </a:r>
          <a:endParaRPr lang="en-US" sz="2800" kern="1200"/>
        </a:p>
      </dsp:txBody>
      <dsp:txXfrm>
        <a:off x="0" y="3508775"/>
        <a:ext cx="8439463" cy="1051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F0731-2E1B-4EE9-9C48-64CD618B2044}">
      <dsp:nvSpPr>
        <dsp:cNvPr id="0" name=""/>
        <dsp:cNvSpPr/>
      </dsp:nvSpPr>
      <dsp:spPr>
        <a:xfrm>
          <a:off x="4359158" y="3476037"/>
          <a:ext cx="5434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3491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4617316" y="3508169"/>
        <a:ext cx="27174" cy="27174"/>
      </dsp:txXfrm>
    </dsp:sp>
    <dsp:sp modelId="{E7A51A95-6636-49AC-9309-8F2F58DD4F95}">
      <dsp:nvSpPr>
        <dsp:cNvPr id="0" name=""/>
        <dsp:cNvSpPr/>
      </dsp:nvSpPr>
      <dsp:spPr>
        <a:xfrm>
          <a:off x="1098208" y="2228037"/>
          <a:ext cx="543491" cy="1293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745" y="0"/>
              </a:lnTo>
              <a:lnTo>
                <a:pt x="271745" y="1293719"/>
              </a:lnTo>
              <a:lnTo>
                <a:pt x="543491" y="129371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1334873" y="2839816"/>
        <a:ext cx="70162" cy="70162"/>
      </dsp:txXfrm>
    </dsp:sp>
    <dsp:sp modelId="{EA41235F-B6CA-4705-BB75-116E3E8774A5}">
      <dsp:nvSpPr>
        <dsp:cNvPr id="0" name=""/>
        <dsp:cNvSpPr/>
      </dsp:nvSpPr>
      <dsp:spPr>
        <a:xfrm>
          <a:off x="4359158" y="2440420"/>
          <a:ext cx="5434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3491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4617316" y="2472553"/>
        <a:ext cx="27174" cy="27174"/>
      </dsp:txXfrm>
    </dsp:sp>
    <dsp:sp modelId="{565EA796-48F3-4000-A4A9-F00EBA56AA2F}">
      <dsp:nvSpPr>
        <dsp:cNvPr id="0" name=""/>
        <dsp:cNvSpPr/>
      </dsp:nvSpPr>
      <dsp:spPr>
        <a:xfrm>
          <a:off x="1098208" y="2228037"/>
          <a:ext cx="543491" cy="2581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745" y="0"/>
              </a:lnTo>
              <a:lnTo>
                <a:pt x="271745" y="258102"/>
              </a:lnTo>
              <a:lnTo>
                <a:pt x="543491" y="25810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1354912" y="2342047"/>
        <a:ext cx="30083" cy="30083"/>
      </dsp:txXfrm>
    </dsp:sp>
    <dsp:sp modelId="{D40A342C-768E-4A02-866D-0089228B46A3}">
      <dsp:nvSpPr>
        <dsp:cNvPr id="0" name=""/>
        <dsp:cNvSpPr/>
      </dsp:nvSpPr>
      <dsp:spPr>
        <a:xfrm>
          <a:off x="4345271" y="934318"/>
          <a:ext cx="557377" cy="333435"/>
        </a:xfrm>
        <a:custGeom>
          <a:avLst/>
          <a:gdLst/>
          <a:ahLst/>
          <a:cxnLst/>
          <a:rect l="0" t="0" r="0" b="0"/>
          <a:pathLst>
            <a:path>
              <a:moveTo>
                <a:pt x="0" y="333435"/>
              </a:moveTo>
              <a:lnTo>
                <a:pt x="278688" y="333435"/>
              </a:lnTo>
              <a:lnTo>
                <a:pt x="278688" y="0"/>
              </a:lnTo>
              <a:lnTo>
                <a:pt x="557377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4607723" y="1084798"/>
        <a:ext cx="32474" cy="32474"/>
      </dsp:txXfrm>
    </dsp:sp>
    <dsp:sp modelId="{28ED4782-D591-4E5F-A122-3D27109CA3D2}">
      <dsp:nvSpPr>
        <dsp:cNvPr id="0" name=""/>
        <dsp:cNvSpPr/>
      </dsp:nvSpPr>
      <dsp:spPr>
        <a:xfrm>
          <a:off x="1098208" y="1267753"/>
          <a:ext cx="529605" cy="960283"/>
        </a:xfrm>
        <a:custGeom>
          <a:avLst/>
          <a:gdLst/>
          <a:ahLst/>
          <a:cxnLst/>
          <a:rect l="0" t="0" r="0" b="0"/>
          <a:pathLst>
            <a:path>
              <a:moveTo>
                <a:pt x="0" y="960283"/>
              </a:moveTo>
              <a:lnTo>
                <a:pt x="264802" y="960283"/>
              </a:lnTo>
              <a:lnTo>
                <a:pt x="264802" y="0"/>
              </a:lnTo>
              <a:lnTo>
                <a:pt x="529605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b="0" kern="1200" dirty="0">
            <a:solidFill>
              <a:schemeClr val="tx1"/>
            </a:solidFill>
            <a:latin typeface="Abadi" panose="020B0604020104020204" pitchFamily="34" charset="0"/>
          </a:endParaRPr>
        </a:p>
      </dsp:txBody>
      <dsp:txXfrm>
        <a:off x="1335594" y="1720479"/>
        <a:ext cx="54832" cy="54832"/>
      </dsp:txXfrm>
    </dsp:sp>
    <dsp:sp modelId="{E0F289D9-6084-48C6-BD29-6CBDC90B34F0}">
      <dsp:nvSpPr>
        <dsp:cNvPr id="0" name=""/>
        <dsp:cNvSpPr/>
      </dsp:nvSpPr>
      <dsp:spPr>
        <a:xfrm rot="16200000">
          <a:off x="-1496284" y="1813791"/>
          <a:ext cx="4360491" cy="8284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latin typeface="Abadi" panose="020B0604020104020204" pitchFamily="34" charset="0"/>
            </a:rPr>
            <a:t>Normas APA</a:t>
          </a:r>
        </a:p>
      </dsp:txBody>
      <dsp:txXfrm>
        <a:off x="-1496284" y="1813791"/>
        <a:ext cx="4360491" cy="828493"/>
      </dsp:txXfrm>
    </dsp:sp>
    <dsp:sp modelId="{8F26BFA1-1F35-4E01-AABF-CF1C0599DF4C}">
      <dsp:nvSpPr>
        <dsp:cNvPr id="0" name=""/>
        <dsp:cNvSpPr/>
      </dsp:nvSpPr>
      <dsp:spPr>
        <a:xfrm>
          <a:off x="1627813" y="853507"/>
          <a:ext cx="2717458" cy="828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latin typeface="Abadi" panose="020B0604020104020204" pitchFamily="34" charset="0"/>
            </a:rPr>
            <a:t>Estilo</a:t>
          </a:r>
        </a:p>
      </dsp:txBody>
      <dsp:txXfrm>
        <a:off x="1627813" y="853507"/>
        <a:ext cx="2717458" cy="828493"/>
      </dsp:txXfrm>
    </dsp:sp>
    <dsp:sp modelId="{835C6697-3F28-4A68-8DF9-713326464240}">
      <dsp:nvSpPr>
        <dsp:cNvPr id="0" name=""/>
        <dsp:cNvSpPr/>
      </dsp:nvSpPr>
      <dsp:spPr>
        <a:xfrm>
          <a:off x="4902649" y="3866"/>
          <a:ext cx="2717458" cy="18609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Márgenes y números de página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Interlineado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Sangría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Fuente (Letra)</a:t>
          </a:r>
        </a:p>
      </dsp:txBody>
      <dsp:txXfrm>
        <a:off x="4902649" y="3866"/>
        <a:ext cx="2717458" cy="1860903"/>
      </dsp:txXfrm>
    </dsp:sp>
    <dsp:sp modelId="{EA412F05-7AAE-437B-A976-20322E25C724}">
      <dsp:nvSpPr>
        <dsp:cNvPr id="0" name=""/>
        <dsp:cNvSpPr/>
      </dsp:nvSpPr>
      <dsp:spPr>
        <a:xfrm>
          <a:off x="1641699" y="2071893"/>
          <a:ext cx="2717458" cy="828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latin typeface="Abadi" panose="020B0604020104020204" pitchFamily="34" charset="0"/>
            </a:rPr>
            <a:t>Citación</a:t>
          </a:r>
        </a:p>
      </dsp:txBody>
      <dsp:txXfrm>
        <a:off x="1641699" y="2071893"/>
        <a:ext cx="2717458" cy="828493"/>
      </dsp:txXfrm>
    </dsp:sp>
    <dsp:sp modelId="{ECE201DA-5803-4601-8559-33DC86DDC885}">
      <dsp:nvSpPr>
        <dsp:cNvPr id="0" name=""/>
        <dsp:cNvSpPr/>
      </dsp:nvSpPr>
      <dsp:spPr>
        <a:xfrm>
          <a:off x="4902649" y="2071893"/>
          <a:ext cx="2717458" cy="828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Dentro del texto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Fuentes</a:t>
          </a:r>
        </a:p>
      </dsp:txBody>
      <dsp:txXfrm>
        <a:off x="4902649" y="2071893"/>
        <a:ext cx="2717458" cy="828493"/>
      </dsp:txXfrm>
    </dsp:sp>
    <dsp:sp modelId="{2B2035CD-DD7A-49D4-AC14-1BCA50099DB4}">
      <dsp:nvSpPr>
        <dsp:cNvPr id="0" name=""/>
        <dsp:cNvSpPr/>
      </dsp:nvSpPr>
      <dsp:spPr>
        <a:xfrm>
          <a:off x="1641699" y="3107510"/>
          <a:ext cx="2717458" cy="8284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latin typeface="Abadi" panose="020B0604020104020204" pitchFamily="34" charset="0"/>
            </a:rPr>
            <a:t>Referencias</a:t>
          </a:r>
        </a:p>
      </dsp:txBody>
      <dsp:txXfrm>
        <a:off x="1641699" y="3107510"/>
        <a:ext cx="2717458" cy="828493"/>
      </dsp:txXfrm>
    </dsp:sp>
    <dsp:sp modelId="{C8FF972D-FC70-4D5B-99DA-28438BDE34E1}">
      <dsp:nvSpPr>
        <dsp:cNvPr id="0" name=""/>
        <dsp:cNvSpPr/>
      </dsp:nvSpPr>
      <dsp:spPr>
        <a:xfrm>
          <a:off x="4902649" y="3107510"/>
          <a:ext cx="2717458" cy="828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0" kern="1200" dirty="0">
              <a:solidFill>
                <a:schemeClr val="tx1"/>
              </a:solidFill>
              <a:latin typeface="Abadi" panose="020B0604020104020204" pitchFamily="34" charset="0"/>
            </a:rPr>
            <a:t>Listado final</a:t>
          </a:r>
        </a:p>
      </dsp:txBody>
      <dsp:txXfrm>
        <a:off x="4902649" y="3107510"/>
        <a:ext cx="2717458" cy="8284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B2D2C-C26B-412E-8232-302186CC143C}">
      <dsp:nvSpPr>
        <dsp:cNvPr id="0" name=""/>
        <dsp:cNvSpPr/>
      </dsp:nvSpPr>
      <dsp:spPr>
        <a:xfrm>
          <a:off x="0" y="2837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F95DD-8C1B-4FC2-A279-958974CAB3BC}">
      <dsp:nvSpPr>
        <dsp:cNvPr id="0" name=""/>
        <dsp:cNvSpPr/>
      </dsp:nvSpPr>
      <dsp:spPr>
        <a:xfrm>
          <a:off x="182815" y="138815"/>
          <a:ext cx="332391" cy="3323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95035-9C61-4DB2-8932-3A9FB6AAC83A}">
      <dsp:nvSpPr>
        <dsp:cNvPr id="0" name=""/>
        <dsp:cNvSpPr/>
      </dsp:nvSpPr>
      <dsp:spPr>
        <a:xfrm>
          <a:off x="698022" y="2837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>
              <a:latin typeface="Abadi" panose="020B0604020104020204" pitchFamily="34" charset="0"/>
            </a:rPr>
            <a:t>Tipo de Letra: </a:t>
          </a:r>
          <a:r>
            <a:rPr lang="es-ES" sz="1600" kern="1200">
              <a:latin typeface="Abadi" panose="020B0604020104020204" pitchFamily="34" charset="0"/>
            </a:rPr>
            <a:t>Times New Roman de 12 puntos </a:t>
          </a:r>
          <a:endParaRPr lang="en-US" sz="1600" kern="1200">
            <a:latin typeface="Abadi" panose="020B0604020104020204" pitchFamily="34" charset="0"/>
          </a:endParaRPr>
        </a:p>
      </dsp:txBody>
      <dsp:txXfrm>
        <a:off x="698022" y="2837"/>
        <a:ext cx="6020153" cy="604348"/>
      </dsp:txXfrm>
    </dsp:sp>
    <dsp:sp modelId="{D2E98643-AA60-4179-A888-0A3853A57099}">
      <dsp:nvSpPr>
        <dsp:cNvPr id="0" name=""/>
        <dsp:cNvSpPr/>
      </dsp:nvSpPr>
      <dsp:spPr>
        <a:xfrm>
          <a:off x="0" y="758272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DCF8FD-44C5-4E00-83EC-46A5713D5DF2}">
      <dsp:nvSpPr>
        <dsp:cNvPr id="0" name=""/>
        <dsp:cNvSpPr/>
      </dsp:nvSpPr>
      <dsp:spPr>
        <a:xfrm>
          <a:off x="182815" y="894250"/>
          <a:ext cx="332391" cy="3323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FF99E-7F8C-458E-82E4-A58C33531606}">
      <dsp:nvSpPr>
        <dsp:cNvPr id="0" name=""/>
        <dsp:cNvSpPr/>
      </dsp:nvSpPr>
      <dsp:spPr>
        <a:xfrm>
          <a:off x="698022" y="758272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Abadi" panose="020B0604020104020204" pitchFamily="34" charset="0"/>
            </a:rPr>
            <a:t>Interlineado: </a:t>
          </a:r>
          <a:r>
            <a:rPr lang="es-ES" sz="1600" kern="1200" dirty="0">
              <a:latin typeface="Abadi" panose="020B0604020104020204" pitchFamily="34" charset="0"/>
            </a:rPr>
            <a:t>Doble espacio en todo el texto, sólo se usa espacio sencillo en tablas o figuras. </a:t>
          </a:r>
          <a:endParaRPr lang="en-US" sz="1600" kern="1200" dirty="0">
            <a:latin typeface="Abadi" panose="020B0604020104020204" pitchFamily="34" charset="0"/>
          </a:endParaRPr>
        </a:p>
      </dsp:txBody>
      <dsp:txXfrm>
        <a:off x="698022" y="758272"/>
        <a:ext cx="6020153" cy="604348"/>
      </dsp:txXfrm>
    </dsp:sp>
    <dsp:sp modelId="{4924F1AD-66C0-4766-97A9-2948A262DC84}">
      <dsp:nvSpPr>
        <dsp:cNvPr id="0" name=""/>
        <dsp:cNvSpPr/>
      </dsp:nvSpPr>
      <dsp:spPr>
        <a:xfrm>
          <a:off x="0" y="1513707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8BA07-2E6A-4DC4-B99C-2C912DC30F69}">
      <dsp:nvSpPr>
        <dsp:cNvPr id="0" name=""/>
        <dsp:cNvSpPr/>
      </dsp:nvSpPr>
      <dsp:spPr>
        <a:xfrm>
          <a:off x="182815" y="1649685"/>
          <a:ext cx="332391" cy="3323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64091-9454-4409-8B9C-293AF28F8D83}">
      <dsp:nvSpPr>
        <dsp:cNvPr id="0" name=""/>
        <dsp:cNvSpPr/>
      </dsp:nvSpPr>
      <dsp:spPr>
        <a:xfrm>
          <a:off x="698022" y="1513707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>
              <a:latin typeface="Abadi" panose="020B0604020104020204" pitchFamily="34" charset="0"/>
            </a:rPr>
            <a:t>Márgenes: </a:t>
          </a:r>
          <a:r>
            <a:rPr lang="es-ES" sz="1600" kern="1200">
              <a:latin typeface="Abadi" panose="020B0604020104020204" pitchFamily="34" charset="0"/>
            </a:rPr>
            <a:t>deben ser uniformes, con una medida de 2.54 cm. </a:t>
          </a:r>
          <a:endParaRPr lang="en-US" sz="1600" kern="1200">
            <a:latin typeface="Abadi" panose="020B0604020104020204" pitchFamily="34" charset="0"/>
          </a:endParaRPr>
        </a:p>
      </dsp:txBody>
      <dsp:txXfrm>
        <a:off x="698022" y="1513707"/>
        <a:ext cx="6020153" cy="604348"/>
      </dsp:txXfrm>
    </dsp:sp>
    <dsp:sp modelId="{17EBA891-6580-40A6-9DCE-C588CD0D6BA7}">
      <dsp:nvSpPr>
        <dsp:cNvPr id="0" name=""/>
        <dsp:cNvSpPr/>
      </dsp:nvSpPr>
      <dsp:spPr>
        <a:xfrm>
          <a:off x="0" y="2269142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2CF04-16FD-4C07-AC68-DA9919AFD324}">
      <dsp:nvSpPr>
        <dsp:cNvPr id="0" name=""/>
        <dsp:cNvSpPr/>
      </dsp:nvSpPr>
      <dsp:spPr>
        <a:xfrm>
          <a:off x="182815" y="2405120"/>
          <a:ext cx="332391" cy="3323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29784-653B-4D76-B292-EA6083CED179}">
      <dsp:nvSpPr>
        <dsp:cNvPr id="0" name=""/>
        <dsp:cNvSpPr/>
      </dsp:nvSpPr>
      <dsp:spPr>
        <a:xfrm>
          <a:off x="698022" y="2269142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Abadi" panose="020B0604020104020204" pitchFamily="34" charset="0"/>
            </a:rPr>
            <a:t>Número de páginas: </a:t>
          </a:r>
          <a:r>
            <a:rPr lang="es-ES" sz="1600" kern="1200" dirty="0">
              <a:latin typeface="Abadi" panose="020B0604020104020204" pitchFamily="34" charset="0"/>
            </a:rPr>
            <a:t>debe ser arábigo (1, 2, 3), y debe ubicarse en el principio de la página, margen derecho.</a:t>
          </a:r>
          <a:endParaRPr lang="en-US" sz="1600" kern="1200" dirty="0">
            <a:latin typeface="Abadi" panose="020B0604020104020204" pitchFamily="34" charset="0"/>
          </a:endParaRPr>
        </a:p>
      </dsp:txBody>
      <dsp:txXfrm>
        <a:off x="698022" y="2269142"/>
        <a:ext cx="6020153" cy="604348"/>
      </dsp:txXfrm>
    </dsp:sp>
    <dsp:sp modelId="{1EB61B92-F95E-43A1-A1ED-3B44886CBA9A}">
      <dsp:nvSpPr>
        <dsp:cNvPr id="0" name=""/>
        <dsp:cNvSpPr/>
      </dsp:nvSpPr>
      <dsp:spPr>
        <a:xfrm>
          <a:off x="0" y="3024577"/>
          <a:ext cx="6718176" cy="6043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97E67-4D3F-43A3-BCB0-ECA2F6B667A5}">
      <dsp:nvSpPr>
        <dsp:cNvPr id="0" name=""/>
        <dsp:cNvSpPr/>
      </dsp:nvSpPr>
      <dsp:spPr>
        <a:xfrm>
          <a:off x="182815" y="3160555"/>
          <a:ext cx="332391" cy="3323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91AC6-D0EF-47A8-BDFC-ED439A61C336}">
      <dsp:nvSpPr>
        <dsp:cNvPr id="0" name=""/>
        <dsp:cNvSpPr/>
      </dsp:nvSpPr>
      <dsp:spPr>
        <a:xfrm>
          <a:off x="698022" y="3024577"/>
          <a:ext cx="6020153" cy="604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0" tIns="63960" rIns="63960" bIns="63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>
              <a:latin typeface="Abadi" panose="020B0604020104020204" pitchFamily="34" charset="0"/>
            </a:rPr>
            <a:t>Sangría: </a:t>
          </a:r>
          <a:r>
            <a:rPr lang="es-ES" sz="1600" kern="1200">
              <a:latin typeface="Abadi" panose="020B0604020104020204" pitchFamily="34" charset="0"/>
            </a:rPr>
            <a:t>utilice sangría de media pulgada en la primera línea de cada párrafo y de cada nota al pie</a:t>
          </a:r>
          <a:endParaRPr lang="en-US" sz="1600" kern="1200">
            <a:latin typeface="Abadi" panose="020B0604020104020204" pitchFamily="34" charset="0"/>
          </a:endParaRPr>
        </a:p>
      </dsp:txBody>
      <dsp:txXfrm>
        <a:off x="698022" y="3024577"/>
        <a:ext cx="6020153" cy="604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6B8A7-BDF4-425B-81B1-3AAA388E3D15}" type="datetimeFigureOut">
              <a:rPr lang="es-CO" smtClean="0"/>
              <a:t>13/03/2025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E6968-A3D5-44B5-8786-882F97814B9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961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E6968-A3D5-44B5-8786-882F97814B99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251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3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2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DEA8D4-FA4B-4572-B150-3B6C0F67B1DD}" type="datetimeFigureOut">
              <a:rPr lang="es-CO" smtClean="0"/>
              <a:t>13/03/2025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74F90F9-E2E7-446A-97F5-0CFB24B9311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236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93FF09-4928-4988-BAEA-5DC5316D9492}" type="datetimeFigureOut">
              <a:rPr lang="es-CO" smtClean="0"/>
              <a:t>13/03/2025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723F8-B624-4540-95F5-0FF2700E7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34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6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  <p:sldLayoutId id="2147483653" r:id="rId4"/>
    <p:sldLayoutId id="214748365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i.ues.edu.sv/id/eprint/13463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783912" y="5264582"/>
            <a:ext cx="5834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i="1" dirty="0">
                <a:solidFill>
                  <a:schemeClr val="bg1"/>
                </a:solidFill>
                <a:latin typeface="Abadi" panose="020B0604020104020204" pitchFamily="34" charset="0"/>
              </a:rPr>
              <a:t>Adaptado del Centro de Investigaciones </a:t>
            </a:r>
            <a:r>
              <a:rPr lang="es-CO" i="1" dirty="0" err="1">
                <a:solidFill>
                  <a:schemeClr val="bg1"/>
                </a:solidFill>
                <a:latin typeface="Abadi" panose="020B0604020104020204" pitchFamily="34" charset="0"/>
              </a:rPr>
              <a:t>Escolme</a:t>
            </a:r>
            <a:endParaRPr lang="es-CO" i="1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algn="r"/>
            <a:r>
              <a:rPr lang="es-CO" i="1" dirty="0">
                <a:solidFill>
                  <a:schemeClr val="bg1"/>
                </a:solidFill>
                <a:latin typeface="Abadi" panose="020B0604020104020204" pitchFamily="34" charset="0"/>
              </a:rPr>
              <a:t>Apoyado en: Diego Alejandro Lopera.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A6302D-C7DB-4F4C-9B54-85BEB52762E5}"/>
              </a:ext>
            </a:extLst>
          </p:cNvPr>
          <p:cNvSpPr txBox="1"/>
          <p:nvPr/>
        </p:nvSpPr>
        <p:spPr>
          <a:xfrm>
            <a:off x="722027" y="2250288"/>
            <a:ext cx="1012377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8800" dirty="0">
                <a:solidFill>
                  <a:schemeClr val="bg1"/>
                </a:solidFill>
                <a:latin typeface="Arial Black" panose="020B0A04020102020204" pitchFamily="34" charset="0"/>
              </a:rPr>
              <a:t>Normas APA</a:t>
            </a:r>
          </a:p>
          <a:p>
            <a:pPr algn="ctr"/>
            <a:r>
              <a:rPr lang="es-CO" sz="4400" dirty="0">
                <a:solidFill>
                  <a:schemeClr val="bg1"/>
                </a:solidFill>
                <a:latin typeface="Arial Black" panose="020B0A04020102020204" pitchFamily="34" charset="0"/>
              </a:rPr>
              <a:t>Séptima edición  </a:t>
            </a:r>
          </a:p>
        </p:txBody>
      </p:sp>
    </p:spTree>
    <p:extLst>
      <p:ext uri="{BB962C8B-B14F-4D97-AF65-F5344CB8AC3E}">
        <p14:creationId xmlns:p14="http://schemas.microsoft.com/office/powerpoint/2010/main" val="189079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uadroTexto 2">
            <a:extLst>
              <a:ext uri="{FF2B5EF4-FFF2-40B4-BE49-F238E27FC236}">
                <a16:creationId xmlns:a16="http://schemas.microsoft.com/office/drawing/2014/main" id="{2DE3A3A6-2ABA-C224-E288-1C7379B62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009075"/>
              </p:ext>
            </p:extLst>
          </p:nvPr>
        </p:nvGraphicFramePr>
        <p:xfrm>
          <a:off x="1798818" y="1394085"/>
          <a:ext cx="8439463" cy="4562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1769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A5FF5A27-D732-F518-91F3-7DEAF717A13F}"/>
              </a:ext>
            </a:extLst>
          </p:cNvPr>
          <p:cNvSpPr txBox="1"/>
          <p:nvPr/>
        </p:nvSpPr>
        <p:spPr>
          <a:xfrm>
            <a:off x="1724549" y="1569549"/>
            <a:ext cx="81732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800" dirty="0">
                <a:latin typeface="Abadi" panose="020B0604020104020204" pitchFamily="34" charset="0"/>
              </a:rPr>
              <a:t>Las Normas APA son un conjunto de directrices diseñadas para facilitar una comunicación clara y precisa en las publicaciones académicas, especialmente en la citación y referenciación de fuentes de información.</a:t>
            </a:r>
          </a:p>
        </p:txBody>
      </p:sp>
      <p:sp>
        <p:nvSpPr>
          <p:cNvPr id="11" name="CuadroTexto 1">
            <a:extLst>
              <a:ext uri="{FF2B5EF4-FFF2-40B4-BE49-F238E27FC236}">
                <a16:creationId xmlns:a16="http://schemas.microsoft.com/office/drawing/2014/main" id="{DBED3816-B36F-A1E5-B24F-5416FD680FCF}"/>
              </a:ext>
            </a:extLst>
          </p:cNvPr>
          <p:cNvSpPr txBox="1"/>
          <p:nvPr/>
        </p:nvSpPr>
        <p:spPr>
          <a:xfrm>
            <a:off x="1149246" y="681899"/>
            <a:ext cx="9323883" cy="67271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latin typeface="Arial Black" panose="020B0A04020102020204" pitchFamily="34" charset="0"/>
                <a:cs typeface="Arial" panose="020B0604020202020204" pitchFamily="34" charset="0"/>
              </a:rPr>
              <a:t>¿QUÉ SON?</a:t>
            </a:r>
          </a:p>
        </p:txBody>
      </p:sp>
      <p:sp>
        <p:nvSpPr>
          <p:cNvPr id="2" name="AutoShape 2" descr="Signo de interrogación amarillo e icono de pregunta (símbolo png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Signo de interrogación amarillo e icono de pregunta (símbolo png)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061" y="3664526"/>
            <a:ext cx="2100867" cy="210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8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31EA9FD-32E0-B4E1-88D8-DA9122AE248C}"/>
              </a:ext>
            </a:extLst>
          </p:cNvPr>
          <p:cNvSpPr txBox="1"/>
          <p:nvPr/>
        </p:nvSpPr>
        <p:spPr>
          <a:xfrm>
            <a:off x="6640642" y="2598002"/>
            <a:ext cx="43883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i="0" dirty="0">
                <a:effectLst/>
                <a:latin typeface="Arial Black" panose="020B0A04020102020204" pitchFamily="34" charset="0"/>
              </a:rPr>
              <a:t>¿Cuándo tendría que citar una fuente en APA?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22A26D-478F-E8E4-7244-1A8E02F8ADA5}"/>
              </a:ext>
            </a:extLst>
          </p:cNvPr>
          <p:cNvSpPr txBox="1"/>
          <p:nvPr/>
        </p:nvSpPr>
        <p:spPr>
          <a:xfrm>
            <a:off x="6640642" y="3646623"/>
            <a:ext cx="51678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200" b="0" i="0" dirty="0">
                <a:effectLst/>
                <a:latin typeface="Abadi" panose="020B0604020104020204" pitchFamily="34" charset="0"/>
              </a:rPr>
              <a:t>Cada vez </a:t>
            </a:r>
            <a:r>
              <a:rPr lang="es-MX" sz="2200" b="0" i="0" dirty="0">
                <a:effectLst/>
                <a:latin typeface="Abadi" panose="020B0604020104020204" pitchFamily="34" charset="0"/>
                <a:cs typeface="Arial" panose="020B0604020202020204" pitchFamily="34" charset="0"/>
              </a:rPr>
              <a:t>que se: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Abadi" panose="020B0604020104020204" pitchFamily="34" charset="0"/>
              </a:rPr>
              <a:t>R</a:t>
            </a:r>
            <a:r>
              <a:rPr lang="es-MX" sz="2200" b="0" i="0" dirty="0">
                <a:effectLst/>
                <a:latin typeface="Abadi" panose="020B0604020104020204" pitchFamily="34" charset="0"/>
              </a:rPr>
              <a:t>esuma</a:t>
            </a:r>
            <a:endParaRPr lang="es-MX" sz="2200" dirty="0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Abadi" panose="020B0604020104020204" pitchFamily="34" charset="0"/>
              </a:rPr>
              <a:t>P</a:t>
            </a:r>
            <a:r>
              <a:rPr lang="es-MX" sz="2200" b="0" i="0" dirty="0">
                <a:effectLst/>
                <a:latin typeface="Abadi" panose="020B0604020104020204" pitchFamily="34" charset="0"/>
              </a:rPr>
              <a:t>arafrasee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Abadi" panose="020B0604020104020204" pitchFamily="34" charset="0"/>
              </a:rPr>
              <a:t>Se </a:t>
            </a:r>
            <a:r>
              <a:rPr lang="es-MX" sz="2200" b="0" i="0" dirty="0">
                <a:effectLst/>
                <a:latin typeface="Abadi" panose="020B0604020104020204" pitchFamily="34" charset="0"/>
              </a:rPr>
              <a:t>cite información de otra fuente</a:t>
            </a:r>
          </a:p>
          <a:p>
            <a:r>
              <a:rPr lang="en-US" sz="2200" dirty="0">
                <a:latin typeface="Abadi" panose="020B0604020104020204" pitchFamily="34" charset="0"/>
              </a:rPr>
              <a:t>(Indiana University of Pennsylvania, 2020).  </a:t>
            </a:r>
            <a:endParaRPr lang="es-CO" sz="2200" dirty="0">
              <a:latin typeface="Abadi" panose="020B06040201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5FF5A27-D732-F518-91F3-7DEAF717A13F}"/>
              </a:ext>
            </a:extLst>
          </p:cNvPr>
          <p:cNvSpPr txBox="1"/>
          <p:nvPr/>
        </p:nvSpPr>
        <p:spPr>
          <a:xfrm>
            <a:off x="457199" y="1535388"/>
            <a:ext cx="54876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2200" b="0" i="0" dirty="0">
                <a:effectLst/>
                <a:latin typeface="Abadi" panose="020B0604020104020204" pitchFamily="34" charset="0"/>
              </a:rPr>
              <a:t>APA es el estilo de documentación de fuentes utilizado por la Asociación Americana de Psicología.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2200" b="0" i="0" dirty="0">
              <a:effectLst/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2200" b="0" i="0" dirty="0">
                <a:effectLst/>
                <a:latin typeface="Abadi" panose="020B0604020104020204" pitchFamily="34" charset="0"/>
              </a:rPr>
              <a:t>Se utilizan para escribir documentos académicos, como libros académicos y artículos de revistas. Se usa comúnmente en el campo de las ciencias sociales.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2200" b="0" i="0" dirty="0">
              <a:effectLst/>
              <a:latin typeface="Abadi" panose="020B0604020104020204" pitchFamily="34" charset="0"/>
            </a:endParaRPr>
          </a:p>
          <a:p>
            <a:pPr algn="just"/>
            <a:r>
              <a:rPr lang="en-US" sz="2200" dirty="0">
                <a:latin typeface="Abadi" panose="020B0604020104020204" pitchFamily="34" charset="0"/>
              </a:rPr>
              <a:t>    (Indiana University of   Pennsylvania, 2020).  </a:t>
            </a:r>
            <a:endParaRPr lang="es-CO" sz="2200" dirty="0">
              <a:latin typeface="Abadi" panose="020B0604020104020204" pitchFamily="34" charset="0"/>
            </a:endParaRPr>
          </a:p>
          <a:p>
            <a:pPr algn="ctr"/>
            <a:endParaRPr lang="es-CO" sz="2400" dirty="0">
              <a:latin typeface="Abadi" panose="020B0604020104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740BD7-7081-8615-C56F-4C73BB76D69D}"/>
              </a:ext>
            </a:extLst>
          </p:cNvPr>
          <p:cNvSpPr txBox="1"/>
          <p:nvPr/>
        </p:nvSpPr>
        <p:spPr>
          <a:xfrm>
            <a:off x="1006839" y="960002"/>
            <a:ext cx="4388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Arial Black" panose="020B0A04020102020204" pitchFamily="34" charset="0"/>
              </a:rPr>
              <a:t>Normas APA</a:t>
            </a:r>
            <a:endParaRPr lang="es-MX" sz="2400" b="1" i="0" dirty="0">
              <a:effectLst/>
              <a:latin typeface="Arial Black" panose="020B0A0402010202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2A23A6C-EBCA-C9B8-376F-6511C3AA3D3E}"/>
              </a:ext>
            </a:extLst>
          </p:cNvPr>
          <p:cNvCxnSpPr>
            <a:cxnSpLocks/>
          </p:cNvCxnSpPr>
          <p:nvPr/>
        </p:nvCxnSpPr>
        <p:spPr>
          <a:xfrm>
            <a:off x="5201587" y="1100947"/>
            <a:ext cx="4047344" cy="0"/>
          </a:xfrm>
          <a:prstGeom prst="line">
            <a:avLst/>
          </a:prstGeom>
          <a:ln w="57150">
            <a:solidFill>
              <a:srgbClr val="00206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C6A2362-5CDB-327F-DD7C-ACA8C24F1F5F}"/>
              </a:ext>
            </a:extLst>
          </p:cNvPr>
          <p:cNvCxnSpPr/>
          <p:nvPr/>
        </p:nvCxnSpPr>
        <p:spPr>
          <a:xfrm>
            <a:off x="9248931" y="1100947"/>
            <a:ext cx="0" cy="1334124"/>
          </a:xfrm>
          <a:prstGeom prst="straightConnector1">
            <a:avLst/>
          </a:prstGeom>
          <a:ln w="57150">
            <a:solidFill>
              <a:srgbClr val="00206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92DD471D-EE57-C506-44DD-DCE72E131F2D}"/>
              </a:ext>
            </a:extLst>
          </p:cNvPr>
          <p:cNvSpPr/>
          <p:nvPr/>
        </p:nvSpPr>
        <p:spPr>
          <a:xfrm>
            <a:off x="8921020" y="870114"/>
            <a:ext cx="479684" cy="46166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8807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B6BABFBF-8E0C-7369-F47D-C07576BCBE97}"/>
              </a:ext>
            </a:extLst>
          </p:cNvPr>
          <p:cNvSpPr/>
          <p:nvPr/>
        </p:nvSpPr>
        <p:spPr>
          <a:xfrm>
            <a:off x="1680392" y="1361402"/>
            <a:ext cx="4650412" cy="452431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Es apropiarse </a:t>
            </a:r>
            <a:r>
              <a:rPr lang="es-MX" sz="2400" dirty="0">
                <a:latin typeface="Abadi" panose="020B0604020104020204" pitchFamily="34" charset="0"/>
              </a:rPr>
              <a:t>de las palabras, imágenes y argumentos de otro autor </a:t>
            </a:r>
            <a:r>
              <a:rPr lang="es-MX" sz="24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y no citarlo</a:t>
            </a:r>
            <a:r>
              <a:rPr lang="es-MX" sz="2400" dirty="0">
                <a:latin typeface="Abadi" panose="020B0604020104020204" pitchFamily="34" charset="0"/>
              </a:rPr>
              <a:t>, ni dar a conocer </a:t>
            </a:r>
            <a:r>
              <a:rPr lang="es-MX" sz="24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la fuente </a:t>
            </a:r>
            <a:r>
              <a:rPr lang="es-MX" sz="2400" dirty="0">
                <a:latin typeface="Abadi" panose="020B0604020104020204" pitchFamily="34" charset="0"/>
              </a:rPr>
              <a:t>de dónde fue tomada la información. </a:t>
            </a:r>
          </a:p>
          <a:p>
            <a:pPr algn="ctr"/>
            <a:endParaRPr lang="es-MX" sz="2400" dirty="0">
              <a:latin typeface="Abadi" panose="020B0604020104020204" pitchFamily="34" charset="0"/>
            </a:endParaRPr>
          </a:p>
          <a:p>
            <a:pPr algn="ctr"/>
            <a:r>
              <a:rPr lang="es-MX" sz="2400" dirty="0">
                <a:latin typeface="Abadi" panose="020B0604020104020204" pitchFamily="34" charset="0"/>
              </a:rPr>
              <a:t>Para evitar el plagio es necesario utilizar un estilo o norma de citación para la elaboración de las citas y las referencias bibliográficas (Universidad EAFIT,2022).</a:t>
            </a:r>
            <a:endParaRPr lang="es-MX" sz="2000" dirty="0">
              <a:latin typeface="Abadi" panose="020B06040201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73E270-A4F1-BEEB-71F5-91D477FCE1F3}"/>
              </a:ext>
            </a:extLst>
          </p:cNvPr>
          <p:cNvSpPr txBox="1"/>
          <p:nvPr/>
        </p:nvSpPr>
        <p:spPr>
          <a:xfrm>
            <a:off x="8537991" y="4762456"/>
            <a:ext cx="1973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>
                <a:latin typeface="Abadi" panose="020B0604020104020204" pitchFamily="34" charset="0"/>
              </a:rPr>
              <a:t>Fuente: Lorente (2022)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8F3CDE-59B3-B4B3-A507-36E3826E3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791" y="2484665"/>
            <a:ext cx="2922015" cy="22777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108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BED3816-B36F-A1E5-B24F-5416FD680FCF}"/>
              </a:ext>
            </a:extLst>
          </p:cNvPr>
          <p:cNvSpPr txBox="1"/>
          <p:nvPr/>
        </p:nvSpPr>
        <p:spPr>
          <a:xfrm>
            <a:off x="1149245" y="539507"/>
            <a:ext cx="9323883" cy="67271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latin typeface="Arial Black" panose="020B0A04020102020204" pitchFamily="34" charset="0"/>
                <a:cs typeface="Arial" panose="020B0604020202020204" pitchFamily="34" charset="0"/>
              </a:rPr>
              <a:t>Estructura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32954" r="42674" b="17424"/>
          <a:stretch/>
        </p:blipFill>
        <p:spPr bwMode="auto">
          <a:xfrm>
            <a:off x="2001186" y="1399308"/>
            <a:ext cx="7620000" cy="468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275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BED3816-B36F-A1E5-B24F-5416FD680FCF}"/>
              </a:ext>
            </a:extLst>
          </p:cNvPr>
          <p:cNvSpPr txBox="1"/>
          <p:nvPr/>
        </p:nvSpPr>
        <p:spPr>
          <a:xfrm>
            <a:off x="1301645" y="751171"/>
            <a:ext cx="9323883" cy="67271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latin typeface="Arial Black" panose="020B0A04020102020204" pitchFamily="34" charset="0"/>
                <a:cs typeface="Arial" panose="020B0604020202020204" pitchFamily="34" charset="0"/>
              </a:rPr>
              <a:t>Portada para estudiantes</a:t>
            </a:r>
          </a:p>
        </p:txBody>
      </p:sp>
      <p:sp>
        <p:nvSpPr>
          <p:cNvPr id="4" name="CuadroTexto 8">
            <a:extLst>
              <a:ext uri="{FF2B5EF4-FFF2-40B4-BE49-F238E27FC236}">
                <a16:creationId xmlns:a16="http://schemas.microsoft.com/office/drawing/2014/main" id="{A5FF5A27-D732-F518-91F3-7DEAF717A13F}"/>
              </a:ext>
            </a:extLst>
          </p:cNvPr>
          <p:cNvSpPr txBox="1"/>
          <p:nvPr/>
        </p:nvSpPr>
        <p:spPr>
          <a:xfrm>
            <a:off x="608348" y="1535387"/>
            <a:ext cx="106138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000" dirty="0">
                <a:latin typeface="Abadi" panose="020B0604020104020204" pitchFamily="34" charset="0"/>
              </a:rPr>
              <a:t>Incluir el título del trabajo, los nombres del autor o de los autores, la afiliación del autor (nombre de la universidad), el nombre del curso y profesor/orientador para el cual se presenta el trabajo. También se debe agregar la fecha y el número de página. Los documentos de los estudiantes no incluyen un encabezado (a menos que lo solicite el instructor o la institución).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9" t="4897" r="2393" b="18287"/>
          <a:stretch/>
        </p:blipFill>
        <p:spPr bwMode="auto">
          <a:xfrm>
            <a:off x="3684513" y="2958785"/>
            <a:ext cx="5473342" cy="3484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450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9996773-0C13-4222-B6FA-49CF8D7CED92}"/>
              </a:ext>
            </a:extLst>
          </p:cNvPr>
          <p:cNvSpPr txBox="1"/>
          <p:nvPr/>
        </p:nvSpPr>
        <p:spPr>
          <a:xfrm>
            <a:off x="2018675" y="481532"/>
            <a:ext cx="9323883" cy="125978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latin typeface="Arial Black" panose="020B0A04020102020204" pitchFamily="34" charset="0"/>
                <a:cs typeface="Arial" panose="020B0604020202020204" pitchFamily="34" charset="0"/>
              </a:rPr>
              <a:t>¿Qué debemos saber de las normas APA?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AC3C909-8F1A-6328-48FC-08D1460E83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6949971"/>
              </p:ext>
            </p:extLst>
          </p:nvPr>
        </p:nvGraphicFramePr>
        <p:xfrm>
          <a:off x="2018675" y="1708879"/>
          <a:ext cx="7889823" cy="4412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025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BED3816-B36F-A1E5-B24F-5416FD680FCF}"/>
              </a:ext>
            </a:extLst>
          </p:cNvPr>
          <p:cNvSpPr txBox="1"/>
          <p:nvPr/>
        </p:nvSpPr>
        <p:spPr>
          <a:xfrm>
            <a:off x="1149245" y="539507"/>
            <a:ext cx="9323883" cy="67271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latin typeface="Arial Black" panose="020B0A04020102020204" pitchFamily="34" charset="0"/>
                <a:cs typeface="Arial" panose="020B0604020202020204" pitchFamily="34" charset="0"/>
              </a:rPr>
              <a:t>¿Estilo?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CBC51E5-AE53-D1D5-8ADE-91ADE8F86F45}"/>
              </a:ext>
            </a:extLst>
          </p:cNvPr>
          <p:cNvSpPr txBox="1"/>
          <p:nvPr/>
        </p:nvSpPr>
        <p:spPr>
          <a:xfrm>
            <a:off x="3406074" y="5545248"/>
            <a:ext cx="470773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El estilo </a:t>
            </a:r>
            <a:r>
              <a:rPr lang="es-ES" sz="2400" b="1" dirty="0">
                <a:solidFill>
                  <a:srgbClr val="FF0000"/>
                </a:solidFill>
              </a:rPr>
              <a:t>puede variar de acuerdo a la institución o a la revista</a:t>
            </a:r>
            <a:endParaRPr lang="es-CO" sz="2400" b="1" dirty="0">
              <a:solidFill>
                <a:srgbClr val="FF0000"/>
              </a:solidFill>
            </a:endParaRPr>
          </a:p>
        </p:txBody>
      </p:sp>
      <p:pic>
        <p:nvPicPr>
          <p:cNvPr id="5" name="Imagen 4" descr="Forma, Cuadrado&#10;&#10;Descripción generada automáticamente">
            <a:extLst>
              <a:ext uri="{FF2B5EF4-FFF2-40B4-BE49-F238E27FC236}">
                <a16:creationId xmlns:a16="http://schemas.microsoft.com/office/drawing/2014/main" id="{4F920533-155A-8659-71FF-AB01A9C87A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91"/>
          <a:stretch/>
        </p:blipFill>
        <p:spPr>
          <a:xfrm>
            <a:off x="145850" y="1460718"/>
            <a:ext cx="3362179" cy="39373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FCC09C9-7319-AA86-502B-527B15DFAC01}"/>
              </a:ext>
            </a:extLst>
          </p:cNvPr>
          <p:cNvSpPr txBox="1"/>
          <p:nvPr/>
        </p:nvSpPr>
        <p:spPr>
          <a:xfrm>
            <a:off x="3565942" y="2272038"/>
            <a:ext cx="1637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Número de </a:t>
            </a:r>
          </a:p>
          <a:p>
            <a:pPr algn="ctr"/>
            <a:r>
              <a:rPr lang="es-CO" dirty="0">
                <a:latin typeface="Arial Black" panose="020B0A04020102020204" pitchFamily="34" charset="0"/>
              </a:rPr>
              <a:t>página</a:t>
            </a:r>
          </a:p>
        </p:txBody>
      </p: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CD45C52C-3C80-245A-5C81-AE1AD26A55DF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V="1">
            <a:off x="3826845" y="1714190"/>
            <a:ext cx="212217" cy="90347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1" name="CuadroTexto 2">
            <a:extLst>
              <a:ext uri="{FF2B5EF4-FFF2-40B4-BE49-F238E27FC236}">
                <a16:creationId xmlns:a16="http://schemas.microsoft.com/office/drawing/2014/main" id="{0600409A-9899-F074-35B3-BB95F9E3A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732646"/>
              </p:ext>
            </p:extLst>
          </p:nvPr>
        </p:nvGraphicFramePr>
        <p:xfrm>
          <a:off x="5018942" y="1490698"/>
          <a:ext cx="6718176" cy="3631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206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4CF09A49-40E8-4F13-A2FB-7582FF8DD575}"/>
              </a:ext>
            </a:extLst>
          </p:cNvPr>
          <p:cNvSpPr txBox="1"/>
          <p:nvPr/>
        </p:nvSpPr>
        <p:spPr>
          <a:xfrm>
            <a:off x="2736912" y="461638"/>
            <a:ext cx="6718176" cy="877987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Sobre el estilo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8415F7C-D8CF-49FA-9FD5-B9A0E22AD929}"/>
              </a:ext>
            </a:extLst>
          </p:cNvPr>
          <p:cNvSpPr/>
          <p:nvPr/>
        </p:nvSpPr>
        <p:spPr>
          <a:xfrm>
            <a:off x="358193" y="3443068"/>
            <a:ext cx="2053883" cy="1323438"/>
          </a:xfrm>
          <a:prstGeom prst="rightArrow">
            <a:avLst/>
          </a:prstGeom>
          <a:solidFill>
            <a:srgbClr val="ADDB7B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800" b="1" dirty="0">
                <a:solidFill>
                  <a:schemeClr val="tx1"/>
                </a:solidFill>
              </a:rPr>
              <a:t>Figuras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681CF91-1A74-3AEA-A4EB-F8EEF9892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997" y="2057708"/>
            <a:ext cx="6192277" cy="4013308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C5D1047F-5D6D-8F07-BC34-6B5EDE629159}"/>
              </a:ext>
            </a:extLst>
          </p:cNvPr>
          <p:cNvCxnSpPr/>
          <p:nvPr/>
        </p:nvCxnSpPr>
        <p:spPr>
          <a:xfrm>
            <a:off x="4302177" y="5847974"/>
            <a:ext cx="0" cy="223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F21AC882-31ED-2C65-6BCC-0C72DC52A088}"/>
              </a:ext>
            </a:extLst>
          </p:cNvPr>
          <p:cNvSpPr/>
          <p:nvPr/>
        </p:nvSpPr>
        <p:spPr>
          <a:xfrm>
            <a:off x="2367107" y="1083864"/>
            <a:ext cx="6835564" cy="739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Abadi" panose="020B0604020104020204" pitchFamily="34" charset="0"/>
              </a:rPr>
              <a:t>Siempre van citadas dentro del texto</a:t>
            </a:r>
          </a:p>
        </p:txBody>
      </p:sp>
    </p:spTree>
    <p:extLst>
      <p:ext uri="{BB962C8B-B14F-4D97-AF65-F5344CB8AC3E}">
        <p14:creationId xmlns:p14="http://schemas.microsoft.com/office/powerpoint/2010/main" val="339447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9154413-1EC0-45D4-B089-AD7E84EC8E86}"/>
              </a:ext>
            </a:extLst>
          </p:cNvPr>
          <p:cNvSpPr txBox="1"/>
          <p:nvPr/>
        </p:nvSpPr>
        <p:spPr>
          <a:xfrm>
            <a:off x="2736912" y="361914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Sobre el estilo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2F6E1BC9-254A-4D66-B38D-B51D1902DAEF}"/>
              </a:ext>
            </a:extLst>
          </p:cNvPr>
          <p:cNvSpPr/>
          <p:nvPr/>
        </p:nvSpPr>
        <p:spPr>
          <a:xfrm>
            <a:off x="358193" y="3708081"/>
            <a:ext cx="2053883" cy="1323438"/>
          </a:xfrm>
          <a:prstGeom prst="rightArrow">
            <a:avLst/>
          </a:prstGeom>
          <a:solidFill>
            <a:srgbClr val="ADDB7B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800" b="1" dirty="0">
                <a:solidFill>
                  <a:schemeClr val="tx1"/>
                </a:solidFill>
              </a:rPr>
              <a:t>Tablas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99A591-AED6-0E51-92D4-8AED1090FF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36" t="48304" r="35060" b="17580"/>
          <a:stretch/>
        </p:blipFill>
        <p:spPr>
          <a:xfrm>
            <a:off x="2412076" y="2024275"/>
            <a:ext cx="9233523" cy="336761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B4B0D96-951A-FA97-C259-A7AD7F99022C}"/>
              </a:ext>
            </a:extLst>
          </p:cNvPr>
          <p:cNvSpPr/>
          <p:nvPr/>
        </p:nvSpPr>
        <p:spPr>
          <a:xfrm>
            <a:off x="2678218" y="963943"/>
            <a:ext cx="6835564" cy="739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Abadi" panose="020B0604020104020204" pitchFamily="34" charset="0"/>
              </a:rPr>
              <a:t>Siempre van citadas dentro del texto</a:t>
            </a:r>
          </a:p>
        </p:txBody>
      </p:sp>
    </p:spTree>
    <p:extLst>
      <p:ext uri="{BB962C8B-B14F-4D97-AF65-F5344CB8AC3E}">
        <p14:creationId xmlns:p14="http://schemas.microsoft.com/office/powerpoint/2010/main" val="4022999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C5E3E8E-E270-A700-AC26-B28759E1431A}"/>
              </a:ext>
            </a:extLst>
          </p:cNvPr>
          <p:cNvSpPr/>
          <p:nvPr/>
        </p:nvSpPr>
        <p:spPr>
          <a:xfrm>
            <a:off x="1558977" y="3000029"/>
            <a:ext cx="3057994" cy="1783829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latin typeface="Abadi" panose="020B0604020104020204" pitchFamily="34" charset="0"/>
              </a:rPr>
              <a:t>CITACIÓN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0B1CFC9-DAA5-EE1E-34E5-6039C0F26A18}"/>
              </a:ext>
            </a:extLst>
          </p:cNvPr>
          <p:cNvSpPr/>
          <p:nvPr/>
        </p:nvSpPr>
        <p:spPr>
          <a:xfrm>
            <a:off x="6867994" y="3000028"/>
            <a:ext cx="3057994" cy="1783829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tx1"/>
                </a:solidFill>
                <a:latin typeface="Abadi" panose="020B0604020104020204" pitchFamily="34" charset="0"/>
              </a:rPr>
              <a:t>REFERENCIACIÓN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98D4E06-0435-6B0E-DA59-85274F54D47F}"/>
              </a:ext>
            </a:extLst>
          </p:cNvPr>
          <p:cNvSpPr txBox="1"/>
          <p:nvPr/>
        </p:nvSpPr>
        <p:spPr>
          <a:xfrm>
            <a:off x="2392138" y="1406018"/>
            <a:ext cx="6718176" cy="877987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6000" dirty="0">
                <a:latin typeface="Arial Black" panose="020B0A04020102020204" pitchFamily="34" charset="0"/>
              </a:rPr>
              <a:t>NORMAS APA</a:t>
            </a:r>
          </a:p>
        </p:txBody>
      </p:sp>
      <p:sp>
        <p:nvSpPr>
          <p:cNvPr id="5" name="Abrir llave 4">
            <a:extLst>
              <a:ext uri="{FF2B5EF4-FFF2-40B4-BE49-F238E27FC236}">
                <a16:creationId xmlns:a16="http://schemas.microsoft.com/office/drawing/2014/main" id="{3FC14698-02E2-5612-B9CC-D7FD71D122A6}"/>
              </a:ext>
            </a:extLst>
          </p:cNvPr>
          <p:cNvSpPr/>
          <p:nvPr/>
        </p:nvSpPr>
        <p:spPr>
          <a:xfrm rot="5400000">
            <a:off x="5480777" y="-3746"/>
            <a:ext cx="415980" cy="5291527"/>
          </a:xfrm>
          <a:prstGeom prst="lef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901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56AEC02-4DCF-FF20-3D45-F18430AD9BFA}"/>
              </a:ext>
            </a:extLst>
          </p:cNvPr>
          <p:cNvSpPr txBox="1"/>
          <p:nvPr/>
        </p:nvSpPr>
        <p:spPr>
          <a:xfrm>
            <a:off x="2572021" y="481835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Citación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3299708-C2DD-CB4D-CC89-4A3E50F7C947}"/>
              </a:ext>
            </a:extLst>
          </p:cNvPr>
          <p:cNvSpPr/>
          <p:nvPr/>
        </p:nvSpPr>
        <p:spPr>
          <a:xfrm>
            <a:off x="193069" y="1897918"/>
            <a:ext cx="652638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s-ES" sz="2000" dirty="0">
                <a:latin typeface="Open sans"/>
              </a:rPr>
              <a:t>Expresión parcial de ideas o afirmaciones incluidas en un texto con referencia precisa de su origen o fuente.</a:t>
            </a:r>
            <a:endParaRPr lang="es-CO" sz="2000" dirty="0">
              <a:solidFill>
                <a:srgbClr val="000000"/>
              </a:solidFill>
              <a:latin typeface="Open sans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54CFA22-E1FC-AE91-E9F0-1BCC63619A0E}"/>
              </a:ext>
            </a:extLst>
          </p:cNvPr>
          <p:cNvCxnSpPr/>
          <p:nvPr/>
        </p:nvCxnSpPr>
        <p:spPr>
          <a:xfrm flipH="1">
            <a:off x="2103683" y="2914443"/>
            <a:ext cx="1195486" cy="655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2395F27-807F-0827-C1E0-5633FA1FFBE2}"/>
              </a:ext>
            </a:extLst>
          </p:cNvPr>
          <p:cNvCxnSpPr/>
          <p:nvPr/>
        </p:nvCxnSpPr>
        <p:spPr>
          <a:xfrm>
            <a:off x="3291476" y="2910433"/>
            <a:ext cx="907032" cy="67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12522DC9-32C6-38CC-D534-543C9A0C9316}"/>
              </a:ext>
            </a:extLst>
          </p:cNvPr>
          <p:cNvSpPr/>
          <p:nvPr/>
        </p:nvSpPr>
        <p:spPr>
          <a:xfrm>
            <a:off x="1471550" y="3586346"/>
            <a:ext cx="1579418" cy="82596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Open sans"/>
              </a:rPr>
              <a:t>Parafraseo (indirecta)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7C0080A-FC7F-67F2-087A-7230E273F482}"/>
              </a:ext>
            </a:extLst>
          </p:cNvPr>
          <p:cNvSpPr/>
          <p:nvPr/>
        </p:nvSpPr>
        <p:spPr>
          <a:xfrm>
            <a:off x="3711458" y="3586347"/>
            <a:ext cx="1579418" cy="82596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Open sans"/>
              </a:rPr>
              <a:t>Cita textual (directa)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7C8F076-C21B-BCC2-7174-5529A39FBECA}"/>
              </a:ext>
            </a:extLst>
          </p:cNvPr>
          <p:cNvCxnSpPr/>
          <p:nvPr/>
        </p:nvCxnSpPr>
        <p:spPr>
          <a:xfrm>
            <a:off x="346364" y="2893879"/>
            <a:ext cx="5943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302454D8-0BA0-2AD1-77A1-973E10CF56CB}"/>
              </a:ext>
            </a:extLst>
          </p:cNvPr>
          <p:cNvSpPr/>
          <p:nvPr/>
        </p:nvSpPr>
        <p:spPr>
          <a:xfrm>
            <a:off x="3456261" y="4757310"/>
            <a:ext cx="1969804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s-ES" sz="1600" dirty="0">
                <a:latin typeface="Open sans"/>
              </a:rPr>
              <a:t>Fragmentos o ideas textuales de un texto</a:t>
            </a:r>
            <a:endParaRPr lang="es-CO" sz="1600" dirty="0">
              <a:solidFill>
                <a:srgbClr val="000000"/>
              </a:solidFill>
              <a:latin typeface="Open sans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1F1A01-1863-9F75-0846-1360E27AAD45}"/>
              </a:ext>
            </a:extLst>
          </p:cNvPr>
          <p:cNvSpPr/>
          <p:nvPr/>
        </p:nvSpPr>
        <p:spPr>
          <a:xfrm>
            <a:off x="1081164" y="4749189"/>
            <a:ext cx="2360189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s-ES" sz="1600" dirty="0">
                <a:latin typeface="Open sans"/>
              </a:rPr>
              <a:t>Ideas de un autor, pero en palabras propias del escritor</a:t>
            </a:r>
            <a:endParaRPr lang="es-CO" sz="1600" dirty="0">
              <a:solidFill>
                <a:srgbClr val="000000"/>
              </a:solidFill>
              <a:latin typeface="Open sans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3214F9A-DB06-0865-7D40-0EBD55AFD6E1}"/>
              </a:ext>
            </a:extLst>
          </p:cNvPr>
          <p:cNvCxnSpPr/>
          <p:nvPr/>
        </p:nvCxnSpPr>
        <p:spPr>
          <a:xfrm>
            <a:off x="3991856" y="4431866"/>
            <a:ext cx="3454" cy="298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59D3360-3BBF-CEE3-AA5A-AD0EB09F55C1}"/>
              </a:ext>
            </a:extLst>
          </p:cNvPr>
          <p:cNvSpPr/>
          <p:nvPr/>
        </p:nvSpPr>
        <p:spPr>
          <a:xfrm>
            <a:off x="7640770" y="2298028"/>
            <a:ext cx="4441371" cy="8964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" panose="020B0604020104020204" pitchFamily="34" charset="0"/>
              </a:rPr>
              <a:t>MENOS</a:t>
            </a:r>
            <a:r>
              <a:rPr lang="es-CO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badi" panose="020B0604020104020204" pitchFamily="34" charset="0"/>
              </a:rPr>
              <a:t> DE 40 PALABRAS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1CADD94-B53C-0045-00AC-5C57840CC6C2}"/>
              </a:ext>
            </a:extLst>
          </p:cNvPr>
          <p:cNvSpPr/>
          <p:nvPr/>
        </p:nvSpPr>
        <p:spPr>
          <a:xfrm>
            <a:off x="7640769" y="4440019"/>
            <a:ext cx="4441371" cy="89647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u="sng" dirty="0">
                <a:latin typeface="Abadi" panose="020B0604020104020204" pitchFamily="34" charset="0"/>
              </a:rPr>
              <a:t>MÁS DE </a:t>
            </a:r>
            <a:r>
              <a:rPr lang="es-CO" sz="2400" b="1" dirty="0">
                <a:latin typeface="Abadi" panose="020B0604020104020204" pitchFamily="34" charset="0"/>
              </a:rPr>
              <a:t>40 PALABRAS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1946947-6C3B-E5D5-9ED2-805CAA675B33}"/>
              </a:ext>
            </a:extLst>
          </p:cNvPr>
          <p:cNvCxnSpPr>
            <a:cxnSpLocks/>
          </p:cNvCxnSpPr>
          <p:nvPr/>
        </p:nvCxnSpPr>
        <p:spPr>
          <a:xfrm>
            <a:off x="1655975" y="4412309"/>
            <a:ext cx="3454" cy="298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5129E6F-617C-2366-E005-E304CCE1629E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356583" y="2746265"/>
            <a:ext cx="2284187" cy="1253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EC1842A3-D6BF-4345-59DE-FB6AA162FF20}"/>
              </a:ext>
            </a:extLst>
          </p:cNvPr>
          <p:cNvCxnSpPr>
            <a:cxnSpLocks/>
          </p:cNvCxnSpPr>
          <p:nvPr/>
        </p:nvCxnSpPr>
        <p:spPr>
          <a:xfrm>
            <a:off x="5356583" y="3999329"/>
            <a:ext cx="2218480" cy="884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196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AC547F1-AB32-40DE-A90C-D925577F271A}"/>
              </a:ext>
            </a:extLst>
          </p:cNvPr>
          <p:cNvSpPr txBox="1"/>
          <p:nvPr/>
        </p:nvSpPr>
        <p:spPr>
          <a:xfrm>
            <a:off x="2572021" y="481835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Citas textuales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4F8E89-EB43-33E2-E828-417863638BFF}"/>
              </a:ext>
            </a:extLst>
          </p:cNvPr>
          <p:cNvSpPr txBox="1">
            <a:spLocks/>
          </p:cNvSpPr>
          <p:nvPr/>
        </p:nvSpPr>
        <p:spPr>
          <a:xfrm>
            <a:off x="3115980" y="1336916"/>
            <a:ext cx="2270167" cy="360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500" b="1" dirty="0">
                <a:solidFill>
                  <a:srgbClr val="03507F"/>
                </a:solidFill>
                <a:latin typeface="Open sans"/>
                <a:cs typeface="HelveticaNeueLT Std UltLt"/>
              </a:rPr>
              <a:t>Formas de citar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81C8CE7-8B39-E4C8-91DF-12D17474C4DB}"/>
              </a:ext>
            </a:extLst>
          </p:cNvPr>
          <p:cNvSpPr/>
          <p:nvPr/>
        </p:nvSpPr>
        <p:spPr>
          <a:xfrm>
            <a:off x="962845" y="2200816"/>
            <a:ext cx="2642259" cy="1708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CO" sz="1500" dirty="0">
                <a:solidFill>
                  <a:srgbClr val="000000"/>
                </a:solidFill>
                <a:latin typeface="Open sans"/>
                <a:ea typeface="Calibri" panose="020F0502020204030204" pitchFamily="34" charset="0"/>
              </a:rPr>
              <a:t>“Hablar, usar una palabra, parece algo tan natural como el caminar y casi como el respirar. El ser humano habla. Hablamos en la vigilia del sueño” (Arias, 1985, p. 9).</a:t>
            </a:r>
          </a:p>
          <a:p>
            <a:pPr algn="just">
              <a:spcAft>
                <a:spcPts val="0"/>
              </a:spcAft>
            </a:pPr>
            <a:endParaRPr lang="es-CO" sz="1500" dirty="0">
              <a:solidFill>
                <a:srgbClr val="000000"/>
              </a:solidFill>
              <a:latin typeface="Open sans"/>
              <a:ea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FDA4700-D7BE-A7CE-8809-077629C207E7}"/>
              </a:ext>
            </a:extLst>
          </p:cNvPr>
          <p:cNvSpPr/>
          <p:nvPr/>
        </p:nvSpPr>
        <p:spPr>
          <a:xfrm>
            <a:off x="3956144" y="3203662"/>
            <a:ext cx="2642259" cy="19389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CO" sz="1500" dirty="0">
                <a:latin typeface="Open sans"/>
              </a:rPr>
              <a:t> </a:t>
            </a:r>
            <a:r>
              <a:rPr lang="es-CO" sz="1500" dirty="0">
                <a:solidFill>
                  <a:srgbClr val="000000"/>
                </a:solidFill>
                <a:latin typeface="Open sans"/>
                <a:ea typeface="Calibri" panose="020F0502020204030204" pitchFamily="34" charset="0"/>
              </a:rPr>
              <a:t>Así lo expresa Hernández (1996): “La relación pedagógica debía ser vista como una interacción comunicativa y no como una acción instrumental” (pp. 38-39).</a:t>
            </a:r>
          </a:p>
          <a:p>
            <a:pPr algn="just">
              <a:spcAft>
                <a:spcPts val="0"/>
              </a:spcAft>
            </a:pPr>
            <a:endParaRPr lang="es-CO" sz="1500" dirty="0">
              <a:solidFill>
                <a:srgbClr val="000000"/>
              </a:solidFill>
              <a:latin typeface="Open sans"/>
              <a:ea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852BC9C-E2BF-17CF-EA55-6EE725D5FDC1}"/>
              </a:ext>
            </a:extLst>
          </p:cNvPr>
          <p:cNvSpPr/>
          <p:nvPr/>
        </p:nvSpPr>
        <p:spPr>
          <a:xfrm>
            <a:off x="6990539" y="4070915"/>
            <a:ext cx="2642259" cy="19389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CO" sz="1500" dirty="0">
                <a:solidFill>
                  <a:srgbClr val="000000"/>
                </a:solidFill>
                <a:latin typeface="Open sans"/>
                <a:ea typeface="Calibri" panose="020F0502020204030204" pitchFamily="34" charset="0"/>
              </a:rPr>
              <a:t>En su escrito de 1996, Hernández argumentó que “la relación pedagógica debía ser vista como una interacción comunicativa y no como una acción instrumental” (párr. 3).</a:t>
            </a:r>
          </a:p>
          <a:p>
            <a:pPr algn="just">
              <a:spcAft>
                <a:spcPts val="0"/>
              </a:spcAft>
            </a:pPr>
            <a:endParaRPr lang="es-CO" sz="1500" dirty="0">
              <a:solidFill>
                <a:srgbClr val="000000"/>
              </a:solidFill>
              <a:latin typeface="Open sans"/>
              <a:ea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96F5B50-41DE-C3A4-641B-B146EA181412}"/>
              </a:ext>
            </a:extLst>
          </p:cNvPr>
          <p:cNvSpPr txBox="1">
            <a:spLocks/>
          </p:cNvSpPr>
          <p:nvPr/>
        </p:nvSpPr>
        <p:spPr>
          <a:xfrm>
            <a:off x="4341772" y="1324830"/>
            <a:ext cx="2939512" cy="36047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500" b="1" dirty="0">
                <a:solidFill>
                  <a:schemeClr val="accent6">
                    <a:lumMod val="75000"/>
                  </a:schemeClr>
                </a:solidFill>
                <a:latin typeface="Open sans"/>
                <a:cs typeface="HelveticaNeueLT Std UltLt"/>
              </a:rPr>
              <a:t>Autor, Año, Página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741F1F-32ED-43B0-002B-12524CBA37EC}"/>
              </a:ext>
            </a:extLst>
          </p:cNvPr>
          <p:cNvSpPr txBox="1">
            <a:spLocks/>
          </p:cNvSpPr>
          <p:nvPr/>
        </p:nvSpPr>
        <p:spPr>
          <a:xfrm>
            <a:off x="671401" y="5224972"/>
            <a:ext cx="2939512" cy="36047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500" b="1" dirty="0">
                <a:solidFill>
                  <a:schemeClr val="accent6">
                    <a:lumMod val="75000"/>
                  </a:schemeClr>
                </a:solidFill>
                <a:latin typeface="Open sans"/>
                <a:cs typeface="HelveticaNeueLT Std UltLt"/>
              </a:rPr>
              <a:t>Página (p.)</a:t>
            </a:r>
          </a:p>
          <a:p>
            <a:r>
              <a:rPr lang="es-CO" sz="1500" b="1" dirty="0">
                <a:solidFill>
                  <a:schemeClr val="accent6">
                    <a:lumMod val="75000"/>
                  </a:schemeClr>
                </a:solidFill>
                <a:latin typeface="Open sans"/>
                <a:cs typeface="HelveticaNeueLT Std UltLt"/>
              </a:rPr>
              <a:t>Páginas (pp.)</a:t>
            </a:r>
          </a:p>
          <a:p>
            <a:r>
              <a:rPr lang="es-CO" sz="1500" b="1" dirty="0">
                <a:solidFill>
                  <a:schemeClr val="accent6">
                    <a:lumMod val="75000"/>
                  </a:schemeClr>
                </a:solidFill>
                <a:latin typeface="Open sans"/>
                <a:cs typeface="HelveticaNeueLT Std UltLt"/>
              </a:rPr>
              <a:t>Párrafo (Párr.)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59803A-890F-FDB4-C6BC-99F4517091E1}"/>
              </a:ext>
            </a:extLst>
          </p:cNvPr>
          <p:cNvSpPr txBox="1">
            <a:spLocks/>
          </p:cNvSpPr>
          <p:nvPr/>
        </p:nvSpPr>
        <p:spPr>
          <a:xfrm>
            <a:off x="1006073" y="4070915"/>
            <a:ext cx="2270167" cy="3604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500" b="1" dirty="0">
                <a:solidFill>
                  <a:srgbClr val="03507F"/>
                </a:solidFill>
                <a:latin typeface="Open sans"/>
                <a:cs typeface="HelveticaNeueLT Std UltLt"/>
              </a:rPr>
              <a:t>Citación parentética</a:t>
            </a:r>
          </a:p>
          <a:p>
            <a:pPr algn="l"/>
            <a:r>
              <a:rPr lang="es-CO" sz="1500" b="1" dirty="0">
                <a:solidFill>
                  <a:srgbClr val="03507F"/>
                </a:solidFill>
                <a:latin typeface="Open sans"/>
                <a:cs typeface="HelveticaNeueLT Std UltLt"/>
              </a:rPr>
              <a:t>(final del párrafo)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D11EB3-1DA2-EA64-2AE8-672D62246229}"/>
              </a:ext>
            </a:extLst>
          </p:cNvPr>
          <p:cNvSpPr txBox="1">
            <a:spLocks/>
          </p:cNvSpPr>
          <p:nvPr/>
        </p:nvSpPr>
        <p:spPr>
          <a:xfrm>
            <a:off x="4668722" y="5439421"/>
            <a:ext cx="2270167" cy="360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1500" b="1" dirty="0">
                <a:solidFill>
                  <a:srgbClr val="03507F"/>
                </a:solidFill>
                <a:latin typeface="Open sans"/>
                <a:cs typeface="HelveticaNeueLT Std UltLt"/>
              </a:rPr>
              <a:t>Citación narrativa (inicio del párrafo)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7FFB0CD-00E3-B0C6-793C-486B84F172D3}"/>
              </a:ext>
            </a:extLst>
          </p:cNvPr>
          <p:cNvSpPr/>
          <p:nvPr/>
        </p:nvSpPr>
        <p:spPr>
          <a:xfrm>
            <a:off x="8231218" y="1077949"/>
            <a:ext cx="2803160" cy="224573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b="1" dirty="0">
                <a:solidFill>
                  <a:schemeClr val="bg1"/>
                </a:solidFill>
              </a:rPr>
              <a:t>Menos de 40 palabras</a:t>
            </a:r>
          </a:p>
        </p:txBody>
      </p:sp>
    </p:spTree>
    <p:extLst>
      <p:ext uri="{BB962C8B-B14F-4D97-AF65-F5344CB8AC3E}">
        <p14:creationId xmlns:p14="http://schemas.microsoft.com/office/powerpoint/2010/main" val="566580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7247E4A-3D3F-7FEB-58DC-FB2F09D2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45" y="2701750"/>
            <a:ext cx="8185420" cy="330057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6F931D0-CB31-95CE-2617-E77945DC9250}"/>
              </a:ext>
            </a:extLst>
          </p:cNvPr>
          <p:cNvSpPr txBox="1"/>
          <p:nvPr/>
        </p:nvSpPr>
        <p:spPr>
          <a:xfrm>
            <a:off x="1004417" y="4033268"/>
            <a:ext cx="1375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400" dirty="0">
                <a:latin typeface="Garamond" panose="02020404030301010803" pitchFamily="18" charset="0"/>
              </a:rPr>
              <a:t>Sangría izquierda</a:t>
            </a:r>
          </a:p>
          <a:p>
            <a:pPr algn="ctr"/>
            <a:r>
              <a:rPr lang="es-CO" sz="1400" dirty="0">
                <a:latin typeface="Garamond" panose="02020404030301010803" pitchFamily="18" charset="0"/>
              </a:rPr>
              <a:t>De 1.27 cm</a:t>
            </a:r>
            <a:r>
              <a:rPr lang="es-CO" sz="1400" dirty="0">
                <a:latin typeface="Gabriola" panose="04040605051002020D02" pitchFamily="82" charset="0"/>
              </a:rPr>
              <a:t>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83C050-D830-0DBC-D82A-9A7D83BC2A42}"/>
              </a:ext>
            </a:extLst>
          </p:cNvPr>
          <p:cNvSpPr txBox="1"/>
          <p:nvPr/>
        </p:nvSpPr>
        <p:spPr>
          <a:xfrm>
            <a:off x="1881804" y="359362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Citas textuales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434D044-7219-F5D1-5FD6-14996918CE80}"/>
              </a:ext>
            </a:extLst>
          </p:cNvPr>
          <p:cNvSpPr/>
          <p:nvPr/>
        </p:nvSpPr>
        <p:spPr>
          <a:xfrm>
            <a:off x="8214610" y="674558"/>
            <a:ext cx="2323475" cy="18314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b="1" u="sng" dirty="0">
                <a:solidFill>
                  <a:schemeClr val="bg1"/>
                </a:solidFill>
              </a:rPr>
              <a:t>Más</a:t>
            </a:r>
            <a:r>
              <a:rPr lang="es-CO" sz="3200" b="1" dirty="0">
                <a:solidFill>
                  <a:schemeClr val="bg1"/>
                </a:solidFill>
              </a:rPr>
              <a:t> de 40 palabras</a:t>
            </a:r>
          </a:p>
        </p:txBody>
      </p:sp>
    </p:spTree>
    <p:extLst>
      <p:ext uri="{BB962C8B-B14F-4D97-AF65-F5344CB8AC3E}">
        <p14:creationId xmlns:p14="http://schemas.microsoft.com/office/powerpoint/2010/main" val="294101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0116-AE2B-2EF3-5F62-6694A57E5651}"/>
              </a:ext>
            </a:extLst>
          </p:cNvPr>
          <p:cNvSpPr txBox="1">
            <a:spLocks/>
          </p:cNvSpPr>
          <p:nvPr/>
        </p:nvSpPr>
        <p:spPr>
          <a:xfrm>
            <a:off x="8319312" y="1325290"/>
            <a:ext cx="2383894" cy="360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3600" b="1" dirty="0">
                <a:solidFill>
                  <a:srgbClr val="03507F"/>
                </a:solidFill>
                <a:latin typeface="Abadi" panose="020B0604020104020204" pitchFamily="34" charset="0"/>
                <a:cs typeface="HelveticaNeueLT Std UltLt"/>
              </a:rPr>
              <a:t>Ejemplo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FC89DE-B008-D5CF-0C5D-3ACD70F34E96}"/>
              </a:ext>
            </a:extLst>
          </p:cNvPr>
          <p:cNvSpPr/>
          <p:nvPr/>
        </p:nvSpPr>
        <p:spPr>
          <a:xfrm>
            <a:off x="824998" y="2046232"/>
            <a:ext cx="4572000" cy="17669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highlight>
                  <a:srgbClr val="FFFF00"/>
                </a:highlight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s-ES" sz="16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Significa</a:t>
            </a:r>
            <a:r>
              <a:rPr lang="es-CO" sz="16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lo que nos ocurre a nosotros afecta de manera instantánea a cosas en lejanos confines del universo (…) En cierto sentido hay una madeja de entrelazamiento que conecta confines lejanos del universo, incluyéndonos a nosotros</a:t>
            </a:r>
            <a:r>
              <a:rPr lang="es-CO" sz="1600" dirty="0">
                <a:highlight>
                  <a:srgbClr val="FFFF00"/>
                </a:highlight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s-CO" sz="16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CO" sz="1600" dirty="0" err="1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Kaku</a:t>
            </a:r>
            <a:r>
              <a:rPr lang="es-CO" sz="16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2009, p. 90).</a:t>
            </a:r>
            <a:endParaRPr lang="es-CO" sz="1600" dirty="0">
              <a:effectLst/>
              <a:latin typeface="Abadi" panose="020B06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66A3A5-E4CC-CDCE-91BD-23D84EF24D44}"/>
              </a:ext>
            </a:extLst>
          </p:cNvPr>
          <p:cNvSpPr/>
          <p:nvPr/>
        </p:nvSpPr>
        <p:spPr>
          <a:xfrm>
            <a:off x="2564964" y="4292801"/>
            <a:ext cx="4572000" cy="14838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s-ES" sz="16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Así, las cosas que nos afectan pueden tener repercusiones en otros sitios del universo, porque hay un entrelazamiento que conecta nuestras funciones de onda en sus confines lejanos (</a:t>
            </a:r>
            <a:r>
              <a:rPr lang="es-ES" sz="1600" dirty="0" err="1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Kaku</a:t>
            </a:r>
            <a:r>
              <a:rPr lang="es-ES" sz="16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2009, p. 90).</a:t>
            </a:r>
            <a:endParaRPr lang="es-CO" sz="1600" dirty="0">
              <a:effectLst/>
              <a:latin typeface="Abadi" panose="020B06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F3E9AD-28CB-D6D7-B5D3-F13B5E913DA4}"/>
              </a:ext>
            </a:extLst>
          </p:cNvPr>
          <p:cNvSpPr txBox="1">
            <a:spLocks/>
          </p:cNvSpPr>
          <p:nvPr/>
        </p:nvSpPr>
        <p:spPr>
          <a:xfrm>
            <a:off x="1703871" y="1558605"/>
            <a:ext cx="2688247" cy="36047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b="1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cs typeface="HelveticaNeueLT Std UltLt"/>
              </a:rPr>
              <a:t>Cita textual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3F0DFE-23D7-FC2C-15A3-B12317B3A63B}"/>
              </a:ext>
            </a:extLst>
          </p:cNvPr>
          <p:cNvSpPr txBox="1">
            <a:spLocks/>
          </p:cNvSpPr>
          <p:nvPr/>
        </p:nvSpPr>
        <p:spPr>
          <a:xfrm>
            <a:off x="288143" y="4312479"/>
            <a:ext cx="1902067" cy="36047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000" b="1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  <a:cs typeface="HelveticaNeueLT Std UltLt"/>
              </a:rPr>
              <a:t>Paráfrasis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98FD4F-6A6B-D4D2-4124-950944372175}"/>
              </a:ext>
            </a:extLst>
          </p:cNvPr>
          <p:cNvSpPr txBox="1"/>
          <p:nvPr/>
        </p:nvSpPr>
        <p:spPr>
          <a:xfrm>
            <a:off x="3110998" y="525428"/>
            <a:ext cx="6718176" cy="721950"/>
          </a:xfrm>
          <a:prstGeom prst="rect">
            <a:avLst/>
          </a:prstGeom>
        </p:spPr>
        <p:txBody>
          <a:bodyPr/>
          <a:lstStyle>
            <a:defPPr>
              <a:defRPr lang="es-ES_tradnl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4350" dirty="0">
                <a:latin typeface="Arial Black" panose="020B0A04020102020204" pitchFamily="34" charset="0"/>
              </a:rPr>
              <a:t>Citas parafraseadas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7A5C7CD-410F-6E0D-91B4-93432A0000EA}"/>
              </a:ext>
            </a:extLst>
          </p:cNvPr>
          <p:cNvSpPr txBox="1"/>
          <p:nvPr/>
        </p:nvSpPr>
        <p:spPr>
          <a:xfrm>
            <a:off x="7909599" y="3435316"/>
            <a:ext cx="38391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latin typeface="Abadi" panose="020B0604020104020204" pitchFamily="34" charset="0"/>
              </a:rPr>
              <a:t>No van comillas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latin typeface="Abadi" panose="020B0604020104020204" pitchFamily="34" charset="0"/>
              </a:rPr>
              <a:t>La redacción es con ideas del escritor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latin typeface="Abadi" panose="020B0604020104020204" pitchFamily="34" charset="0"/>
              </a:rPr>
              <a:t>No importa si son de más o menos 40 palabras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latin typeface="Abadi" panose="020B0604020104020204" pitchFamily="34" charset="0"/>
              </a:rPr>
              <a:t>Se sugiere este tipo de citación </a:t>
            </a:r>
          </a:p>
        </p:txBody>
      </p:sp>
    </p:spTree>
    <p:extLst>
      <p:ext uri="{BB962C8B-B14F-4D97-AF65-F5344CB8AC3E}">
        <p14:creationId xmlns:p14="http://schemas.microsoft.com/office/powerpoint/2010/main" val="3122924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23B4183C-4C24-4570-BCD8-B78864668067}"/>
              </a:ext>
            </a:extLst>
          </p:cNvPr>
          <p:cNvSpPr/>
          <p:nvPr/>
        </p:nvSpPr>
        <p:spPr>
          <a:xfrm>
            <a:off x="312474" y="4098747"/>
            <a:ext cx="11479235" cy="16788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E8CA577-2885-4DE7-BB40-1F4C86D8CF1E}"/>
              </a:ext>
            </a:extLst>
          </p:cNvPr>
          <p:cNvSpPr/>
          <p:nvPr/>
        </p:nvSpPr>
        <p:spPr>
          <a:xfrm>
            <a:off x="253220" y="1055593"/>
            <a:ext cx="11479235" cy="29134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latin typeface="Abadi" panose="020B06040201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29884D-1180-40AA-9700-02171DC92551}"/>
              </a:ext>
            </a:extLst>
          </p:cNvPr>
          <p:cNvSpPr txBox="1"/>
          <p:nvPr/>
        </p:nvSpPr>
        <p:spPr>
          <a:xfrm>
            <a:off x="344660" y="1414504"/>
            <a:ext cx="110897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badi" panose="020B0604020104020204" pitchFamily="34" charset="0"/>
              </a:rPr>
              <a:t>En el caso de que sea un autor corporativo se coloca el nombre de la organización en lugar del apellido.</a:t>
            </a:r>
          </a:p>
          <a:p>
            <a:pPr algn="just"/>
            <a:endParaRPr lang="es-ES" sz="2000" dirty="0">
              <a:latin typeface="Abadi" panose="020B0604020104020204" pitchFamily="34" charset="0"/>
            </a:endParaRPr>
          </a:p>
          <a:p>
            <a:pPr algn="just"/>
            <a:r>
              <a:rPr lang="es-ES" sz="2000" b="1" dirty="0">
                <a:latin typeface="Abadi" panose="020B0604020104020204" pitchFamily="34" charset="0"/>
              </a:rPr>
              <a:t>Primera cita: </a:t>
            </a:r>
            <a:r>
              <a:rPr lang="es-ES" sz="2000" dirty="0">
                <a:latin typeface="Abadi" panose="020B0604020104020204" pitchFamily="34" charset="0"/>
              </a:rPr>
              <a:t>La Organización de las Naciones Unidas (ONU, 2004)... </a:t>
            </a:r>
          </a:p>
          <a:p>
            <a:pPr algn="just"/>
            <a:r>
              <a:rPr lang="es-ES" sz="2000" dirty="0">
                <a:latin typeface="Abadi" panose="020B0604020104020204" pitchFamily="34" charset="0"/>
              </a:rPr>
              <a:t>Se evidencia un aumento en la distribución de los hogares en el país (</a:t>
            </a:r>
            <a:r>
              <a:rPr lang="pt-BR" sz="2000" b="0" i="0" dirty="0">
                <a:effectLst/>
                <a:latin typeface="Abadi" panose="020B0604020104020204" pitchFamily="34" charset="0"/>
              </a:rPr>
              <a:t>Departamento Administrativo Nacional de Estadística [DANE], 2021</a:t>
            </a:r>
            <a:r>
              <a:rPr lang="es-ES" sz="2000" dirty="0">
                <a:latin typeface="Abadi" panose="020B0604020104020204" pitchFamily="34" charset="0"/>
              </a:rPr>
              <a:t>).</a:t>
            </a:r>
            <a:endParaRPr lang="es-CO" sz="2000" dirty="0">
              <a:latin typeface="Abadi" panose="020B0604020104020204" pitchFamily="34" charset="0"/>
            </a:endParaRPr>
          </a:p>
          <a:p>
            <a:pPr algn="just"/>
            <a:r>
              <a:rPr lang="es-ES" sz="2000" b="1" dirty="0">
                <a:latin typeface="Abadi" panose="020B0604020104020204" pitchFamily="34" charset="0"/>
              </a:rPr>
              <a:t>Cita subsecuente:</a:t>
            </a:r>
            <a:r>
              <a:rPr lang="es-ES" sz="2000" dirty="0">
                <a:latin typeface="Abadi" panose="020B0604020104020204" pitchFamily="34" charset="0"/>
              </a:rPr>
              <a:t> La ONU (2004) afirma que... </a:t>
            </a:r>
          </a:p>
          <a:p>
            <a:pPr algn="just"/>
            <a:r>
              <a:rPr lang="es-ES" sz="2000" dirty="0">
                <a:latin typeface="Abadi" panose="020B0604020104020204" pitchFamily="34" charset="0"/>
              </a:rPr>
              <a:t>Estas son cifras reportadas por el (DANE, 2021)…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9BF6ED-D505-4471-B3A7-F81781FCE882}"/>
              </a:ext>
            </a:extLst>
          </p:cNvPr>
          <p:cNvSpPr txBox="1">
            <a:spLocks/>
          </p:cNvSpPr>
          <p:nvPr/>
        </p:nvSpPr>
        <p:spPr>
          <a:xfrm>
            <a:off x="323558" y="1067635"/>
            <a:ext cx="3943642" cy="43038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dirty="0"/>
              <a:t>Citas </a:t>
            </a:r>
            <a:r>
              <a:rPr lang="es-CO" sz="2400" b="1" dirty="0">
                <a:highlight>
                  <a:srgbClr val="FFFF00"/>
                </a:highlight>
              </a:rPr>
              <a:t>autor corporativo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ED70B2-4335-4085-B5BB-77B91162F84D}"/>
              </a:ext>
            </a:extLst>
          </p:cNvPr>
          <p:cNvSpPr txBox="1"/>
          <p:nvPr/>
        </p:nvSpPr>
        <p:spPr>
          <a:xfrm>
            <a:off x="363415" y="4495752"/>
            <a:ext cx="112822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Se realiza cita de una cita cuando se tiene acceso a una fuente de información a través de otra. </a:t>
            </a:r>
          </a:p>
          <a:p>
            <a:endParaRPr lang="es-ES" sz="2000" dirty="0"/>
          </a:p>
          <a:p>
            <a:r>
              <a:rPr lang="es-ES" sz="2000" dirty="0"/>
              <a:t>Pérez (2020), como se cita en Méndez (2021) señala que (…) </a:t>
            </a:r>
          </a:p>
          <a:p>
            <a:r>
              <a:rPr lang="es-ES" sz="2000" dirty="0"/>
              <a:t>Penrose 2000 (como se citó en Hawking, 2010) piensa que las matemáticas (...)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7AFA543-4EBB-44F8-A063-2C1EE5EA510E}"/>
              </a:ext>
            </a:extLst>
          </p:cNvPr>
          <p:cNvSpPr txBox="1">
            <a:spLocks/>
          </p:cNvSpPr>
          <p:nvPr/>
        </p:nvSpPr>
        <p:spPr>
          <a:xfrm>
            <a:off x="363415" y="4106928"/>
            <a:ext cx="1893594" cy="43038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ES_tradnl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dirty="0">
                <a:highlight>
                  <a:srgbClr val="FFFF00"/>
                </a:highlight>
              </a:rPr>
              <a:t>Cita de cita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ACAEFE4-71DE-450C-BCC3-A4C0A4F13199}"/>
              </a:ext>
            </a:extLst>
          </p:cNvPr>
          <p:cNvSpPr txBox="1">
            <a:spLocks/>
          </p:cNvSpPr>
          <p:nvPr/>
        </p:nvSpPr>
        <p:spPr>
          <a:xfrm>
            <a:off x="2607508" y="194815"/>
            <a:ext cx="6406562" cy="8607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Citas de autores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2E2CB32-64BF-40E6-9481-387CEDDB6607}"/>
              </a:ext>
            </a:extLst>
          </p:cNvPr>
          <p:cNvSpPr txBox="1"/>
          <p:nvPr/>
        </p:nvSpPr>
        <p:spPr>
          <a:xfrm>
            <a:off x="2727104" y="5958451"/>
            <a:ext cx="6554912" cy="707886"/>
          </a:xfrm>
          <a:prstGeom prst="rect">
            <a:avLst/>
          </a:prstGeom>
          <a:solidFill>
            <a:srgbClr val="ADDB7B"/>
          </a:solidFill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2000" dirty="0"/>
              <a:t>Se recomienda hacer el menor uso posible de este tipo de citas y acceder a la fuente original  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549745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1663909" y="920013"/>
            <a:ext cx="7037827" cy="86077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s-CO" sz="4000" b="1" dirty="0">
                <a:latin typeface="Arial Black" panose="020B0A04020102020204" pitchFamily="34" charset="0"/>
              </a:rPr>
              <a:t>Citas de autores-</a:t>
            </a:r>
            <a:r>
              <a:rPr lang="es-CO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según número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15E935C-2396-4BB8-B4F3-C1DB333073E3}"/>
              </a:ext>
            </a:extLst>
          </p:cNvPr>
          <p:cNvSpPr txBox="1"/>
          <p:nvPr/>
        </p:nvSpPr>
        <p:spPr>
          <a:xfrm>
            <a:off x="9659001" y="1146250"/>
            <a:ext cx="1999241" cy="2246769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latin typeface="Abadi" panose="020B0604020104020204" pitchFamily="34" charset="0"/>
              </a:rPr>
              <a:t>Cuando son dos autores sus apellidos van </a:t>
            </a:r>
            <a:r>
              <a:rPr lang="es-ES" sz="2000" dirty="0">
                <a:solidFill>
                  <a:srgbClr val="FF0000"/>
                </a:solidFill>
                <a:latin typeface="Abadi" panose="020B0604020104020204" pitchFamily="34" charset="0"/>
              </a:rPr>
              <a:t>separados por “y”, si se publica en inglés por “&amp;”</a:t>
            </a:r>
            <a:endParaRPr lang="es-CO" sz="20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15FE60F-2107-CAB7-C2E5-A20D9AA7E64D}"/>
              </a:ext>
            </a:extLst>
          </p:cNvPr>
          <p:cNvSpPr txBox="1"/>
          <p:nvPr/>
        </p:nvSpPr>
        <p:spPr>
          <a:xfrm>
            <a:off x="9659001" y="3704330"/>
            <a:ext cx="1999241" cy="2246769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latin typeface="Abadi" panose="020B0604020104020204" pitchFamily="34" charset="0"/>
              </a:rPr>
              <a:t>Incluya solo el </a:t>
            </a:r>
            <a:r>
              <a:rPr lang="es-ES" sz="2000" dirty="0">
                <a:solidFill>
                  <a:srgbClr val="FF0000"/>
                </a:solidFill>
                <a:latin typeface="Abadi" panose="020B0604020104020204" pitchFamily="34" charset="0"/>
              </a:rPr>
              <a:t>primer apellido, los dos solo cuando se separan de un guion: Gómez-Rica </a:t>
            </a:r>
            <a:endParaRPr lang="es-CO" sz="20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E456A35-3A52-B21C-2800-FA9BFA6CC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644259"/>
              </p:ext>
            </p:extLst>
          </p:nvPr>
        </p:nvGraphicFramePr>
        <p:xfrm>
          <a:off x="741576" y="2335499"/>
          <a:ext cx="8527827" cy="2195974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2680540">
                  <a:extLst>
                    <a:ext uri="{9D8B030D-6E8A-4147-A177-3AD203B41FA5}">
                      <a16:colId xmlns:a16="http://schemas.microsoft.com/office/drawing/2014/main" val="4088261502"/>
                    </a:ext>
                  </a:extLst>
                </a:gridCol>
                <a:gridCol w="1704621">
                  <a:extLst>
                    <a:ext uri="{9D8B030D-6E8A-4147-A177-3AD203B41FA5}">
                      <a16:colId xmlns:a16="http://schemas.microsoft.com/office/drawing/2014/main" val="136872295"/>
                    </a:ext>
                  </a:extLst>
                </a:gridCol>
                <a:gridCol w="1704621">
                  <a:extLst>
                    <a:ext uri="{9D8B030D-6E8A-4147-A177-3AD203B41FA5}">
                      <a16:colId xmlns:a16="http://schemas.microsoft.com/office/drawing/2014/main" val="1802546368"/>
                    </a:ext>
                  </a:extLst>
                </a:gridCol>
                <a:gridCol w="2438045">
                  <a:extLst>
                    <a:ext uri="{9D8B030D-6E8A-4147-A177-3AD203B41FA5}">
                      <a16:colId xmlns:a16="http://schemas.microsoft.com/office/drawing/2014/main" val="3752458743"/>
                    </a:ext>
                  </a:extLst>
                </a:gridCol>
              </a:tblGrid>
              <a:tr h="3641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Tipo de cita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Cita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Primera cita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Citas subsecuentes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90464314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Un trabajo por un solo autor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(2015)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(2015)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(2015)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5848399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Un trabajo por dos autores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y Galeano (2016)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y Galeano (2016)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y Galeano (2016)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1581819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Un trabajo por tres o más autores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Pérez, Ramírez y Galeano (2018)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et</a:t>
                      </a:r>
                      <a:r>
                        <a:rPr lang="es-CO" sz="1800" baseline="0" dirty="0">
                          <a:effectLst/>
                        </a:rPr>
                        <a:t> al.</a:t>
                      </a:r>
                      <a:r>
                        <a:rPr lang="es-CO" sz="1800" dirty="0">
                          <a:effectLst/>
                        </a:rPr>
                        <a:t> (2018)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800" dirty="0">
                          <a:effectLst/>
                        </a:rPr>
                        <a:t>Pérez et al. (2018)</a:t>
                      </a:r>
                      <a:endParaRPr lang="es-CO" sz="1800" dirty="0"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186858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100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33157-CBB6-0B30-BF81-EAA86C28236E}"/>
              </a:ext>
            </a:extLst>
          </p:cNvPr>
          <p:cNvSpPr txBox="1">
            <a:spLocks/>
          </p:cNvSpPr>
          <p:nvPr/>
        </p:nvSpPr>
        <p:spPr>
          <a:xfrm>
            <a:off x="2011180" y="2686570"/>
            <a:ext cx="8169639" cy="8607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7200" b="1" dirty="0">
                <a:latin typeface="Arial Black" panose="020B0A04020102020204" pitchFamily="34" charset="0"/>
              </a:rPr>
              <a:t>REFERENCIAS</a:t>
            </a:r>
            <a:endParaRPr lang="es-CO" sz="7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136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5E5BE73-6C9B-415D-8F9E-C1F7F33ADB8A}"/>
              </a:ext>
            </a:extLst>
          </p:cNvPr>
          <p:cNvSpPr txBox="1"/>
          <p:nvPr/>
        </p:nvSpPr>
        <p:spPr>
          <a:xfrm>
            <a:off x="1072932" y="2101574"/>
            <a:ext cx="9775177" cy="306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s-ES" sz="2800" b="1" dirty="0">
                <a:solidFill>
                  <a:srgbClr val="000000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Listado de Referencias</a:t>
            </a:r>
            <a:r>
              <a:rPr lang="es-ES" sz="2800" dirty="0">
                <a:solidFill>
                  <a:srgbClr val="000000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contiene únicamente las referencias que han sido citadas dentro de un trabajo académico.</a:t>
            </a:r>
          </a:p>
          <a:p>
            <a:pPr algn="just">
              <a:lnSpc>
                <a:spcPct val="115000"/>
              </a:lnSpc>
            </a:pPr>
            <a:endParaRPr lang="es-ES" sz="2800" dirty="0">
              <a:solidFill>
                <a:srgbClr val="000000"/>
              </a:solidFill>
              <a:latin typeface="Abadi" panose="020B06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s-ES" sz="2800" dirty="0">
                <a:solidFill>
                  <a:srgbClr val="000000"/>
                </a:solidFill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lista de referencias se organiza en orden alfabético y cada una debe tener sangría francesa.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1C5B22-7832-5C1A-79CE-DAB5C7E91ADF}"/>
              </a:ext>
            </a:extLst>
          </p:cNvPr>
          <p:cNvSpPr txBox="1"/>
          <p:nvPr/>
        </p:nvSpPr>
        <p:spPr>
          <a:xfrm>
            <a:off x="3199152" y="1079991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>
                <a:latin typeface="Arial Black" panose="020B0A04020102020204" pitchFamily="34" charset="0"/>
              </a:rPr>
              <a:t>Lista de referencias</a:t>
            </a:r>
            <a:endParaRPr lang="es-CO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051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142BA7-0F52-B8A4-21B8-397E5EC27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48" t="43494" r="25123" b="37699"/>
          <a:stretch/>
        </p:blipFill>
        <p:spPr>
          <a:xfrm>
            <a:off x="419723" y="1945551"/>
            <a:ext cx="5951097" cy="136115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B39FB33A-BA04-35A5-0A9C-C41C102929A4}"/>
              </a:ext>
            </a:extLst>
          </p:cNvPr>
          <p:cNvSpPr txBox="1">
            <a:spLocks/>
          </p:cNvSpPr>
          <p:nvPr/>
        </p:nvSpPr>
        <p:spPr>
          <a:xfrm>
            <a:off x="1891258" y="887750"/>
            <a:ext cx="8169639" cy="8607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>
                <a:latin typeface="Arial Black" panose="020B0A04020102020204" pitchFamily="34" charset="0"/>
              </a:rPr>
              <a:t>Libro</a:t>
            </a:r>
            <a:endParaRPr lang="es-CO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D111A5-70E1-1A3E-B6D6-C943532446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23" t="41307" r="22172" b="28514"/>
          <a:stretch/>
        </p:blipFill>
        <p:spPr>
          <a:xfrm>
            <a:off x="419723" y="3687582"/>
            <a:ext cx="5951097" cy="16228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C2D1AB6-4714-EA20-3B03-EE103468BC79}"/>
              </a:ext>
            </a:extLst>
          </p:cNvPr>
          <p:cNvSpPr txBox="1"/>
          <p:nvPr/>
        </p:nvSpPr>
        <p:spPr>
          <a:xfrm>
            <a:off x="6370819" y="3779965"/>
            <a:ext cx="5698757" cy="39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s-CO" sz="1800" dirty="0">
                <a:solidFill>
                  <a:srgbClr val="000000"/>
                </a:solidFill>
                <a:latin typeface="Open sans"/>
                <a:ea typeface="Calibri" panose="020F0502020204030204" pitchFamily="34" charset="0"/>
                <a:cs typeface="Times New Roman" panose="02020603050405020304" pitchFamily="18" charset="0"/>
              </a:rPr>
              <a:t>Pérez, D. (2011). Investigación Cualitativa. Norma.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B81CA8E-6C01-ACF5-B5EF-CFB459C1B1E3}"/>
              </a:ext>
            </a:extLst>
          </p:cNvPr>
          <p:cNvCxnSpPr/>
          <p:nvPr/>
        </p:nvCxnSpPr>
        <p:spPr>
          <a:xfrm>
            <a:off x="8274570" y="4170841"/>
            <a:ext cx="24883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7A7A448E-A84D-2425-9EA7-31559DADC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47" y="2601785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7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D33D2A9-1308-2E0A-C0A9-3112AF6B4EA0}"/>
              </a:ext>
            </a:extLst>
          </p:cNvPr>
          <p:cNvSpPr txBox="1"/>
          <p:nvPr/>
        </p:nvSpPr>
        <p:spPr>
          <a:xfrm>
            <a:off x="2753081" y="767209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latin typeface="Arial Black" panose="020B0A04020102020204" pitchFamily="34" charset="0"/>
              </a:rPr>
              <a:t>Capítulo de libro </a:t>
            </a:r>
            <a:endParaRPr lang="es-CO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0180A4-0888-05FC-037E-6EB384F011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57" t="17923" r="16885" b="34990"/>
          <a:stretch/>
        </p:blipFill>
        <p:spPr>
          <a:xfrm>
            <a:off x="2388207" y="1662764"/>
            <a:ext cx="7811066" cy="365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0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41E9F8-D288-740D-1537-481BF71644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83" t="20314" r="26475" b="36168"/>
          <a:stretch/>
        </p:blipFill>
        <p:spPr>
          <a:xfrm>
            <a:off x="996884" y="2008683"/>
            <a:ext cx="7967235" cy="338777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1961BB4-36F8-D4B2-04C5-CA231B995210}"/>
              </a:ext>
            </a:extLst>
          </p:cNvPr>
          <p:cNvSpPr txBox="1"/>
          <p:nvPr/>
        </p:nvSpPr>
        <p:spPr>
          <a:xfrm>
            <a:off x="1607730" y="1109272"/>
            <a:ext cx="8315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dirty="0">
                <a:latin typeface="Arial Black" panose="020B0A04020102020204" pitchFamily="34" charset="0"/>
              </a:rPr>
              <a:t>ORGANIZACIONES INTERNACIONALES/NACIONALES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781586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8C9823E-4D3D-D8D6-7EEB-D881EAC9CE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38" t="23670" r="32008" b="38573"/>
          <a:stretch/>
        </p:blipFill>
        <p:spPr>
          <a:xfrm>
            <a:off x="844446" y="1699510"/>
            <a:ext cx="8514556" cy="3458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C33F4D-747B-F62E-02C6-F9BEAEBD2840}"/>
              </a:ext>
            </a:extLst>
          </p:cNvPr>
          <p:cNvSpPr txBox="1"/>
          <p:nvPr/>
        </p:nvSpPr>
        <p:spPr>
          <a:xfrm>
            <a:off x="1802603" y="750226"/>
            <a:ext cx="83157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latin typeface="Arial Black" panose="020B0A04020102020204" pitchFamily="34" charset="0"/>
              </a:rPr>
              <a:t>ARTÍCULOS DE REVISTA EN LÍNEA </a:t>
            </a:r>
            <a:endParaRPr lang="es-CO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D322A3-E4F9-8906-6D67-81BA0B11163E}"/>
              </a:ext>
            </a:extLst>
          </p:cNvPr>
          <p:cNvSpPr txBox="1"/>
          <p:nvPr/>
        </p:nvSpPr>
        <p:spPr>
          <a:xfrm>
            <a:off x="1142999" y="5261388"/>
            <a:ext cx="9035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Pedraza, M., y Velásquez, S. (2019). Formación para emprendedores, un reto que va más allá del aula. </a:t>
            </a:r>
            <a:r>
              <a:rPr lang="es-CO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NOVUM,</a:t>
            </a:r>
            <a:r>
              <a:rPr lang="es-CO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166 – 183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9432FE1-39F9-2DD3-28B3-53ABE4C92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144" y="4955219"/>
            <a:ext cx="952500" cy="952500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12A4869-3657-2606-6341-E5960BB5995C}"/>
              </a:ext>
            </a:extLst>
          </p:cNvPr>
          <p:cNvCxnSpPr/>
          <p:nvPr/>
        </p:nvCxnSpPr>
        <p:spPr>
          <a:xfrm>
            <a:off x="2623279" y="5907719"/>
            <a:ext cx="374754" cy="26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5CE391E-3F6D-E7AF-5DD6-E89728DB7919}"/>
              </a:ext>
            </a:extLst>
          </p:cNvPr>
          <p:cNvSpPr txBox="1"/>
          <p:nvPr/>
        </p:nvSpPr>
        <p:spPr>
          <a:xfrm>
            <a:off x="2998033" y="5991282"/>
            <a:ext cx="256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VOLÚMEN Y NÚMERO </a:t>
            </a:r>
          </a:p>
        </p:txBody>
      </p:sp>
    </p:spTree>
    <p:extLst>
      <p:ext uri="{BB962C8B-B14F-4D97-AF65-F5344CB8AC3E}">
        <p14:creationId xmlns:p14="http://schemas.microsoft.com/office/powerpoint/2010/main" val="94322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BF0B0F-BE5D-5F7E-4705-70330CA890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11" t="19657" r="17746" b="27202"/>
          <a:stretch/>
        </p:blipFill>
        <p:spPr>
          <a:xfrm>
            <a:off x="1828799" y="900821"/>
            <a:ext cx="8259580" cy="393319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5497AFC-D99E-7176-2841-8494428ED7A4}"/>
              </a:ext>
            </a:extLst>
          </p:cNvPr>
          <p:cNvSpPr txBox="1"/>
          <p:nvPr/>
        </p:nvSpPr>
        <p:spPr>
          <a:xfrm>
            <a:off x="1938104" y="304197"/>
            <a:ext cx="83157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latin typeface="Arial Black" panose="020B0A04020102020204" pitchFamily="34" charset="0"/>
              </a:rPr>
              <a:t>TESIS (PREGRADO O POSGRADO)</a:t>
            </a:r>
            <a:endParaRPr lang="es-CO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CBFF61-C2C0-E4B6-575D-AFED039310FB}"/>
              </a:ext>
            </a:extLst>
          </p:cNvPr>
          <p:cNvSpPr txBox="1"/>
          <p:nvPr/>
        </p:nvSpPr>
        <p:spPr>
          <a:xfrm>
            <a:off x="369132" y="4925878"/>
            <a:ext cx="11178914" cy="102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es-ES_tradnl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Chica Villegas, R. W., Contreras Ayala, H. E., Cortez Recinos, R. P., &amp; Gutiérrez Recinos, D. W. (2004). </a:t>
            </a:r>
            <a:r>
              <a:rPr lang="es-ES_tradnl" sz="14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Investigación aplicada al área de Inteligencia Artificial y desarrollo de un sistema experto</a:t>
            </a:r>
            <a:r>
              <a:rPr lang="es-ES_tradnl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[Universidad de El Salvador]. Repositorio UES. </a:t>
            </a:r>
            <a:r>
              <a:rPr lang="es-ES_tradnl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https://ri.ues.edu.sv/id/eprint/13463</a:t>
            </a:r>
            <a:r>
              <a:rPr lang="es-ES_tradnl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C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3A64A78-2129-DFD9-E988-4AD91D0A8DA5}"/>
              </a:ext>
            </a:extLst>
          </p:cNvPr>
          <p:cNvCxnSpPr/>
          <p:nvPr/>
        </p:nvCxnSpPr>
        <p:spPr>
          <a:xfrm>
            <a:off x="6910466" y="5572082"/>
            <a:ext cx="374754" cy="26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B4DF499-6896-6614-A476-C63079A3E1CA}"/>
              </a:ext>
            </a:extLst>
          </p:cNvPr>
          <p:cNvSpPr txBox="1"/>
          <p:nvPr/>
        </p:nvSpPr>
        <p:spPr>
          <a:xfrm>
            <a:off x="7285220" y="5655645"/>
            <a:ext cx="3597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NIVEL DE LA TESIS (MAESTRIA, DOCTORADO…)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4361CF9-41E1-93CF-74D3-D43D3465D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5546" y="4100542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7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55B660-70DF-6E0C-6680-062F77468C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46" t="33156" r="32869" b="40979"/>
          <a:stretch/>
        </p:blipFill>
        <p:spPr>
          <a:xfrm>
            <a:off x="1771336" y="2355273"/>
            <a:ext cx="8896663" cy="249345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EE3E8AD-26C1-9913-8BF2-175A1E648907}"/>
              </a:ext>
            </a:extLst>
          </p:cNvPr>
          <p:cNvSpPr txBox="1"/>
          <p:nvPr/>
        </p:nvSpPr>
        <p:spPr>
          <a:xfrm>
            <a:off x="1620810" y="851490"/>
            <a:ext cx="8315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atin typeface="Arial Black" panose="020B0A04020102020204" pitchFamily="34" charset="0"/>
              </a:rPr>
              <a:t>PÁGINA WEB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3961710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103BF11-5FC5-FD09-EBE8-B25CFBED50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92" t="36341" r="27459" b="30263"/>
          <a:stretch/>
        </p:blipFill>
        <p:spPr>
          <a:xfrm>
            <a:off x="2538273" y="2396835"/>
            <a:ext cx="7315201" cy="240751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508BFD1-4E14-0172-1BE1-8E6ABEA6846E}"/>
              </a:ext>
            </a:extLst>
          </p:cNvPr>
          <p:cNvSpPr txBox="1"/>
          <p:nvPr/>
        </p:nvSpPr>
        <p:spPr>
          <a:xfrm>
            <a:off x="1745501" y="1205433"/>
            <a:ext cx="8315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atin typeface="Arial Black" panose="020B0A04020102020204" pitchFamily="34" charset="0"/>
              </a:rPr>
              <a:t>CONSTITUCIÓN POLÍTICA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1544727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B412951-6006-1968-77E4-68328AE87D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78" t="36663" r="23893" b="28514"/>
          <a:stretch/>
        </p:blipFill>
        <p:spPr>
          <a:xfrm>
            <a:off x="1759356" y="2660073"/>
            <a:ext cx="8394492" cy="26841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C0AEE24-72A4-D99B-D04C-B7B2FB727E8F}"/>
              </a:ext>
            </a:extLst>
          </p:cNvPr>
          <p:cNvSpPr txBox="1"/>
          <p:nvPr/>
        </p:nvSpPr>
        <p:spPr>
          <a:xfrm>
            <a:off x="1620810" y="851490"/>
            <a:ext cx="83157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atin typeface="Arial Black" panose="020B0A04020102020204" pitchFamily="34" charset="0"/>
              </a:rPr>
              <a:t>LEYES, DECRETOS, RESOLUCIONES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4008407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D4A988-1FAD-B6BC-1521-D675760C6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11" t="16158" r="18237" b="19986"/>
          <a:stretch/>
        </p:blipFill>
        <p:spPr>
          <a:xfrm>
            <a:off x="1633927" y="1013885"/>
            <a:ext cx="8469443" cy="48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49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8D0D5B2-941C-9A4E-8ED8-835DE907D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765441"/>
              </p:ext>
            </p:extLst>
          </p:nvPr>
        </p:nvGraphicFramePr>
        <p:xfrm>
          <a:off x="1640993" y="2287585"/>
          <a:ext cx="8313710" cy="20182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8017">
                  <a:extLst>
                    <a:ext uri="{9D8B030D-6E8A-4147-A177-3AD203B41FA5}">
                      <a16:colId xmlns:a16="http://schemas.microsoft.com/office/drawing/2014/main" val="4088261502"/>
                    </a:ext>
                  </a:extLst>
                </a:gridCol>
                <a:gridCol w="2237041">
                  <a:extLst>
                    <a:ext uri="{9D8B030D-6E8A-4147-A177-3AD203B41FA5}">
                      <a16:colId xmlns:a16="http://schemas.microsoft.com/office/drawing/2014/main" val="136872295"/>
                    </a:ext>
                  </a:extLst>
                </a:gridCol>
                <a:gridCol w="1661821">
                  <a:extLst>
                    <a:ext uri="{9D8B030D-6E8A-4147-A177-3AD203B41FA5}">
                      <a16:colId xmlns:a16="http://schemas.microsoft.com/office/drawing/2014/main" val="1802546368"/>
                    </a:ext>
                  </a:extLst>
                </a:gridCol>
                <a:gridCol w="2376831">
                  <a:extLst>
                    <a:ext uri="{9D8B030D-6E8A-4147-A177-3AD203B41FA5}">
                      <a16:colId xmlns:a16="http://schemas.microsoft.com/office/drawing/2014/main" val="3752458743"/>
                    </a:ext>
                  </a:extLst>
                </a:gridCol>
              </a:tblGrid>
              <a:tr h="2496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Tipo de cita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Cita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Primera cita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Citas subsecuentes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90464314"/>
                  </a:ext>
                </a:extLst>
              </a:tr>
              <a:tr h="762669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Un trabajo por tres o más autores, con apellidos iguales</a:t>
                      </a:r>
                      <a:endParaRPr lang="es-CO" sz="1300" dirty="0">
                        <a:effectLst/>
                        <a:latin typeface="Open sans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Galeano, Jiménez, y Múnera 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Galeano et al.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Galeano et al.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58483998"/>
                  </a:ext>
                </a:extLst>
              </a:tr>
              <a:tr h="502994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Ortega, Galeano, y Jiménez 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Ortega et al.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Ramírez, Ortega et al.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158181972"/>
                  </a:ext>
                </a:extLst>
              </a:tr>
              <a:tr h="502994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Un trabajo por tres o más autores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Galeano, Ramírez, y Toche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Galeano et</a:t>
                      </a:r>
                      <a:r>
                        <a:rPr lang="es-CO" sz="1300" baseline="0" dirty="0">
                          <a:effectLst/>
                          <a:latin typeface="Open sans"/>
                        </a:rPr>
                        <a:t> al.</a:t>
                      </a:r>
                      <a:r>
                        <a:rPr lang="es-CO" sz="1300" dirty="0">
                          <a:effectLst/>
                          <a:latin typeface="Open sans"/>
                        </a:rPr>
                        <a:t>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O" sz="1300" dirty="0">
                          <a:effectLst/>
                          <a:latin typeface="Open sans"/>
                        </a:rPr>
                        <a:t>Pérez, Galeano et</a:t>
                      </a:r>
                      <a:r>
                        <a:rPr lang="es-CO" sz="1300" baseline="0" dirty="0">
                          <a:effectLst/>
                          <a:latin typeface="Open sans"/>
                        </a:rPr>
                        <a:t> al.</a:t>
                      </a:r>
                      <a:r>
                        <a:rPr lang="es-CO" sz="1300" dirty="0">
                          <a:effectLst/>
                          <a:latin typeface="Open sans"/>
                        </a:rPr>
                        <a:t> (2018)</a:t>
                      </a:r>
                      <a:endParaRPr lang="es-CO" sz="1300" dirty="0">
                        <a:effectLst/>
                        <a:latin typeface="Open sans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18685851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B36888D-819B-8D6C-354E-F8223E8AD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029" y="4569055"/>
            <a:ext cx="7821637" cy="70340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CO" sz="1600" dirty="0">
                <a:latin typeface="Open sans"/>
              </a:rPr>
              <a:t>Para evitar ambigüedad, cuando se presentan citas, en el texto, de varias obras con tres o más autores, escriba tantos nombres como sea necesario para distinguir las referencias y abreviar el resto de los nombres a "et al." en cada cita.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13CC09-110F-3997-4A2E-421ACB932CED}"/>
              </a:ext>
            </a:extLst>
          </p:cNvPr>
          <p:cNvSpPr txBox="1">
            <a:spLocks/>
          </p:cNvSpPr>
          <p:nvPr/>
        </p:nvSpPr>
        <p:spPr>
          <a:xfrm>
            <a:off x="2632365" y="1061419"/>
            <a:ext cx="6816436" cy="7854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b="1" dirty="0">
                <a:latin typeface="Open sans"/>
                <a:cs typeface="HelveticaNeueLT Std UltLt"/>
              </a:rPr>
              <a:t>Algunas anotaciones</a:t>
            </a:r>
          </a:p>
        </p:txBody>
      </p:sp>
    </p:spTree>
    <p:extLst>
      <p:ext uri="{BB962C8B-B14F-4D97-AF65-F5344CB8AC3E}">
        <p14:creationId xmlns:p14="http://schemas.microsoft.com/office/powerpoint/2010/main" val="2540077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0496C70-207E-ABC6-9E79-8D325E5E2543}"/>
              </a:ext>
            </a:extLst>
          </p:cNvPr>
          <p:cNvSpPr/>
          <p:nvPr/>
        </p:nvSpPr>
        <p:spPr>
          <a:xfrm>
            <a:off x="8998088" y="2576754"/>
            <a:ext cx="1655214" cy="6408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CO" sz="1600" dirty="0">
                <a:latin typeface="Open sans"/>
                <a:ea typeface="Calibri" panose="020F0502020204030204" pitchFamily="34" charset="0"/>
                <a:cs typeface="Times New Roman" panose="02020603050405020304" pitchFamily="18" charset="0"/>
              </a:rPr>
              <a:t>Autores con el mismo apellido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BC9234-2D69-DC3F-4E3E-945D6E569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13" y="2006731"/>
            <a:ext cx="7009406" cy="2619909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DF08C8C-E6CF-2242-A26B-FFE8E64B961E}"/>
              </a:ext>
            </a:extLst>
          </p:cNvPr>
          <p:cNvSpPr/>
          <p:nvPr/>
        </p:nvSpPr>
        <p:spPr>
          <a:xfrm>
            <a:off x="1296113" y="4931843"/>
            <a:ext cx="8184520" cy="9417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CO" sz="1600" dirty="0">
                <a:latin typeface="Open sans"/>
                <a:ea typeface="Calibri" panose="020F0502020204030204" pitchFamily="34" charset="0"/>
                <a:cs typeface="Times New Roman" panose="02020603050405020304" pitchFamily="18" charset="0"/>
              </a:rPr>
              <a:t>Si una lista de referencias contiene publicaciones realizadas por dos o más autores principales con el mismo apellido, incluya las iniciales del primer autor en todas las citas dentro del texto, aun si el año de publicación difiere.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8C4071-4FBA-2EBA-69FC-762A58E14E25}"/>
              </a:ext>
            </a:extLst>
          </p:cNvPr>
          <p:cNvSpPr/>
          <p:nvPr/>
        </p:nvSpPr>
        <p:spPr>
          <a:xfrm>
            <a:off x="552771" y="706231"/>
            <a:ext cx="11213036" cy="8710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s-CO" sz="4400" b="1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Autores con el mismo apellido</a:t>
            </a:r>
          </a:p>
        </p:txBody>
      </p:sp>
    </p:spTree>
    <p:extLst>
      <p:ext uri="{BB962C8B-B14F-4D97-AF65-F5344CB8AC3E}">
        <p14:creationId xmlns:p14="http://schemas.microsoft.com/office/powerpoint/2010/main" val="4142249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8A96191-4ECE-4E6C-9017-9B123894E4C1}"/>
              </a:ext>
            </a:extLst>
          </p:cNvPr>
          <p:cNvSpPr txBox="1"/>
          <p:nvPr/>
        </p:nvSpPr>
        <p:spPr>
          <a:xfrm>
            <a:off x="590843" y="4097358"/>
            <a:ext cx="110431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¿Qué hacer si el documento no relaciona el autor?</a:t>
            </a:r>
            <a:endParaRPr lang="es-CO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spcAft>
                <a:spcPts val="1000"/>
              </a:spcAft>
            </a:pPr>
            <a:r>
              <a:rPr lang="es-CO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 debe hacer referencia al título del documento, si es largo pon las principales palabras seguidas de puntos suspensivos (…) y entre comillas, si por el contrario el título es corto se conserva tal cual</a:t>
            </a:r>
          </a:p>
          <a:p>
            <a:pPr marL="516890" algn="just">
              <a:spcAft>
                <a:spcPts val="1000"/>
              </a:spcAft>
            </a:pPr>
            <a:r>
              <a:rPr lang="es-CO" b="1" dirty="0">
                <a:solidFill>
                  <a:srgbClr val="92D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Cita: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“¿Qué es un coach?” (</a:t>
            </a:r>
            <a:r>
              <a:rPr lang="es-CO" dirty="0">
                <a:solidFill>
                  <a:srgbClr val="000000"/>
                </a:solidFill>
                <a:ea typeface="Calibri" panose="020F0502020204030204" pitchFamily="34" charset="0"/>
              </a:rPr>
              <a:t>2019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)</a:t>
            </a:r>
            <a:endParaRPr lang="es-CO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spcAft>
                <a:spcPts val="1000"/>
              </a:spcAft>
            </a:pPr>
            <a:r>
              <a:rPr lang="es-CO" b="1" dirty="0">
                <a:solidFill>
                  <a:srgbClr val="92D050"/>
                </a:solidFill>
                <a:cs typeface="Times New Roman" panose="02020603050405020304" pitchFamily="18" charset="0"/>
              </a:rPr>
              <a:t>Referencia: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¿Qué es un coach?. (</a:t>
            </a:r>
            <a:r>
              <a:rPr lang="es-CO" dirty="0">
                <a:solidFill>
                  <a:srgbClr val="000000"/>
                </a:solidFill>
                <a:ea typeface="Calibri" panose="020F0502020204030204" pitchFamily="34" charset="0"/>
              </a:rPr>
              <a:t>2019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). Recuperado de https://www.gestion.org/que-es-un-coach-y-consejos-para-un-coaching-efectivo/</a:t>
            </a:r>
            <a:endParaRPr lang="es-CO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67253C01-29BC-478F-B204-3CEBD515A1AE}"/>
              </a:ext>
            </a:extLst>
          </p:cNvPr>
          <p:cNvSpPr txBox="1">
            <a:spLocks/>
          </p:cNvSpPr>
          <p:nvPr/>
        </p:nvSpPr>
        <p:spPr>
          <a:xfrm>
            <a:off x="2202019" y="437515"/>
            <a:ext cx="8370277" cy="13883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Algunas preguntas orientadoras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82BD5A5-8EB7-44FE-8189-49C7A75942B6}"/>
              </a:ext>
            </a:extLst>
          </p:cNvPr>
          <p:cNvSpPr txBox="1"/>
          <p:nvPr/>
        </p:nvSpPr>
        <p:spPr>
          <a:xfrm>
            <a:off x="590843" y="1967126"/>
            <a:ext cx="11282290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¿Qué hacer si no consigo la fecha?</a:t>
            </a:r>
            <a:endParaRPr lang="es-CO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spcAft>
                <a:spcPts val="1000"/>
              </a:spcAft>
            </a:pPr>
            <a:r>
              <a:rPr lang="es-CO" b="1" dirty="0">
                <a:solidFill>
                  <a:srgbClr val="92D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Cita: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Pontificia Universidad Javeriana (</a:t>
            </a:r>
            <a:r>
              <a:rPr lang="es-CO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s.f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) </a:t>
            </a:r>
            <a:r>
              <a:rPr lang="es-CO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ó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(Pontificia Universidad Javeriana, </a:t>
            </a:r>
            <a:r>
              <a:rPr lang="es-CO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s.f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516890" algn="just">
              <a:spcAft>
                <a:spcPts val="1000"/>
              </a:spcAft>
            </a:pPr>
            <a:r>
              <a:rPr lang="es-CO" b="1" dirty="0">
                <a:solidFill>
                  <a:srgbClr val="92D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CO" b="1" dirty="0">
                <a:solidFill>
                  <a:srgbClr val="92D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eferencia:</a:t>
            </a:r>
            <a:r>
              <a:rPr lang="es-CO" dirty="0">
                <a:solidFill>
                  <a:srgbClr val="92D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Pontificia Universidad Javeriana (</a:t>
            </a:r>
            <a:r>
              <a:rPr lang="es-CO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s.f</a:t>
            </a:r>
            <a:r>
              <a:rPr lang="es-CO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). ¿Qué es el coaching de equipos?. Recuperado de https://www.javerianacali.edu.co/educacion-continua/certificacion-coaching-sistemico-de-equipos-medellin-sep-2018</a:t>
            </a:r>
          </a:p>
        </p:txBody>
      </p:sp>
    </p:spTree>
    <p:extLst>
      <p:ext uri="{BB962C8B-B14F-4D97-AF65-F5344CB8AC3E}">
        <p14:creationId xmlns:p14="http://schemas.microsoft.com/office/powerpoint/2010/main" val="1343129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7D3FFF5-1020-435B-9024-C27C3A605845}"/>
              </a:ext>
            </a:extLst>
          </p:cNvPr>
          <p:cNvSpPr txBox="1"/>
          <p:nvPr/>
        </p:nvSpPr>
        <p:spPr>
          <a:xfrm>
            <a:off x="506435" y="2014701"/>
            <a:ext cx="10550771" cy="1494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b="1" dirty="0">
                <a:solidFill>
                  <a:srgbClr val="000000"/>
                </a:solidFill>
                <a:cs typeface="Times New Roman" panose="02020603050405020304" pitchFamily="18" charset="0"/>
              </a:rPr>
              <a:t>¿Qué sucede si es necesario citar a diferentes autores que comparten un mismo apellido?</a:t>
            </a:r>
          </a:p>
          <a:p>
            <a:pPr marL="516890" algn="just">
              <a:lnSpc>
                <a:spcPct val="115000"/>
              </a:lnSpc>
              <a:spcAft>
                <a:spcPts val="1000"/>
              </a:spcAft>
            </a:pPr>
            <a:r>
              <a:rPr lang="es-CO" dirty="0">
                <a:solidFill>
                  <a:srgbClr val="000000"/>
                </a:solidFill>
                <a:cs typeface="Times New Roman" panose="02020603050405020304" pitchFamily="18" charset="0"/>
              </a:rPr>
              <a:t>Se pone apellido y las iniciales de los nombres. Ejemplo: dos autores, uno llamado Luis Alejandro Toro Gómez y el otro Juan Miguel Toro Gómez; se cita al primero (Toro, L.A., 2019) y al segundo  (Toro J.M, 2019).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67253C01-29BC-478F-B204-3CEBD515A1AE}"/>
              </a:ext>
            </a:extLst>
          </p:cNvPr>
          <p:cNvSpPr txBox="1">
            <a:spLocks/>
          </p:cNvSpPr>
          <p:nvPr/>
        </p:nvSpPr>
        <p:spPr>
          <a:xfrm>
            <a:off x="1952638" y="301886"/>
            <a:ext cx="8370277" cy="138030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Algunas preguntas orientadoras</a:t>
            </a:r>
          </a:p>
        </p:txBody>
      </p:sp>
      <p:sp>
        <p:nvSpPr>
          <p:cNvPr id="6" name="CuadroTexto 7">
            <a:extLst>
              <a:ext uri="{FF2B5EF4-FFF2-40B4-BE49-F238E27FC236}">
                <a16:creationId xmlns:a16="http://schemas.microsoft.com/office/drawing/2014/main" id="{E3580692-42F3-45C3-B749-2C4AF24BEAEC}"/>
              </a:ext>
            </a:extLst>
          </p:cNvPr>
          <p:cNvSpPr txBox="1"/>
          <p:nvPr/>
        </p:nvSpPr>
        <p:spPr>
          <a:xfrm>
            <a:off x="506435" y="3887033"/>
            <a:ext cx="11113477" cy="14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¿Qué sucede  si un autor es citado más de una vez  y las publicaciones corresponden al mismo año?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lnSpc>
                <a:spcPct val="115000"/>
              </a:lnSpc>
              <a:spcAft>
                <a:spcPts val="1000"/>
              </a:spcAft>
            </a:pPr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Ante este caso se debe agregar al año una letra consecutiva iniciando con la a minúscula. Por ejemplo: al citar un artículo y un capítulo de un libro publicado en el 2016 por el autor Ricardo Zapata Vélez se debe hacer primero el artículo (Zapata, 2016a) y después su libro (Zapata, 2016b) y así sucesivamente. 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933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67253C01-29BC-478F-B204-3CEBD515A1AE}"/>
              </a:ext>
            </a:extLst>
          </p:cNvPr>
          <p:cNvSpPr txBox="1">
            <a:spLocks/>
          </p:cNvSpPr>
          <p:nvPr/>
        </p:nvSpPr>
        <p:spPr>
          <a:xfrm>
            <a:off x="1910861" y="301885"/>
            <a:ext cx="8370277" cy="140222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Algunas preguntas orientadoras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B67E03-8B7B-4F51-8B11-0089D127A87C}"/>
              </a:ext>
            </a:extLst>
          </p:cNvPr>
          <p:cNvSpPr txBox="1"/>
          <p:nvPr/>
        </p:nvSpPr>
        <p:spPr>
          <a:xfrm>
            <a:off x="708073" y="2555310"/>
            <a:ext cx="10775852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CO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 al citar una fuente con más de 8 autores se usa mencionar al primero y luego se pone </a:t>
            </a:r>
            <a:r>
              <a:rPr lang="es-CO" sz="1800" b="1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et al</a:t>
            </a:r>
            <a:r>
              <a:rPr lang="es-CO" sz="18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¿En la referencia también?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/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No. En la referencia varía, puesto que se deben de poner los 6 iniciales seguido de puntos suspensivos (…)  y el último autor. Por ejemplo en un artículo que tiene los siguientes siete autores (Bran, L., Romero, K., Echeverri, L., Peña, J.,  Vásquez, S., Aguilera, M., Herazo, C., y  Valencia, A.) debe hacerse así: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/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6890" algn="just">
              <a:spcAft>
                <a:spcPts val="1000"/>
              </a:spcAft>
            </a:pPr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Bran, L., Romero, K., Echeverri, L., Peña, J.,  Vásquez, S., Aguilera, M.,…Valencia, A. (2017). </a:t>
            </a:r>
            <a:r>
              <a:rPr lang="es-CO" sz="18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Global Journal </a:t>
            </a:r>
            <a:r>
              <a:rPr lang="es-CO" sz="1800" i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s-CO" sz="18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1800" i="1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Health</a:t>
            </a:r>
            <a:r>
              <a:rPr lang="es-CO" sz="18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Science  9</a:t>
            </a:r>
            <a:r>
              <a:rPr lang="es-CO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(6); 204-2013. doi:10.5539/gjhs.v9n6p204</a:t>
            </a:r>
            <a:endParaRPr lang="es-CO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021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 idx="4294967295"/>
          </p:nvPr>
        </p:nvSpPr>
        <p:spPr>
          <a:xfrm>
            <a:off x="3998658" y="257407"/>
            <a:ext cx="3478426" cy="604837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es-CO" b="1" dirty="0"/>
              <a:t>Referencias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556741" y="1273969"/>
            <a:ext cx="10868656" cy="4310062"/>
          </a:xfrm>
          <a:prstGeom prst="rect">
            <a:avLst/>
          </a:prstGeom>
        </p:spPr>
        <p:txBody>
          <a:bodyPr/>
          <a:lstStyle/>
          <a:p>
            <a:pPr marL="0" indent="-457200" algn="just">
              <a:buNone/>
            </a:pPr>
            <a:r>
              <a:rPr lang="es-CO" sz="1600" dirty="0">
                <a:latin typeface="Abadi" panose="020B0604020104020204" pitchFamily="34" charset="0"/>
              </a:rPr>
              <a:t>American Psychological </a:t>
            </a:r>
            <a:r>
              <a:rPr lang="es-CO" sz="1600" dirty="0" err="1">
                <a:latin typeface="Abadi" panose="020B0604020104020204" pitchFamily="34" charset="0"/>
              </a:rPr>
              <a:t>Association</a:t>
            </a:r>
            <a:r>
              <a:rPr lang="es-CO" sz="1600" dirty="0">
                <a:latin typeface="Abadi" panose="020B0604020104020204" pitchFamily="34" charset="0"/>
              </a:rPr>
              <a:t>. (2010). Manual de Publicaciones de la American Psychological </a:t>
            </a:r>
            <a:r>
              <a:rPr lang="es-CO" sz="1600" dirty="0" err="1">
                <a:latin typeface="Abadi" panose="020B0604020104020204" pitchFamily="34" charset="0"/>
              </a:rPr>
              <a:t>Association</a:t>
            </a:r>
            <a:r>
              <a:rPr lang="es-CO" sz="1600" dirty="0">
                <a:latin typeface="Abadi" panose="020B0604020104020204" pitchFamily="34" charset="0"/>
              </a:rPr>
              <a:t> (Miroslava Guerra Frías, </a:t>
            </a:r>
            <a:r>
              <a:rPr lang="es-CO" sz="1600" dirty="0" err="1">
                <a:latin typeface="Abadi" panose="020B0604020104020204" pitchFamily="34" charset="0"/>
              </a:rPr>
              <a:t>Trad</a:t>
            </a:r>
            <a:r>
              <a:rPr lang="es-CO" sz="1600" dirty="0">
                <a:latin typeface="Abadi" panose="020B0604020104020204" pitchFamily="34" charset="0"/>
              </a:rPr>
              <a:t>). México: Manual Moderno</a:t>
            </a:r>
            <a:endParaRPr lang="pt-BR" sz="1600" b="0" i="0" dirty="0">
              <a:effectLst/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pt-BR" sz="1600" b="0" i="0" dirty="0">
                <a:effectLst/>
                <a:latin typeface="Abadi" panose="020B0604020104020204" pitchFamily="34" charset="0"/>
              </a:rPr>
              <a:t>Centro de escritura </a:t>
            </a:r>
            <a:r>
              <a:rPr lang="pt-BR" sz="1600" b="0" i="0" dirty="0" err="1">
                <a:effectLst/>
                <a:latin typeface="Abadi" panose="020B0604020104020204" pitchFamily="34" charset="0"/>
              </a:rPr>
              <a:t>Javeriano</a:t>
            </a:r>
            <a:r>
              <a:rPr lang="pt-BR" sz="1600" b="0" i="0" dirty="0">
                <a:effectLst/>
                <a:latin typeface="Abadi" panose="020B0604020104020204" pitchFamily="34" charset="0"/>
              </a:rPr>
              <a:t> (2019). </a:t>
            </a:r>
            <a:r>
              <a:rPr lang="pt-BR" sz="1600" b="0" i="1" dirty="0">
                <a:effectLst/>
                <a:latin typeface="Abadi" panose="020B0604020104020204" pitchFamily="34" charset="0"/>
              </a:rPr>
              <a:t>Normas APA Sexta </a:t>
            </a:r>
            <a:r>
              <a:rPr lang="pt-BR" sz="1600" b="0" i="1" dirty="0" err="1">
                <a:effectLst/>
                <a:latin typeface="Abadi" panose="020B0604020104020204" pitchFamily="34" charset="0"/>
              </a:rPr>
              <a:t>edición</a:t>
            </a:r>
            <a:r>
              <a:rPr lang="pt-BR" sz="1600" b="0" i="0" dirty="0">
                <a:effectLst/>
                <a:latin typeface="Abadi" panose="020B0604020104020204" pitchFamily="34" charset="0"/>
              </a:rPr>
              <a:t>, </a:t>
            </a:r>
            <a:r>
              <a:rPr lang="pt-BR" sz="1600" b="0" i="1" dirty="0">
                <a:effectLst/>
                <a:latin typeface="Abadi" panose="020B0604020104020204" pitchFamily="34" charset="0"/>
              </a:rPr>
              <a:t>2</a:t>
            </a:r>
            <a:r>
              <a:rPr lang="pt-BR" sz="1600" b="0" i="0" dirty="0">
                <a:effectLst/>
                <a:latin typeface="Abadi" panose="020B0604020104020204" pitchFamily="34" charset="0"/>
              </a:rPr>
              <a:t>.</a:t>
            </a:r>
          </a:p>
          <a:p>
            <a:pPr marL="0" indent="-457200" algn="just">
              <a:buNone/>
            </a:pPr>
            <a:r>
              <a:rPr lang="en-US" sz="1600" dirty="0">
                <a:latin typeface="Abadi" panose="020B0604020104020204" pitchFamily="34" charset="0"/>
              </a:rPr>
              <a:t>Indiana University of Pennsylvania (2020). </a:t>
            </a:r>
            <a:r>
              <a:rPr lang="en-US" sz="1600" i="1" dirty="0">
                <a:latin typeface="Abadi" panose="020B0604020104020204" pitchFamily="34" charset="0"/>
              </a:rPr>
              <a:t>What is APA? </a:t>
            </a:r>
            <a:r>
              <a:rPr lang="en-US" sz="1600" dirty="0">
                <a:latin typeface="Abadi" panose="020B0604020104020204" pitchFamily="34" charset="0"/>
              </a:rPr>
              <a:t>https://www.iup.edu/writingcenter/writing-resources/research-and-documentation/apa-style/what-is-apa.html</a:t>
            </a:r>
            <a:endParaRPr lang="es-CO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MX" sz="1600" dirty="0">
                <a:latin typeface="Abadi" panose="020B0604020104020204" pitchFamily="34" charset="0"/>
              </a:rPr>
              <a:t>Universidad EAFIT. (2022). </a:t>
            </a:r>
            <a:r>
              <a:rPr lang="es-MX" sz="1600" i="1" dirty="0">
                <a:latin typeface="Abadi" panose="020B0604020104020204" pitchFamily="34" charset="0"/>
              </a:rPr>
              <a:t>Guía de las normas APA 7ma edición</a:t>
            </a:r>
            <a:r>
              <a:rPr lang="es-MX" sz="1600" dirty="0">
                <a:latin typeface="Abadi" panose="020B0604020104020204" pitchFamily="34" charset="0"/>
              </a:rPr>
              <a:t>. https://repository.eafit.edu.co/bitstream/handle/10784/15406/GUIA_NORMAS_APA_2022_Repositorio.pdf?sequence=2&amp;isAllowed=y</a:t>
            </a:r>
            <a:endParaRPr lang="es-ES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ES" sz="1600" dirty="0">
                <a:latin typeface="Abadi" panose="020B0604020104020204" pitchFamily="34" charset="0"/>
              </a:rPr>
              <a:t>Educación y Cultura. (2018). Preguntas convergentes o divergentes. esta es la </a:t>
            </a:r>
            <a:r>
              <a:rPr lang="es-ES" sz="1600" dirty="0" err="1">
                <a:latin typeface="Abadi" panose="020B0604020104020204" pitchFamily="34" charset="0"/>
              </a:rPr>
              <a:t>cuestión.Recuperado</a:t>
            </a:r>
            <a:r>
              <a:rPr lang="es-ES" sz="1600" dirty="0">
                <a:latin typeface="Abadi" panose="020B0604020104020204" pitchFamily="34" charset="0"/>
              </a:rPr>
              <a:t> de    http://www.educacionyculturaaz.com/noticias/preguntas-convergentes-odivergentes-esta-es-la-cuestion</a:t>
            </a:r>
            <a:endParaRPr lang="es-CO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CO" sz="1600" dirty="0">
                <a:latin typeface="Abadi" panose="020B0604020104020204" pitchFamily="34" charset="0"/>
              </a:rPr>
              <a:t>Rojas, A. L. (2015). </a:t>
            </a:r>
            <a:r>
              <a:rPr lang="es-CO" sz="1600" i="1" dirty="0">
                <a:latin typeface="Abadi" panose="020B0604020104020204" pitchFamily="34" charset="0"/>
              </a:rPr>
              <a:t>Manual de Citación Normas APA</a:t>
            </a:r>
            <a:r>
              <a:rPr lang="es-CO" sz="1600" dirty="0">
                <a:latin typeface="Abadi" panose="020B0604020104020204" pitchFamily="34" charset="0"/>
              </a:rPr>
              <a:t>.</a:t>
            </a:r>
          </a:p>
          <a:p>
            <a:pPr marL="0" indent="-457200" algn="just">
              <a:buNone/>
            </a:pPr>
            <a:r>
              <a:rPr lang="es-ES" sz="1600" dirty="0">
                <a:latin typeface="Abadi" panose="020B0604020104020204" pitchFamily="34" charset="0"/>
              </a:rPr>
              <a:t>Organización de las Naciones Unidas para la Educación, la Ciencia y la Cultura [UNESCO]. (</a:t>
            </a:r>
            <a:r>
              <a:rPr lang="es-ES" sz="1600" dirty="0" err="1">
                <a:latin typeface="Abadi" panose="020B0604020104020204" pitchFamily="34" charset="0"/>
              </a:rPr>
              <a:t>S.f</a:t>
            </a:r>
            <a:r>
              <a:rPr lang="es-ES" sz="1600" dirty="0">
                <a:latin typeface="Abadi" panose="020B0604020104020204" pitchFamily="34" charset="0"/>
              </a:rPr>
              <a:t>). Recuperado de http://vocabularies.unesco.org/browser/thesaurus/es/ </a:t>
            </a:r>
            <a:endParaRPr lang="es-CO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ES" sz="1600" dirty="0">
                <a:latin typeface="Abadi" panose="020B0604020104020204" pitchFamily="34" charset="0"/>
              </a:rPr>
              <a:t>Universidad Externado de Colombia. (s.f.). Manual de citación Normas APA. Bogotá, Colombia: Universidad Externado de Colombia</a:t>
            </a:r>
            <a:endParaRPr lang="es-CO" sz="1600" dirty="0">
              <a:latin typeface="Abadi" panose="020B0604020104020204" pitchFamily="34" charset="0"/>
            </a:endParaRPr>
          </a:p>
          <a:p>
            <a:pPr marL="0" indent="-457200" algn="just">
              <a:buNone/>
            </a:pPr>
            <a:r>
              <a:rPr lang="es-ES" sz="1600" dirty="0">
                <a:latin typeface="Abadi" panose="020B0604020104020204" pitchFamily="34" charset="0"/>
              </a:rPr>
              <a:t>Universidad CIES. (2017). ¿Qué son las normas APA? Recuperado de http://www.universidadcies.com/apuntes/que-son-las-normas-apa/</a:t>
            </a:r>
          </a:p>
          <a:p>
            <a:pPr marL="0" indent="-457200">
              <a:buNone/>
            </a:pPr>
            <a:endParaRPr lang="es-CO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204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FAA6302D-C7DB-4F4C-9B54-85BEB52762E5}"/>
              </a:ext>
            </a:extLst>
          </p:cNvPr>
          <p:cNvSpPr txBox="1"/>
          <p:nvPr/>
        </p:nvSpPr>
        <p:spPr>
          <a:xfrm>
            <a:off x="722027" y="3150834"/>
            <a:ext cx="10123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7200" dirty="0">
                <a:solidFill>
                  <a:schemeClr val="bg1"/>
                </a:solidFill>
                <a:latin typeface="Arial Black" panose="020B0A04020102020204" pitchFamily="34" charset="0"/>
              </a:rPr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365884040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2222</Words>
  <Application>Microsoft Office PowerPoint</Application>
  <PresentationFormat>Panorámica</PresentationFormat>
  <Paragraphs>195</Paragraphs>
  <Slides>36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6" baseType="lpstr">
      <vt:lpstr>Abadi</vt:lpstr>
      <vt:lpstr>Arial</vt:lpstr>
      <vt:lpstr>Arial Black</vt:lpstr>
      <vt:lpstr>Calibri</vt:lpstr>
      <vt:lpstr>Gabriola</vt:lpstr>
      <vt:lpstr>Garamond</vt:lpstr>
      <vt:lpstr>Open sans</vt:lpstr>
      <vt:lpstr>Times New Roman</vt:lpstr>
      <vt:lpstr>Wingdings</vt:lpstr>
      <vt:lpstr>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Citas de autores-según número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Referencias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SALOME SANCHEZ PENA</cp:lastModifiedBy>
  <cp:revision>211</cp:revision>
  <dcterms:created xsi:type="dcterms:W3CDTF">2017-06-13T14:58:26Z</dcterms:created>
  <dcterms:modified xsi:type="dcterms:W3CDTF">2025-03-13T21:01:04Z</dcterms:modified>
</cp:coreProperties>
</file>